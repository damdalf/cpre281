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  <p:sldMasterId id="2147483672" r:id="rId5"/>
  </p:sldMasterIdLst>
  <p:notesMasterIdLst>
    <p:notesMasterId r:id="rId54"/>
  </p:notesMasterIdLst>
  <p:handoutMasterIdLst>
    <p:handoutMasterId r:id="rId55"/>
  </p:handoutMasterIdLst>
  <p:sldIdLst>
    <p:sldId id="788" r:id="rId6"/>
    <p:sldId id="774" r:id="rId7"/>
    <p:sldId id="1067" r:id="rId8"/>
    <p:sldId id="771" r:id="rId9"/>
    <p:sldId id="789" r:id="rId10"/>
    <p:sldId id="1503" r:id="rId11"/>
    <p:sldId id="1484" r:id="rId12"/>
    <p:sldId id="1191" r:id="rId13"/>
    <p:sldId id="312" r:id="rId14"/>
    <p:sldId id="1485" r:id="rId15"/>
    <p:sldId id="1486" r:id="rId16"/>
    <p:sldId id="1487" r:id="rId17"/>
    <p:sldId id="1488" r:id="rId18"/>
    <p:sldId id="1194" r:id="rId19"/>
    <p:sldId id="1198" r:id="rId20"/>
    <p:sldId id="1197" r:id="rId21"/>
    <p:sldId id="1489" r:id="rId22"/>
    <p:sldId id="1214" r:id="rId23"/>
    <p:sldId id="1201" r:id="rId24"/>
    <p:sldId id="1200" r:id="rId25"/>
    <p:sldId id="1202" r:id="rId26"/>
    <p:sldId id="1490" r:id="rId27"/>
    <p:sldId id="1491" r:id="rId28"/>
    <p:sldId id="1204" r:id="rId29"/>
    <p:sldId id="1203" r:id="rId30"/>
    <p:sldId id="1492" r:id="rId31"/>
    <p:sldId id="1205" r:id="rId32"/>
    <p:sldId id="1199" r:id="rId33"/>
    <p:sldId id="1494" r:id="rId34"/>
    <p:sldId id="1211" r:id="rId35"/>
    <p:sldId id="1495" r:id="rId36"/>
    <p:sldId id="1496" r:id="rId37"/>
    <p:sldId id="1497" r:id="rId38"/>
    <p:sldId id="1498" r:id="rId39"/>
    <p:sldId id="1499" r:id="rId40"/>
    <p:sldId id="1505" r:id="rId41"/>
    <p:sldId id="1144" r:id="rId42"/>
    <p:sldId id="1122" r:id="rId43"/>
    <p:sldId id="1141" r:id="rId44"/>
    <p:sldId id="1142" r:id="rId45"/>
    <p:sldId id="1500" r:id="rId46"/>
    <p:sldId id="1501" r:id="rId47"/>
    <p:sldId id="1143" r:id="rId48"/>
    <p:sldId id="1139" r:id="rId49"/>
    <p:sldId id="1502" r:id="rId50"/>
    <p:sldId id="1209" r:id="rId51"/>
    <p:sldId id="1504" r:id="rId52"/>
    <p:sldId id="772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4" autoAdjust="0"/>
    <p:restoredTop sz="94690"/>
  </p:normalViewPr>
  <p:slideViewPr>
    <p:cSldViewPr>
      <p:cViewPr varScale="1">
        <p:scale>
          <a:sx n="83" d="100"/>
          <a:sy n="83" d="100"/>
        </p:scale>
        <p:origin x="1003" y="72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med, Md Maruf [E CPE]" userId="6f647de5-aeca-43cd-b76c-e84c6089bcf4" providerId="ADAL" clId="{518A52C4-CC6F-412F-9A8A-9FA393C1F2AB}"/>
    <pc:docChg chg="undo custSel addSld delSld modSld sldOrd">
      <pc:chgData name="Ahamed, Md Maruf [E CPE]" userId="6f647de5-aeca-43cd-b76c-e84c6089bcf4" providerId="ADAL" clId="{518A52C4-CC6F-412F-9A8A-9FA393C1F2AB}" dt="2022-02-04T23:15:21.396" v="105"/>
      <pc:docMkLst>
        <pc:docMk/>
      </pc:docMkLst>
      <pc:sldChg chg="modSp">
        <pc:chgData name="Ahamed, Md Maruf [E CPE]" userId="6f647de5-aeca-43cd-b76c-e84c6089bcf4" providerId="ADAL" clId="{518A52C4-CC6F-412F-9A8A-9FA393C1F2AB}" dt="2022-02-04T20:39:20.795" v="37" actId="207"/>
        <pc:sldMkLst>
          <pc:docMk/>
          <pc:sldMk cId="0" sldId="312"/>
        </pc:sldMkLst>
        <pc:spChg chg="mod">
          <ac:chgData name="Ahamed, Md Maruf [E CPE]" userId="6f647de5-aeca-43cd-b76c-e84c6089bcf4" providerId="ADAL" clId="{518A52C4-CC6F-412F-9A8A-9FA393C1F2AB}" dt="2022-02-04T20:39:20.795" v="37" actId="207"/>
          <ac:spMkLst>
            <pc:docMk/>
            <pc:sldMk cId="0" sldId="312"/>
            <ac:spMk id="31748" creationId="{00000000-0000-0000-0000-000000000000}"/>
          </ac:spMkLst>
        </pc:spChg>
      </pc:sldChg>
      <pc:sldChg chg="ord">
        <pc:chgData name="Ahamed, Md Maruf [E CPE]" userId="6f647de5-aeca-43cd-b76c-e84c6089bcf4" providerId="ADAL" clId="{518A52C4-CC6F-412F-9A8A-9FA393C1F2AB}" dt="2022-02-04T22:22:27.013" v="104"/>
        <pc:sldMkLst>
          <pc:docMk/>
          <pc:sldMk cId="1865281566" sldId="774"/>
        </pc:sldMkLst>
      </pc:sldChg>
      <pc:sldChg chg="del">
        <pc:chgData name="Ahamed, Md Maruf [E CPE]" userId="6f647de5-aeca-43cd-b76c-e84c6089bcf4" providerId="ADAL" clId="{518A52C4-CC6F-412F-9A8A-9FA393C1F2AB}" dt="2022-02-04T20:15:27.293" v="29" actId="2696"/>
        <pc:sldMkLst>
          <pc:docMk/>
          <pc:sldMk cId="0" sldId="1041"/>
        </pc:sldMkLst>
      </pc:sldChg>
      <pc:sldChg chg="add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122"/>
        </pc:sldMkLst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122"/>
            <ac:inkMk id="3" creationId="{614D4E9F-19C3-4D10-BEE1-EE82D63A5E30}"/>
          </ac:inkMkLst>
        </pc:inkChg>
      </pc:sldChg>
      <pc:sldChg chg="addSp delSp modSp delAnim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139"/>
        </pc:sldMkLst>
        <pc:picChg chg="mod">
          <ac:chgData name="Ahamed, Md Maruf [E CPE]" userId="6f647de5-aeca-43cd-b76c-e84c6089bcf4" providerId="ADAL" clId="{518A52C4-CC6F-412F-9A8A-9FA393C1F2AB}" dt="2022-02-04T21:16:42.119" v="99" actId="14100"/>
          <ac:picMkLst>
            <pc:docMk/>
            <pc:sldMk cId="0" sldId="1139"/>
            <ac:picMk id="64514" creationId="{14FCB6B0-88F5-43AB-84FC-2764199B9E9A}"/>
          </ac:picMkLst>
        </pc:picChg>
        <pc:picChg chg="mod">
          <ac:chgData name="Ahamed, Md Maruf [E CPE]" userId="6f647de5-aeca-43cd-b76c-e84c6089bcf4" providerId="ADAL" clId="{518A52C4-CC6F-412F-9A8A-9FA393C1F2AB}" dt="2022-02-04T21:16:49.016" v="100" actId="1038"/>
          <ac:picMkLst>
            <pc:docMk/>
            <pc:sldMk cId="0" sldId="1139"/>
            <ac:picMk id="64516" creationId="{F7DCE23C-CC2D-4292-9096-540AF9B96930}"/>
          </ac:picMkLst>
        </pc:picChg>
        <pc:picChg chg="mod">
          <ac:chgData name="Ahamed, Md Maruf [E CPE]" userId="6f647de5-aeca-43cd-b76c-e84c6089bcf4" providerId="ADAL" clId="{518A52C4-CC6F-412F-9A8A-9FA393C1F2AB}" dt="2022-02-04T21:16:35.865" v="98" actId="208"/>
          <ac:picMkLst>
            <pc:docMk/>
            <pc:sldMk cId="0" sldId="1139"/>
            <ac:picMk id="64517" creationId="{2F134314-8D32-4FA6-AF16-48D21DC5FF53}"/>
          </ac:picMkLst>
        </pc:picChg>
        <pc:picChg chg="del">
          <ac:chgData name="Ahamed, Md Maruf [E CPE]" userId="6f647de5-aeca-43cd-b76c-e84c6089bcf4" providerId="ADAL" clId="{518A52C4-CC6F-412F-9A8A-9FA393C1F2AB}" dt="2022-02-04T21:14:58.281" v="76" actId="478"/>
          <ac:picMkLst>
            <pc:docMk/>
            <pc:sldMk cId="0" sldId="1139"/>
            <ac:picMk id="64518" creationId="{58DEE6C6-1D8A-437B-9EC1-76B7E8F6652D}"/>
          </ac:picMkLst>
        </pc:picChg>
        <pc:inkChg chg="del">
          <ac:chgData name="Ahamed, Md Maruf [E CPE]" userId="6f647de5-aeca-43cd-b76c-e84c6089bcf4" providerId="ADAL" clId="{518A52C4-CC6F-412F-9A8A-9FA393C1F2AB}" dt="2022-02-03T04:12:24.256" v="15" actId="478"/>
          <ac:inkMkLst>
            <pc:docMk/>
            <pc:sldMk cId="0" sldId="1139"/>
            <ac:inkMk id="2" creationId="{280E8FE6-0506-41C5-81E9-E42BA3327DA9}"/>
          </ac:inkMkLst>
        </pc:ink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139"/>
            <ac:inkMk id="2" creationId="{95346335-0196-496A-A2C1-0937B0EF0D2A}"/>
          </ac:inkMkLst>
        </pc:inkChg>
      </pc:sldChg>
      <pc:sldChg chg="delSp">
        <pc:chgData name="Ahamed, Md Maruf [E CPE]" userId="6f647de5-aeca-43cd-b76c-e84c6089bcf4" providerId="ADAL" clId="{518A52C4-CC6F-412F-9A8A-9FA393C1F2AB}" dt="2022-02-03T04:11:45.993" v="11" actId="478"/>
        <pc:sldMkLst>
          <pc:docMk/>
          <pc:sldMk cId="3300365708" sldId="1141"/>
        </pc:sldMkLst>
        <pc:inkChg chg="del">
          <ac:chgData name="Ahamed, Md Maruf [E CPE]" userId="6f647de5-aeca-43cd-b76c-e84c6089bcf4" providerId="ADAL" clId="{518A52C4-CC6F-412F-9A8A-9FA393C1F2AB}" dt="2022-02-03T04:11:45.993" v="11" actId="478"/>
          <ac:inkMkLst>
            <pc:docMk/>
            <pc:sldMk cId="3300365708" sldId="1141"/>
            <ac:inkMk id="2" creationId="{1D3E3C7F-B725-4DEC-BD04-7706139D78B0}"/>
          </ac:inkMkLst>
        </pc:inkChg>
      </pc:sldChg>
      <pc:sldChg chg="delSp">
        <pc:chgData name="Ahamed, Md Maruf [E CPE]" userId="6f647de5-aeca-43cd-b76c-e84c6089bcf4" providerId="ADAL" clId="{518A52C4-CC6F-412F-9A8A-9FA393C1F2AB}" dt="2022-02-03T04:11:55.769" v="12" actId="478"/>
        <pc:sldMkLst>
          <pc:docMk/>
          <pc:sldMk cId="2939790154" sldId="1142"/>
        </pc:sldMkLst>
        <pc:inkChg chg="del">
          <ac:chgData name="Ahamed, Md Maruf [E CPE]" userId="6f647de5-aeca-43cd-b76c-e84c6089bcf4" providerId="ADAL" clId="{518A52C4-CC6F-412F-9A8A-9FA393C1F2AB}" dt="2022-02-03T04:11:55.769" v="12" actId="478"/>
          <ac:inkMkLst>
            <pc:docMk/>
            <pc:sldMk cId="2939790154" sldId="1142"/>
            <ac:inkMk id="2" creationId="{14004F1D-E9F3-46AA-BC4E-03096438F06D}"/>
          </ac:inkMkLst>
        </pc:inkChg>
      </pc:sldChg>
      <pc:sldChg chg="delSp modSp">
        <pc:chgData name="Ahamed, Md Maruf [E CPE]" userId="6f647de5-aeca-43cd-b76c-e84c6089bcf4" providerId="ADAL" clId="{518A52C4-CC6F-412F-9A8A-9FA393C1F2AB}" dt="2022-02-03T04:12:17.815" v="14" actId="208"/>
        <pc:sldMkLst>
          <pc:docMk/>
          <pc:sldMk cId="0" sldId="1143"/>
        </pc:sldMkLst>
        <pc:picChg chg="mod">
          <ac:chgData name="Ahamed, Md Maruf [E CPE]" userId="6f647de5-aeca-43cd-b76c-e84c6089bcf4" providerId="ADAL" clId="{518A52C4-CC6F-412F-9A8A-9FA393C1F2AB}" dt="2022-02-03T04:12:17.815" v="14" actId="208"/>
          <ac:picMkLst>
            <pc:docMk/>
            <pc:sldMk cId="0" sldId="1143"/>
            <ac:picMk id="63497" creationId="{715734A1-1958-4BDD-8105-80BAE0623F2C}"/>
          </ac:picMkLst>
        </pc:picChg>
        <pc:inkChg chg="del">
          <ac:chgData name="Ahamed, Md Maruf [E CPE]" userId="6f647de5-aeca-43cd-b76c-e84c6089bcf4" providerId="ADAL" clId="{518A52C4-CC6F-412F-9A8A-9FA393C1F2AB}" dt="2022-02-03T04:12:08.220" v="13" actId="478"/>
          <ac:inkMkLst>
            <pc:docMk/>
            <pc:sldMk cId="0" sldId="1143"/>
            <ac:inkMk id="2" creationId="{5AF103D3-2D27-4E1E-AFE2-93CA5E88AFB3}"/>
          </ac:inkMkLst>
        </pc:inkChg>
      </pc:sldChg>
      <pc:sldChg chg="modSp">
        <pc:chgData name="Ahamed, Md Maruf [E CPE]" userId="6f647de5-aeca-43cd-b76c-e84c6089bcf4" providerId="ADAL" clId="{518A52C4-CC6F-412F-9A8A-9FA393C1F2AB}" dt="2022-02-04T21:34:43.098" v="103" actId="207"/>
        <pc:sldMkLst>
          <pc:docMk/>
          <pc:sldMk cId="631664636" sldId="1197"/>
        </pc:sldMkLst>
        <pc:spChg chg="mod">
          <ac:chgData name="Ahamed, Md Maruf [E CPE]" userId="6f647de5-aeca-43cd-b76c-e84c6089bcf4" providerId="ADAL" clId="{518A52C4-CC6F-412F-9A8A-9FA393C1F2AB}" dt="2022-02-04T21:34:43.098" v="103" actId="207"/>
          <ac:spMkLst>
            <pc:docMk/>
            <pc:sldMk cId="631664636" sldId="1197"/>
            <ac:spMk id="8" creationId="{8234F665-3A7C-4C2C-818E-EE6B9A21B678}"/>
          </ac:spMkLst>
        </pc:spChg>
      </pc:sldChg>
      <pc:sldChg chg="delSp modSp">
        <pc:chgData name="Ahamed, Md Maruf [E CPE]" userId="6f647de5-aeca-43cd-b76c-e84c6089bcf4" providerId="ADAL" clId="{518A52C4-CC6F-412F-9A8A-9FA393C1F2AB}" dt="2022-02-04T20:47:55.273" v="44" actId="478"/>
        <pc:sldMkLst>
          <pc:docMk/>
          <pc:sldMk cId="1255791086" sldId="1198"/>
        </pc:sldMkLst>
        <pc:spChg chg="mod">
          <ac:chgData name="Ahamed, Md Maruf [E CPE]" userId="6f647de5-aeca-43cd-b76c-e84c6089bcf4" providerId="ADAL" clId="{518A52C4-CC6F-412F-9A8A-9FA393C1F2AB}" dt="2022-02-04T20:45:49.448" v="43" actId="113"/>
          <ac:spMkLst>
            <pc:docMk/>
            <pc:sldMk cId="1255791086" sldId="1198"/>
            <ac:spMk id="5" creationId="{3FAF740E-F0B0-4AC0-9B53-A716B8D5E8CA}"/>
          </ac:spMkLst>
        </pc:spChg>
        <pc:spChg chg="del">
          <ac:chgData name="Ahamed, Md Maruf [E CPE]" userId="6f647de5-aeca-43cd-b76c-e84c6089bcf4" providerId="ADAL" clId="{518A52C4-CC6F-412F-9A8A-9FA393C1F2AB}" dt="2022-02-04T20:47:55.273" v="44" actId="478"/>
          <ac:spMkLst>
            <pc:docMk/>
            <pc:sldMk cId="1255791086" sldId="1198"/>
            <ac:spMk id="6" creationId="{97B654A1-67A1-4221-9DE5-A483FF3B3387}"/>
          </ac:spMkLst>
        </pc:spChg>
      </pc:sldChg>
      <pc:sldChg chg="addSp">
        <pc:chgData name="Ahamed, Md Maruf [E CPE]" userId="6f647de5-aeca-43cd-b76c-e84c6089bcf4" providerId="ADAL" clId="{518A52C4-CC6F-412F-9A8A-9FA393C1F2AB}" dt="2022-02-04T23:15:21.396" v="105"/>
        <pc:sldMkLst>
          <pc:docMk/>
          <pc:sldMk cId="2841878080" sldId="1199"/>
        </pc:sldMkLst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2841878080" sldId="1199"/>
            <ac:inkMk id="4" creationId="{66FF52BA-7E9E-480A-A604-9572A1755CF1}"/>
          </ac:inkMkLst>
        </pc:inkChg>
      </pc:sldChg>
      <pc:sldChg chg="addSp delSp">
        <pc:chgData name="Ahamed, Md Maruf [E CPE]" userId="6f647de5-aeca-43cd-b76c-e84c6089bcf4" providerId="ADAL" clId="{518A52C4-CC6F-412F-9A8A-9FA393C1F2AB}" dt="2022-02-04T23:15:21.396" v="105"/>
        <pc:sldMkLst>
          <pc:docMk/>
          <pc:sldMk cId="2166675012" sldId="1200"/>
        </pc:sldMkLst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2166675012" sldId="1200"/>
            <ac:inkMk id="5" creationId="{369809CB-85B9-46B3-BDB3-A870513F1537}"/>
          </ac:inkMkLst>
        </pc:inkChg>
        <pc:inkChg chg="del">
          <ac:chgData name="Ahamed, Md Maruf [E CPE]" userId="6f647de5-aeca-43cd-b76c-e84c6089bcf4" providerId="ADAL" clId="{518A52C4-CC6F-412F-9A8A-9FA393C1F2AB}" dt="2022-02-03T04:10:14.291" v="2" actId="478"/>
          <ac:inkMkLst>
            <pc:docMk/>
            <pc:sldMk cId="2166675012" sldId="1200"/>
            <ac:inkMk id="5" creationId="{CC2199D6-EF09-4D2F-80F1-D38D1E530157}"/>
          </ac:inkMkLst>
        </pc:inkChg>
      </pc:sldChg>
      <pc:sldChg chg="addSp modSp">
        <pc:chgData name="Ahamed, Md Maruf [E CPE]" userId="6f647de5-aeca-43cd-b76c-e84c6089bcf4" providerId="ADAL" clId="{518A52C4-CC6F-412F-9A8A-9FA393C1F2AB}" dt="2022-02-04T23:15:21.396" v="105"/>
        <pc:sldMkLst>
          <pc:docMk/>
          <pc:sldMk cId="3107036905" sldId="1201"/>
        </pc:sldMkLst>
        <pc:spChg chg="mod">
          <ac:chgData name="Ahamed, Md Maruf [E CPE]" userId="6f647de5-aeca-43cd-b76c-e84c6089bcf4" providerId="ADAL" clId="{518A52C4-CC6F-412F-9A8A-9FA393C1F2AB}" dt="2022-02-03T04:10:08.266" v="1" actId="113"/>
          <ac:spMkLst>
            <pc:docMk/>
            <pc:sldMk cId="3107036905" sldId="1201"/>
            <ac:spMk id="6" creationId="{D3727FBD-4BCF-49C0-9E31-9A162331FA72}"/>
          </ac:spMkLst>
        </pc:sp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3107036905" sldId="1201"/>
            <ac:inkMk id="4" creationId="{E17D1AD9-2CD8-470D-B3F2-C31AE911DDCB}"/>
          </ac:inkMkLst>
        </pc:inkChg>
      </pc:sldChg>
      <pc:sldChg chg="modSp">
        <pc:chgData name="Ahamed, Md Maruf [E CPE]" userId="6f647de5-aeca-43cd-b76c-e84c6089bcf4" providerId="ADAL" clId="{518A52C4-CC6F-412F-9A8A-9FA393C1F2AB}" dt="2022-02-04T20:52:31.038" v="52" actId="1035"/>
        <pc:sldMkLst>
          <pc:docMk/>
          <pc:sldMk cId="1934910747" sldId="1202"/>
        </pc:sldMkLst>
        <pc:spChg chg="mod">
          <ac:chgData name="Ahamed, Md Maruf [E CPE]" userId="6f647de5-aeca-43cd-b76c-e84c6089bcf4" providerId="ADAL" clId="{518A52C4-CC6F-412F-9A8A-9FA393C1F2AB}" dt="2022-02-04T20:52:26.942" v="48" actId="1035"/>
          <ac:spMkLst>
            <pc:docMk/>
            <pc:sldMk cId="1934910747" sldId="1202"/>
            <ac:spMk id="58" creationId="{F96BFAE4-DA42-4BB5-847A-3013B08049D2}"/>
          </ac:spMkLst>
        </pc:spChg>
        <pc:spChg chg="mod">
          <ac:chgData name="Ahamed, Md Maruf [E CPE]" userId="6f647de5-aeca-43cd-b76c-e84c6089bcf4" providerId="ADAL" clId="{518A52C4-CC6F-412F-9A8A-9FA393C1F2AB}" dt="2022-02-04T20:52:31.038" v="52" actId="1035"/>
          <ac:spMkLst>
            <pc:docMk/>
            <pc:sldMk cId="1934910747" sldId="1202"/>
            <ac:spMk id="59" creationId="{C90F7329-DEEA-4B36-8C95-9F34C7CEC4E9}"/>
          </ac:spMkLst>
        </pc:spChg>
        <pc:spChg chg="mod">
          <ac:chgData name="Ahamed, Md Maruf [E CPE]" userId="6f647de5-aeca-43cd-b76c-e84c6089bcf4" providerId="ADAL" clId="{518A52C4-CC6F-412F-9A8A-9FA393C1F2AB}" dt="2022-02-04T20:52:31.038" v="52" actId="1035"/>
          <ac:spMkLst>
            <pc:docMk/>
            <pc:sldMk cId="1934910747" sldId="1202"/>
            <ac:spMk id="60" creationId="{B7C2E583-EA01-4A33-9DDF-FF26981B6427}"/>
          </ac:spMkLst>
        </pc:spChg>
        <pc:spChg chg="mod">
          <ac:chgData name="Ahamed, Md Maruf [E CPE]" userId="6f647de5-aeca-43cd-b76c-e84c6089bcf4" providerId="ADAL" clId="{518A52C4-CC6F-412F-9A8A-9FA393C1F2AB}" dt="2022-02-04T20:52:31.038" v="52" actId="1035"/>
          <ac:spMkLst>
            <pc:docMk/>
            <pc:sldMk cId="1934910747" sldId="1202"/>
            <ac:spMk id="61" creationId="{A23C6B0E-4BC2-47C8-9DFD-D7F7A5B663DB}"/>
          </ac:spMkLst>
        </pc:spChg>
        <pc:grpChg chg="mod">
          <ac:chgData name="Ahamed, Md Maruf [E CPE]" userId="6f647de5-aeca-43cd-b76c-e84c6089bcf4" providerId="ADAL" clId="{518A52C4-CC6F-412F-9A8A-9FA393C1F2AB}" dt="2022-02-04T20:52:31.038" v="52" actId="1035"/>
          <ac:grpSpMkLst>
            <pc:docMk/>
            <pc:sldMk cId="1934910747" sldId="1202"/>
            <ac:grpSpMk id="2" creationId="{67428A0B-1F52-418C-B5AD-0D16B3A77B9D}"/>
          </ac:grpSpMkLst>
        </pc:grpChg>
        <pc:grpChg chg="mod">
          <ac:chgData name="Ahamed, Md Maruf [E CPE]" userId="6f647de5-aeca-43cd-b76c-e84c6089bcf4" providerId="ADAL" clId="{518A52C4-CC6F-412F-9A8A-9FA393C1F2AB}" dt="2022-02-04T20:52:31.038" v="52" actId="1035"/>
          <ac:grpSpMkLst>
            <pc:docMk/>
            <pc:sldMk cId="1934910747" sldId="1202"/>
            <ac:grpSpMk id="3" creationId="{8F509897-955D-4BFF-8393-E6EEF1BD34FD}"/>
          </ac:grpSpMkLst>
        </pc:grpChg>
        <pc:grpChg chg="mod">
          <ac:chgData name="Ahamed, Md Maruf [E CPE]" userId="6f647de5-aeca-43cd-b76c-e84c6089bcf4" providerId="ADAL" clId="{518A52C4-CC6F-412F-9A8A-9FA393C1F2AB}" dt="2022-02-04T20:52:31.038" v="52" actId="1035"/>
          <ac:grpSpMkLst>
            <pc:docMk/>
            <pc:sldMk cId="1934910747" sldId="1202"/>
            <ac:grpSpMk id="4" creationId="{3BCB3D6F-4E37-4B71-A9C4-A7B30A766BF2}"/>
          </ac:grpSpMkLst>
        </pc:grpChg>
      </pc:sldChg>
      <pc:sldChg chg="delSp">
        <pc:chgData name="Ahamed, Md Maruf [E CPE]" userId="6f647de5-aeca-43cd-b76c-e84c6089bcf4" providerId="ADAL" clId="{518A52C4-CC6F-412F-9A8A-9FA393C1F2AB}" dt="2022-02-03T04:10:44.861" v="5" actId="478"/>
        <pc:sldMkLst>
          <pc:docMk/>
          <pc:sldMk cId="1606314528" sldId="1205"/>
        </pc:sldMkLst>
        <pc:inkChg chg="del">
          <ac:chgData name="Ahamed, Md Maruf [E CPE]" userId="6f647de5-aeca-43cd-b76c-e84c6089bcf4" providerId="ADAL" clId="{518A52C4-CC6F-412F-9A8A-9FA393C1F2AB}" dt="2022-02-03T04:10:44.861" v="5" actId="478"/>
          <ac:inkMkLst>
            <pc:docMk/>
            <pc:sldMk cId="1606314528" sldId="1205"/>
            <ac:inkMk id="2" creationId="{019BB743-4512-492B-A29F-6066B22A72A2}"/>
          </ac:inkMkLst>
        </pc:inkChg>
      </pc:sldChg>
      <pc:sldChg chg="del">
        <pc:chgData name="Ahamed, Md Maruf [E CPE]" userId="6f647de5-aeca-43cd-b76c-e84c6089bcf4" providerId="ADAL" clId="{518A52C4-CC6F-412F-9A8A-9FA393C1F2AB}" dt="2022-02-04T20:15:28.901" v="30" actId="2696"/>
        <pc:sldMkLst>
          <pc:docMk/>
          <pc:sldMk cId="1910035224" sldId="1479"/>
        </pc:sldMkLst>
      </pc:sldChg>
      <pc:sldChg chg="addSp mod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487"/>
        </pc:sldMkLst>
        <pc:spChg chg="mod">
          <ac:chgData name="Ahamed, Md Maruf [E CPE]" userId="6f647de5-aeca-43cd-b76c-e84c6089bcf4" providerId="ADAL" clId="{518A52C4-CC6F-412F-9A8A-9FA393C1F2AB}" dt="2022-02-04T20:40:01.477" v="41" actId="20577"/>
          <ac:spMkLst>
            <pc:docMk/>
            <pc:sldMk cId="0" sldId="1487"/>
            <ac:spMk id="37890" creationId="{FE429FE0-2597-42A7-8776-E9740D1FAFC9}"/>
          </ac:spMkLst>
        </pc:sp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487"/>
            <ac:inkMk id="2" creationId="{5F1318D1-42B8-4A88-BB1D-06B10C351BF3}"/>
          </ac:inkMkLst>
        </pc:inkChg>
      </pc:sldChg>
      <pc:sldChg chg="addSp del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491"/>
        </pc:sldMkLst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491"/>
            <ac:inkMk id="2" creationId="{0C38AE91-AA78-427D-AFA6-DC847E1C2B4C}"/>
          </ac:inkMkLst>
        </pc:inkChg>
        <pc:inkChg chg="del">
          <ac:chgData name="Ahamed, Md Maruf [E CPE]" userId="6f647de5-aeca-43cd-b76c-e84c6089bcf4" providerId="ADAL" clId="{518A52C4-CC6F-412F-9A8A-9FA393C1F2AB}" dt="2022-02-03T04:10:24.847" v="3" actId="478"/>
          <ac:inkMkLst>
            <pc:docMk/>
            <pc:sldMk cId="0" sldId="1491"/>
            <ac:inkMk id="2" creationId="{58D6E61F-840F-41D0-8207-27E925297213}"/>
          </ac:inkMkLst>
        </pc:inkChg>
      </pc:sldChg>
      <pc:sldChg chg="addSp del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492"/>
        </pc:sldMkLst>
        <pc:inkChg chg="del">
          <ac:chgData name="Ahamed, Md Maruf [E CPE]" userId="6f647de5-aeca-43cd-b76c-e84c6089bcf4" providerId="ADAL" clId="{518A52C4-CC6F-412F-9A8A-9FA393C1F2AB}" dt="2022-02-03T04:10:38.001" v="4" actId="478"/>
          <ac:inkMkLst>
            <pc:docMk/>
            <pc:sldMk cId="0" sldId="1492"/>
            <ac:inkMk id="2" creationId="{67DC44BF-E93E-4BB4-B08C-A0544443679D}"/>
          </ac:inkMkLst>
        </pc:ink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492"/>
            <ac:inkMk id="2" creationId="{6B3F09A0-BFA2-4491-B1DD-5695E3C5A892}"/>
          </ac:inkMkLst>
        </pc:inkChg>
      </pc:sldChg>
      <pc:sldChg chg="addSp del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494"/>
        </pc:sldMkLst>
        <pc:inkChg chg="del">
          <ac:chgData name="Ahamed, Md Maruf [E CPE]" userId="6f647de5-aeca-43cd-b76c-e84c6089bcf4" providerId="ADAL" clId="{518A52C4-CC6F-412F-9A8A-9FA393C1F2AB}" dt="2022-02-03T04:10:57.300" v="6" actId="478"/>
          <ac:inkMkLst>
            <pc:docMk/>
            <pc:sldMk cId="0" sldId="1494"/>
            <ac:inkMk id="3" creationId="{4995F080-15CE-4D09-9FFD-D84D03CFB0D5}"/>
          </ac:inkMkLst>
        </pc:ink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494"/>
            <ac:inkMk id="3" creationId="{E951CD89-FBA6-47C3-A2C4-A98ABEDCE04A}"/>
          </ac:inkMkLst>
        </pc:inkChg>
      </pc:sldChg>
      <pc:sldChg chg="delSp">
        <pc:chgData name="Ahamed, Md Maruf [E CPE]" userId="6f647de5-aeca-43cd-b76c-e84c6089bcf4" providerId="ADAL" clId="{518A52C4-CC6F-412F-9A8A-9FA393C1F2AB}" dt="2022-02-03T04:11:08.422" v="7" actId="478"/>
        <pc:sldMkLst>
          <pc:docMk/>
          <pc:sldMk cId="0" sldId="1495"/>
        </pc:sldMkLst>
        <pc:inkChg chg="del">
          <ac:chgData name="Ahamed, Md Maruf [E CPE]" userId="6f647de5-aeca-43cd-b76c-e84c6089bcf4" providerId="ADAL" clId="{518A52C4-CC6F-412F-9A8A-9FA393C1F2AB}" dt="2022-02-03T04:11:08.422" v="7" actId="478"/>
          <ac:inkMkLst>
            <pc:docMk/>
            <pc:sldMk cId="0" sldId="1495"/>
            <ac:inkMk id="2" creationId="{BE808529-40DA-4780-946F-B93C82AF6BB5}"/>
          </ac:inkMkLst>
        </pc:inkChg>
      </pc:sldChg>
      <pc:sldChg chg="delSp">
        <pc:chgData name="Ahamed, Md Maruf [E CPE]" userId="6f647de5-aeca-43cd-b76c-e84c6089bcf4" providerId="ADAL" clId="{518A52C4-CC6F-412F-9A8A-9FA393C1F2AB}" dt="2022-02-03T04:11:20.911" v="8" actId="478"/>
        <pc:sldMkLst>
          <pc:docMk/>
          <pc:sldMk cId="0" sldId="1498"/>
        </pc:sldMkLst>
        <pc:inkChg chg="del">
          <ac:chgData name="Ahamed, Md Maruf [E CPE]" userId="6f647de5-aeca-43cd-b76c-e84c6089bcf4" providerId="ADAL" clId="{518A52C4-CC6F-412F-9A8A-9FA393C1F2AB}" dt="2022-02-03T04:11:20.911" v="8" actId="478"/>
          <ac:inkMkLst>
            <pc:docMk/>
            <pc:sldMk cId="0" sldId="1498"/>
            <ac:inkMk id="4" creationId="{0AF0C191-7A64-4780-9650-362A837DC450}"/>
          </ac:inkMkLst>
        </pc:inkChg>
      </pc:sldChg>
      <pc:sldChg chg="addSp delSp modSp">
        <pc:chgData name="Ahamed, Md Maruf [E CPE]" userId="6f647de5-aeca-43cd-b76c-e84c6089bcf4" providerId="ADAL" clId="{518A52C4-CC6F-412F-9A8A-9FA393C1F2AB}" dt="2022-02-04T23:15:21.396" v="105"/>
        <pc:sldMkLst>
          <pc:docMk/>
          <pc:sldMk cId="0" sldId="1499"/>
        </pc:sldMkLst>
        <pc:spChg chg="mod">
          <ac:chgData name="Ahamed, Md Maruf [E CPE]" userId="6f647de5-aeca-43cd-b76c-e84c6089bcf4" providerId="ADAL" clId="{518A52C4-CC6F-412F-9A8A-9FA393C1F2AB}" dt="2022-02-04T21:08:38.041" v="58" actId="6549"/>
          <ac:spMkLst>
            <pc:docMk/>
            <pc:sldMk cId="0" sldId="1499"/>
            <ac:spMk id="57349" creationId="{16191C37-488A-49A2-A014-82AEDEC37ED7}"/>
          </ac:spMkLst>
        </pc:spChg>
        <pc:inkChg chg="del mod">
          <ac:chgData name="Ahamed, Md Maruf [E CPE]" userId="6f647de5-aeca-43cd-b76c-e84c6089bcf4" providerId="ADAL" clId="{518A52C4-CC6F-412F-9A8A-9FA393C1F2AB}" dt="2022-02-03T04:11:31.999" v="10" actId="478"/>
          <ac:inkMkLst>
            <pc:docMk/>
            <pc:sldMk cId="0" sldId="1499"/>
            <ac:inkMk id="2" creationId="{163B4420-12D6-433D-96C8-FAA84B7B5E10}"/>
          </ac:inkMkLst>
        </pc:inkChg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0" sldId="1499"/>
            <ac:inkMk id="2" creationId="{A42E4EE5-D3AA-4C98-8D91-CBE5FD7A6081}"/>
          </ac:inkMkLst>
        </pc:inkChg>
      </pc:sldChg>
      <pc:sldChg chg="addSp">
        <pc:chgData name="Ahamed, Md Maruf [E CPE]" userId="6f647de5-aeca-43cd-b76c-e84c6089bcf4" providerId="ADAL" clId="{518A52C4-CC6F-412F-9A8A-9FA393C1F2AB}" dt="2022-02-04T23:15:21.396" v="105"/>
        <pc:sldMkLst>
          <pc:docMk/>
          <pc:sldMk cId="3061408964" sldId="1502"/>
        </pc:sldMkLst>
        <pc:inkChg chg="add">
          <ac:chgData name="Ahamed, Md Maruf [E CPE]" userId="6f647de5-aeca-43cd-b76c-e84c6089bcf4" providerId="ADAL" clId="{518A52C4-CC6F-412F-9A8A-9FA393C1F2AB}" dt="2022-02-04T23:15:21.396" v="105"/>
          <ac:inkMkLst>
            <pc:docMk/>
            <pc:sldMk cId="3061408964" sldId="1502"/>
            <ac:inkMk id="2" creationId="{90DD5E00-8FF4-4FF8-B88C-2B5043890C21}"/>
          </ac:inkMkLst>
        </pc:inkChg>
      </pc:sldChg>
      <pc:sldChg chg="addSp delSp">
        <pc:chgData name="Ahamed, Md Maruf [E CPE]" userId="6f647de5-aeca-43cd-b76c-e84c6089bcf4" providerId="ADAL" clId="{518A52C4-CC6F-412F-9A8A-9FA393C1F2AB}" dt="2022-02-03T04:13:49.856" v="28" actId="478"/>
        <pc:sldMkLst>
          <pc:docMk/>
          <pc:sldMk cId="2381967448" sldId="1504"/>
        </pc:sldMkLst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4" creationId="{5D2A61A1-640B-4CE5-9B32-111233084F88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" creationId="{E90C2D90-C885-44F1-86C5-85AAFE8A2998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33" creationId="{CA6D5FE7-E1F7-4B7F-BB94-DF42A104741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35" creationId="{D33E553F-0753-402E-AAB1-9C6456B27A4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36" creationId="{3C2CD6DF-69E7-4858-8A97-86E9963CD438}"/>
          </ac:inkMkLst>
        </pc:inkChg>
        <pc:inkChg chg="add del">
          <ac:chgData name="Ahamed, Md Maruf [E CPE]" userId="6f647de5-aeca-43cd-b76c-e84c6089bcf4" providerId="ADAL" clId="{518A52C4-CC6F-412F-9A8A-9FA393C1F2AB}" dt="2022-02-03T04:13:49.856" v="28" actId="478"/>
          <ac:inkMkLst>
            <pc:docMk/>
            <pc:sldMk cId="2381967448" sldId="1504"/>
            <ac:inkMk id="37" creationId="{1AD0F406-E024-42BE-A4F7-74C7224F982A}"/>
          </ac:inkMkLst>
        </pc:inkChg>
        <pc:inkChg chg="add del">
          <ac:chgData name="Ahamed, Md Maruf [E CPE]" userId="6f647de5-aeca-43cd-b76c-e84c6089bcf4" providerId="ADAL" clId="{518A52C4-CC6F-412F-9A8A-9FA393C1F2AB}" dt="2022-02-03T04:13:44.972" v="26" actId="478"/>
          <ac:inkMkLst>
            <pc:docMk/>
            <pc:sldMk cId="2381967448" sldId="1504"/>
            <ac:inkMk id="38" creationId="{A602C1FA-C2C3-4728-B1C2-982704F1A0C8}"/>
          </ac:inkMkLst>
        </pc:inkChg>
        <pc:inkChg chg="add del">
          <ac:chgData name="Ahamed, Md Maruf [E CPE]" userId="6f647de5-aeca-43cd-b76c-e84c6089bcf4" providerId="ADAL" clId="{518A52C4-CC6F-412F-9A8A-9FA393C1F2AB}" dt="2022-02-03T04:13:47.276" v="27" actId="478"/>
          <ac:inkMkLst>
            <pc:docMk/>
            <pc:sldMk cId="2381967448" sldId="1504"/>
            <ac:inkMk id="39" creationId="{1ABC9CCB-F0E7-42B1-9F37-A75D844E7796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42" creationId="{3D7F614F-02B2-430B-81AF-01109C20DE47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49" creationId="{7658B8AF-79E3-4C3C-9A9B-7C037AF106A4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0" creationId="{05140149-4245-4C0D-87A0-4983260024A9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1" creationId="{E8CB2878-9515-4A0A-900C-2F4537C0F514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2" creationId="{C7E0877D-00D0-472D-95B8-A99E557CA52F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3" creationId="{3C9C74D5-3DFC-477E-A1F7-267D9F572395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4" creationId="{38685185-EA8C-47AF-A9C4-79FF1B068E6B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7" creationId="{B433DB8D-ADB7-4C84-A83A-84945EA13000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59" creationId="{A4E2A91A-BC5E-4432-BE7D-504EEDB2B0BE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60" creationId="{B55E46C2-C5B0-4578-B27F-041ACE445B4B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63" creationId="{E4B1CA5E-4E2B-4433-B5F3-F9F94BF2371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64" creationId="{ED12B2C1-6D9F-466E-8F32-38BFA50F106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65" creationId="{0401867D-96CB-4129-A3D9-AE78B1B97DD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66" creationId="{0932EE65-EEFF-44F4-9DF3-C4C81CB15D4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72" creationId="{09D61DE0-16C9-42EF-BAAE-A1FC9F90B7C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74" creationId="{5BEBE257-EE76-4EC6-BA4C-B77F7CD9022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80" creationId="{B69C00E5-6600-4A11-BEB1-10FF2797036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87" creationId="{2412E09A-9253-4C55-9529-456D61107D9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88" creationId="{FBB20CCB-587F-4CF1-9D3B-D0C87D64381B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89" creationId="{6CFB0420-066F-4F9D-A06F-93E993D2959C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96" creationId="{ABBC95AC-9C31-4C29-AC42-F56B1B712F9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97" creationId="{E97A37E3-827A-497D-935C-42DA5390339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2" creationId="{4A19BC4B-89C2-4598-8423-EB273A2CA6A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3" creationId="{16500EC1-C7C5-44D6-B3AD-C5D1699C30A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6" creationId="{08441C2B-1329-4514-BCBE-C8AE8032649F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7" creationId="{40F53D24-7832-4DFA-8F77-B1F2D26BF6A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8" creationId="{7EC1077B-C81D-4FF5-84EF-1476B9E1FEBA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09" creationId="{918749E1-7114-411A-A24F-48BC96C27AA6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12" creationId="{1A19552B-2D69-4F6D-BB59-9F030406D081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15" creationId="{97CBE6A2-4A97-47D2-9741-2B3E55E44FDA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16" creationId="{945852F7-B251-4997-95D2-EC8D1525B27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17" creationId="{5C7C4166-6B83-4C9A-B71A-9010C182ED5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22" creationId="{36AF3C79-1A4B-4414-B53F-191F0639B83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23" creationId="{D0403FB6-0C00-426C-9D47-0FDF64BD9BF1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28" creationId="{E957FC76-3AF3-4BF3-85E5-2321571BD6D3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29" creationId="{FD9F0B32-9540-4336-8F53-AF29D67EAD0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30" creationId="{F1BB6937-F886-4859-A006-6BE79F9E617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33" creationId="{4C14893E-20DD-4A38-86A7-F7FAA92271CB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36" creationId="{4345B7B7-F7A8-4AAB-8C04-46CF72E5CBC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39" creationId="{3D369A90-578A-44C4-9339-503C13009478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44" creationId="{AAA79338-ECCC-473F-A14B-314939986EE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45" creationId="{0A8C88ED-59B6-4648-964B-4605140CFB5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48" creationId="{5F6D6367-642D-458D-90AC-175463AE765F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52" creationId="{0973359F-3EB7-4A55-81ED-1C85EB160E3C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54" creationId="{64504814-8CE1-4E2E-A046-3CDCBC539806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57" creationId="{E49404DC-3436-4ED4-8EA9-960534C2F46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60" creationId="{93399DCC-E619-402C-A160-FC14032DF84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61" creationId="{019851FF-7866-46C8-A383-60449498363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62" creationId="{9522EBE4-71E9-4D6D-AF0B-AD4E06FF738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66" creationId="{1F07C90C-8D66-41D5-9F46-AFD7266B67E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70" creationId="{EC187E59-A93E-43B5-B4B7-DD29C38BCD9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78" creationId="{F7F4B67B-403D-49BF-ABFA-24FA587471B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79" creationId="{EF60A233-8526-470C-96EF-BB0BC7DCB8A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81" creationId="{9A3DB689-71C8-4B0B-ABC3-8EFCD842528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0" creationId="{CC7AD4DE-69B9-4D3A-AB53-D3A39186CD63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1" creationId="{0BE6D210-6306-4229-8FFE-F411B0154558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2" creationId="{CD1A0D31-6A4E-4A73-AA3B-52CD80BA290A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5" creationId="{9B9BE101-19AB-4959-85BF-2DDB498A5813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6" creationId="{F7A570E6-1D8D-486D-917B-3AB3F37B3C93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7" creationId="{9842CB0D-E053-4C59-9CED-9ACB68C962B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198" creationId="{0D654256-3CCF-4ECE-9FE0-53943DCD32CA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04" creationId="{2B63A12E-A461-4E9B-A07D-ABDAD60EB4E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05" creationId="{25C4A501-AA9D-4C02-A430-AAD21EC52E7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06" creationId="{23B47575-FC0A-4695-A25D-DB1783AE0A6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10" creationId="{C15BDF34-72A4-4F52-A70F-9A4D0FE0ECE1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29" creationId="{5FBCC631-9C7A-4F02-8628-D0ACE763066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31" creationId="{7CE3A128-5873-49E9-9D01-39272102E78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32" creationId="{D736C3B2-B791-4973-882B-DA24B3575EBC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34" creationId="{C1DB1369-9697-487B-8145-C1727B0B0C6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37" creationId="{8227107C-A0BC-4420-B348-0AA0A87B21BA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38" creationId="{90E39E9A-374B-412E-B5E6-35A411FD32AB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41" creationId="{0B457BC7-D2E0-4C87-963C-FA2BA75AF5E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42" creationId="{224EBB64-85B0-4052-AEEE-738E619AF24E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43" creationId="{EB76BA0A-FEBB-4C8C-B7D4-215E819BB7B5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44" creationId="{408C16D6-66A8-4F71-9CE8-8948114B0F1C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45" creationId="{F7168876-1775-4A92-A270-FA0520F38A7B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51" creationId="{575D8E1A-AA49-413A-BA69-55A4A556595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60" creationId="{37E68D87-F81B-4201-ADA9-D8A4918FDB54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62" creationId="{742A775D-0ACF-42BB-9C03-17F2D19D5768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65" creationId="{41723E1D-9BF3-4229-BB4D-510D9763A805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71" creationId="{7A9B92E0-FC6C-4A4A-877F-4560772BD320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72" creationId="{9EBF91B0-E6E9-40DE-9FEE-91D16A48714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84" creationId="{D68604C1-7967-46CD-BCCB-538D96346AC2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85" creationId="{096A3FA1-C3C6-40A3-A7D2-5CE61A49D1A1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87" creationId="{247BFC32-B87E-41E5-9E95-C339FC17C837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89" creationId="{2DEC55C0-6197-4A7D-8270-39D73D5BFB89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95" creationId="{7C169A72-1051-4A76-924B-AC7DBBD48FCD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296" creationId="{2F50E972-4020-46F6-8F56-CF8798DBB08F}"/>
          </ac:inkMkLst>
        </pc:inkChg>
        <pc:inkChg chg="add del">
          <ac:chgData name="Ahamed, Md Maruf [E CPE]" userId="6f647de5-aeca-43cd-b76c-e84c6089bcf4" providerId="ADAL" clId="{518A52C4-CC6F-412F-9A8A-9FA393C1F2AB}" dt="2022-02-03T04:13:33.053" v="25" actId="478"/>
          <ac:inkMkLst>
            <pc:docMk/>
            <pc:sldMk cId="2381967448" sldId="1504"/>
            <ac:inkMk id="303" creationId="{DE736541-B22E-4E7F-9846-4C79032CD5AD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316" creationId="{2C8FE973-33AB-417D-AF8D-6C2F661E1B62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329" creationId="{E49383A8-DA05-4191-B10C-2958B9A8BA73}"/>
          </ac:inkMkLst>
        </pc:inkChg>
        <pc:inkChg chg="add del">
          <ac:chgData name="Ahamed, Md Maruf [E CPE]" userId="6f647de5-aeca-43cd-b76c-e84c6089bcf4" providerId="ADAL" clId="{518A52C4-CC6F-412F-9A8A-9FA393C1F2AB}" dt="2022-02-03T04:13:32.471" v="24" actId="478"/>
          <ac:inkMkLst>
            <pc:docMk/>
            <pc:sldMk cId="2381967448" sldId="1504"/>
            <ac:inkMk id="330" creationId="{190E4E88-357E-4E42-9DC7-8D6E725637B5}"/>
          </ac:inkMkLst>
        </pc:inkChg>
      </pc:sldChg>
      <pc:sldChg chg="add">
        <pc:chgData name="Ahamed, Md Maruf [E CPE]" userId="6f647de5-aeca-43cd-b76c-e84c6089bcf4" providerId="ADAL" clId="{518A52C4-CC6F-412F-9A8A-9FA393C1F2AB}" dt="2022-02-04T21:08:20.186" v="53"/>
        <pc:sldMkLst>
          <pc:docMk/>
          <pc:sldMk cId="1565626602" sldId="15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33:55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15969 9806 597 0,'0'0'16'0,"0"0"5"0,3-5-21 0,0-3 0 16,3 3 0-16,0-3 0 0,0 0 56 0,3 0 6 15,0 0 2-15,0-3 0 0,-1 3-52 0,1 0-12 16,3-2 0-16,-3-1 0 0,0 1 0 0,0-1 0 15,3 0 0-15,0 1 0 0,0-1 54 0,0 3 8 16,-3 0 2-16,3 0 0 0,-1 0 0 0,1 3 0 16,-3 0 0-16,0 2 0 0,3-2 0 0,-3 2 0 15,3 3 0-15,0-2 0 0,0-1 0 0,0 3 0 16,3 0 0-16,-1 0 0 0,1 0-52 0,3 0-12 16,0 0 0-16,3-3 0 0,0 1 0 15,3 2 0-15,-4 0 0 0,7-3 0 0,0 3 0 0,0 0 0 16,0 0 0-16,2 0 0 0,4 0 31 0,0 0 3 15,0 0 1-15,2 3 0 0,1-3-18 0,-3 0-3 16,2 0-1-16,1 2 0 0,3-2-1 0,-3 3-1 16,2-3 0-16,1 3 0 0,3-1-11 0,-1 1 10 0,1-3-10 0,0 3 10 15,-1-3-10-15,4 0 0 0,-3 0 0 0,5 0 0 16,1 0 0-16,3 0 0 0,-4-3 0 0,7 3 0 16,-7-3 0-16,1 3 0 0,3-2 0 15,5 2 0-15,-5 0 33 0,2-3 5 0,1 3 1 16,5-3 0-16,-8 1-18 0,6-1-3 0,-4 0-1 0,7 1 0 15,-7-1-7-15,4 3-2 0,-4-2 0 0,4-1 0 16,-6 0 6-16,2 3 1 0,1 0 0 0,2-2 0 16,-5-1-24-16,-1 3-5 0,-2 0-1 0,3 0 0 0,-7 0 15 15,1 3 0-15,0-3 0 0,-4 2 0 0,4-2 0 0,-6 3 0 16,-1 0 0-16,1-1 0 0,-6-2 0 0,0 3 0 16,-4-1 0-16,1 1 0 15,-3 0 0-15,0 2 0 0,-1-2 0 0,1-1 0 16,-6 1-105-16,0 2-19 0,3-2-3 0,-6 2-717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40:44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15823 6012 1267 0,'0'0'28'0,"0"0"5"0,0-6 2 0,-3 1 1 0,3 2-36 0,-3-2 0 16,3 5 0-16,0 0 0 0,0-5 109 0,0 5 15 0,0-3 4 0,0 3 0 15,0 0-52-15,0 0-9 0,0 0-3 0,6-2 0 16,0-1-51-16,0 3-13 0,0 3 0 0,0-1 0 16,0 1 40-16,3 2 6 0,0 0 1 0,0 3 0 15,0 0-39-15,2 0-8 0,-2 3 0 0,3-1 0 16,-3 1 0-16,0 2 0 0,0 1 0 0,0-4 0 16,0 3-12-16,0 1 2 15,-3-1 0-15,3 0 0 16,-3 0-39-16,-3 3-8 0,3-3-2 0,-3 1 0 15,0-1-8-15,0 0-1 0,-3 0-1 0,3-2 0 0,-3-3 44 0,0 0 9 0,0 0 1 16,0 0 1-16,0-8 37 0,0 0 7 0,0 0 2 0,0 0 0 16,0 0 41-16,0 0 9 0,0 0 2 0,-3-6 0 15,3-2-4-15,0 0-1 0,0-2 0 0,3-3 0 16,0-1-12-16,0 1-3 0,2-3 0 0,1 3 0 16,3-3-14-16,-3 0-3 0,6 0-1 0,-3 1 0 15,3-1-28-15,-3 2-6 0,3-1 0 0,-3-4-1 16,0 3-11-16,3 3 0 0,-3 0 0 0,0 2 0 15,-1-2-8-15,1 2-1 0,-3 3 0 0,3 0 0 16,0 3-49-16,0 0-10 0,0 0-1 16,0 2-682-16,3 0-136 0</inkml:trace>
  <inkml:trace contextRef="#ctx0" brushRef="#br0" timeOffset="530.058">16255 6125 1683 0,'0'0'48'0,"0"0"10"0,0 0-46 0,0 0-12 0,0 0 0 0,0 0 0 15,0 0 94-15,0 0 17 0,0 0 3 0,0 0 1 16,0 0-61-16,0 0-12 0,6 0-2 0,-3 0-1 15,3 0-19-15,3 0-4 0,-4 0-1 0,4 0 0 16,3 0-7-16,0 0 0 0,0-2-8 0,3 2 12 16,3-3-12-16,-3 3 11 0,3-2-11 0,-4 2 10 15,4-6-10-15,0 4 10 0,0-1-10 0,-3 0 10 16,0-2 0-16,0 0 0 0,-3-1 0 0,-3 1 0 16,-1 0 11-16,1 0 3 0,-3-3 0 0,-3 2 0 15,0-2 9-15,-3 3 3 0,0-3 0 0,0 3 0 16,-3-3-4-16,0 3 0 0,-3-1 0 0,-3 1 0 15,1 0-12-15,-4-1-4 0,-3 6 0 0,0-2 0 16,-3-1-8-16,0 3-8 0,-3 3 9 0,0-1-9 16,1 1-13-16,-1 0-9 0,0 2-2 0,0 0 0 0,0 1 38 0,6-1 7 15,-2 3 2-15,2 2 0 0,3-2-37 0,0 0-7 16,3 3-2-16,3-3 0 0,0 2 23 0,3 1 0 16,3 0 0-16,0-3 0 0,3 2 0 0,3 1 0 15,0-3 0-15,3 2 0 0,0 1 0 0,3-3 0 16,-3 2 0-16,3-2 0 0,-1 0 0 0,4 0 0 15,0 0 0-15,0 0 0 0,-3-3 0 0,3 3 0 16,0-2 0-16,0-4 0 0,0 1 0 0,-1-1 0 16,1 1 0-16,0 0 0 15,3-1-29-15,-3-2-11 0,3 0-3 0,-3 0 0 16,0 0-182-16,-4-2-37 0</inkml:trace>
  <inkml:trace contextRef="#ctx0" brushRef="#br0" timeOffset="1694.7">16725 6107 1048 0,'0'0'29'0,"0"0"8"0,0 0-29 0,0 0-8 0,0 0 0 0,0 0 0 16,0 0 102-16,-6 0 19 0,6 0 4 0,0 0 1 16,-3-3-42-16,3 3-9 0,0 0-2 0,0 0 0 15,0 0-7-15,0 0-2 0,0 0 0 0,0 0 0 16,0 0-28-16,0 0-5 0,0 0-2 0,0 0 0 16,0 0-14-16,0 0-3 0,-3 8-1 0,3-8 0 15,3 6-11-15,3-1 0 0,-3 0 9 0,6 0-9 16,-3-2 9-16,3 0-9 0,3-1 12 0,-3 1-12 15,6 0 17-15,-4-3-3 0,4 0-1 0,-3 0 0 16,3 0 15-16,0 0 2 0,0-3 1 0,0 0 0 16,-3 1 3-16,0-4 1 0,-3 1 0 0,-1 2 0 0,1-2 19 0,-3 0 4 15,0 0 1-15,0-1 0 0,-3 1-14 0,0 0-2 16,0-1-1-16,-3 1 0 0,0-3-12 0,-3 3-2 16,3 0-1-16,-3-1 0 0,-3-2-9 0,3 3-2 15,-3 0 0-15,0 0 0 0,-3 2-16 0,1 0 10 16,-4 1-10-16,0-1 8 15,-3 3-8-15,3 3 0 0,-3-3 0 0,0 2 0 0,0 4-16 16,3-4-3-16,-3 3 0 0,1 1 0 0,2-1 19 0,0 3 0 0,3 0 0 16,0 0 0-1,3-3-55-15,0 3-7 0,3 0-2 0,3-3 0 16,0 3-51-16,6-2-10 0,0 1-3 0,3-4 0 16,3 0 52-16,0-1 9 0,3-2 3 0,2 0 0 15,1 0 0-15,0 0 0 0,3 0 0 0,-3-5 0 0,3 2 102 0,-3-4 21 0,-4 1 4 16,1-2 1-16,0 3 0 0,-3-3 0 15,0 0 0-15,0 3 0 0,-3 0 23 0,-3-3 5 0,0 2 0 16,-3 1 1-16,0 0-23 0,0-1-5 0,-3 1-1 0,0 5 0 16,0-2-24-16,0 2-4 0,0 0-2 0,0 0 0 15,0 0-17-15,0 0-3 0,-6 2-1 0,0 6 0 16,3-3-13-16,-3 3 8 0,3 0-8 0,-3 0 0 16,3 3 0-16,0 2 0 0,0 0 0 0,0 3 0 15,0 0 0-15,0 3 0 0,3 2 0 0,0 3 0 16,-3-1 0-16,3 1-8 0,0 0 8 0,0 0 0 15,0-3-10-15,0 3 2 0,-3-3 0 0,3 3 0 0,-3-6-9 16,3 1-2-16,-3-1 0 0,0-2 0 0,0 0 4 0,0 0 1 16,0-3 0-16,-3-2 0 0,0-1 6 0,0 1 8 15,0-1-13-15,0 1 5 0,-2-3 8 16,-1 0 0-16,3-3 0 0,-3 1-8 0,0-1 8 0,0-3 0 16,0 1 0-16,0-3 8 0,0 0 0 0,3-3 1 15,-3 1 0-15,0-3 0 0,3-1 11 16,-3 1 1-16,3-3 1 0,0 0 0 0,3 0-2 15,1 0-1-15,-1-2 0 0,3-1 0 0,0 0-3 0,3 1 0 16,-1-1 0-16,1 1 0 0,3-1-4 0,0 3 0 16,3-2-1-16,3-1 0 0,-3 3-11 0,3-3 12 15,0 4-12-15,3-1 12 0,0 0-12 0,0 0 0 0,2 0 0 0,1 3 0 16,-3-1 0-16,3 1 0 0,6 0 0 0,-3-1 0 31,3 1-86-31,2 0-16 0,1-1-3 0,3 4-733 0,0-6-146 16</inkml:trace>
  <inkml:trace contextRef="#ctx0" brushRef="#br0" timeOffset="10021.264">4798 5125 1041 0,'0'0'29'0,"0"0"7"0,0 0-28 0,0 0-8 0,0 0 0 0,0 0 0 15,0 0 97-15,0 0 19 0,0 0 3 0,0 0 1 16,3 6-34-16,0-4-6 0,-3 1-2 0,0-3 0 16,0 0-13-16,0 0-2 0,3 5-1 0,-3-5 0 0,0 0-5 0,0 5-1 15,0-5 0-15,0 0 0 16,0 0-19-16,-3 8-4 0,3-8-1 0,0 6 0 0,0-6 0 0,0 0-1 15,0 5 0-15,0-5 0 0,0 0-23 16,0 0-8-16,0 0 0 0,0 0 0 16,0 0 0-16,0 5 0 0,-3 1 0 0</inkml:trace>
  <inkml:trace contextRef="#ctx0" brushRef="#br0" timeOffset="10279.231">5703 5191 2541 0,'-24'0'112'0,"15"0"24"0,9 0-108 16,9 0-28-16,-9 0 0 0,6-5 0 0,0 0 18 0,-6 5-2 15,6-3 0-15,3 1 0 0,0-1 2 0,2-2 0 16,4 2 0-16,0 3 0 0,3-3-18 0,3 1 0 0,3 2 8 0,0-3-8 15,2 3 0-15,1 0 0 0,0-3-11 0,3 3 11 16,-7 0 0-16,4-5 0 0,-3 5 0 0,0 0 0 16,-3 5 0-16,0-5 0 0,2 0 0 0,1 0 0 15,0 3 0-15,24-3 0 0,-10 0 0 0,-20 0 0 16,0 0 0-16,3 0 0 0,-3 0 0 0,3 0 0 16,2 0 24-16,-5 0 11 0,3 0 2 0,-6 0 1 15,0 0-26-15,0 0-4 0,0 0-8 0,-1-3 11 16,1 3-11-16,-3 0 10 0,0 0-10 15,0 0 10-15,0 0 4 0,0 0 1 0,-3 0 0 16,0 0 0-16,3 0-15 0,-3 0-12 0,0 0 3 0,2 0 0 16,1 0 9-16,-3 0 12 0,3 0-2 0,-3 0-1 15,3-5-96-15,0 2-19 16,0 3-4-16,0-2-677 0,3-1-135 0</inkml:trace>
  <inkml:trace contextRef="#ctx0" brushRef="#br0" timeOffset="11693.152">15808 5104 1728 0,'0'0'38'0,"0"0"8"0,0 0 2 0,3-5 0 0,-3 0-39 0,3 2-9 0,0-2 0 0,0 2 0 16,-3 3 116-16,3-3 20 0,-3 3 5 0,0 0 1 16,0 0-74-16,0 0-14 0,0 0-3 0,0 0-1 15,0 0-6-15,0 0 0 0,0 0-1 0,0 6 0 16,0 2-25-16,-3 5-5 0,3-3-1 0,-3 4 0 16,0-1-2-16,0 0-1 0,3 3 0 0,-3-3 0 15,3 3-9-15,-3-3-11 0,3 3 3 0,0-5 0 16,3 5 8-16,0-8 11 0,0 2-3 15,0-2 0-15,3-3-8 0,0 3 0 0,0-5 0 16,0 2 0 0,0-2-49-16,3-3-12 0,0 0-3 0,0-3 0 0,0 1 64 0,0-1 10 0,-1 0 3 0,1 1 1 15,0-9-14-15,0 6 0 0,0-1 0 0,-3-1 0 16,0 1 45-16,0-4 3 0,-3 2 1 0,0 0 0 16,0 0-39-16,-3 0-10 0,0 3 0 0,0-3 0 15,0 2 0-15,0 1 0 0,0 2 0 0,0 3 0 16,0 0 53-16,0 0 9 0,0 0 2 0,0 0 0 15,0 0-78-15,0 0-15 0,0 0-3 0,0 0-1 0,0 6 33 16,3-1-8-16,0 3 8 0,3 3 0 0,0-4 0 0,0 1-8 16,3 0 8-16,0 0 0 15,0 0-28-15,2 0 0 0,-2-3 1 0,3 3 0 0,0-2 27 0,0-4 0 16,0 4 0-16,-3-4 0 0,3 1 0 0,-3-3 0 16,0 0 0-16,-3 0 0 0,3-3 46 0,-3 3 14 15,0-2 4-15,-1-4 0 0,-2 4-52 0,3-4-12 16,-3 1 0-16,0 0 0 0,0 0 0 0,0-1 0 15,-3-2 0-15,3 0 0 0,-3-2 54 16,0 2 8-16,-3-5 2 0,3 2 0 0,0 0-64 0,0-2 0 16,-3 3-9-16,0-1 0 0,3-2 9 0,-3 2-8 15,0 1 8-15,0 4-8 16,0-7-35-16,3 5-6 0,-3 0-2 0,3 0 0 0,0 3 41 0,0 0 10 0,0-1 0 16,0 6 0-1,3-2-258-15,-3 2-50 0,0 0-9 0,0 0-3 0</inkml:trace>
  <inkml:trace contextRef="#ctx0" brushRef="#br0" timeOffset="11935.539">16418 5072 1958 0,'0'0'43'0,"0"0"9"0,0 0 1 0,0 0 3 16,0 0-45-16,0 0-11 0,0 8 0 0,3-5 0 15,-3 2 75-15,3 1 13 0,0 1 2 0,0 1 1 0,-3 0-36 0,3-2-7 16,0 2-2-16,0 0 0 0,-3 2 7 0,3 1 2 15,0-3 0-15,0 5 0 0,-3-3-44 0,0 1-11 16,3 0 0-16,-3 2 0 0,0 0 0 0,0-2 0 16,0 2 0-16,0-3 0 15,-3 1 0-15,3 0 0 0,-3-1 0 0,3 1 0 16,-3-1-21 0,0-2-7-16,0 0 0 0,-3 0-1 0,3 0-20 0,0 0-4 0,0-3-1 0,3-5-668 15,-6 3-134-15</inkml:trace>
  <inkml:trace contextRef="#ctx0" brushRef="#br0" timeOffset="12109.038">16469 4911 1792 0,'-12'-8'51'0,"9"5"10"0,-3 1-49 0,3-4-12 0,0 4 0 0,3 2 0 15,-3-5 96-15,3 5 16 0,0-6 3 0,0 6 1 16,0-5-72-16,3 5-15 0,0-8-2 0,0 5-1 15,0 1-26-15,3-1 0 0,0 0-12 0,-3-2-977 16</inkml:trace>
  <inkml:trace contextRef="#ctx0" brushRef="#br0" timeOffset="12508.626">16579 4982 1868 0,'0'0'41'0,"0"0"9"0,0 0 2 0,0 0 0 0,0 0-42 16,0 0-10-16,0 0 0 0,0 0 0 0,6-2 73 0,0 2 13 15,-3 0 2-15,-3 0 1 0,6 2-20 0,0-2-4 16,0 6-1-16,-3-4 0 0,3 4-51 0,0-1-13 16,0 3 0-16,0 0 0 0,-3 0 0 0,3 2 0 15,0 1 0-15,-3 2 0 0,2 0 0 16,-2 1 0-16,3-1 0 0,-3 5 0 15,0-7 0-15,0 2 0 0,0 0 0 0,0 1 0 0,-3-4 0 0,0 3 0 16,0-5 0-16,0 3 0 0,0-3 0 16,0 0 0-16,-3 0 0 0,3-3 0 0,0-5 0 0,0 5 0 15,0-5 0-15,0 0 0 0,0 0 54 0,0 0 8 0,0 0 2 16,0 0 0-16,0 0 0 0,0 0 0 0,0 0 0 0,0 0 0 16,3-5-52-16,0 0-12 15,3-3 0-15,0 0 0 0,0-3 34 0,3 1 4 16,0-1 1-16,0-2 0 0,3-3-11 0,0 3-3 0,0-6 0 0,3 1 0 15,-4 2-25-15,1 0 0 0,0 0 0 0,0 3 0 16,0 0-54 0,-3 2-16-16,3 3-3 0,-3-2-1 0,3 4-190 0,-6 1-37 15</inkml:trace>
  <inkml:trace contextRef="#ctx0" brushRef="#br0" timeOffset="13003.526">16916 5202 1668 0,'0'0'47'0,"0"0"11"0,0 0-46 16,0 0-12-16,0 0 0 0,0 0 0 0,2 3 101 0,1-1 19 16,3 1 3-16,0-3 1 15,0 0-49-15,0 3-10 0,0-3-1 0,0 0-1 0,3 0-19 0,-3 0-4 16,6-3-1-16,-3 3 0 0,0-3-39 0,3 1 0 15,0 2 0-15,0-3 0 0,2 0 56 0,1 1 6 16,-3-4 2-16,3 1 0 0,3 0-52 0,-3 0-12 16,0-1 0-16,-3 1 0 0,3 0 0 0,-4-1 0 0,1-4 0 0,-3 5 0 15,-3-3 54-15,0 0 8 0,0 2 2 0,-3-4 0 16,-3 2-52-16,0 0-12 0,-3 0 0 0,0 5 0 16,-3-5 0-16,-3 6 0 0,-3-4 0 0,0 4 0 15,1 2 54-15,-4 0 8 16,-3 2 2-16,3 4 0 0,-6 4-64 0,3-4-18 0,0 2-1 15,3 2 0-15,1 3 19 0,-1-2 0 16,0 0 0-16,6 4 0 0,-3 1-10 0,3 0 10 0,3 0-8 0,0 0 8 16,3 0-9-16,0-3 9 0,3 0-10 0,3 0 10 15,0 1-9-15,3-1 9 0,0-2-8 0,0-1 8 16,3 1 0-16,3-1-8 0,-3-2 8 0,3 0 0 31,3-3-28-31,-4 3-1 0,7-2 0 0,-3-1 0 16,3 0 29-16,0-2 0 0,3 5 0 0,-3-8 0 0,-1 2 0 0,4 1 0 15,0-3 0-15,-3 3 0 0,3-1-31 0,-3-2 0 0,0 0 0 0,-1 3 0 16,1-3-130-16,0-3-27 0,-3 3-4 0,0-2-2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41:22.8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4T22:41:23.615"/>
    </inkml:context>
  </inkml:definitions>
  <inkml:trace contextRef="#ctx0" brushRef="#br0">14731 3937 1792 0,'0'0'51'0,"0"0"10"0,-3-5-49 0,0 2-12 0,3-5 0 0,-3 0 0 15,0 3 111-15,0 0 19 0,0 0 4 0,0-1 1 16,-3 1-55-16,3 2-10 0,-3-5-2 0,0 3-1 16,3 2-11-16,-3 1-1 0,0-1-1 0,0 3 0 15,-3-5-43-15,6 5-11 0,3 0 0 0,-9 5 0 16,3-2 45-16,0-1 7 0,0 6 2 0,1 3 0 16,-1 0-35-16,0-1-7 0,0 6-2 0,3 0 0 15,-3 2-10-15,3 1 0 0,0 2 0 0,-3 0 0 16,3 3 0-16,3 3 0 0,-3-4 0 0,0 4 0 15,3 2 0-15,0 3 0 0,0-1 0 0,0 4 0 16,3-3 0-16,-3 2 0 0,0-5-9 0,3 0 9 0,-3-2 0 16,0-1 0-16,0 3 0 0,-3-8 0 0,3 6 0 15,0-1 0-15,-3-2 0 0,0 0 0 0,0 0-24 0,0 0 1 16,0-3 1-16,-3 0 0 16,0-3-21-16,3-2-4 0,-3 0-1 0,0 3 0 15,0-11-106-15,0 0-22 0,-3 0-4 0,3-3-799 16</inkml:trace>
  <inkml:trace contextRef="#ctx0" brushRef="#br0" timeOffset="181.795">14385 4429 2077 0,'0'0'45'0,"0"0"10"0,0-8 1 0,3 3 4 0,0 0-48 0,0 0-12 0,3-3 0 15,3 2 0-15,-3 1 88 0,3 5 15 0,3-8 3 0,-3 8 1 16,6-5-26-16,-3 0-5 0,3 5 0 0,-4-3-1 15,4 0-41-15,-3 3-8 0,3-2-2 0,3 2 0 16,0 0-24-16,0 0 8 0,3-3-8 0,2 3 0 16,4 0-85-1,0 0-23-15,0 0-4 0,3 0-1031 0</inkml:trace>
  <inkml:trace contextRef="#ctx1" brushRef="#br0">18514 10560 0</inkml:trace>
  <inkml:trace contextRef="#ctx0" brushRef="#br0" timeOffset="2046.374">13600 7819 1861 0,'3'-5'40'0,"0"-3"9"0,-3-3 2 0,2 3 2 0,1-5-42 0,-3 5-11 0,0-3 0 0,0 1 0 16,0-1 107-16,-3 3 19 0,1-2 4 0,-4-1 1 0,3 3-44 0,-3 3-9 15,-3 0-2-15,3-1 0 0,-3 4-20 0,0-1-5 16,0 0-1-16,-3 3 0 0,3 0-18 0,-3 3-3 15,0 0-1-15,3 2 0 0,-3 0-14 0,1 3-3 16,2 0-1-16,-3 0 0 0,3 5-10 0,0-2 8 0,0 5-8 16,0 2 8-16,3 3-8 0,3 3 0 15,0 3 0-15,0 4 0 0,6-1 0 0,-3-1 0 0,3 2-8 0,0-1 8 16,3-1 0-16,-3-3 0 0,3 1 0 0,0-4 0 16,0 4-10-16,-3-3 10 0,3-1 0 15,0 1-9-15,-3 0 1 16,0 0 0-16,0 0 0 0,-3 0 0 0,3-6 8 0,-3 1 0 0,0-1 0 15,-3-2 0 1,0-3-53-16,0-2-9 0,0 2-2 0,-3-5 0 16,3 0-60-16,-3 0-12 0,0-3-2 0,-6 0-901 0</inkml:trace>
  <inkml:trace contextRef="#ctx0" brushRef="#br0" timeOffset="2243.188">13311 8150 1958 0,'0'-11'43'0,"3"6"9"0,-3 0 1 0,3-3 3 0,0 0-45 0,0 0-11 0,0 0 0 0,0 2 0 16,3-1 104-16,0 4 20 0,0-2 3 0,0-1 1 0,-1 4-52 0,1 2-9 15,3-3-3-15,3 3 0 16,0 0-51-16,0 0-13 0,3 0 0 0,0 0 0 0,0 3 0 0,6-3-12 16,-4 0 3-16,7 2 0 15,0-2-123-15,3 0-25 0,3 3-5 16,-1 0-1-16</inkml:trace>
  <inkml:trace contextRef="#ctx1" brushRef="#br0" timeOffset="1965.91">17017 14823 0</inkml:trace>
  <inkml:trace contextRef="#ctx0" brushRef="#br0" timeOffset="3112.894">13290 13301 1702 0,'0'0'37'0,"-3"-5"8"0,-3-3 50 0,3 3-85 0,-3 0-10 0,3-1 0 0,-3 1 0 15,3 2 95-15,-3-2 17 0,0 2 3 0,0 1 1 16,0-1-26-16,0 1-5 0,1-1-1 0,-1 3 0 16,-3 3-24-16,3-1-4 0,-3 1-2 0,3-1 0 15,0 6-21-15,-3-2-4 0,3-1-1 0,0 3 0 0,0 0-12 16,0 2-4-16,0 1 0 0,-3 0 0 16,6-1-4-16,-3 3-8 0,3 3 11 0,-3 0-11 15,3 3 0-15,3-1 0 0,-3 3 0 0,3 3 0 16,0 3 0-16,3 2 0 0,-3 0 0 0,3 3 0 0,0-3 0 15,0 0 0-15,0 0 0 0,0-5 0 0,0 0 0 0,0-3 0 16,0 3 0-16,0-3 0 0,0-3 0 0,-3 1-11 16,3 2 11-16,-3-5-10 0,0 2-10 0,0-2-3 15,-3 0 0-15,3 0 0 16,-3 0-21-16,0 0-5 0,0-3-1 0,0 0 0 16,-3 0-27-16,0-2-6 0,0 0-1 0,0-1 0 15,-3-2-86-15,4 0-18 0,-4 0-3 0,0 0-1 0</inkml:trace>
  <inkml:trace contextRef="#ctx0" brushRef="#br0" timeOffset="3319.051">12945 13754 1958 0,'0'0'43'0,"0"0"9"0,0 0 1 0,0 0 3 0,0 0-45 0,0 0-11 0,0 0 0 0,0 0 0 16,0-5 91-16,3 2 16 0,3-2 3 0,-3 2 1 15,6 0-36-15,-1 1-7 0,4-1-2 0,0 0 0 16,0 1-41-16,6-3-8 0,0 2-1 0,3-2-1 16,3-1 4-16,-1-2 1 0,4 0 0 0,3-2 0 15,0-3-88 1,-1-1-18-16,1-2-3 0,0-2-1031 0</inkml:trace>
  <inkml:trace contextRef="#ctx0" brushRef="#br0" timeOffset="8270.007">17430 3810 1074 0,'0'0'30'0,"0"0"8"0,0 0-30 0,0 0-8 0,0 0 0 0,0 0 0 15,0-8 104-15,0 8 19 0,3-5 4 0,-3 5 1 16,0-3-8-16,0 3-2 0,3-5 0 0,0 5 0 16,0-5-86-16,0 2-18 0,0 3-3 0,3-5-1 15,-3 5 43-15,0-3 9 0,3 1 2 0,-3 2 0 16,3 0-52-16,0 0-12 0,-3 0 0 0,3 0 0 16,0 2 54-16,-3 6 8 0,3-8 2 0,-3 8 0 15,3-5-64-15,0 5-12 0,0 2-2 0,-3-2-1 16,3 0 15-16,-3 0 10 0,3 5-2 0,-3-5 0 15,0 3-8-15,2 2 10 0,-2 0-10 0,0-5 10 16,0 3-10-16,0-1 0 0,0 1 9 0,0-3-9 16,0 0 0-16,0 2 0 0,-3-2 0 0,3-2 0 15,-3 2 0-15,3 0 0 0,-3-6 0 0,0 6 8 0,0-3-8 16,0-5 8-16,0 6-8 0,0-6 8 0,0 0-8 0,0 0 8 16,-3 5-8-16,3-5 8 0,0 0-8 15,0 0 12-15,0 0-4 0,0 0 0 16,0 0 7-16,-6 0 1 0,6 0 1 0,-6-3 0 0,3-2 8 15,-3 2 2-15,3-2 0 0,0 2 0 0,0-4-3 0,3-4-1 16,-2 3 0-16,2 0 0 0,0 0-3 0,0-2 0 16,0-1 0-16,0 0 0 0,0 1-8 0,2-1-3 15,1-2 0-15,0 2 0 0,3 1-9 0,0-1 0 16,0 3 9-16,3-2-9 0,-3 2 0 0,3 0 0 16,0 0 0-16,0 5 0 0,3-5 0 0,-3 3 0 15,3 0 0-15,-3 2 0 0,3-2 0 0,-1 2 0 16,1 3 0-16,0 0 0 0,0 0 0 0,0-5 8 0,0 5-8 0,-3 5 0 15,0-5 0-15,-3 0 0 0,3 3 0 0,0 2 0 16,-3 0 12-16,0 3-1 0,0 0-1 0,-1 0 0 16,1 3-10-16,0-1 0 0,-3 6 0 0,0-5 0 15,0-1 0-15,0 6 0 0,0-5 0 0,0 2 0 16,-3 0 0-16,0 1 0 0,0-4 0 0,0 3 0 16,0-2 0-16,0 2 0 0,0-2 0 0,0-3 0 31,0 0-49-31,0 2-12 0,0-4-3 0,3-1 0 0,-3 0-51 0,3 0-10 15,0-2-3-15,3 0-580 0,0-3-116 0</inkml:trace>
  <inkml:trace contextRef="#ctx0" brushRef="#br0" timeOffset="8640.066">18112 3855 1926 0,'0'-5'42'0,"3"2"9"0,0-5 1 0,-3 0 3 0,3 3-44 0,-3 0-11 16,0 2 0-16,0-5 0 15,0 3 113-15,0 5 21 0,0 0 4 0,0 0 1 16,0 0-63-16,0 0-13 0,0 0-3 0,0 0 0 0,-6 8-30 0,0-3-6 15,3 6-2-15,-3-3 0 0,0 5-10 0,3 0-3 16,-3-2 0-16,3 2 0 0,0 0-9 0,0 0 0 16,3 3 0-16,0-2 8 0,0 1-8 0,0-4 0 15,3 2 0-15,-3 0 0 16,6 1-23-16,-3 2-6 0,3-8-2 0,3 2 0 0,0-2 31 0,0 3 0 0,0-3 0 16,0-6 0-16,0 3 17 0,0 1 10 0,3-4 1 15,-3-2 1 1,2 0-46-16,-2 0-10 0,0-2-1 0,0-1-1 0,3-2 53 0,-3 2 10 15,0 1 2-15,0-4 1 0,0 4-12 0,0-9-2 16,-3 6-1-16,0-3 0 0,0 3 10 0,-3-3 3 0,0-6 0 0,0 4 0 16,-3 4-9-16,3-7-2 0,-6 3 0 15,0 4 0-15,0-7-12 0,0 5-4 0,-3-2 0 0,-3 4 0 16,0-2-8-16,0-2 0 0,0 2 0 0,-3 3 8 16,0-1-23-16,0 1-5 0,0 2 0 0,0-5-1 31,-2 6-35-31,-1-1-6 0,0 0-2 0,0 1-796 0,0 2-160 0</inkml:trace>
  <inkml:trace contextRef="#ctx0" brushRef="#br0" timeOffset="9210.218">18582 3538 1900 0,'0'0'42'0,"0"0"9"0,0 0 1 0,-6-6 1 0,3 4-42 0,3 2-11 0,-3-8 0 0,3 8 0 16,0 0 97-16,0 0 18 0,0 0 3 0,0 0 1 15,0 0-48-15,0 0-10 0,0 0-1 0,0 0-1 0,0 0-33 16,0 8-6-16,0 0-2 0,0 2 0 0,3 1-6 0,-3 5-2 16,3 2 0-16,0 1 0 15,-3-1-10-15,3 1 0 0,-3 2 9 0,3 3-9 16,-3 5 0-16,3 0 0 0,0 0 0 0,-3 0 0 0,3 0 0 15,0 0 0-15,0-2 0 0,0 2 0 0,0-3 0 16,0-2 0-16,0 0 0 0,-3 3 0 0,3-12 0 0,-3 7 0 16,0-9 0-16,0 5 0 0,0-2 0 0,3-3-16 15,-3 1 4-15,0-1 0 16,0-2-32-16,0-4-8 0,0 1 0 0,0-2-1 16,0-6-119-16,0 0-23 0,0 0-5 0</inkml:trace>
  <inkml:trace contextRef="#ctx0" brushRef="#br0" timeOffset="9460.505">18469 3940 1749 0,'-18'0'38'0,"12"-3"8"0,-2 3 2 0,-1-2 2 0,0 2-40 0,0 0-10 0,3-3 0 0,0 3 0 16,0 0 109-16,6 0 20 0,0 0 4 0,0 0 1 15,0 0-38-15,0 0-7 0,0 0-1 0,0 0-1 16,0 0-29-16,0 0-6 0,0 0 0 0,6 0-1 15,3 3-9-15,0-3-2 0,3 0 0 0,0 0 0 16,2 0-7-16,1 0-1 0,6 0-1 0,-3 0 0 16,0 0-15-16,0 0-4 0,3 0 0 0,2 2 0 15,1-2-12-15,0-2 0 0,3 2 0 0,0 0 0 16,2-3-62-16,-2 0-15 0,-3 3-3 16,3-5-768-16,-3 2-154 0</inkml:trace>
  <inkml:trace contextRef="#ctx0" brushRef="#br0" timeOffset="11746.909">19091 3532 1552 0,'0'0'44'0,"0"0"10"0,0 0-43 0,0 0-11 0,0 0 0 0,0 0 0 15,0 0 104-15,0 0 18 0,0 0 4 0,-6 6 1 16,3 2-50-16,-2-6-9 0,-1 6-3 0,0 3 0 16,0 5-1-16,0-6 0 0,-3 9 0 0,0-6 0 15,0 11-51-15,0-3-13 0,0 5 0 0,0 6 0 16,0 0 0-16,3 2 0 0,3 1 0 0,-3 4 0 15,6-2 0-15,0-2 0 0,3 2 0 0,0-3 0 16,0 1 33-16,3-1 4 0,3 1 1 0,0-1 0 16,0-2-10-16,3-1-1 0,3-4-1 0,0-1 0 15,0-4-26-15,-1-1 0 0,4-3 0 0,0-2 0 16,3-3 0-16,-3-2 0 0,0 2 0 0,3-5 0 16,-4-3 19-16,1 3-2 0,0-2 0 0,0-1 0 31,-3 0-163-31,3-5-33 0,0 0-6 0</inkml:trace>
  <inkml:trace contextRef="#ctx0" brushRef="#br0" timeOffset="15904.733">19544 3614 1717 0,'3'-10'37'0,"-3"5"8"0,0-1 2 0,3-2 2 0,-3 0-39 0,3 6-10 15,-3-6 0-15,3-3 0 0,-3 3 99 0,-3 6 17 16,3-6 4-16,-3 2 1 0,0 4-42 0,0-6-9 16,0 5-2-16,3 3 0 0,-3-2 2 0,-3-1 0 15,6 3 0-15,-6 0 0 0,0 0-56 0,-3 0-14 0,3 5 0 16,0-2 0-16,0 5 0 0,-3 0 0 0,3 0 0 0,0 2 0 15,-3 3 0-15,4 3 0 0,-4 3 0 16,3-6 0-16,-3 6 0 0,3-1 0 0,0 6 0 16,0-6 0-16,3 9 0 0,0-3-12 0,0 2 3 0,0 1 0 15,0-1 9-15,3 3 0 0,0-5 0 0,0 2-8 16,0 1 8-16,0-1 0 0,0-2 0 0,0 0 0 16,0-3 0-16,0-2 0 0,0-1 0 0,0-2 0 15,-3 3-16-15,0-6 1 0,3 3 1 0,-3-3 0 16,-3 0-20-1,3 0-4-15,-3-2-1 0,0 0 0 0,0-3-31 16,0-1-6-16,-3 1-2 0,0-2-591 0,3-1-119 0</inkml:trace>
  <inkml:trace contextRef="#ctx0" brushRef="#br0" timeOffset="16122.611">19231 3876 1886 0,'0'0'41'0,"0"0"9"0,-3-8 2 0,3 6 1 0,0-1-42 0,3-5-11 16,0 8 0-16,0-5 0 0,0 2 91 0,3-2 16 16,0 2 3-16,3 3 1 0,0-2-39 0,0 2-7 15,0 0-1-15,3-3-1 0,0 3-27 0,0 0-6 16,-1 0-1-16,1 0 0 0,3 0-20 0,-3 0-9 16,3 0 8-16,0-3-8 0,3 3 0 0,0 0-16 15,3 0 3-15,-1 0 0 16,1 0-152-16,3 0-31 0,0 0-5 0</inkml:trace>
  <inkml:trace contextRef="#ctx0" brushRef="#br0" timeOffset="16499.776">19844 4048 1958 0,'0'0'43'0,"0"0"9"0,0 0 1 0,0 0 3 0,0 0-45 0,0 0-11 16,0 0 0-16,0 0 0 15,0 0 110-15,0 0 20 0,0 0 4 0,0 0 1 0,0 0-43 0,6 6-9 16,-6-6-2-16,0 8 0 0,3 0-29 0,-3-6-7 16,0 3-1-16,-3 3 0 0,3 0-23 0,-3-2-5 15,-2 2 0-15,2 2-1 0,-3 1-15 0,0-1 0 16,0 4 8-16,0 1-8 0,0-1-14 0,-3 2-6 16,0 2 0-16,0-2-1 15,-3 0-137-15,3 2-27 16,-15 22-6-16,6-16-1 0</inkml:trace>
  <inkml:trace contextRef="#ctx0" brushRef="#br0" timeOffset="19069.656">20434 3710 1108 0,'0'0'31'0,"0"0"8"0,0 0-31 0,0 0-8 0,0 0 0 0,0 0 0 16,0-3 97-16,0 3 19 0,-3-8 3 0,3 8 1 15,0 0-26-15,0 0-5 0,0 0-1 0,0 0 0 16,0-5-23-16,0 5-5 0,0 0 0 0,-6-3-1 16,6 3-15-16,-6 0-2 0,0 0-1 0,0 3 0 15,-3 2-19-15,3 3-4 0,-3 0-1 0,-3 0 0 16,3 5-17-16,-2 3 8 0,-1 3-8 0,0-1 0 15,0 3 0-15,-3 0-20 0,0 3 2 0,0-3 1 16,0 1 17-16,3 1 0 0,-3-4 0 0,1 7 0 16,-1-4-55-16,0-7-7 0,-3 7-2 0,0-7 0 15,3 1 0-15,-3 0 0 0,3-3 0 0,1 1-477 16,2-4-96-16</inkml:trace>
  <inkml:trace contextRef="#ctx0" brushRef="#br0" timeOffset="19384.657">20071 3723 1497 0,'0'0'32'0,"0"0"8"0,-3-5 0 0,3 5 4 0,-3-3-36 0,3 3-8 0,0 0 0 0,0 0 0 15,0 0 104-15,0 0 20 16,0 0 3-16,0 0 1 0,3 3-52 0,0 2-9 0,3 3-3 0,0 5 0 15,0-2-24-15,2 2-4 0,1 3-2 0,0 0 0 16,3 2-4-16,0 1-1 0,-3-1 0 0,3-2 0 16,0 5-13-16,-3-8-2 0,3 6-1 0,-3 0 0 15,3-4-13-15,-3-1 0 0,-1 2 8 0,1-1-8 16,0-1-8-16,0 2-5 0,3-9-1 0,-3 4 0 16,-3 0 14-16,3-1 0 0,-3-2 0 0,0 0 0 31,0 3-54-31,0-3-8 0,0-3-2 0,-3 0 0 15,0 0-52-15,0 1-10 0,0-4-2 0,-3-2-1 0</inkml:trace>
  <inkml:trace contextRef="#ctx0" brushRef="#br0" timeOffset="19777.77">20574 3575 1728 0,'0'0'49'0,"-3"-8"11"0,0 0-48 0,3 5-12 16,0-5 0-16,0 6 0 0,0-4 107 0,0 6 19 0,0-2 4 0,0 2 1 15,3-6-44-15,-3 6-9 0,3-2-2 0,3 2 0 16,-3 0-29-16,3 2-7 0,0 4 0 0,0-4-1 16,-1 4-11-16,4 2-3 0,-3 5 0 0,3-3 0 15,0 1-11-15,0 5-2 0,3-3-1 16,-3 3 0-16,3 0-11 0,0 5 10 0,0-2-10 0,-3 2 10 15,3 3-10-15,-1 2 0 0,-2 3 9 0,0 0-9 16,0 0-9-16,-3-2-7 0,0-1 0 16,-3 3-1-16,0-8 17 0,-3 3 0 0,0 0 0 0,-3 3 0 15,0-9 0-15,-3 3 0 0,0 3 0 0,-3-3 0 16,0 6 0-16,0-6 0 0,-2 3 0 0,-1-1 0 16,0-4 0-16,0 0 0 0,0-1 0 0,-3 1 0 15,3-4 0-15,0-1 0 0,0-1 0 0,0-3 0 16,1 1 0-16,-1 0 0 0,-3-3 0 0,0 0 0 15,0-3-55-15,0 3-7 0,3-3-2 16,-3 0-682-16,3-2-137 0</inkml:trace>
  <inkml:trace contextRef="#ctx0" brushRef="#br0" timeOffset="20619.366">21154 3715 1346 0,'0'0'29'0,"0"0"7"0,0 0 0 0,0 0 3 0,0 0-31 0,0 0-8 0,0 0 0 0,0 0 0 16,0 0 99-16,0 0 18 0,0 0 4 0,0 0 1 15,0 0-19-15,0 0-4 0,0 0-1 0,0 0 0 16,0 0-15-16,0 0-3 0,0 0-1 0,0-8 0 15,3 3-17-15,0 2-3 0,0-2-1 0,-3 0 0 16,3 2-18-16,0-5-4 0,0 3-1 0,0 2 0 16,3-2-16-16,-3-1-3 0,0 1-1 0,0 2 0 15,0 1-15-15,0-3 8 0,0 2-8 0,0-2 0 16,0-1 0-16,-3 6 0 0,3-2-11 0,-3 2 11 31,0 0-45-31,0 0-2 0,0 0 0 0,0 0 0 0,0 0-176 0,0 0-35 0</inkml:trace>
  <inkml:trace contextRef="#ctx0" brushRef="#br0" timeOffset="20914.69">21196 3980 1864 0,'0'0'41'0,"0"0"9"0,0 0 2 0,6 2 0 0,0 4-42 0,0-6-10 0,0 0 0 0,0 0 0 16,-3 2 114-16,3-2 21 0,0 5 4 0,-1-5 1 16,1 3-52-16,0 0-9 0,-3 2-3 0,3 0 0 15,-3-2-24-15,3 2-4 0,-6 3-2 0,3-2 0 16,-3 1-18-16,0 1-3 0,0 0-1 0,0 0 0 16,-3 3-12-16,-3-3-4 0,0 8 0 0,0-8 0 15,0 5-8-15,-3 3 0 0,-2-3 9 0,-1 3-9 16,0 0 0-16,-3 5-8 0,0-8 0 15,0 6 0-15,0-4-51 16,-3-1-9-16,4 2-3 0,-4-1-747 0,3-1-150 0</inkml:trace>
  <inkml:trace contextRef="#ctx0" brushRef="#br0" timeOffset="38434.194">17680 8351 824 0,'0'0'18'0,"0"0"4"0,0 0 1 0,6 0 0 0,0-3-23 0,-6 3 0 0,3 0 0 0,-3 0 0 16,6-3 83-16,-3 1 12 0,3 2 2 0,-6 0 1 16,3-3 2-16,0-2 0 0,0 2 0 0,0 1 0 15,0-1 0-15,0-2 1 0,-3 5 0 0,3-6 0 16,0 1-19-16,0 0-4 0,-3 2-1 0,0-2 0 16,3 0-16-16,-3-1-3 0,0 1-1 0,-3 0 0 15,3-1-9-15,-3 1-3 0,-3 0 0 0,3 0 0 16,-3-1-10-16,0 1-3 0,0 2 0 0,0 1 0 15,-3-1-10-15,0 0-2 0,1 1-1 0,-1 2 0 16,-3 0-9-16,0 2-2 0,0-2 0 0,0 6 0 16,0-1-8-16,-3 3 0 0,3 0 0 0,0 2 0 15,0 1 0-15,1 5 0 0,-1 0-12 0,3 0 12 16,-3 2-40-16,6-2-1 16,0 0 0-16,0 0 0 0,3-3-24 15,0 3-5-15,3-3-1 0,0 0 0 0,3-2-13 0,0-1-2 0,0-2-1 16,3 0 0-16,3-2 23 0,0-1 5 0,0-2 1 15,3-1 0-15,-1-2 39 0,-2 0 8 0,6-2 2 0,-3-1 0 0,3-2 26 0,-3-1 6 16,0 1 1-16,0 0 0 0,-3-1 39 16,0-1 8-16,0 1 1 0,-3 1 1 0,0-3 3 0,-4 3 1 15,4-3 0-15,-3 3 0 0,0-1-12 0,-3-2-2 16,3 3-1-16,-3 2 0 0,0 3-26 16,3-5-4-16,-3 5-2 0,0 0 0 15,0 0-18-15,0 0-4 0,3-3-8 0,3 3 12 0,-3 3-12 0,0 0 0 16,3-1 0-16,0 4 0 0,0-1 0 15,0 3 0-15,-3 0 0 0,3 0 0 0,0 2 0 0,-3-2-12 16,3 5 12-16,0-2-13 16,-3-3-30-16,3 3-5 0,0-1-2 0,-3 1 0 15,0-3-92-15,3 0-18 0,-3 0-4 0,-3-8-806 0</inkml:trace>
  <inkml:trace contextRef="#ctx0" brushRef="#br0" timeOffset="38966.666">17832 8300 1728 0,'0'-15'38'0,"0"9"8"0,0-2 2 0,0 0 0 0,0 1-39 0,3-1-9 0,0 0 0 0,0 0 0 16,-3 2 104-16,3 1 20 0,3 0 3 0,-3 0 1 0,3-1-52 0,0 4-9 15,-6 2-3-15,3 0 0 0,6 0 0 0,-3 0 0 16,0 2 0-16,3 1 0 0,-3 5-48 15,0-3-16-15,3 6 8 0,-3-1-8 16,3 1 0-16,-4 5 0 0,4-3 0 0,-3 5 0 16,0 1 0-16,0-3 0 0,0 0 0 0,-3 0 0 0,3 0-13 0,-6-3 3 15,3 0 1-15,-3 0 0 16,0-2-14-16,0-1-2 0,-3 1-1 0,3-3 0 0,-3 0 9 16,0 0 1-16,0-3 1 0,0 0 0 0,3-5 15 0,0 0 0 15,-6 3 0-15,6-3 0 0,0 0 0 0,-6 0 0 16,0 0 0-16,3-3 0 0,0-2 26 0,0-3-2 0,0 3 0 15,3-3 0-15,0-3 10 0,3 3 2 0,0-5 0 16,3 0 0-16,-3 2 12 0,6-5 2 0,-3 1 1 0,3-1 0 16,0 0-41-16,0 0-10 0,3 3 0 0,0-3 0 15,-3 5 0-15,3 1 0 0,3-1 0 0,-4 1 0 16,4 2 29-16,-3 0 4 0,0 2 1 16,0 4 0-16,0-4-26 0,-3 4-8 15,0 2 0-15,0 0 0 0,0 2 29 0,-3 1-1 0,0 2 0 0,0 1 0 16,-1 2-42-16,1 2-9 0,0-2-1 0,-3 5-1 15,3 1 25-15,-3 1 0 0,3-1 0 0,-3 4-8 16,0-5-11-16,0 3-1 0,-3 0-1 0,3-3 0 16,-3 3 3-16,0-2 1 0,0-1 0 0,0 0 0 15,-3 0-38-15,3-2-7 16,-3 2-2-16,3-2 0 0,-3-1-64 0,3-2-14 16,-3 0-2-16,3-8-889 0</inkml:trace>
  <inkml:trace contextRef="#ctx0" brushRef="#br0" timeOffset="39591.145">18752 8017 1918 0,'0'0'42'0,"-3"-2"9"0,3 2 1 0,-6-6 3 0,6 6-44 0,-3-2-11 0,3 2 0 0,0 0 0 16,0 0 98-16,0 0 18 0,0 0 3 0,0 0 1 16,0 0-52-16,0 0-9 0,-6 2-3 0,6-2 0 15,-3 6-27-15,0 2-5 0,0 0-2 0,0 0 0 16,0 2-8-16,0 1-2 16,0-1 0-16,0 4 0 0,0-1-12 0,0 3 9 0,0 0-9 0,0 2 8 15,1 3-8-15,-4 3 0 0,3 0 0 0,-3 5 8 16,3 0-8-16,-3-3 0 0,3 1 0 0,0 2 0 15,0-5 0-15,0 0 0 0,0 0 0 0,0-3 0 16,0 0 0-16,3-3 0 0,-3 1 0 0,3-3 0 16,-3 0-20-16,3-3 3 0,0 0 1 0,0 0 0 15,0-2 3-15,0-3 1 0,0-3 0 0,0 3 0 16,0-8 24-16,0 0 4 0,0 0 2 0,0 0 0 16,0 0-18-16,0 0 0 0,0 0 0 0,0 0 0 15,0 0 0-15,0-8 10 0,0 3-10 0,0 0 8 16,0-3 27-16,-3 0 5 0,0 0 0 0,0 0 1 15,0 0-8-15,-3 0-1 0,0-3-1 0,0 3 0 16,-3-2 17-16,3 2 3 0,-3-3 1 0,-3 3 0 16,3 0-52-16,-2 0-22 0,-1 3 2 0,-3 0 0 15,0 2 20-15,0-2 0 0,0 5 0 0,-3-3 0 0,3 3 0 0,1 3 0 16,-4-3 0-16,3 3 0 0,3 2 14 0,-3 0 4 16,3 0 1-16,0 3 0 0,3 0-31 0,3 0-5 15,-3 0-2-15,6 0 0 16,-3 0-21-16,6 0-4 0,-3 3 0 0,3-3-1 0,3 2 87 0,3-2 18 0,0 3 3 15,0-3 1 1,6 0-103-16,-3-1-20 0,6 1-4 0,-3 0-1 0,0-2 103 0,3-1 20 0,0-2 4 0,2 2 1 16,-2-5-52-16,3 0-12 0,0 0 0 0,0-3 0 15,0 1 0-15,0-6 0 0,2 2 0 0,1-2 0 32,0 0-100-32,0-2-22 0,3-1-5 0</inkml:trace>
  <inkml:trace contextRef="#ctx0" brushRef="#br0" timeOffset="41146.332">19166 7882 1573 0,'0'0'34'0,"0"0"7"0,3-5 2 0,-3 0 2 0,3 0-36 0,-3-1-9 16,0-2 0-16,0 3 0 15,0 0 108-15,0-1 20 0,-3 1 4 0,3 5 1 16,0 0-47-16,-3-5-10 0,3 5-1 0,-3 0-1 16,-3 0-27-16,0 0-6 0,0 5-1 0,0 3 0 0,-3 3-16 0,0 5-4 15,0 5-1-15,0 3 0 0,-3 2-19 0,3 3 8 16,-2 0-8-16,2 6 0 0,-3-4 8 0,6 4-8 15,-3 4 0-15,0 4 0 0,6-1 27 0,0 3 1 16,3-3 1-16,0 1 0 16,0-6-47-16,3 0-10 0,3-3-1 0,-3-2-1 0,6 0 30 15,-3-3 0-15,3-3 0 0,0 3 0 0,0-2 18 0,-1-3 10 0,1 0 1 16,3-3 1-16,0-3-30 16,0-2 0-16,3-3 0 0,-3-2 0 0,0-1 0 0,3-2 0 15,-3 3 0-15,0-6 0 0,2-2 0 0,-2 0 0 16,3 2 0-16,-3-5 0 15,3 3-179-15,0-3-41 0,0-3-9 0</inkml:trace>
  <inkml:trace contextRef="#ctx0" brushRef="#br0" timeOffset="43862.848">19690 7861 1954 0,'-3'-2'43'0,"3"-4"9"0,-3-2 1 0,0 3 3 0,0-3-45 0,0 3-11 16,0-3 0-16,0 3 0 0,-3-1 89 0,0-2 16 16,0 3 3-16,0 2 1 0,0-2-39 0,0 5-8 15,0-2-2-15,0 2 0 0,0 2-26 0,-3-2-6 16,3 5 0-16,0 3-1 16,-2 0-13-16,2 3-2 0,-3 5-1 0,3 2 0 0,0 3-11 0,0 3 10 0,0 0-10 0,0 3 10 15,0-4-10-15,3 4 0 16,-3-1 0-16,3 1 0 0,0-3 0 0,3-1 0 15,-3 4 0-15,0 5 0 0,3-3 0 0,-3 5 8 0,0 1-8 16,0 2 0-16,0-3-12 0,0-5-8 0,0 0-2 0,-3 0 0 16,3-5 22-16,-3 0 0 0,3 0 0 0,-3-3 0 15,0-3 0-15,1 1 0 0,-1-1 0 0,0-2 0 32,3 3-26-32,-3-3-1 0,0 0 0 0,3-3 0 15,-3 0-23-15,0-2-5 0,3-1-1 0,0-2 0 16,-3 0-93-16,3-3-19 0,0 1-4 0</inkml:trace>
  <inkml:trace contextRef="#ctx0" brushRef="#br0" timeOffset="44101.09">19371 8261 1728 0,'0'0'49'0,"-3"-3"11"0,0-2-48 0,3 5-12 16,-3-5 0-16,3 5 0 0,0-3 118 0,0 3 22 15,0-5 4-15,0 5 0 0,6-6-64 0,-3 4-12 16,3-1-4-16,-3-2 0 0,6 2 0 0,-3 0 0 16,3 1 0-16,0-1 0 0,3 1-51 0,0-1-13 15,3 0 0-15,-1 1 0 0,4-1 0 0,0 0 0 16,3 1 0-16,3-1 0 16,0 3-203-16,2-3-43 15</inkml:trace>
  <inkml:trace contextRef="#ctx0" brushRef="#br0" timeOffset="44496.891">19970 8420 1958 0,'0'0'43'0,"0"0"9"0,0 0 1 0,0 0 3 0,0 0-45 16,0 0-11-16,0 0 0 0,0 0 0 15,0 0 104-15,0 0 20 0,0 0 3 0,0 0 1 0,0 0-52 16,0 0-9-16,0 5-3 0,0 3 0 0,0-3-4 0,0 0 0 16,-3 3-1-16,0-2 0 0,0 2-43 0,0-1-16 15,-3 1 11-15,0 3-11 0,0-3 24 0,-3 3 0 16,0-1-1-16,0 1 0 16,0 2-23-16,-3 0-16 0,0 0 2 0,0 3 1 31,3 0-203-31,-6 0-40 0,-17 16-8 0,14-11-1 0</inkml:trace>
  <inkml:trace contextRef="#ctx0" brushRef="#br0" timeOffset="47856.95">20737 8076 1954 0,'0'0'43'0,"0"0"9"0,0 0 1 0,0-6 3 0,0 6-45 0,-3-5-11 0,3 5 0 0,-2-5 0 16,-1 2 105-16,3 3 19 0,-3-3 4 0,3 3 1 16,-6-2-52-16,-3 2-10 0,3 0-3 0,-3 2 0 15,0 1-51-15,0 2-13 0,-3 1 0 0,0 2 0 16,0 2 30-16,0 1 3 0,0 2 1 0,-2 0 0 15,-1 0-3-15,-3 3-1 0,-3 0 0 0,0 3 0 16,0-1-30-16,0 1 0 0,-2 2 0 0,-1 0 0 16,3 0-45-16,0-2-15 0,3-1-4 15,-3 1 0-15,4-1 52 0,2-4 12 0,0-1 0 0,3-3 0 16,0 1-105 0,0-3-19-16,3 0-3 0,0 0-581 0,0-3-116 0</inkml:trace>
  <inkml:trace contextRef="#ctx0" brushRef="#br0" timeOffset="48122.728">20249 8197 1728 0,'3'-13'38'0,"-3"5"8"0,3 3 2 0,-3-3 0 0,0 3-39 0,3-3-9 16,-3 2 0-16,3 4 0 0,0-4 104 0,0 4 20 0,0-1 3 0,-3 3 1 16,3-2-52-16,-3 2-9 15,6 0-3-15,0-3 0 0,0 3 0 0,0 3 0 16,0-3 0-16,0 5 0 0,3-3-51 0,-3 4-13 15,3-4 0-15,0 6 0 0,0 0 0 0,-1 3 0 0,4-3 0 0,0 5 0 16,0 0 54-16,0 3 8 0,0 0 2 0,0 0 0 16,0 2-52-16,0-2-12 0,0 3 0 15,0-3 0-15,2 0 0 0,-2-1 0 0,0 1 0 0,0-5 0 32,-3 2-24-32,0-2-7 0,0-1-1 0,0-2-1 15,0 0 1-15,-3 0 1 0,0-3 0 0,3 1 0 16,-3-1-129-16,-1-2-25 0,1-1-6 0,-6-2-1 0</inkml:trace>
  <inkml:trace contextRef="#ctx0" brushRef="#br0" timeOffset="48445.792">20949 8054 2188 0,'0'0'48'0,"0"0"11"0,0 0 1 0,0 0 1 0,-3-5-49 0,3 5-12 0,0 0 0 0,0 0 0 0,0 0 116 0,0 0 20 15,0 0 4-15,0 0 0 0,0 0-72 0,0 0-14 16,0 0-3-16,0 0-1 0,-3 5-23 0,3 3-5 16,0 0-1-16,3 3 0 0,-3-3-5 0,3 2-2 15,0-2 0-15,-3 6 0 0,3-1-3 0,-3 0-1 16,3 3 0-16,-3 0 0 0,0 5-10 16,3-3 10-16,-3 4-10 0,3-1 10 15,-3 3-10-15,0-3 0 0,3 3 0 0,-3-3 8 0,0 0-8 0,-3-3 0 16,3 1 9-16,0-3-9 0,0 2 12 0,-3-4-1 15,3 1-1-15,0-4 0 0,-3 2-10 0,3-2 0 0,0-1 0 16,-3 1 0-16,3-3 0 0,0 0 0 0,0-3 0 0,0 3 0 31,0-8-100-31,3 5-23 0,0-2-4 0,-3-3-1 16,0 0-102-16,0 0-21 0,3-10-4 0,0-1-1 0</inkml:trace>
  <inkml:trace contextRef="#ctx0" brushRef="#br0" timeOffset="48892.818">21395 8449 2322 0,'0'0'51'0,"0"0"10"0,0 0 3 0,0 0 1 0,0 0-52 0,0 0-13 0,0 0 0 0,0 0 0 16,0 0 91-16,6 5 15 0,-6-5 3 0,0 5 1 16,3-2-47-16,0 2-10 0,-3 3-1 0,0-3-1 15,0 3-27-15,-3-2-4 0,0 2-2 0,0 0 0 16,0-1-10-16,-3 4-8 16,0-3 12-16,-3 3-12 0,1-3 0 0,-1 2 0 0,-3 1 0 0,-3-1 0 31,0 1-16-31,3-1-9 0,-3 4-3 0,-3-4 0 15,3 1-80-15,3-1-16 0,-2 4-3 0,-1-6-651 0,0 0-130 0</inkml:trace>
  <inkml:trace contextRef="#ctx0" brushRef="#br0" timeOffset="49397.694">22080 8015 1706 0,'0'0'48'0,"0"0"11"0,0 0-47 0,0 0-12 0,0 0 0 0,0 0 0 16,0 0 117-16,0 0 22 0,0 0 4 0,0 0 1 15,0 0-42-15,0 0-8 0,0 0-2 0,-9 2 0 16,3 4-33-16,-3-4-7 0,3 4-2 0,-3-1 0 16,-3 3-16-16,3 0-3 0,-3 2-1 0,-2 1 0 15,-1 2-18-15,-3 0-4 0,0 1-8 0,0 2 12 16,3 2-12-16,-3 1 8 16,4 2-8-16,-7 0 0 15,6 0 0-15,-3 0 0 0,3 0-8 0,0 3 8 0,0-5-22 0,0-1 2 0,-2 1 1 0,2-1 0 16,0-4-14-16,0-1-3 0,3-3-1 15,-3 1 0-15,3-3-39 0,3 0-8 0,-3-3-2 16</inkml:trace>
  <inkml:trace contextRef="#ctx0" brushRef="#br0" timeOffset="49682.865">21633 8226 1580 0,'3'-15'67'16,"0"1"-54"-16,0 4 143 0,3-1 29 0,-3 1 6 0,3 4 1 31,0 1-103-31,-3-3-20 0,3 3-4 0,0 2-1 0,0 0 12 0,0 1 1 0,0 2 1 0,0 0 0 16,0 0-38-16,3 2-7 0,0-2-1 0,-3 6-1 15,3-1-13-15,0 3-2 0,-1 0-1 0,-2 0 0 16,3 5-7-16,-3-2 0 0,3 5-8 16,0-1 12-16,-3 1-12 0,3 3 0 15,3-1 0-15,-3 3 0 16,3-2 0-16,0 2 0 0,0 0 0 0,-1-2 0 0,1-1 0 0,0-2 0 0,3 0 0 15,-3 0 0-15,0-3-24 0,0 0 3 16,0 1 0-16,0-4 0 16,-3 1-25-16,0-1-5 0,0-2-1 0,-1-2 0 0,1 2-104 15,0-3-22-15,0-2-4 0</inkml:trace>
  <inkml:trace contextRef="#ctx0" brushRef="#br0" timeOffset="50108.413">22276 8121 1824 0,'-3'-8'76'16,"0"2"-60"0,3 1 89-16,0 0 19 0,0-3 3 0,0 3 1 15,0-1 0-15,0 1 0 0,3 2 0 0,0-2 0 0,3 2-103 16,-3 1-25-16,3-1 0 0,0 0 0 0,0 3 49 0,0-2 5 0,3 2 1 0,-3 0 0 31,3 0-35-31,-3 0-6 0,3 2-2 0,0-2 0 0,-3 6-12 16,0-4 0-16,3 4 0 0,-6-1 0 15,0 3 0-15,2-3 0 0,-5 3 0 0,0 3 0 0,0-3 0 16,-5 5 0-16,-1-3 0 0,-3 4 0 16,0 2 0-16,0-1 0 0,-6 4 0 0,3-1 0 0,-3 1-24 15,3 0 3-15,0-1 0 0,-3 3 0 0,6-5 21 0,-2 0 0 0,2 0-9 0,3-3 9 16,0 0 0-16,0-2 0 0,0-1 0 0,3 1 0 15,0-3 0-15,3-3 0 0,3 3 0 0,0-2 0 16,0-1 15-16,0 0 6 0,0-2 2 16,3-1 0-16,3 1-23 0,-3 0 0 0,3-1 0 0,2-2 0 15,1 3-14-15,3-3-7 0,-3 0-2 0,3 0 0 16,3 0 37-16,-3-3 7 0,3 3 2 0,2-5 0 16,-2 2-172-1,0 1-35-15,0-4-6 0</inkml:trace>
  <inkml:trace contextRef="#ctx0" brushRef="#br0" timeOffset="50720.762">22663 7922 1406 0,'-6'-3'59'0,"0"-2"-47"15,0 3 129-15,3-1 27 0,3 3 4 0,0 0 2 16,0 0-80-16,0 0-16 0,0 0-3 0,0 0-1 15,0 0-5-15,0 0-1 0,0 0 0 0,0 0 0 16,0 5-14-16,3 0-3 0,3 3-1 0,0 0 0 16,0 0-19-16,6 3-4 0,-3-1-1 0,3 4 0 15,3-1-6-15,0 0-2 0,0 0 0 0,0 3 0 16,2 0-9-16,-2 0-1 0,0 3-8 0,0-1 12 16,0 1-12-16,-6 2 9 0,0 0-9 0,0 3 8 15,-6 0-8-15,0 5 10 0,-6 0-10 0,0 0 10 16,-3 0-10-16,-3 0 0 0,0 0 9 0,-3 0-9 15,-3-5 0-15,-3 0 0 0,3-3 0 0,-5 3 0 16,2-3 0-16,0 0 0 0,-3 0 0 0,3 3 8 16,0-3-8-16,0-2 0 0,1 2 0 0,-1 0 0 15,0-2 0-15,0-3 0 0,0 0 0 0,3-1 0 16,0-1-20-16,1-4-4 0,-1 1-2 0,3-1 0 16,0-4-76-16,3 2-15 0,0-6-3 0</inkml:trace>
  <inkml:trace contextRef="#ctx0" brushRef="#br0" timeOffset="51353.613">23345 8224 1579 0,'0'0'32'0,"0"0"10"0,0 0-34 0,0 0-8 0,0 0 0 0,0 0 0 16,0 0 104-16,0 0 20 0,0 0 3 0,0 0 1 15,0 0 0-15,3-6 0 0,3 1 0 0,-3 3 0 16,0-4-52-16,0 4-9 0,3-4-3 0,-3 4 0 15,0-4-51-15,0 4-13 0,0-4 0 0,0 4 0 16,0-4 54-16,0 4 8 0,0-3 2 0,0 2 0 16,0 0-52-16,0 1-12 0,0-4 0 0,-3 4 0 15,2-1 0-15,-2 3 0 0,3-5 0 0,0 2 0 16,-3 3 0-16,0 0 0 0,6-5 0 0,-3 5 0 16,-3 0-111-16,0 0-25 0,0 0-4 0</inkml:trace>
  <inkml:trace contextRef="#ctx0" brushRef="#br0" timeOffset="51662.725">23405 8465 2074 0,'0'0'88'15,"0"0"-71"-15,0 0 110 0,0 7 21 0,0-4 5 0,0 5 1 16,0-3-59-16,2 1-12 0,-2 2-3 0,0-3 0 16,3 3-31-16,-3-3-6 0,0 3-2 0,0 3 0 15,0-3-13-15,0 0-2 0,0-1-1 0,-3 4 0 16,1 0-13-16,-4-1-2 0,0 3-1 0,0 3 0 16,-3-2-9-16,0-1 0 0,0 3 9 0,-3 0-9 15,-3-1 0-15,3 1 0 0,-3 0-10 0,0 0 10 16,1 0-29-16,-1 0 1 15,0-3 0-15,-3 0 0 0,6 0 3 0,-3-2 1 16,3 0 0-16,0-1 0 0,-3 1-204 0,1-3-40 0</inkml:trace>
  <inkml:trace contextRef="#ctx0" brushRef="#br0" timeOffset="58345.834">17490 9560 1728 0,'0'0'38'0,"0"0"8"0,0-5 2 0,0-1 0 15,3 1-39-15,-3 5-9 0,0-5 0 0,0 2 0 0,3-2 53 0,-3 5 9 16,3-5 2-16,-3 5 0 16,3-6 0-16,-3 6 0 0,0 0 0 0,3-2 0 15,-3 2-8-15,6 0 0 0,-6 0-1 0,6 2 0 0,3 1-37 0,-3 5-7 0,-3-3-2 0,3 6 0 16,0-1 10-16,-3 4 1 0,2-1 1 0,-2 0 0 15,0 0-21-15,3-2 0 0,-3 2 0 0,-3 0 0 16,3-2-12-16,0 2-8 0,-3-2 0 0,3-1-1 16,-3 4 21-16,-3-4 0 0,3-2 0 0,-3 0 0 15,0 3 0-15,0-6 0 0,0 0 12 0,0 0-4 16,-3-2-8-16,6 2 0 0,-3-2 0 0,1 0 8 16,2-3-8-16,0 0 0 0,-3-3 9 0,0-2-9 15,0-1 13-15,3 1-1 0,0-3-1 0,0 0 0 16,3-2 7-16,-3-1 2 0,3 1 0 0,2-4 0 15,-2 4 1-15,3-4 1 0,3 1 0 0,-3-3 0 16,3-2 5-16,0-1 1 0,0 1 0 0,3-1 0 16,0 1-4-16,0 2-1 0,0 0 0 0,0 3 0 15,0 0-6-15,-1 2-1 0,1 3 0 0,-3 0 0 16,3 3-3-16,-3 0-1 0,-3 2 0 0,-6 3 0 16,9-3-22-16,-9 3-5 0,0 0-1 0,9 6 0 0,-3-1 16 0,0 3 0 15,0 2 0-15,-3 4 0 0,0-1 0 0,0 0 0 16,3 3 0-16,-3 2 0 0,0 1 25 0,-3-1 8 15,3 1 2-15,0-1 0 16,-3-2-56-16,0 3-11 0,0-3-3 0,0 2 0 0,0-2 35 0,0 0 0 16,0 0 0-16,0-3 0 0,0 3 0 0,0-3 0 0,0-2 0 15,0 2 0 1,0-2-58-16,3-1-5 0,-3-2-1 16,3 0 0-16,-3-8-168 0,0 0-35 0,0 0-6 0,0 0-2 0</inkml:trace>
  <inkml:trace contextRef="#ctx0" brushRef="#br0" timeOffset="59183.442">18264 9637 1940 0,'0'0'43'0,"0"0"9"0,0 0 1 0,0-6 1 0,3 1-43 0,-3 0-11 0,0 0 0 0,3-1 0 15,-3 1 92-15,0-3 17 0,0 0 3 0,-3 0 1 16,3 0-32-16,-3 0-6 0,0 0-2 0,-3 0 0 16,3 3-17-16,0-3-4 0,0 3-1 0,-3-3 0 15,3 3-12-15,-3-1-3 0,0 1 0 0,0 2 0 16,0-2-15-16,0 2-3 0,0 1-1 0,-3 2 0 16,1 0-8-16,-4 0-1 0,0 2-8 0,-3 1 12 15,3 2-12-15,0 1 0 0,-3 2 8 0,0 2-8 16,3 1 0-16,-3 2 0 0,4 3 0 0,-4 0-10 15,3 0-2-15,3 0-1 0,0-3 0 0,0 3 0 16,3-3-14 0,3 0-2-16,0 0-1 0,0 1 0 0,3-1-9 15,3-3-1-15,0 1-1 0,3-3 0 0,0 0 0 0,3 0 0 16,3-3 0-16,-3 0 0 0,3 1 9 0,3-4 1 0,-4-2 1 0,4 0 0 16,0 0 14-16,0-2 2 0,0-1 1 0,-3-2 0 0,3-1 13 15,-6 1 0-15,3 0 9 0,-3 0-9 0,-1-1 32 0,-2-2 0 16,0 3 0-16,0-3 0 0,-3 3 13 0,3 0 3 15,-3-3 1-15,0 0 0 0,-3 2-5 0,3 1 0 16,-3 0-1-16,0-1 0 0,3 1-12 0,-3 0-3 16,0 5 0-16,0 0 0 15,0 0-13-15,0 0-3 0,0 0-1 0,0 0 0 0,0 0-11 16,0 0 0-16,0 0 0 0,0 0 0 16,0 0 0-16,0 0 0 0,3 5 0 0,0 3 0 0,0-3 0 0,0 3 0 0,0 3 0 0,0 0 0 15,0-1 0-15,0 1 0 0,0-1 0 0,3 4 0 16,-3-4 0-16,0 1-11 0,0-1 3 15,0 1 0 1,0-1-15-16,3 1-2 0,-3 0-1 0,0-1 0 16,3 1-30-16,-3-3-7 0,3 0-1 0,0 0 0 15,-4-3-153-15,-2-5-31 0,21 3-7 0,-21-3-1 0</inkml:trace>
  <inkml:trace contextRef="#ctx0" brushRef="#br0" timeOffset="60005.912">18416 9571 1551 0,'0'0'34'0,"0"0"7"0,0 0 2 0,0 0 1 0,0-6-36 0,0 6-8 0,3-2 0 0,0-4 0 16,-3 6 112-16,6-2 20 0,-3-1 4 0,0 0 0 15,3 1-51-15,-6 2-10 0,3 0-3 0,2 0 0 16,1 0-22-16,-3 2-5 0,3 1-1 0,0 0 0 15,0 2-14-15,0 3-3 0,0 0-1 0,0 0 0 16,-3 2-11-16,3 1-3 0,0 0 0 0,0-1 0 16,-3 1-12-16,3-1 0 0,0 1 8 0,0-1-8 15,-3 1 0-15,3 2 0 0,-3-2 0 0,0-1 0 16,0 1 0-16,-3-3-8 0,3 3 8 0,-3-3 0 16,0-1 0-16,0-1-8 0,0-6 8 0,0 5 0 15,0-5 0-15,0 0 0 0,0 0 0 0,0 0 0 0,0 0 0 0,0 0 0 16,0 0 0-16,0 0 0 0,0 0 13 0,0 0-3 15,0 0-1-15,-3-5 0 0,3-3 5 0,0 0 1 16,0 0 0-16,0-3 0 0,0 1 1 0,0-1 1 16,3-2 0-16,-3 2 0 0,6 1-2 0,-3-3-1 15,0-1 0-15,2 1 0 0,-2 0-2 0,3 0 0 16,-3-1 0-16,3 4 0 16,0-1-4-16,0 1-8 0,0-1 11 0,0 3-11 0,0 3 8 0,0 0-8 15,0-1 0-15,0 4 0 0,0-1 0 0,0 3 0 0,3 3 0 16,-3-1 0-16,0 1 0 15,3 5 0-15,-3 0 0 0,3 0 0 0,-4 5 0 0,1-2 0 0,3-1 0 0,-3 3 0 16,0-2 0-16,0 2 0 0,0 0 0 16,0-2 0-16,-3 2 0 0,3-2-11 0,-3-1 0 0,0 1 0 15,0 0-7-15,0-1-2 16,-3 1 0-16,3-1 0 16,-3 1-4-16,3-3-2 0,-3 0 0 0,0 0 0 15,0 0-10-15,0 0-3 0,0-3 0 0,0-5 0 16,0 5-25-16,0-5-4 0,0 0-2 0,3 5 0 0,-3-5-158 0,6 0-31 15,12-8-6-15,-3 1-2 0</inkml:trace>
  <inkml:trace contextRef="#ctx0" brushRef="#br0" timeOffset="60578.655">19210 9295 1844 0,'0'0'52'0,"0"0"12"0,6-2-52 0,-3-4-12 0,0 4 0 0,0-3 0 0,0 2 117 0,3 0 21 16,-3 3 4-16,-3 0 1 0,6 0-50 0,-3 0-9 16,-3 0-3-16,6 0 0 0,0 3-29 0,-3 2-5 15,3-2-2-15,-3 5 0 0,3-3-19 0,-3 3-4 16,0 0-1-16,0 2 0 0,0 4-10 0,-3-4-3 16,3 4 0-16,-3 1 0 0,0 1-8 0,-3 3 8 15,3 2-8-15,-3 3 8 0,3 0-8 0,-3 2 0 0,0-2 0 0,3 2 8 16,-3 1-8-16,0-6 0 0,3 3 0 0,-3-3-11 15,0 0 11-15,3-2-12 0,-3-1 12 0,3-2-12 16,-3-3 0-16,3 3 0 0,0-3 0 0,0-2 0 16,0 0 3-16,0-4 0 0,0 1 0 0,0 0 0 15,0-8 9-15,0 0 0 0,0 0 0 0,0 0 0 16,0 0 0-16,0 0 0 16,0 0 0-16,0 0 0 0,0 0 11 0,0 0-3 0,0 0 0 0,0-5 0 15,0 0 2-15,0-3 0 0,-3 0 0 0,3 0 0 16,-3 0 5-16,0-3 1 0,0 4 0 0,-3-4 0 15,0 0 5-15,-3 1 2 0,0-1 0 0,-3 3 0 16,1-2-3-16,-1 2 0 0,-3 0 0 0,0 0 0 16,0 3-1-16,-3-1-1 0,3 6 0 0,-3-2 0 15,4 2-18-15,-1 0 0 0,3 2 0 0,-3 1 0 16,3 2 0-16,3 0 0 0,-3 1 0 0,3 2 0 16,0 0-8-16,0 0 8 0,3 2 0 0,3-2-9 15,0 0 9-15,3 3 0 0,0-3 0 0,3 2-8 0,3 1 8 0,0-1-8 16,0-2 8-16,0 0-8 0,3 3 8 0,0-3 0 15,0 0 0-15,-3 0 0 0,3-3 0 0,0 0 0 16,3 0 0-16,-3 1 8 0,3-4-8 0,-1-2 0 16,4 0 0-16,0 0 8 0,3 0-8 0,-3-2-8 15,6-4 8-15,0 1-12 16,-1 0-125-16,4 0-26 0,0-1-5 16</inkml:trace>
  <inkml:trace contextRef="#ctx0" brushRef="#br0" timeOffset="61162.366">19937 9303 1897 0,'0'0'41'0,"0"0"9"0,-3-5 2 0,-3 2 2 0,3-2-43 0,-3 2-11 16,3 1 0-16,-3-3 0 0,6 5 118 0,-6 0 22 15,0-3 4-15,0 0 0 0,0 3-64 0,0 3-12 16,0 0-4-16,0 2 0 0,0 3 0 0,0 0 0 0,0 5 0 0,-2 0 0 15,2 0-51-15,-3 6-13 0,0 2 0 0,0 6 0 16,0-1 0-16,0 6 0 0,0-1 0 0,0 4 0 16,0-1 0-16,3 1 0 15,0-1 0-15,3 0 0 0,0-2 0 0,3 3 0 16,0 2 0-16,3 0 0 0,0 2 0 0,3-2 0 16,3-2 0-16,0 2 0 0,0-8 0 0,0-3 0 0,3-2 0 0,0 0 0 15,0-5 0-15,0-1 0 0,2-2 0 0,4-3 0 16,-3-2 0-16,6-3 0 0,-3-3 0 0,6 0 0 15,-1-2 0-15,1-3 0 0,0-3 0 0,0 1 0 16,3-6-216 0,-4 0-47-16,22-8-9 0,-15-3-1 0</inkml:trace>
  <inkml:trace contextRef="#ctx0" brushRef="#br0" timeOffset="61846.335">20487 9293 2030 0,'0'0'44'0,"0"0"10"15,0 0 2-15,0-6 1 0,0 6-45 0,0-5-12 0,0 5 0 0,0-5 0 0,-3 0 83 0,3 5 14 16,-5-3 3-16,2 0 1 0,3 3-37 0,-6-2-8 15,6 2-2-15,-6 0 0 0,0 0-22 0,0 2-5 16,0 1-1-16,0 2 0 0,0 1-15 0,0 1-3 16,3 1-8-16,0 0 12 0,0 6-12 0,0-1 8 15,0 0-8-15,0 3 0 16,3 2 0-16,0 1 8 0,0 2-8 0,0 3 0 0,0 0 0 0,0 2 0 16,0 1 0-16,3 2 0 0,-3-5 0 0,0-1 0 15,0-1 8-15,0-1-8 0,0-3-15 0,-3 3-5 16,3-2-2-16,-6-1 0 0,3 1 38 0,0-3 7 15,-3 2 1-15,0-2 1 0,0 3-40 0,-3-1-8 0,3-2-1 16,0 5-1-16,0-5 25 0,-2 3 0 0,2-1 0 16,0-2 0-16,0 0 0 0,0 0 0 0,0-3 0 0,0-2 0 15,0-1 0-15,0 1 0 0,3-3 0 16,-3-3 0 0,3 0-72-16,3-5-8 0,0 0-3 0,-6 3-652 0,6-3-130 0</inkml:trace>
  <inkml:trace contextRef="#ctx0" brushRef="#br0" timeOffset="62069.233">20202 9674 1958 0,'0'0'43'0,"-6"-3"9"0,3 0 1 0,0-2 3 0,0 0-45 0,3 5-11 0,0-5 0 0,0-1 0 15,0 6 104-15,0-5 20 0,6 2 3 0,-3-2 1 16,0 2-52-16,3-2-9 0,0 2-3 0,3 1 0 15,-4 2 0-15,4-3 0 0,3 3 0 0,-3 0 0 0,6-2-51 0,0 2-13 16,3 0 0-16,0 0 0 0,0-3 0 0,5 3 0 16,1 0 0-16,3-3 0 15,0 3-151-15,0 0-33 0,5-2-6 0</inkml:trace>
  <inkml:trace contextRef="#ctx0" brushRef="#br0" timeOffset="62444.015">20776 9795 2188 0,'0'0'48'0,"0"0"11"0,0 0 1 0,0 0 1 0,0 0-49 0,3 3-12 0,3 2 0 0,-6-5 0 16,3 6 105-16,0-1 19 0,-3 0 3 0,0 3 1 0,0-2-103 15,-3 1-25-15,3 4 0 0,-6 0 0 0,3-1 62 0,-3 3 7 16,0 1 2-16,-3 2 0 0,0-1-48 0,-3 1-10 15,4 0-1-15,-4 0-1 16,0 0-23-16,-3 0-5 0,3 0-1 0,0-3 0 16,0 3-18-16,0 0-4 0,-3-3-1 0,0 3 0 15,-2-3-143-15,-1 0-29 0,0 0-6 0</inkml:trace>
  <inkml:trace contextRef="#ctx0" brushRef="#br0" timeOffset="63849.08">21535 9539 2257 0,'0'0'49'0,"0"0"11"0,0 0 1 0,-6-3 3 0,6 3-51 0,-3-2-13 0,-3-1 0 0,0 3 0 15,0-3 90-15,0 3 15 16,-2 3 3-16,2-3 1 0,-3 5-62 0,0-2-13 0,0 2-2 0,0 3-1 15,-3 3-12-15,-3-1-3 0,3 6 0 0,-6 0 0 16,0 0-16-16,1 2 0 0,-1-2 0 0,-6 3 0 16,6-1-9-16,-3 3-6 0,0-2-1 0,1 0 0 31,-1-1-32-31,3 1-6 0,0-4-2 0,3 1 0 16,-3 0-37-16,3 0-8 0,3-3-2 0,-2-2-593 0,2-3-120 0</inkml:trace>
  <inkml:trace contextRef="#ctx0" brushRef="#br0" timeOffset="64105.988">21092 9586 1940 0,'-3'-10'43'0,"3"5"9"0,0-1 1 0,-3 1 1 0,3 0-43 0,0 5-11 0,0-6 0 0,0 6 0 0,3-2 57 0,-3 2 10 16,0 0 1-16,6 0 1 0,0 0-4 15,0 2-1-15,3 4 0 0,-1 2 0 0,1 0 0 0,3 2 0 16,0 1 0-16,0-1 0 0,3 1-42 0,0 2-9 15,0 0-1-15,3-2-1 0,-4 2-3 0,4 0 0 16,0 1 0-16,0-1 0 0,3 3-8 0,-3-3 0 16,3 3 0-16,-4 0 0 0,-2 0 0 0,3 2 8 15,-3-2-8-15,0 0 0 0,0 0-12 0,0-3-8 16,0 0-2-16,-3 3 0 16,2-3-34-16,-2-2-6 0,3-1-2 0,-3 1-682 15,0-3-137-15</inkml:trace>
  <inkml:trace contextRef="#ctx0" brushRef="#br0" timeOffset="64614.405">21830 9547 2030 0,'0'0'57'0,"0"0"14"0,0 0-57 0,0 0-14 15,0 0 0-15,-3-6 0 0,3 6 105 0,0 0 19 0,0 0 3 0,0 0 1 16,0 0-52-16,0 0-9 0,0 0-3 0,0 0 0 16,0 0 0-16,0 0 0 0,-3 6 0 0,0 2 0 15,0 0-51-15,3 2-13 0,0 3 0 0,-3 3 0 16,3-2 0-16,0 1 0 0,0 1 0 0,0 0 0 15,3 0 0-15,-3 3 0 0,0-1 0 0,3 1 0 16,-3-3 0-16,0 2 0 16,3-2 0-16,-3 2 0 0,3 1 0 0,-3-1 0 0,0-2 0 15,3 3 0-15,-3-3 0 0,0 0 0 0,3-1 0 0,-3-1 0 32,0-1-48-32,3-2-13 0,-3-1-3 0,0 1 0 15,3-3-58-15,0-3-12 0,0 0-2 0,-3-5-905 0</inkml:trace>
  <inkml:trace contextRef="#ctx0" brushRef="#br0" timeOffset="65079.977">22279 9870 2077 0,'0'0'45'0,"0"0"10"0,0 0 1 0,0 0 4 0,0 0-48 0,0 0-12 0,0 0 0 0,-3 5 0 16,3-5 59-16,-3 8 9 0,-3-3 3 0,3 0 0 15,-2 3-47-15,-4 3-10 0,3-3-2 0,-3 2 0 16,0 4-12-16,0-1-8 0,-3 0 8 0,0 3-13 31,0-3-18-31,-3 0-3 0,3 1-1 0,-3 2 0 0,4-3-94 0,2-3-19 0,-3 1-4 0,3 2-684 16</inkml:trace>
  <inkml:trace contextRef="#ctx0" brushRef="#br0" timeOffset="65387.721">22866 9560 2030 0,'0'0'57'0,"0"-5"14"0,-3-1-57 0,3 1-14 16,0 0 0-16,0 0 0 0,0-1 105 0,0 1 19 0,0 5 3 0,-3-5 1 15,3 5-52-15,-3-3-9 0,3 3-3 0,0 0 0 16,-6-3 0-16,3 1 0 0,-3 4 0 0,-3 1 0 16,3 2-51-16,-3 3-13 0,-3 0 0 0,0 3 0 15,0 5 0-15,-2 0 0 0,-4-1 0 0,3 4 0 16,-3 2 0-16,-3 0 0 0,3 0 0 0,-6 3 0 16,-2 0 0-16,-1 0 0 0,-3 0-12 0,-3-1 12 15,1-1 0-15,-1 1 0 0,6 1 8 0,-3-3-8 16,6 1-60-1,1-1-17-15,5-5-4 0,-3-3-723 0,6-3-145 0</inkml:trace>
  <inkml:trace contextRef="#ctx0" brushRef="#br0" timeOffset="65648.284">22562 9634 2232 0,'0'0'49'0,"-3"-5"11"0,3-3 1 0,0 0 1 0,0 3-50 0,0-1-12 15,0 1 0-15,0 5 0 0,3-5 80 0,-3 5 12 16,0 0 4-16,0 0 0 0,0 0-36 0,3 0-8 16,3 0 0-16,-3 5-1 15,3 0-15-15,0 3-2 0,0 3-1 0,3-1 0 0,-6 1-33 0,3 0 0 16,3 2 0-16,-3 0 0 0,0 0 0 0,0 3 0 16,-1-3 0-16,4 3 0 0,-3 0 23 0,3-3-3 15,-3 3 0-15,0-3 0 0,3 3-32 0,-3-2-6 16,0-1-2-16,3 3 0 15,0-6-86-15,-3 4-18 0,3-4-3 16,0 1-1025-16</inkml:trace>
  <inkml:trace contextRef="#ctx0" brushRef="#br0" timeOffset="66268.416">23107 9642 1497 0,'0'0'32'0,"0"0"8"0,0 0 0 0,0 0 4 0,0 0-36 0,3-3-8 0,0-2 0 0,0 0 0 16,3 2 156-16,0-2 28 0,0 2 7 0,3 1 1 16,-3-1-103-16,2 3-20 0,1-3-4 0,0 3-1 15,0-2-18-15,0 2-4 0,0 0-1 0,-3 0 0 16,3 0-9-16,0 0-3 0,-3 0 0 0,3 2 0 16,-3 1-13-16,-3 0-2 0,-3-3-1 0,3 5 0 15,0 0-13-15,-6 3 9 0,3-3-9 0,-6 6 8 16,3-3-8-16,-6 2 0 0,0-2-12 0,0 6 12 15,0-4-21-15,0 3 3 0,0 3 1 0,-3-2 0 16,3-1 17-16,0 0 0 0,-2 0 0 0,2 3 0 16,0-3-55-1,3 1-7-15,0 1-2 0,3-1 0 0,0-4 52 0,3 4 12 0,0-4 0 0,0 1 0 16,3-3 0 0,3 0 0-16,0-1 0 0,3 1 0 0,3-2 0 0,-4-4 0 0,7 1 0 0,0 0 0 15,0-3 0-15,3 0 0 0,3 0 0 0,-3 0 0 16,0 0 0-16,-1-6 0 0,4 4 0 0,0-1 0 15,0 0-156-15,-3-2-29 0,0 0-6 0</inkml:trace>
  <inkml:trace contextRef="#ctx0" brushRef="#br0" timeOffset="67007.119">23488 9502 1579 0,'0'0'32'0,"0"0"10"15,0 0-34-15,0 0-8 0,3-6 0 0,3 4 0 16,-3-1 104-16,3 3 20 0,0-2 3 0,0 2 1 0,-3 0-52 0,6 0-9 0,-4 2-3 0,1 1 0 16,3-1 0-16,0 4 0 0,0-1 0 0,0 0 0 15,0 3-11-15,0 3-2 0,3-3-1 0,-3 5 0 16,0 0-28-16,0 1-6 0,-3 1 0 0,3 4-1 15,-6-3-7-15,3 2-8 0,-4-2 11 0,-2 3-11 16,-2-1 12-16,-1 1-4 0,-3-1 0 0,-3 1-8 16,0 5 8-16,-3-3-8 0,-3 5 0 15,0 1 0-15,-3-3 0 0,3-1-19 0,-6 4 3 16,4-3 0-16,2-1 16 0,-3-1 0 0,3-4 0 0,-3 1 0 16,3-1 0-16,0-2 0 0,0 0 0 0,1-3 0 15,2 0 0-15,0-2 0 0,0 0 0 0,0-1 0 16,3-2 0-16,0-5 0 0,3 2 0 0</inkml:trace>
  <inkml:trace contextRef="#ctx0" brushRef="#br0" timeOffset="67425.465">23925 9602 1831 0,'0'0'77'0,"0"0"-61"16,0-5 120-16,0 5 24 0,3-5 4 0,-3-1 2 15,0 1-60-15,0 5-12 0,3-5-2 0,0 0-1 16,-3 5-47-16,0-6-8 0,3 1-3 0,-3 5 0 15,0 0-22-15,3-5-11 0,-3 5 10 0,3-3-10 16,0 0 0-16,3 1-10 0,-3-1 0 0,0 3 0 16,3 0-108-16,-6 0-22 0,6 3-4 0</inkml:trace>
  <inkml:trace contextRef="#ctx0" brushRef="#br0" timeOffset="67728.046">23970 9864 2066 0,'0'0'43'0,"0"8"10"16,0-2-42-16,0-1-11 0,0 3 0 0,0 0 0 16,0 0 104-16,3 0 20 0,-3-1 3 0,0 4 1 0,0 0-36 0,0-1-8 0,0 1 0 0,-3 2-1 15,3 0-31-15,-3 1-5 0,0-1-2 0,0 3 0 16,-3-3-36-16,0 0-9 0,0 3 0 0,-3 0 0 15,0 0 0-15,-2 0 0 0,2-1 0 0,-6 4 0 32,3-3 0-32,-3 5 0 0,3-2 0 0,-6-1 0 0,3 3 0 0,-6-2 0 0,4-1 0 0,-7 3 0 15,3-2 0-15,0-1 0 0,0 1 0 0,0-3 0 16,1 0 0-16,2 0 0 0,0-6 0 0,3 3 0 16,0-2-152-16,3-3-32 15,0-3-6-15</inkml:trace>
  <inkml:trace contextRef="#ctx0" brushRef="#br0" timeOffset="73581.763">17806 13402 1474 0,'0'0'68'15,"0"0"-60"-15,0 0-8 0,-3-3 0 0,3 3 0 16,0 0 126-16,-3-2 24 0,3 2 5 0,-3-3 1 0,3 3-74 0,0 0-14 0,-6-3-4 0,6 3 0 31,-3 0 21-31,3 0 4 0,-6-2 1 0,0 2 0 0,6 0-37 16,-9 2-7-16,3 1-2 0,0 2 0 15,0-2-19-15,-3 5-4 0,3-3-1 0,-3 3 0 0,0 3-12 0,3-1-8 16,-3 1 10-16,3 2-10 16,0 3 0-16,0 3 0 0,3-4 0 0,1 7 0 15,-1-4 0-15,3 3 0 0,0 0 0 0,3-2 0 16,-1-1-15-16,1 1 4 0,3-3 1 0,3-3 0 0,0 0-6 0,0-2 0 0,3 0-1 0,0-4 0 15,0 1-3-15,0-2-1 0,0-1 0 16,0 0 0-16,3-2 33 0,-1 0 8 0,1-1 0 0,0-2 1 31,0 0-68-31,0-2-13 0,3-1-4 0,-3-2 0 16,0 2 64-16,-1-5 20 0,1 3 0 0,0-3 0 0,-3 0-12 0,0-3-8 0,-3 1 12 16,0-1-12-16,-3 1 32 0,0-1 0 0,0-2 0 0,-3-3 0 15,0 3 8-15,-3-3 2 0,0 0 0 0,-3-3 0 16,0 3-8-16,0 3-2 0,-3-3 0 0,0 0 0 15,-3 3-9-15,3 3-3 0,-3-1 0 0,-3 0 0 16,0 4-35-16,0-1-7 0,0 2-2 0,-2 1 0 16,2 0 24-16,-3 2 0 0,3 0 0 0,-3 3 0 15,3 0 0-15,-3 0 0 0,3 0 0 0,0 3 0 16,0 0-99 0,4-1-15-16,-1 1-3 0</inkml:trace>
  <inkml:trace contextRef="#ctx0" brushRef="#br0" timeOffset="74452.555">18213 13452 1208 0,'0'0'51'15,"0"0"-41"1,0 0 70-16,0 0 15 0,0 0 2 0,0 0 1 16,0 0 8-16,-3-2 2 0,3 2 0 0,0 0 0 0,0 0-25 0,0 0-5 0,0 0-1 0,0 0 0 15,0 0-17-15,0 0-3 0,0 0-1 0,0 0 0 16,0 0-13-16,0 0-3 0,0 0-1 0,0 0 0 15,0 0-7-15,0 0 0 0,0 0-1 0,0 0 0 16,0 0-7-16,0 0 0 0,6 0-1 0,0 2 0 16,0-2-3-16,0 6-1 0,0-4 0 0,3 1 0 15,0 2-9-15,0 0-2 0,0 3 0 0,0 0 0 16,0 0-8-16,0 3 8 16,0-1-8-16,2 4 8 0,-2 2 9 0,0-3 2 0,0 3 0 15,-3 2 0 1,3-2-67-16,-3 0-12 0,0 0-4 0,-3 0 0 0,0-3 52 0,-3 0 12 0,0 0 0 0,0-2 0 15,0 0 0-15,-3-1 0 0,0 1 0 0,0-3 0 16,-3 2 0-16,3-2 0 0,-3-3 0 0,3 1 0 16,0-1 0-16,3-5 0 0,-6 3 0 0,6-3 0 15,0 0 0-15,0 0 0 0,0 0 0 0,0 0 0 16,0 0 48-16,0 0 13 0,0-3 3 0,0-5 0 16,0 0-52-16,3 0-12 0,3-2 0 0,-3-4 0 15,3-1 39-15,3-1 5 0,-3-3 0 0,0-2 1 16,3 0-23-16,3-3-5 0,-3 0-1 0,3 0 0 15,0 3-16-15,-1 3 0 0,4-4 8 0,-3 7-8 16,3-1 0-16,-3 0 0 0,3 0 0 0,-3 3 0 16,0 2-15-16,0 1-3 0,-3-1-1 0,2 3 0 15,-2 0-20-15,0 3-4 0,0 0-1 0,0 2 0 16,-3 0-118-16,0 3-24 16,0-2-5-16</inkml:trace>
  <inkml:trace contextRef="#ctx0" brushRef="#br0" timeOffset="77335.118">18999 13053 1792 0,'0'0'51'0,"0"0"10"0,0 0-49 0,0 0-12 0,-3 5 0 15,-3-2 0-15,0 2 103 0,3-2 17 0,0 5 4 0,-3-3 1 16,0 3-46-16,3 2-10 0,-3 1-1 0,1 0-1 16,-1 4-13-16,0 1-2 0,0 3-1 0,-3 2 0 31,3 0-31-31,3 3-5 0,-3 2-2 0,0 1 0 16,6-1-13-16,-3 3 9 0,3 1-9 0,3-1 8 15,0 2-8-15,3 1 12 0,3 0-12 0,-3 0 12 0,3-1-12 0,0-2 0 16,2 3 9-16,-2-5-9 0,3-3 12 0,0-1-3 0,-3-1 0 15,6-1 0-15,-3-5 0 0,0-1 0 0,0 1 0 16,0-2 0-16,-3-4-9 0,2 1 12 0,4-3-12 0,-3 0 12 16,3-3-12-16,-3-2 0 0,3-1 0 0,-3 1-11 15,3-3-27 1,0-3-6-16,2 1 0 0,-2-4-1 0,3 1-211 0,-3-3-41 0</inkml:trace>
  <inkml:trace contextRef="#ctx0" brushRef="#br0" timeOffset="77963.143">19600 13002 1820 0,'0'-10'76'16,"0"2"-60"-1,0 0 94-15,0 0 19 0,0 3 4 0,0-3 1 16,0 3-46-16,-3-1-10 0,0 1-2 0,0 2 0 16,3 3-23-16,-5-2-5 0,-1-4 0 0,0 6-1 15,0 0-15-15,0 0-2 0,-3 3-1 0,3 0 0 16,-3 2 5-16,-3 0 1 0,3 3 0 0,0 3 0 16,0 2-35-16,0 3-11 0,0 2 0 0,0 6 0 15,0 3 11-15,4 2 16 0,-1 3-4 0,3 2-1 16,0-2-26-16,0-1-5 0,3 1 0 0,3-3-1 15,0 0 21-15,0-5-11 0,0 3 11 0,0-4-8 16,2 1-25-16,1 0-5 0,-3 0-1 0,3 0 0 16,0-3 39-16,-3 0 0 0,3 0 0 0,-3 0 0 15,3-2-53-15,-3-1-3 0,-3-2-1 0,3 0 0 16,-3-3-11-16,0 1-3 0,0-4 0 0,0 1 0 16,-3-3-120-16,-3-3-24 0,3 0-5 0</inkml:trace>
  <inkml:trace contextRef="#ctx0" brushRef="#br0" timeOffset="78175.292">19347 13376 2154 0,'0'0'61'0,"0"0"13"0,3-6-59 0,0 1-15 0,0 2 0 0,0-2 0 16,3 2 41-16,0-2 6 0,0 2 1 0,0 1 0 15,0-1-17-15,3 3-3 0,0-3-1 0,3 3 0 16,3-2-6-16,-3-1-1 0,5 3 0 0,1-2 0 16,0-1-76-16,3 0-16 0,3-2-4 0</inkml:trace>
  <inkml:trace contextRef="#ctx0" brushRef="#br0" timeOffset="78626.376">19907 13394 2066 0,'0'0'43'0,"0"0"10"15,0 0-42-15,0 0-11 0,0 0 0 0,0 0 0 16,0 0 53-16,0 0 9 0,0 0 2 0,0 8 0 16,0-3 51-16,-3 3 10 0,0-2 3 0,0 1 0 15,0 1-103-15,0 0-25 0,-3 0 0 0,0 3 0 16,0 2 0-16,0 0 0 0,0 1 0 0,-3 1 0 16,0 4 0-16,1-3 0 0,-1 2 0 0,0 1 0 15,3-3 0-15,-3 0 0 0,3-1 0 0,-3 1 0 16,0-2-170-16,3-4-39 0,-3 1-8 0</inkml:trace>
  <inkml:trace contextRef="#ctx0" brushRef="#br0" timeOffset="80264.708">20568 13185 1824 0,'0'0'76'16,"0"0"-60"-1,0 0 89-15,0 0 19 0,0 0 3 0,0 0 1 16,0 0-52-16,0 0-9 0,0 0-3 0,0 0 0 0,0 0 0 0,0 0-1 16,0 0 0-16,-6 8 0 15,0 0-50-15,0 0-13 0,-3 2 0 0,-3 4 0 16,-3-1 0-16,0 3 0 0,0 0 0 0,-5-1 0 16,2 1 23-16,-3 0-1 0,-3 0 0 0,0 0 0 0,3 3-35 15,1-4-7-15,-1 4-2 0,3-1 0 0,0-2 22 16,3 3 0-16,0-3 0 0,3 0 0 15,0-3-73-15,1 0-11 0,2 0-1 0</inkml:trace>
  <inkml:trace contextRef="#ctx0" brushRef="#br0" timeOffset="80535.388">20240 13174 2067 0,'0'0'87'15,"0"0"-70"1,0 0 38-16,0 0 7 0,0 0 2 0,0 0 0 16,0 0 0-16,0 0 0 0,0 0 0 0,0 0 0 15,-3 8 0-15,3 0 0 0,0 0 0 0,0 5 0 16,3 1-52-16,0-1-12 0,3 3 0 0,-3-3 0 16,6 3 0-16,-3 0 0 0,6-3 0 0,-3 6 0 15,0-4 0-15,3 1 0 0,-3-2 0 0,6 1 0 16,-3 1 19-16,2 0 1 0,1 3 0 0,0-3 0 15,0-3-30-15,3 0-6 0,-3 0 0 0,3-2-1 16,0-3-150-16,-1 0-29 0,1-3-7 0</inkml:trace>
  <inkml:trace contextRef="#ctx0" brushRef="#br0" timeOffset="84856.288">20729 13074 2030 0,'0'0'57'0,"0"0"14"16,0 0-57-16,0 0-14 0,0 0 0 0,0 0 0 15,0 0 54-15,0 0 8 0,0 0 2 0,0 0 0 16,-3 5 51-16,0 0 10 0,0 3 3 0,0 0 0 16,3 3-52-16,-3 0-9 0,0 2-3 0,3 0 0 15,-3 3-51-15,3 2-13 0,0 1 0 0,-3 2 0 16,3 0 0-16,0 0 0 0,3-2 0 0,-3 2 0 15,0 0 0-15,3 0 0 0,-3 3 0 0,0-3 0 16,3 3 8-16,-3 0 0 0,0 0-8 0,3 2 12 0,-3 1-12 16,3-3-8-16,-3-1 8 0,3 4-13 15,0-6 13-15,0 0 0 0,0-2 0 0,2-1 0 16,-2-5 0-16,0 1-9 0,3-4 9 0,-3 1-8 16,3-3-23-16,0-3-4 0,-3 0-1 0,3 1 0 15,0-6-92-15,0 0-20 0,0 0-3 0</inkml:trace>
  <inkml:trace contextRef="#ctx0" brushRef="#br0" timeOffset="85125.579">21169 13569 2508 0,'0'0'71'0,"0"0"16"16,0 5-70-16,0 0-17 0,3 1 0 0,-3-1 0 15,0 0 55-15,0 3 7 0,0 0 2 0,-3 3 0 16,0-3-16-16,0 2-4 0,0 1 0 0,-3 2 0 16,-3-2-19-16,3-1-4 0,-3 1-1 0,-3 2 0 15,4-2-20-15,-4-1 0 0,3 1 0 0,-3-1 0 16,3 1-120-16,-3-3-28 0,3 2-5 0</inkml:trace>
  <inkml:trace contextRef="#ctx0" brushRef="#br0" timeOffset="85639.778">22068 13129 2040 0,'0'0'86'15,"-3"-2"-69"1,3 2 98-16,-3-3 19 0,3 3 4 0,-6 0 1 0,-3 0-59 16,3 3-11-16,-3 2-2 0,-3 3-1 15,0 0-31-15,-2 0-7 0,-1 5 0 0,-3 3-1 16,3 0 3-16,-6 0 1 0,3 5 0 0,-6 0 0 16,7 0-31-16,-7 0 0 0,3 1 0 0,-3 1 0 15,-3 1-23-15,1 0-10 0,-1 3-3 0,0-1 0 16,0-2-32-16,0 2-8 0,4-2 0 0,-4 0-1 15,6-3-105-15,3-2-21 0,0-4-4 0</inkml:trace>
  <inkml:trace contextRef="#ctx0" brushRef="#br0" timeOffset="85904.404">21550 13267 2301 0,'3'-29'48'0,"0"21"12"0,-3-3-48 0,3 1-12 0,0-1 0 0,0 3 0 15,-3 0 76-15,3 3 12 0,0 0 4 0,-3 5 0 16,0 0-44-16,3 0-8 0,3 0-1 0,0 2-1 16,0 4-30-16,0 2-8 0,3 5 0 0,0 0 0 15,-1 0 52-15,1 6 10 0,3-3 2 0,0 2 0 16,3 3-52-16,0-5-12 0,0 3 0 0,3-1 0 16,-3 4 0-16,0-4 0 0,2 1 0 0,-2 2 0 15,3 0 0-15,-3-3 0 0,0 4 0 0,0-1 0 16,0-5 0-16,0 2 0 0,-1-2 0 0,-2-3 0 15,3 0-48-15,-3-5-13 0,0 3-3 0,0-3 0 16,0-5-204-16,0-1-42 0</inkml:trace>
  <inkml:trace contextRef="#ctx0" brushRef="#br0" timeOffset="86297.846">22229 13190 1991 0,'0'-5'84'0,"3"-3"-68"16,0 3 84-16,0-1 17 0,0 1 3 0,3 3 1 16,-3-1-24-16,3-2-5 0,-1 2 0 0,1 3-1 15,0 0-73-15,0 0-18 0,3 0 0 0,0 3 0 16,-3 2 55-16,0 0 7 0,0 3 2 0,0 0 0 15,0 0-52-15,-3 5-12 0,0-2 0 0,-3 2 0 16,0 3-48-16,0-3-13 0,-3 3-3 0,-3 0 0 16,3 0 52-16,-6 0 12 0,3-3 0 0,-3 3 0 15,0 0 0-15,0 0 0 0,0-1 0 0,0 1 0 16,1 0-27-16,2-3-2 0,0 3-1 0,0-3 0 16,0 1 20-16,3-1 10 0,0 0-10 0,0-2 10 15,3-1-10-15,3-2 10 0,0-2-10 0,3 2 10 16,-3-6 0-16,3 1-9 0,3-1 9 0,-3-2 0 15,5 0 0-15,-2-2 0 0,6-1 0 0,0-2-8 16,0 0-11-16,0-1-1 0,3-2-1 0,0 0 0 16,2 0 21-16,-2 1-11 0,0-1 11 0</inkml:trace>
  <inkml:trace contextRef="#ctx0" brushRef="#br0" timeOffset="86856.14">22675 13008 1862 0,'-21'-14'86'15,"18"12"-77"-15,3 2-9 0,0 0 0 0,0 0 0 16,0 0 92-16,0 0 17 0,0 0 3 0,0 0 1 0,0 0-43 0,0 0-9 0,3 5-1 16,3 0-1-1,0 3 12-15,3-2 2 0,3 2 1 0,0 2 0 16,3 1-59-16,0 2-15 0,3 0 0 0,0 6 0 16,2-1 40-16,1 6 6 0,0 0 1 0,0 5 0 15,-3-3-31-15,0 1-7 0,-4 2-1 0,-2 0 0 0,0-2-8 16,-6 2 8-16,0 0-8 0,-3 0 8 0,-6 3 0 0,0-3 0 0,0 3 0 15,-6 2 0-15,-3-2-8 0,-2-3 8 0,-1 3-8 0,-6-3 8 16,3-6-8-16,-6 4-9 0,0-6 9 0,1-2-13 16,2-1 13-16,-3 1 0 0,0-1 0 0,3-2 0 15,0 0-16-15,1 0-1 16,2-3 0-16,-3 0 0 16,3 0-15-16,0 1-4 0,0-4 0 0,0 1 0 0,4-1-32 15,2-2-6-15,0 0-2 0</inkml:trace>
  <inkml:trace contextRef="#ctx0" brushRef="#br0" timeOffset="89089.67">17749 14640 1676 0,'0'0'48'0,"0"0"9"0,0 0-45 0,0 0-12 0,0 0 0 0,0 0 0 15,0 0 68-15,0 0 11 16,0 6 2-16,0-1 1 0,0 0-12 0,0 3-2 0,0-3-1 0,0 1 0 15,0 2-27-15,0-3-4 0,0 3-2 0,3 0 0 16,-3 2-15-16,0-2-3 16,3 6-1-16,-3-1 0 15,3-3-15-15,0 6 0 0,-3-3 0 0,3 3 0 0,-3 3 0 0,3-3 0 0,-3 0 0 0,3 0 0 16,-3-1 0-16,3 1 0 0,-3-3 0 0,3 3 0 31,-3-2-28-31,0-1-9 0,0 0-2 0,0-2 0 0,0-3 39 0,0 2 0 0,0 1 0 0,0-3 0 16,0-3 0-16,-3 3 0 0,3-3 0 0,0-5 0 15,0 6 0-15,0-6 0 0,0 0 0 0,0 0 0 16,0 0 22-16,0 0 12 0,0 0 2 0,0 0 1 16,0-6-15-16,0 1-3 0,0-3-1 0,3 0 0 15,-3 0 0-15,0-2 0 0,3-1 0 0,-3-2 0 16,3-1 30-16,-3-1 5 0,3-1 2 16,0 0 0-16,-3-3-55 0,3 1-18 0,0-1 0 0,3 1 0 15,-3-1 18-15,2 1 17 0,1 2-3 0,0-3-1 16,0 6-13-16,0 0 11 0,3 0-11 0,0 5 10 15,-3 0-10-15,3 0 0 0,-3 3 0 0,0-1 0 16,3 1 0-16,-3 2 0 0,0 1 0 0,3-1 0 16,-3 3 0-16,0-3 0 0,0 3 0 0,0 3 0 15,-1-3 0-15,4 3 0 0,-3-1 0 0,-3 4 0 16,3-4 13-16,0 6 1 0,0-3 0 0,0 3 0 16,0 0-14-16,0 0 0 0,0 3 0 0,0 2 0 15,-3-2-10-15,3 2 10 0,0 3-8 0,-3-3 8 16,0 3-8-16,3-3 8 0,-3 3-8 0,0 0 8 0,3-3-12 15,-3 3 2-15,0-3 1 0,0 0 0 0,0-2-4 16,0 2-1-16,0-2 0 0,-1-1 0 16,1 1 3-16,0-3 1 0,-3 3 0 0,3-4 0 0,-3 4-6 0,3-3 0 0,-3 0-1 15,0 0 0 1,0 0-16-16,3-3-3 0,-3-5-1 0,0 5 0 16,0-5-102-16,0 0-20 0,3 3-4 0</inkml:trace>
  <inkml:trace contextRef="#ctx0" brushRef="#br0" timeOffset="89480.531">18249 14860 1637 0,'6'-16'34'0,"-6"11"8"0,0 5-34 0,0-6-8 0,0 6 0 0,0 0 0 15,0 0 130-15,0 0 24 0,0 0 5 0,0 0 1 16,0 0-64-16,0 0-12 0,-6 6-2 0,0-4-1 16,3 6-13-16,-3-2-4 0,3 2 0 0,-3 2 0 15,3 1-51-15,3-3-13 0,-3 5 0 0,3-3 0 16,0 1 0-16,0 0 0 0,0-1 0 0,3 1 0 15,0-1 0-15,0 1 0 0,0-3 0 0,3 3 0 16,0-4 0-16,0 4 0 0,3-3 0 0,0 0 0 16,0 0-48-16,0-3-13 0,0 0-3 0,3-2 0 15,-1 0 52-15,-2-1 12 0,3 1 0 0,0-3 0 16,0 0-24-16,3 0-3 16,-3-3 0-16,3 1 0 0,-3-4 27 0,0 1 0 0,0 0 0 15,-1 0 0-15,1-3 18 0,-3 0 9 0,0 2 1 0,0-2 1 16,-3 3 13-16,0-3 2 0,0 0 1 0,-3 0 0 15,0 0 4-15,-3 0 1 0,0 1 0 0,0-1 0 16,-3-3-9-16,0 3-1 0,-3-3-1 0,0 4 0 0,0-1-18 16,-3 0-3-16,0 0-1 0,-3 0 0 0,0 0-7 0,-2 3-2 15,-1-1 0-15,0 4 0 16,0-1-8-16,-3 0 0 0,0 3 0 0,0 0-11 16,3 0-29-16,-2 3-7 0,2-3-1 0,0 3 0 15,0-3-165-15,0 2-34 0</inkml:trace>
  <inkml:trace contextRef="#ctx0" brushRef="#br0" timeOffset="90100.49">18532 14757 1824 0,'0'0'76'0,"0"0"-60"16,0 0 89-16,0 0 19 0,0 0 3 0,0 0 1 16,6 0-52-16,-3 2-9 0,3 1-3 0,-3 0 0 15,3-1-51-15,0 1-13 0,-3 0 0 0,2-1 0 16,4 4 31-16,-3-1 3 0,3 3 1 0,-3 0 0 15,3 0-27-15,3 0-8 16,-3 2 0-16,0 1 0 16,3 2-23-16,-3-2-11 0,3 2-2 0,-3 0-1 15,0-2-31-15,-1 2-5 0,-2-5-2 0,0 2 0 16,0 1-33-16,-3-3-8 0,0 2 0 0,-3-2-1 0,3 0 80 0,-3-2 16 0,0 2 3 0,-3-3 1 16,3-5 27-16,0 5 6 0,0-5 0 0,0 0 1 15,0 0 77-15,0 0 15 0,0 0 3 0,0 0 1 16,0 0-27-16,0 0-6 0,0 0 0 0,0 0-1 15,0-5-12-15,3 0-3 0,0-3 0 0,0 0 0 16,3-3-21-16,0-2-5 0,0 0-1 0,0-3 0 16,3 0-8-16,3 0-1 0,-3-5-1 0,3 5 0 15,0-3-27-15,0 1 0 0,2 2-9 0,-2 0 9 16,0 3-16-16,0 2 4 0,0 1 1 0,0-1 0 16,0 3-131-16,0 0-26 0,0 0-6 15</inkml:trace>
  <inkml:trace contextRef="#ctx0" brushRef="#br0" timeOffset="91198.381">19523 14394 1579 0,'-15'0'32'0,"9"3"10"0,0-3-34 16,0 0-8-16,0 3 0 0,0-1 0 0,-3 3 104 0,3 1 20 0,1-1 3 15,-4 3 1-15,3 0-52 0,-3 5-9 0,3-2-3 0,-3 2 0 16,3 3 5-16,0 2 1 0,0 1 0 0,0 7 0 16,0-2-61-16,3 5-9 0,0 3 0 0,-3 2-12 15,6 3 12-15,-3 3 0 0,3 2 0 0,3 3 0 16,-3-2 0-16,3-4 0 0,0 4 0 0,0-1 0 16,3-5 48-16,0 3 13 0,0 0 3 0,3-1 0 15,-3-2-52-15,6-2-12 0,-3-1 0 0,0-2 0 16,3-6 0-16,-1-2 0 0,-2-5 0 0,3 2 0 15,0-5 0-15,0 0 0 0,3-3 0 0,-3-3 0 16,3 1 19-16,-3 0 1 0,0-6 0 0,-1 3 0 16,4-3-20-16,-3 0 0 0,0-2-11 0,3 0 11 15,-3-3-120-15,0-3-18 0,3 0-3 0</inkml:trace>
  <inkml:trace contextRef="#ctx0" brushRef="#br0" timeOffset="91696.733">20103 14534 1758 0,'0'0'36'0,"0"0"10"0,0 0-37 0,0 0-9 0,0 0 0 0,0 0 0 16,0 0 67-16,0 0 11 0,0 0 2 0,-6-2 1 15,6 2 38-15,-5 0 7 0,5 0 2 0,-6 2 0 16,-3 1-75-16,3 2-14 0,0 1-3 0,-3-1-1 16,3 3-7-16,-3 0-2 0,3 0 0 0,-3 2 0 15,0 1-18-15,3 0-8 0,0 2 0 0,-3 0 8 16,6 3 3-16,-3 2 0 0,3-2 0 0,0 5 0 16,0 1-11-16,3-1 0 0,-3 3 0 0,3-1 0 15,0 1 0-15,3-3 8 0,0 3-8 0,0-3 8 16,0-2-17-16,0-1-4 0,0 1-1 0,0-3 0 15,-3-3-16-15,0 3-3 0,3-3-1 0,-3 3 0 16,-3-3-6-16,3 1 0 0,-3-1-1 0,0-3 0 16,0 4-11-16,0-4-1 0,-3 1-1 0,0-1 0 15,1-2-144-15,-1 0-29 0</inkml:trace>
  <inkml:trace contextRef="#ctx0" brushRef="#br0" timeOffset="91897.461">19844 14945 2222 0,'0'-6'46'0,"0"1"11"0,3-3-45 0,0 3-12 0,0-3 0 0,0 3 0 16,3-3 20-16,-3 2 3 0,3 1 0 0,3 0 0 16,-3-1 23-16,0 1 5 0,3 0 1 0,3 0 0 15,0-1-32-15,0 1-7 0,3 0-1 0,0-1 0 16,2-2-12-16,1 1 0 0,3-1 0 0,-3 0 0 15,3 0-153-15,0-3-31 0</inkml:trace>
  <inkml:trace contextRef="#ctx0" brushRef="#br0" timeOffset="92224.738">20356 14934 2063 0,'0'0'87'0,"0"0"-70"16,-3 5 91-1,3-5 17-15,-2 6 4 0,-1-1 1 0,0 0-60 0,0 3-12 0,-3-3-2 0,3 1-1 16,-3-1-38-16,0 3-7 0,0 0-2 0,-3 0 0 16,0 0-8-16,0 5 0 0,0-2 0 0,0-1 0 15,0 6-12-15,-3-3-5 0,3-2-1 0,-3 2 0 32,4 0-176-32,-4-2-35 0</inkml:trace>
  <inkml:trace contextRef="#ctx0" brushRef="#br0" timeOffset="92680.11">21121 14511 1824 0,'0'0'76'16,"0"0"-60"0,0 0 38-16,-5 2 8 0,5-2 2 0,-9 0 0 0,3 3 31 0,0 2 6 0,0-2 2 0,0 2 0 15,-3 3-63-15,0-3-12 0,0 3-2 0,0 3-1 16,-3 2 3-16,0 0 1 0,0 3 0 0,-6 3 0 31,1 2-46-31,-1 0-10 0,-6 3-1 0,3 2-1 0,-3 4 9 0,0-4 3 0,-2 3 0 0,2 3 0 16,0-8-61-16,6-1-12 0,-3-1-2 15</inkml:trace>
  <inkml:trace contextRef="#ctx0" brushRef="#br0" timeOffset="92948.733">20717 14699 2024 0,'9'-24'42'0,"-6"16"10"16,-3 0-41-16,3 0-11 0,-1 0 0 0,-2 0 0 15,3 0 106-15,-3 3 19 0,3-1 4 0,-3 6 1 0,3-5-66 16,-3 5-14-16,0 0-2 0,0 0-1 16,0 0-17-16,3 0-3 0,-3 0-1 0,6 0 0 15,3 5-2-15,-3-2 0 0,3 2 0 0,0 3 0 0,0 0-8 0,3 6-3 16,0-4 0-16,0 6 0 0,3 0-13 15,0 0 8-15,-1 2-8 0,1 1 0 16,0-1-26-16,0 1-11 0,0-1-3 0,0 1 0 16,0-6-31-16,0 0-6 0,-1-2-2 0,-2 0 0 15,0-4-138-15,0 1-28 0</inkml:trace>
  <inkml:trace contextRef="#ctx0" brushRef="#br0" timeOffset="94276.642">22696 14471 1824 0,'-6'5'76'0,"0"1"-60"16,0-1 88-16,0 0 19 0,-3 0 3 0,3 3 1 15,-3 0-57-15,1 0-11 0,-1 3-3 0,0-1 0 16,-6 4-21-16,0-1-5 0,0 3-1 0,-3 0 0 16,0 2-17-16,-3-2-3 0,-2 5-1 0,-1 0 0 15,0 1-8-15,3 1 0 0,-3 1 0 0,4 3-11 16,-1-6-13-16,6 0-2 0,-3 0-1 15,3-2 0-15,3-3-129 0,0-3-27 0,0-3-5 0</inkml:trace>
  <inkml:trace contextRef="#ctx0" brushRef="#br0" timeOffset="94539.237">22369 14574 2336 0,'0'-10'108'0,"3"4"-96"0,-3 6-12 0,0-5 0 0,0 5 0 15,3-3 60-15,-3 3 8 0,0 0 3 0,0 0 0 16,0 0-28-16,6 0-6 0,-3 0-1 0,2 0 0 16,1 6-4-16,3-1 0 0,-3 0-1 0,3 3 0 31,0 0-8-31,0 5-2 0,3-2 0 0,0 2 0 0,0 3-12 0,0 0-9 16,6 0 12-16,-6 2-12 15,2 1 0-15,-2-1 0 0,0 4 0 0,-3-1 0 0,3 0 0 16,-3-3 0-16,3 4 0 0,-3-4 0 15,0 1-28-15,0-4-13 0,0 1-3 0,0-2 0 16,-1-1-16-16,1-5-3 0,-3 0-1 0,3 0 0 16,-3-3-153-16,0 0-31 0</inkml:trace>
  <inkml:trace contextRef="#ctx0" brushRef="#br0" timeOffset="94962.652">22970 14632 2412 0,'-6'-2'50'0,"3"-4"12"16,0 1-50-16,0 2-12 0,3-2 0 0,0 0 0 16,3 0 70-16,0 2 11 0,0-2 3 0,3 2 0 0,-3 0-54 0,3 1-10 15,0-1-3-15,0 0 0 16,0 3 23-16,0 0 4 0,0 0 0 0,0 0 1 0,3 0-28 15,-4 3-5-15,4-3-2 0,-3 5 0 16,0-2-2-16,0 0 0 0,0 2 0 0,-3 0 0 16,3 3-8-16,-3 0-11 0,-3 0 3 0,3 3 0 15,-3 2-38-15,-3 0-7 0,0 0-2 0,0 3 0 16,-3 3-8-16,0-3-1 0,-3 5-1 0,0-3 0 0,0 1 39 16,1 2 8-16,-4 0 2 0,3-2 0 0,0-1 26 15,0-2 6-15,0 0 0 0,3-3 1 0,0 0-17 0,6-2 0 0,-3 0 0 16,6-3 0-16,0 2 55 0,3-5 7 0,0-2 2 0,3 0 0 15,0-1-52-15,0 1-12 16,3-3 0-16,-1 0 0 0,4-3 0 0,0 1 0 0,0-1 0 0,6-2 0 16,0 2 0-16,6-2 0 0,-1 0 0 0,4-1 0 15,3 1 0-15,3-3 0 16,-4-3 0-16</inkml:trace>
  <inkml:trace contextRef="#ctx0" brushRef="#br0" timeOffset="97883.606">21288 14529 1341 0,'0'0'56'0,"0"0"-44"15,0 0 127-15,3-5 25 0,0 5 6 0,-3 0 1 16,0 0-67-16,3-3-12 0,-3 3-4 0,0 0 0 16,0 0-16-16,3 3-4 0,0 2-1 0,0 0 0 15,0 3-15-15,-3-2-2 0,0-1-1 0,0 6 0 16,0-3-33-16,0 2-6 0,0 1-2 0,0 2 0 15,-3 0 28-15,3 0 6 0,0 3 1 0,0 3 0 16,-3-1-18-16,3 3-3 0,0 1-1 0,-3 1 0 16,0-1-21-16,3 4-8 0,-3-2 0 0,0 2 0 15,3-4 8-15,-3-1 0 0,0 0 0 0,3-3 8 16,-3 1-8-16,3-6 0 0,-3 3 0 0,3-3 0 16,0 0 0-16,-3-2-8 0,3 2 0 0,0-5 0 15,0 3-18-15,0-3-3 0,0-3-1 0,3 3 0 16,-3-3-38-16,0-5-7 0,0 0-1 0,3 3-1 15,-3-3-110-15,6 0-21 0,0 0-5 0</inkml:trace>
  <inkml:trace contextRef="#ctx0" brushRef="#br0" timeOffset="98411.747">21782 14839 2310 0,'0'0'107'0,"0"0"-95"16,0 5-12-16,0-5 0 0,0 8 0 0,0-5 104 0,0 5 20 0,0-3 3 0,0 0 1 16,3 0-52-16,-3 3-9 0,0-2-3 0,0 2 0 31,0 2-51-31,0-2-13 0,0 3 0 0,0-1 0 0,-3 1 0 0,0-1 0 0,0 4 0 0,-3-1 0 16,0 0 54-16,0 3 8 0,-2 0 2 0,-1 2 0 15,0-2-52-15,-3 3-12 0,0-1 0 0,0 1 0 31,0-1-48-31,0 1-13 0,0 2-3 0,0-2 0 0,0-4 44 0,0 1 9 0,4 0 2 0,-4-3 0 16,6-2-139-16,-3-3-28 16,6-3-6-16</inkml:trace>
  <inkml:trace contextRef="#ctx0" brushRef="#br0" timeOffset="99033.018">23315 14410 2098 0,'0'-8'60'0,"0"-2"12"15,3 2-58 1,-3 0-14-16,3 2 0 0,-3 1 0 0,0 5 73 0,0 0 12 0,3-3 3 0,-3 3 0 16,0 0-16-16,6 3-2 0,0 0-1 0,0 2 0 15,-3 3-12-15,3 0-2 0,0 3-1 0,0 2 0 16,0 3-15-16,3 0-3 0,-3 2-1 0,0 3 0 15,3 0-15-15,-3 1-2 0,-1-1-1 0,-2 3 0 16,3 2-6-16,-3 0-2 0,0 1 0 0,0 5 0 16,-6-1-9-16,0 6 10 0,0 3-10 0,-3 0 10 15,-2 0-10-15,-1-1 10 0,-3 1-10 0,-3 0 10 16,-3-1 7-16,0 1 2 0,-3 2 0 0,-3 1 0 16,1-4-4-16,-4-2-1 0,0 3 0 0,0-3 0 15,0-3-14-15,4-4 11 0,-1-4-11 0,3 1 10 16,3-4-10-16,3-1 0 0,0-1 0 0,3-3 0 15,1-2-28-15,2-3 0 0,3 1-1 0,0-4 0 16,3-2-135-16,0-3-28 0,3-5-4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43:33.00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12519 2056 1250 0,'0'0'52'15,"6"-3"-41"1,-3 3 82-16,0-5 17 0,3 0 3 0,-3 5 1 16,3-3-30-16,0 3-5 0,0-5-2 0,0 5 0 15,0 0-25-15,0 0-4 0,0 0-2 0,0 0 0 16,-1 5-17-16,1-5-3 0,0 3-1 0,0 2 0 15,0 3-12-15,0 0-2 0,-3 5-1 0,3-5 0 16,-3 5-10-16,-3-2 10 0,3 7-10 0,-3-7 10 0,3 7-10 16,-3-7 8-16,-3 2-8 0,3 3 8 15,0-3-8-15,0 1 0 0,-3-6 9 0,3 2-9 0,0-2 0 16,-3-3 0-16,3 1 0 0,0-6 0 16,0 0 12-16,0 0-1 0,0 0-1 0,0 0 0 0,0 0 36 0,0 0 7 15,0 0 2-15,-6 0 0 16,3-11-4-16,0 3-1 0,3 0 0 0,-3-2 0 0,3-4-22 15,0-1-5-15,0 1-1 0,0-2 0 0,3 3-10 16,0-3-1-16,0 3-1 0,0-3 0 0,0 3-10 0,3 2 0 0,0-2 9 0,0 5-9 16,0-5 0-16,0 5 0 0,3 0 0 15,-3 0 0 1,3 3-20-16,0-3-4 0,0 3-2 0,3 2 0 0,-4 3 38 0,1 0 8 0,3-5 2 16,-3 10 0-16,3-5-22 0,-3 3 0 0,0-1 0 0,0 6 0 15,-3-5 0-15,3 2 0 0,0 3 0 0,-3 0 0 16,3 0 0-16,-3 5 0 0,0-5 0 0,-1 0 0 15,1 5 0-15,-3-5-8 0,3 0 8 0,-3 5-8 16,0-5-1-16,0 0 0 0,-3 0 0 0,0 0 0 16,0-3 9-16,0 3 0 0,0-8 0 0,0 0 0 15,0 0 0-15,0 0 0 0,0 0 0 16,0 0 0-16,0 0 10 0,0 0-2 0,-3-5-8 0,-3 2 12 16,3-2 3-16,0-3 0 0,0 3 0 0,0-3 0 15,3 0 8-15,-3 0 1 0,3 0 1 0,3 0 0 16,-3 0-1-16,3-5-1 0,3 5 0 0,-3 0 0 15,3 0-7-15,-3-2-2 0,3 2 0 0,0 0 0 0,0 5-14 16,0-5 11-16,0 8-11 0,0-5 10 16,-3 2-10-16,3 1 8 0,0 2-8 0,0 0 8 15,-3 0-8-15,3 2 0 0,0 1 0 0,-3 2 8 16,3-2-8-16,-3 5 8 0,3-3-8 0,-3 3 8 0,0 0-8 0,-1 5 0 16,1-5 0-16,0 5 8 0,-3 3-8 0,0-5 0 0,3 7 0 15,-3-2 8-15,0 5-8 0,3-5 0 16,-3 5 0-16,0 1 0 0,0-6 17 0,3-1-1 0,-3-1-1 0,0 1 0 31,3-1-48-31,-3-4-10 0,3-2-1 0,-3 0-1 16,3 3-133-16,3-9-26 0,-3 4-6 0</inkml:trace>
  <inkml:trace contextRef="#ctx0" brushRef="#br0" timeOffset="618.325">13326 2156 1569 0,'3'-7'66'0,"-3"1"-53"15,0-2 131-15,3 3 25 0,-3-3 6 0,0 5 1 16,0-2-50-16,0 5-10 0,0 0-1 0,0 0-1 15,0 0-42-15,-3-5-8 0,3 5-1 0,-6 0-1 32,0 0-23-32,0 5-5 0,-3-5-1 0,3 5 0 0,-3 3-16 0,0 0-3 0,3 0-1 0,-3 0 0 15,3 5-13-15,0-2 11 0,0 8-11 0,0-9 10 16,3 9-10-16,0-3 0 0,3-6 0 0,0 9 0 16,0-9 0-16,3 3 0 0,3 1 0 0,-3-4 0 15,3 1 0-15,3-3 0 0,-3 0 0 0,3 0 0 16,0 0 0-16,3-8 0 0,-3 2 0 0,0 1 0 15,3-3 0-15,-3-3 0 0,0 3 0 0,0-2 0 16,2-4 0-16,-2 4 0 0,0-6 12 0,0 2-4 16,0-2 20-16,0 3 4 0,-3-3 1 0,3 0 0 15,-3-2 6-15,-3-1 1 0,3 1 0 0,-3-6 0 16,0 2-8-16,0-1-2 0,-3-4 0 0,0 3 0 16,0 0-10-16,-3 0-1 0,0-2-1 0,0 7 0 15,0-5-18-15,-3 6 0 0,0-1 0 0,0 3 0 16,-3 3 0-16,0 2 0 0,3-2 0 0,-6 0 0 15,3 5-21-15,0 0-5 0,0 0-1 0,-2 0 0 16,-1 0-81-16,0 5-17 0,-3-5-3 0</inkml:trace>
  <inkml:trace contextRef="#ctx0" brushRef="#br0" timeOffset="4291.264">13790 1826 1792 0,'0'-6'51'0,"0"4"10"0,3-6-49 0,-3 3-12 0,3 2 0 0,-3-2 0 16,0 5 105-16,3-8 19 0,0 8 3 0,-3 0 1 16,3-6-52-16,0 4-9 0,3 2-3 0,-6 0 0 15,6 0 0-15,0 0 0 0,-3 8 0 0,3-6 0 16,0 9-51-16,-3 0-13 0,3 2 0 0,-3 3 0 15,0-1 0-15,3 4 0 0,-4-3 0 0,1 5 0 16,0-2 0-16,0 2 0 0,0 0 0 0,0 3 0 16,-3-3 0-1,0 3 0-15,3 2 0 0,-3 3 0 0,0-5 0 0,0 5-15 0,3 0 3 0,-3-5 1 16,0 3 2-16,0-4 0 0,3-7 0 0,-3 3 0 16,0-3 9-16,0 0-8 0,0-9 8 0,0 1-8 15,0 0 8-15,0-2 0 0,0-6 0 0,0 0 0 16,0 0 0-16,0 0 9 0,0 0-9 0,0 0 10 15,0 0 15-15,0-6 3 0,3-2 1 0,-3 0 0 16,-3 1 3-16,3-7 1 0,-3 4 0 0,0-4 0 16,0-1-10-16,-3 1-3 0,3-1 0 0,-5-1 0 15,2-3-20-15,-3 3 0 0,0 0 0 0,0 3 0 16,0 0 0-16,-3 2 0 0,3 3 0 0,-3 0 0 16,0-2 25-16,3 7 1 0,0 3 0 0,-3-5 0 15,3 5-26-15,1 0 0 0,-4 0 0 0,3 0 0 16,-3 5 0-16,3-5 0 0,0 3 0 0,3 2 0 15,-3 0 0-15,3-2 0 0,0 2 0 0,0 3 0 0,3 3 0 0,0-1-11 16,0 1 11-16,0 2-8 0,0 1 8 0,3 1-8 0,-3-1 8 16,3 2-8-16,3-1 8 0,-3-1-10 15,3-4 10-15,0 9-10 0,3-9 10 0,0 4-13 16,0-1 5-16,0-3 8 16,3-2-13-16,0 3 5 0,0-1 8 0,3-2-13 0,-3-2 13 0,3 2-11 15,0-8 11-15,-1 5-10 0,1-2 10 0,0-3-8 0,3 0 8 16,0 0-8-16,0-3 8 0,3 3 0 0,0-5 0 0,-3-1-8 15,2 4 8-15,-2-6 0 0,0 0 0 0,3 3 0 16,-6-3 0-16,0 0 0 0,0-6 0 0,0 6 0 16,-3-5 13-16,-4 3-1 0,4-4-1 0,-3 1 0 15,-3 3 13-15,3-9 2 0,-3 9 1 16,0-6 0-16,0 2-2 0,0-1 0 0,0 1 0 0,0 1 0 16,-3 2-5-16,0 1-2 0,3 2 0 0,-3 0 0 15,0 0-7-15,0 5-2 0,0-2 0 0,0 5 0 16,0 0-9-16,0 0 0 0,0 0 9 0,0 0-9 15,0 0 0-15,0 0 0 0,0 0 0 0,0 0 0 16,0 5 0-16,0 3 0 0,0 0 0 0,0 3 0 16,0 2 0-16,0 3 0 0,3-3 0 0,-3 3 0 15,3 3 0-15,0-9-8 0,3 6 8 0,-3-3 0 16,0 1-24-16,3-1 1 0,0-3 0 0,0 4 0 16,0-6-9-16,0-6-3 0,0 3 0 0,0 1 0 15,0-4 19-15,0-2 4 0,0 0 1 0,-1-2 0 16,-2 2 11-16,3-6 0 0,0 4 0 0,-3-3 0 15,0-1 14-15,0-2 2 0,0 0 0 0,0 0 0 16,0 0 12-16,-3 1 2 0,3-7 1 0,0 1 0 16,-3 3-7-16,0 2 0 0,3-6-1 0,-3 1 0 0,0 5-10 15,0-2-1-15,3 4-1 0,-3-2 0 0,0 0-11 16,0 8 8-16,0 0-8 0,0 0 8 0,0 0-8 0,0 0 0 0,0 0 0 16,0 0 0-16,3 8 0 0,0 0 0 0,0 6-8 0,0-4 8 15,0 3 0-15,0 1 0 0,0 1 0 0,0-1 0 16,0 2 0-16,3-6 0 0,-3 3 0 0,0 1 0 15,3-6-8-15,0 5 8 0,0-5 0 0,0 2 0 16,0-2-22-16,0 3 0 0,-1-9 0 0,1 6 0 16,3-2 33-16,-3-4 6 0,3 4 2 15,-3-1 0-15,3-5-19 0,0 0 0 16,0 0 0-16,0 0 0 0,0-5 0 0,0 5 0 0,0-6 0 0,0 4 0 16,0-6 8-16,0 0-8 0,-1 0 0 0,1-3 0 15,0 1 15-15,0-4-4 0,-3 1-1 0,3-5 0 16,-3-1 0-16,0 1 0 0,0-3 0 0,0-1 0 15,0-1-10-15,0-4 12 0,-3 6-12 0,3-3 12 16,-3 3-12-16,0 2 0 0,0-2 9 0,0 3-9 16,0-1 8-16,-3 3-8 0,0-2 8 0,0 2-8 15,0 0 11-15,0-5-3 0,0 5 0 0,0-5 0 16,-3 0-8-16,3 5 0 0,0-5 0 0,-3-1 0 16,3 4 0-16,-3-1 0 0,3 4 0 0,-3-1 8 15,3 0-8-15,-3 3 0 0,0-3 9 0,3 2-9 16,-3 7 0-16,0-7 8 0,3 6-8 0,-3 0 0 0,3 0 0 0,-3 3 0 15,3 3-10-15,0 2 10 0,0 0 0 0,0 0 0 0,0 0 10 0,0 0-2 16,0 0-8-16,0 0 0 16,0 0 0-16,0 0 0 15,0 0 0-15,0 0 0 0,-3 7-9 0,0 1 9 16,3 0 0-16,0 6 0 0,-3-6-9 0,3 5 9 16,0 3 0-16,0-1 0 0,0 1 0 0,0 3 0 0,3-1 0 0,-3 1 0 15,0-1 0-15,3 4 0 0,-3-1 0 0,0-5-8 16,3 0 8-16,-3 2 0 0,3-2 0 0,-3-3 0 0,0 3 0 0,3 0 0 15,-3-3 0-15,0 3-8 0,3-3 8 0,0-2 0 16,-3 2 0-16,3 0 0 0,0-2 0 0,-3 7 0 16,3-7-8-16,0 5 8 0,0-3 0 0,0 3 0 15,0 2 0-15,0-7 0 0,0 5 8 16,0-3-8-16,0 0 0 0,-1 1-10 0,1 2 0 0,0-9 0 16,3 7 10-16,-3-6-10 0,0 0 10 0,0-1-10 15,3-1 10-15,-3 2-10 0,0-6 10 0,3 4-10 16,-3-4 10-16,3-2 0 0,-3 6-9 0,6-6 9 15,-3 0 0-15,0 0 0 0,3-6 0 0,0 4 0 16,0-4 0-16,0 4 0 0,3-9 0 0,-1 3 0 16,1-2 0-16,0-4 0 0,3 1 0 0,0 3 0 15,-3-4 0-15,0-2 0 0,3-2 0 0,-3 2 0 16,0 5 0-16,-1-2 0 0,-2-3 10 0,0 3-10 16,0 0 13-16,-3 2-4 0,3 3-1 0,-3-2 0 15,-3 2 1-15,3 0 0 0,-3 0 0 0,-3 3 0 16,3-3-9-16,-3 5 0 0,0-2 0 0,0 5 0 15,-3-3 0-15,0-5 0 0,3 8 0 0,-6 0 0 16,0-5 53-16,0 2 9 0,-3 3 2 0,3 0 0 16,-3 0-52-16,-3 3-12 0,4 2 0 0,-1-5 0 15,0 8-20-15,0 0-8 0,0-5 0 0,3 7-1 0,0 6 46 0,0-5 10 16,0 7 1-16,3-2 1 16,0 5-49-16,3-2-11 0,0 2-1 0,0 6-1 0,3-9 33 0,0 3 0 0,0 0 0 0,3-5 0 15,-3 3-8-15,3-3 8 0,0-6 0 0,3 3 0 16,-3 1 0-16,3-6 0 0,0 0 0 0,-1 0 0 15,4-1 0-15,-3-1 0 0,3 2 0 0,-3-6 0 32,3 4-25-32,0-6-5 0,0 5-1 0,0-5 0 0,3 0 31 0,-3 0 0 15,2 0 0-15,1 0 0 0,0 0-72 16,3-5-9-16,0-1-2 0,6 4 0 16,0-6-174-16,2 2-35 0</inkml:trace>
  <inkml:trace contextRef="#ctx0" brushRef="#br0" timeOffset="9491.123">15790 1921 1094 0,'0'0'46'0,"0"0"-37"15,0 0 95 1,0 0 20-16,0 0 3 0,0-5 1 0,0 5-11 16,0 0-1-16,0 0-1 0,0 0 0 0,0 0-31 0,0 0-5 0,0 0-2 0,0 0 0 15,0 0-32-15,0 0-6 0,0 0-2 0,0 0 0 16,0 0-19-16,0 0-4 0,0 0-1 0,0 8 0 16,0 0 1-16,0 2 0 0,0 1 0 0,0 2 0 15,0-5-14-15,0 5 0 0,0-2 0 0,0-1 0 16,0 1 0-16,3 2 0 0,-3-2 0 0,0 2 0 15,3 0 0-15,-3 0 0 0,3-2 0 0,-3 5 0 16,0-3 10-16,3 0-1 0,-3-2 0 0,0 2 0 16,0 0-9-16,0-2-12 0,0 0 2 0,0-1 1 15,0-2 9-15,3 3 0 0,-3-3 0 0,0-6 0 16,0 4 0-16,0-6 0 0,0 0 0 16,0 0 0-16,0 0 0 0,0 0 0 0,0 0 0 0,0 0 0 15,0 0 0-15,0 0 0 0,0 0 0 0,0 0 0 16,0 0 49-16,0 0 12 0,3-6 3 0,0-2 0 15,-3 0-52-15,0 0-12 0,0-5 0 0,0 3 0 16,0-4 0-16,0 1 0 0,0 0 0 0,0-3 0 16,0 5 0-16,0-7 0 0,0 2 0 0,-3 3 0 15,3 2 0-15,0-2 0 0,0 0 0 0,0 2 0 16,0 3 0-16,0-5 0 0,0 0 0 0,0 2 0 16,0 1 0-16,0-1 0 0,0 3 0 0,0-5 0 15,0 0 0-15,3 2 0 0,-3 3 0 0,3-5 0 16,0 5 0-16,0 0 0 0,0-5 0 0,3 5 0 15,-3 0 0-15,0 0 0 0,3 3 0 0,-3-1 0 0,0 4 0 0,3-4 11 16,-3 6-11-16,-3 0 10 0,6 0-10 0,3 6 0 0,-3-6-10 16,0 8 10-16,0-3 0 15,3 3 0-15,-4 0 0 0,1 0 0 0,3 0 0 0,-3 0 0 16,3 5 0-16,-3-5 0 0,0 0 0 0,-3 0 0 0,3 5 0 0,-3-5 0 16,3-3 0-16,-3 3 0 0,-3 0 0 0,3 0 0 15,-3-5 0-15,0 2 0 0,0-5 0 0,0 0 0 16,0 0 0-16,-3 5 12 0,3-5-1 0,0 0 0 15,0 0-11-15,0 0 0 0,0 0 0 0,0 0 8 16,0 0-16-16,-6 0-4 0,3-5-1 16,0-3 0-16,0 0 13 0,3 0 15 0,0 0-3 0,0-2-1 15,3 2-11-15,0-3-16 0,0-2 4 0,0 5 1 16,3-5 11-16,-3-1 12 0,3 4-2 0,0 2-1 16,0-5-9-16,0 5-12 0,0 0 2 0,0 0 1 15,0 3 9-15,0 2 0 0,-1-2 0 0,-2-1 0 16,3 4 0-16,0 2 0 0,0 0 0 0,0 0 0 15,-3 0 0-15,3 2 0 0,0 4 0 0,0-1 0 16,0 3 49-16,-3 0 12 0,3 0 3 0,0 5 0 16,-3-5-52-16,3 2-12 0,-3 1 0 0,3 5 0 15,-3-8-19-15,0 5-6 0,0-2-2 16,0 2 0-16,-3 0 27 0,3 3 0 0,-3 0 0 0,3-3 0 16,-3-2 0-16,3 2 0 0,-3 0 0 0,0 3 0 15,0-3 0-15,0-2 0 0,0 2 0 0,0 0-8 16,0-2-4-16,0 2-1 0,0 0 0 0,0-5 0 15,0 0-12-15,0 0-3 0,0 0 0 0,0-3 0 16,3 3-28-16,-3-8-5 0,0 3-2 0</inkml:trace>
  <inkml:trace contextRef="#ctx0" brushRef="#br0" timeOffset="9935.093">16359 1828 1824 0,'0'-15'38'0,"0"12"8"0,0 3-37 16,0-8-9-16,0 8 0 0,0 0 0 0,0 0 110 0,0 0 20 0,0 0 4 0,0 0 1 15,0 0-58-15,-9 0-11 0,9 0-2 0,-6 8-1 16,3-5-4-16,-3 2-1 0,3 3 0 0,0 5 0 16,0-5-46-16,3 2-12 0,0 1 0 0,-3 5 0 15,3-5 0-15,0 2 0 0,0 0 0 0,0 3 0 16,3-3 0-16,-3 3 0 0,3-3 0 0,-3 3 0 15,3-3 0-15,0 6 0 0,-3-3 0 0,3 5 0 16,0 0 0-16,0 0 0 0,0 0 0 0,0 1 0 16,3 1 0-16,0-1 0 0,0-7 0 0,0 7 0 15,0-7 16-15,0-1 0 0,3-4 1 0,-3 3 0 16,2-5-17-16,1 0 0 0,0-2 0 0,0 2 0 16,0-8 0-16,0 2 8 0,3-2-8 0,0 0 0 15,-3-2 29-15,0-4-1 0,0 4 0 0,0-6 0 16,0 0 9-16,0-3 2 0,-4 1 0 0,1-4 0 15,3-1-6-15,-3-1-1 0,0-6 0 0,3 1 0 0,-3-3-8 16,0 3-1-16,0 0-1 0,-3-3 0 0,3 3-22 0,0 5-16 16,-3-5 2-16,3 5 1 0,-3 3 13 15,0-3 0-15,0-2 0 0,-3 7 0 16,3-2 0-16,-3 5 0 0,0-5 0 0,0 2 0 0,0 6 0 16,-3-3 0-16,3 3 0 0,0 5 0 15,0 0-105-15,0 0-19 0,0 0-3 0</inkml:trace>
  <inkml:trace contextRef="#ctx0" brushRef="#br0" timeOffset="10407.674">17118 1805 1364 0,'0'0'57'16,"0"0"-45"-16,0-3 128 0,3-2 25 0,-3-3 6 0,0 8 1 15,0-6-51-15,0 6-9 0,0-2-3 0,0 2 0 32,0 0-10-32,0-6-3 0,0 6 0 0,0 0 0 15,0 0-76-15,0 0-20 0,0 0 0 0,0 0 0 16,0 0 55-16,0 0 7 0,0 0 2 0,-6 0 0 16,-3 6-52-16,3 2-12 0,-3-6 0 0,3 9 0 0,-3 0 0 0,0 2 0 0,-3 3 0 0,3-1 0 15,-2 4 0-15,-1-3 0 0,3 0 0 16,-3 0 0-16,0 5 0 0,0-5 0 0,3 2 0 0,-3 1 0 15,0-1-15-15,0-2-2 0,0 0-1 0,1 5 0 32,-1-8-16-32,0 3-3 0,0 0-1 0,3-3 0 15,-3 3-32-15,3-8-6 0,0 5-2 0,3-5 0 16,0 0-155-16,3-5-31 0</inkml:trace>
  <inkml:trace contextRef="#ctx0" brushRef="#br0" timeOffset="10653.759">16850 1966 1728 0,'-3'-34'36'0,"0"23"8"0,3-5-35 0,-3 3-9 0,3-3 0 0,0 3 0 16,0-3 120-16,0 8 23 0,0-5 4 0,0 5 1 15,0 0-64-15,3 0-12 0,-3 3-2 0,0 5-1 16,0 0-4-16,6 0-1 0,-3 0 0 0,0 0 0 16,3 5-8-16,0-2-3 0,-3 5 0 0,3 5 0 15,3-5-33-15,-3 5-8 0,0 3 0 0,3-3-1 16,-3 3-11-16,2 0 0 0,1 0 0 0,-3 2 0 15,3 1 0-15,0-1 0 0,0-2 0 0,0 5 0 16,0-5 0-16,0 5 0 0,0-5 0 0,0 5 0 16,-3 3 0-16,3-3 0 0,0 0 0 0,-3-5 0 15,-1 6 0-15,1-7 0 0,0 1 0 0,0-2 0 16,-3 1-203-16,0-1-42 0</inkml:trace>
  <inkml:trace contextRef="#ctx0" brushRef="#br0" timeOffset="11573.463">17317 2194 1200 0,'0'0'51'0,"0"0"-41"16,0 0 111-16,0 0 23 0,0 0 4 0,0 0 0 16,0 0-26-16,-6 0-6 0,6 0 0 0,0 0-1 15,0 0-27-15,0 0-4 0,0 0-2 0,0 0 0 16,0 0-27-16,0 0-6 0,0 0-1 0,0 0 0 15,0 0-16-15,0 0-4 0,0 0-1 0,0 0 0 16,0 0-2-16,6 7 0 0,-3-7 0 0,3 0 0 16,0 0-5-16,3 0 0 0,-3 0-1 0,3 0 0 15,-3 0-7-15,3-5 0 0,0 3-1 0,0 2 0 16,0 0-11-16,0-6 8 0,3 4-8 0,-4 2 8 16,1-3-8-16,0 3 0 0,-3 0 0 0,3 0 8 15,-3 0-8-15,-6 0 0 0,0 0 0 0,0 0 0 16,0 0 0-16,0 0 0 0,0 0 0 0,0 0 0 15,0 0 0-15,-6 5 0 0,0 1 0 0,0 1-11 16,-3-7 11-16,0 8-13 0,1-5 5 0,-1 2 8 16,-3-5 0-16,3 6 0 0,0-6 0 0,-3 2 0 15,3-2 0-15,-3 6 0 0,3-6 0 0,0 0 0 16,-3 0 0-16,3 0 0 0,0 0 0 0,4-6 0 0,-1 6 0 16,6 0 0-16,0 0 0 0,0 0 0 0,-6-2 12 0,6 2-4 0,0 0 0 15,0 0 0-15,0 0 0 16,0 0 0-16,0 0 0 0,0 0 0 0,3-6 0 0,0 6 0 0,0-5 0 0,2 2 0 15,1 3 5-15,0-5 1 0,3 5 0 16,-3-3 0-16,0 3-2 0,3 0-1 16,-3 0 0-16,3 0 0 0,0-5-11 0,-3 5 8 0,3 0-8 0,0 0 8 15,0-2-8-15,0 2 0 0,3 0 0 0,-1 0 0 32,1 0-30-32,0 0-5 0,0 0-1 0,0 0 0 15,0 0-34-15,0 0-7 0,0 0-2 0,0 0 0 0,0 0-155 0,2 0-31 16</inkml:trace>
  <inkml:trace contextRef="#ctx0" brushRef="#br0" timeOffset="12730.182">17916 1773 1337 0,'-6'8'28'0,"0"2"6"0,0 1-34 0,0 0 0 0,0 2 0 0,0-5 0 15,0 5 86 1,0-5 10-16,3 0 3 0,-3 0 0 0,0 0-50 0,0 5-9 0,3-10-3 0,-3 7 0 16,3-7 7-16,-3 2 0 0,3-2 1 0,0 2 0 15,3-5 12-15,0 0 3 0,-3 8 0 0,3-8 0 16,0 0-3-16,0 0 0 0,0 0 0 0,-6 0 0 15,6 0-7-15,0 0-2 0,0 0 0 0,0 0 0 16,-3-5-16-16,0-3-4 0,1 5-1 0,2-5 0 16,0 3-11-16,0-3-1 0,2 0-1 0,-2-5 0 15,3 5-14-15,0 0 0 0,3-5 0 0,-3 5 0 16,3 0 8-16,0-5 9 0,0 2 2 0,3 6 0 16,0-9-31-16,0 6-5 0,0 6-2 0,0-6 0 15,3 3 34-15,-3-1 6 0,3 4 2 0,0 2 0 16,-4 0-37-16,4 0-7 0,-3 2-2 0,0 4 0 15,0-1 37-15,0-2 7 0,0 4 2 0,-3 7 0 16,0-6-37-16,0 5-7 0,0-3-2 0,-3 9 0 16,-3-8 23-16,0 2 0 0,-3 3 0 0,0 0 0 15,-3 2-9-15,0-7 9 0,0 7-12 0,-3-7 12 16,-3 2 0-16,3 0 0 0,-3-2 8 0,0 2-8 16,1 0-45-16,-1-2-15 0,0 2-4 0,0 0 0 15,0-5 52-15,3 3 12 0,-3 2 0 0,3 0 0 0,0-5 0 16,3 0 0-16,0 5 0 0,0-5 10 0,0 0-10 0,3-5 0 0,0 7 0 15,3-10 0-15,-3 3 0 0,3 2 0 0,0-5 0 0,0 8 0 16,0-8 0-16,3 3 0 0,0 2 0 0,0-2 0 16,3 0 0-16,0-1 0 15,0-2 12-15,0 6-4 0,3-6 8 16,0 0 0-16,3 0 1 0,0 0 0 0,0 0 17 0,0 0 3 16,3 0 1-16,-4 0 0 0,7-6-38 0,-3 6-21 0,0 0 2 0,0 0 1 15,0 0 18-15,0 0 0 0,0 0 0 0,-1 0 0 16,-2 0-13-16,0 0-3 0,3 0 0 0,-3 0 0 15,-3-2-123-15,3 2-25 0,-3-3-4 16</inkml:trace>
  <inkml:trace contextRef="#ctx0" brushRef="#br0" timeOffset="13061.555">18323 1760 2066 0,'-6'-16'43'0,"4"8"10"15,2 2-42-15,0-1-11 0,-3-1 0 0,3 2 0 16,0 4 104-16,0-6 20 0,0 8 3 0,0 0 1 0,3-6-47 0,-3 6-9 0,0 0-1 0,0 0-1 16,0 0-40-16,0 0-8 0,0 0-2 0,0 0 0 15,2 8-9-15,1 0-3 0,-3 6 0 0,3-1 0 16,-3 3-8-16,3 5 0 0,-3-5 9 0,0 5-9 15,0 3 0-15,0-3 0 0,0 0 0 16,0-2 8-16,0 2-8 16,0 0 0-16,0 0 8 0,0 0-8 15,-3-5 8-15,3 5-8 0,0-5 8 0,0 5-8 16,-3-2-32-16,3 2-10 0,-3 0-2 0,1 0-1 16,2-5-15-16,0 5-4 0,-3-10 0 0,3 7 0 15,0-7-153-15,-3 2-31 0</inkml:trace>
  <inkml:trace contextRef="#ctx0" brushRef="#br0" timeOffset="13542.934">18237 2011 2066 0,'-6'-5'43'0,"6"5"10"15,-3-3-42-15,3 3-11 0,0 0 0 0,0-5 0 16,3 2 53-16,0-2 9 0,0 2 2 0,3-2 0 15,0 2 0-15,3-2 0 0,3 0 0 0,0 2 0 16,3 3-1-16,0-5 0 0,2 2 0 0,-2-2 0 16,3 2-50-16,3 3-13 0,-3-5 0 0,0 5 0 15,-3-3 0-15,2 3 0 0,-2 0 0 0,0 0 0 16,-3 0 0-16,-3 0 0 0,0 3 0 0,-3-3 0 16,0 5 0-16,0-5 0 0,-6 0 0 0,0 0 0 15,0 0 0-15,0 8 0 0,-3 0 0 0,3-5 0 0,-3 7 0 0,0-2 0 16,0-5 0-16,0 5 0 0,0-3 0 0,0 0 0 0,3 3 0 15,-3 0 0-15,3-5 0 0,3 5 0 16,-3 0 0-16,3-3 0 0,3 3 0 0,-3-3 0 16,3 3 0-16,3-8 0 0,-3 3 0 15,3 2 0-15,-3-5 0 0,3 5 0 0,-1-5 0 16,4-5 0-16,-3 5 0 0,-3 0 0 0,3-5 0 0,0 2 0 0,-3-5 0 16,3 3 0-16,-3 2 0 0,0-5 0 0,0 3 0 0,0 0 0 15,-3-3 56-15,0 0 7 0,0 0 1 0,-3 0 0 16,0 0-52-16,0 0-12 0,0 0 0 0,-3-5 0 15,0 5 0-15,0 0 0 0,0 0 0 16,-3-5 0-16,0 5 0 0,-3 0 0 0,3 0 0 0,-3 3 0 16,0-3 0-16,-3 3 0 0,3 2 0 0,-3-5 0 15,1 8 0-15,-1 0 0 0,0-5 0 0,-3 10 0 32,3-5-151-32,0 0-33 0,0 3-6 0</inkml:trace>
  <inkml:trace contextRef="#ctx0" brushRef="#br0" timeOffset="13906.49">18940 1813 2124 0,'-15'-16'44'0,"9"10"10"0,3 4-43 16,0-4-11-16,3 4 0 0,0 2 0 0,-3-8 97 0,3 8 18 0,3-5 3 0,-3 5 1 15,0 0-47-15,0-3-8 0,0 3-3 0,0 0 0 16,0 0-15-16,0 0-3 0,0 0-1 0,0 0 0 16,0 0-19-16,0 0-4 0,3 3-1 0,0 4 0 15,-3 7-4-15,0-6-1 0,0 5 0 0,0 3 0 16,0 0-4 0,0 5-1-16,0-8 0 0,0 6 0 0,0-1-8 0,0 1 8 0,0 2-8 0,0 0 8 15,0-5-8-15,3 5 12 0,-3 0-12 0,3 0 12 16,0-2-12-16,-3 2 10 0,3 5-10 0,-3-7 10 15,0 2-10-15,3 0 8 0,-3 0-8 0,0-5 8 16,0-2-8-16,0 1 10 0,0-1-10 0,-3-6 10 16,3 2-10-16,0-2 10 0,0-3-10 15,-3 1 10-15,3-6-28 0,0 0-6 0,0 0 0 0</inkml:trace>
  <inkml:trace contextRef="#ctx0" brushRef="#br0" timeOffset="15039.053">19508 1611 1824 0,'-3'-5'38'0,"0"2"8"0,-3-2-37 0,3 3-9 0,-3-4 0 0,0 4 0 16,-3 2 104-16,3-6 20 0,-2 6 3 0,-1 0 1 15,0 6-51-15,0-4-9 0,-3 4-3 0,3 1 0 16,-3 4-53-16,0 2-12 0,0 3 0 0,0 5 0 16,0 1 21-16,-3 7 4 0,4 0 1 0,-1 2 0 15,3 4-16-15,0-3-10 0,3 2 12 0,0 3-12 16,3-5 14-16,6 2-4 0,0-5-1 15,3 6 0-15,0-1 0 0,6 3 0 0,0-5 0 16,2 2 0-16,1-2 7 0,0-3 0 0,0-2 1 0,0 2 0 16,3-11 3-16,0 1 0 0,3-3 0 0,-4 0 0 15,4-3-35-15,0-3-6 0,0 1-2 0,3-3 0 16,-6 2 23-16,2-2 18 0,1 3-3 0</inkml:trace>
  <inkml:trace contextRef="#ctx0" brushRef="#br0" timeOffset="24112.27">20023 1699 1874 0,'0'0'53'0,"0"0"11"0,0-6-51 0,0 1-13 0,0 5 0 0,0-2 0 16,0 2 79-16,0 0 13 0,0 0 2 0,0 0 1 15,0 0-42-15,0 0-8 0,0 0-1 0,0 0-1 16,0 0-14-16,-6 0-2 0,0 0-1 0,0 2 0 0,0 9-18 0,-3-3-8 0,0 0 8 16,0 7-8-1,-2-1 0-15,-1 7 0 0,-3-3 0 0,0 4 0 0,3-1 0 16,-3 0 0-16,0-3 0 0,0 4 0 15,-3-1-16-15,4 0-1 0,-1-5-1 0,0 5 0 16,-3-5-26-16,3-3-4 0,-3 3-2 0</inkml:trace>
  <inkml:trace contextRef="#ctx0" brushRef="#br0" timeOffset="24393.278">19597 1813 1607 0,'-3'-8'68'16,"0"0"-55"-16,0 2 93 0,3 6 18 0,0 0 4 0,0 0 1 15,0 0-61-15,0 0-12 0,0 0-2 0,0 0-1 16,6 0-19-16,-3 6-4 0,3-1-1 0,3-2 0 16,-3 5-4-16,3-1-1 0,-3 7 0 0,6-6 0 15,-3 5-9-15,0-3-3 0,0 4 0 0,0 2 0 16,3 2-12-16,0-7 0 0,-1 7 0 0,1-2 0 15,-3 0 8-15,6-3-8 0,-6 3 0 0,3-3 0 16,0 3 0-16,-3-8 0 0,0 5 0 0,3-2 0 16,-3 2 0-16,3-8 0 0,-4 3 0 0,4 0 0 15,-3 0-100-15,0 0-22 0,0-3-5 16</inkml:trace>
  <inkml:trace contextRef="#ctx0" brushRef="#br0" timeOffset="25141.336">19782 1913 1504 0,'0'0'43'0,"0"0"9"0,0 0-42 16,0 0-10-16,0 0 0 0,0 0 0 0,0 0 92 0,0 0 16 0,0 0 3 0,0 0 1 15,0 0-44-15,-3 8-8 0,0-5-1 0,0 5-1 16,0-3-25-16,0 3-5 0,0 0 0 0,0 5-1 16,0-5-11-16,-3 0-3 0,0 5 0 0,0-5 0 15,0 0-5-15,-3 5 0 0,3-5-8 0,-2 3 12 16,-1-1-12-16,0-2 11 0,-3 3-11 0,3-1 10 16,0 1-10-16,-3-3 8 0,3 5-8 0,-3 0 8 15,3-5-8-15,0 0 0 0,0 0 0 0,3 5 0 16,-3-5 0-16,4 0 0 0,-1-5 0 0,3 8 0 15,-3-4 0-15,3-4 0 0,0 2 0 0,3-5 0 16,0 3 0-16,0-3 0 0,-3 5-14 0,3-5 5 16,0 0-42-16,0 0-8 15,0 0-1-15,0 0-1 0,3 6-151 0,0-4-29 0</inkml:trace>
  <inkml:trace contextRef="#ctx0" brushRef="#br0" timeOffset="25985.162">20133 1810 1313 0,'0'0'27'0,"0"0"8"0,0 0-35 0,0 0 0 0,0 0 0 0,0 0 0 15,-3-5 104-15,3 5 13 0,0 0 3 0,-3-3 1 16,3 3-21-16,0 0-4 0,0-5 0 0,0 5-1 16,-3-6-19-16,3 6-3 0,0 0-1 0,0-2 0 15,0 2-15-15,0 0-3 0,0 0-1 0,0 0 0 16,0 0-15-16,0 0-3 0,0 0-1 0,0 0 0 16,0 0-14-16,0 0-4 0,0 0 0 0,0 0 0 15,-3 2-16-15,3 4 0 0,-3 7 8 0,0-5-8 16,3 2 0-16,0 1 0 0,-3 5 0 0,3-6 0 15,0 9 0-15,0-8 0 0,0 7 0 0,0-2 0 16,0-3 0-16,0 3 0 0,3 0 0 0,-3 0 0 16,0 0 0-16,0 2 0 0,3-7 0 0,-3 7 0 15,0-7 0-15,0 2 0 0,0 0 0 0,-3 3 0 16,3-3 0-16,-3-2 0 0,3 2 0 0,-3-5 0 16,3 5 0-16,0-5 0 0,0 3 0 0,-3 0 0 15,3-9 0-15,0 6 0 0,0-3 0 0,0 3 0 16,0-2-20-16,0-6 1 0,0 2 1 0,0-2 0 15,0 0-19-15,0 0-4 0,0 0-1 0,0 0 0 16,0 0-31-16,0 0-7 0,0 0 0 0</inkml:trace>
  <inkml:trace contextRef="#ctx0" brushRef="#br0" timeOffset="26506.506">20574 2098 1839 0,'0'0'77'16,"0"0"-61"0,0 0 97-16,0 0 20 0,0 0 4 0,0 0 1 0,0 0-54 0,0 0-10 0,0 0-2 0,0 0-1 15,0 0-29-15,3 3-6 0,-3-3 0 0,0 5-1 16,3 3-13-16,-3 0-2 0,-3 0-1 0,3 5 0 16,-3-5-11-16,-3 5-8 0,3-5 9 0,-3 6-9 15,0 1 10-15,0-4-10 0,-3 8 10 0,0-9-10 16,3 3 0-16,-3 1 0 0,0 1-13 15,0-1 4 1,0-6-19-16,-2 2-4 0,2 3-1 0,0-5 0 16,0 6-33-16,0-6-6 0,0-3-2 0</inkml:trace>
  <inkml:trace contextRef="#ctx0" brushRef="#br0" timeOffset="27485.881">21130 1768 1914 0,'0'-3'54'0,"0"3"13"15,3-5-54-15,-3-1-13 0,0 4 0 0,0 2 0 16,0 0 79-16,0-8 13 0,0 8 2 0,0 0 1 16,0 0-37-16,0 0-7 0,0 0-2 0,-6 0 0 15,0 2-17-15,1 4-4 0,-1-4-1 0,-3 9 0 16,0-3-18-16,0 2-9 0,0 4 10 0,-3 2-10 16,-3-1 0-16,3 4 0 0,-3-3 0 0,0 5 0 15,-2-5 0-15,-1 5-12 0,0 0 1 0,-3-5 0 16,3 5-17-16,-3-5-4 0,3-3-1 0,1 3 0 15,2 0-19-15,-3-3-3 0,0-2-1 0,3 2 0 16,0 0-93-16,0-2-19 0,3 2-4 0</inkml:trace>
  <inkml:trace contextRef="#ctx0" brushRef="#br0" timeOffset="27817.189">20708 1847 1579 0,'0'-21'32'0,"-3"13"10"0,3 0-34 0,0 0-8 0,0-3 0 0,3 3 0 15,-3 6 104-15,3-6 20 0,-3 3 3 0,0 5 1 16,6-3-52-16,-3 3-9 0,3-5-3 0,0 5 0 16,-1 5-20-16,1-5-4 0,0 8 0 0,0 0-1 15,3 0-19-15,0 0-3 0,0 5-1 0,3 3 0 16,0-3-4-16,0 3-2 0,0-3 0 0,0 6 0 15,0-1-10-15,-1-2 0 0,1 0 0 0,3 5 0 16,-3-5 0-16,3 0 0 0,-3 0 0 0,0 2 0 16,0 1 0-16,0-1 0 0,0-2 0 0,-3 0 0 15,2 5 0-15,-2-5 0 0,3 0 0 0,-3 2 0 16,0-2 0-16,-3-2 0 0,0 1 0 0,0-1 0 16,0-4-52-16,0 3-10 0,-3-5-2 0,0 0 0 15,-3 0-153-15,-3 0-31 0</inkml:trace>
  <inkml:trace contextRef="#ctx0" brushRef="#br0" timeOffset="28357.37">21309 1895 1690 0,'0'-3'35'0,"0"-5"9"0,0 0-36 0,0 3-8 0,3-1 0 0,-3-2 0 15,0 1 102-15,3-1 18 0,-3 0 4 0,3 0 1 16,-3 2-38-16,3-1-8 0,0-1-2 0,0 5 0 15,3-8-29-15,0 3-7 0,0 6-1 0,0-6 0 16,0 3-12-16,0 2-2 0,0-2-1 0,2-1 0 16,-2 4-9-16,0 2-3 0,3-6 0 0,-3 6 0 15,0 0-5-15,0 0-8 0,0 0 11 0,-3 6-11 16,3-4 0-16,0 4 0 0,0-1 0 0,-3 3 0 16,0 0 0-16,0 0 0 0,0 5 0 0,-3-2 0 15,-3 2 8-15,3 3-8 0,-3-3 12 0,-3 8-12 16,0-5-44-16,-3 0-16 0,3 5-4 0,-6-5 0 15,0 5 0-15,0-8 0 0,-3 3 0 0,4 5 0 16,-4-10 38-16,3 2 7 0,0 0 2 0,0-2 0 16,0 2 17-16,3-5 0 0,3 5-8 0,0-5 8 15,0 0 0-15,3-3 0 0,3 3 0 0,0 0 0 16,3-5 14-16,0 2 0 0,0-5 0 0,3 3 0 16,0 0 9-16,3-1 1 0,0-2 1 0,0 0 0 0,3-2-9 15,3 2-1-15,-3-3-1 0,3 3 0 0,-1-3-5 0,-2-2-1 0,3 2 0 16,0 3 0-16,0-5 10 0,0 2 2 0,0 3 0 0,0-5 0 15,-1 2-20-15,1 3 0 0,0 0 0 0</inkml:trace>
  <inkml:trace contextRef="#ctx0" brushRef="#br0" timeOffset="28690.273">21869 2061 1876 0,'0'0'39'0,"0"0"9"16,0 0-38-16,0 0-10 0,0 0 0 0,0 0 0 15,0 0 93-15,0 0 17 0,0 0 3 0,0 0 1 16,0 0-91-16,0 0-23 0,0 0 0 0,0 0 0 16,0 0 0-16,0 0 0 0,0 0 0 0,-3 8 0 15,0 0 0-15,0 5 0 0,0-2 0 0,-3 2 0 16,0 0 0-16,0 3 0 0,0 0 0 0,0 0 0 16,0 3 0-16,-3-4 0 0,0-1 0 0,3 2 0 15,-3-1-78-15,0-1-20 0,0-4-4 0</inkml:trace>
  <inkml:trace contextRef="#ctx0" brushRef="#br0" timeOffset="29225.186">22324 1842 1982 0,'-3'-8'56'15,"3"0"12"-15,0 0-54 0,-3 0-14 0,3 0 0 0,-3 3 0 16,3-3 64-16,-3 0 11 0,0 0 1 0,0 3 1 16,-3 2-10-16,3-2-3 0,-3-1 0 0,0 4 0 15,0 2-7-15,0-6-1 0,-3 6-1 0,1 0 0 16,-1 0-37-16,0 6-7 0,-3-6-2 0,0 2 0 15,0 4-9-15,0-1 0 0,-3 3 0 0,0 0 0 16,3-6 0-16,0 6 0 0,4 3 0 0,-1 0 0 16,3 2 0-16,0-5 0 0,0 5 0 0,3-3 0 15,3 1 0-15,3 0 0 0,0 2 0 0,0 0 0 16,6-5 0-16,0 3 0 0,0 2 0 0,2 0 0 16,1-5 0-16,0 0 0 0,3 5 0 0,-3-5 0 0,3 0 0 15,-3 0-17-15,0-5 4 0,0 7 1 0,0-7 12 16,-1 5 16-16,-2-3-3 0,0 3-1 0,0-5-12 0,0 7 0 0,-3-7 0 15,0 5 0-15,-3-3 0 0,0 3 0 0,0 0 0 0,-3-3 0 16,-3 3 0-16,0 0 0 0,0 0 0 0,-3 0 0 16,-3 0 0-16,3 0 0 0,-3 0 0 15,-3 2 0-15,3-2 0 0,-2 0 0 16,-1-5 0-16,0 5 0 0,0 3 0 0,0-9 0 0,0 6 0 16,0-3 0-16,0 3 0 0,3-2 0 0,-3-6 0 0,3 8 0 15,1-8 0-15,2 2 0 16,0 4 0-16,0-6 0 0,6 0 0 0,0 0 0 0,-6 2 0 0,6-2 0 15,0 0-151-15,0 0-33 0</inkml:trace>
  <inkml:trace contextRef="#ctx0" brushRef="#br0" timeOffset="32410.955">22645 1995 1751 0,'0'0'36'0,"0"0"9"0,0 0-36 0,0 0-9 0,0 0 0 0,0 0 0 16,0 0 68-16,0 0 12 0,0 0 3 0,0 0 0 15,0 0-15-15,0 0-4 0,0 0 0 0,-3 8 0 16,3-5-9-16,0 7-3 0,-2-7 0 0,2 5 0 15,-3-3-32-15,0 3-6 0,3 0-2 0,-3 0 0 16,-3 5-4-16,3-5 0 0,-3 5-8 0,0 3 12 16,0-3-12-16,-3-2-10 0,3 2 2 0,-3 3 0 15,0-3-23-15,-3 3-4 16,0-3-1-16,0 3 0 0,0-2-44 0,1-4-8 0,2 3-3 0</inkml:trace>
  <inkml:trace contextRef="#ctx0" brushRef="#br0" timeOffset="32831.108">23187 1715 1976 0,'0'-14'41'0,"0"6"9"0,0 3-40 16,0-3-10-16,0 6 0 0,-3-6 0 0,3 2 72 15,-3 4 13-15,0-4 3 0,3 6 0 0,-6-5-20 0,0 2-3 0,0 3-1 0,0 0 0 16,1 0 0-16,-4 0 0 0,3 0 0 0,-3 3 0 16,0 2-64-16,0 1-9 0,3 2-4 0,-3 0-1 15,0 0 22-15,3 5 5 0,0-3 1 0,0 6 0 16,0 3-14-16,0-3 0 0,3 5 0 0,0 0 0 15,0-3 0-15,3 4 0 0,0-1 0 0,0 3 0 16,3 2-9-16,-3-2-5 0,3-3-1 0,-3 3 0 16,3 0 24-16,-3 2 5 0,3-2 1 0,-3 2 0 15,0-2-29-15,0 0-6 0,0 2 0 0,0-2-1 16,0-3-18-16,-3 1-3 0,3-6-1 16,-3 5 0-16,0-5 23 0,-3-3 5 0,3 3 1 0,-3 0 0 15,3-3-29-15,-2-5-5 0,-1 0-2 0,0 0 0 16,-3-3-139-16,0 3-28 0</inkml:trace>
  <inkml:trace contextRef="#ctx0" brushRef="#br0" timeOffset="33041.97">22878 2016 1907 0,'0'0'54'0,"0"0"12"0,3-8-53 15,-3 6-13-15,3-1 0 0,3-2 0 0,-3 5 78 0,2-3 13 0,4 3 2 0,-3 0 1 16,6 3-37-16,0-3-7 0,0 0-2 0,0 5 0 16,0-5-24-16,0 0-4 0,3 0-2 0,-3 3 0 15,2-3-18-15,-2 0 0 0,3 0 0 0,0 0 0 16,0 0-109-16,0 0-29 0,3 0-6 0</inkml:trace>
  <inkml:trace contextRef="#ctx0" brushRef="#br0" timeOffset="33417.661">23431 1693 1824 0,'-6'-7'38'0,"0"7"8"15,6 0-37-15,-3-6-9 0,3 6 0 0,0 0 0 16,0 0 104-16,0 0 20 0,0 0 3 0,0 0 1 16,0 0-40-16,0 0-8 0,0 0-2 0,0 0 0 0,3 6-42 15,0-4-8-15,3 9-1 0,0-3-1 0,0 0-2 0,0 7 0 0,3-1 0 0,-3 2 0 16,0 5-24-16,3 0 0 0,-3-3 0 0,0 4 0 16,3-1 0-16,-3 0 0 0,0 0 0 0,-3 3 0 15,3-3 0-15,-3 3 0 0,-3-3 0 0,0 3 0 16,0 0 0-16,-3 2 0 0,0 3 0 0,-3 0 0 15,0-5-11-15,-3 5-7 0,0-5-2 16,0 3 0-16,-3-4 11 0,0 1 9 16,-3-3-13-16,0 1 5 0,0-1 8 15,-2-5-10-15,-4 5 10 0,0-5-10 0,3-3-1 0,-3-3 0 0,3 1 0 16,4 5 0 0,-1-8-29-16,0 0-7 0,3 0-1 0</inkml:trace>
  <inkml:trace contextRef="#ctx0" brushRef="#br0" timeOffset="33854.394">23869 1863 1789 0,'0'0'37'0,"0"0"9"0,0 0-37 15,0 0-9-15,0 0 0 0,0 0 0 0,0 0 112 0,0 0 20 0,0 0 4 0,0 0 0 16,0 0-90-16,0 0-18 0,0 0-4 15,-3 2-1-15,3-2 14 0,0 6 3 0,0-1 1 0,0-5 0 16,-3 8-33-16,3-8-8 0,0 0 0 0,0 0 0 16,0 3 53-16,0-3 9 0,0 0 2 0,0 0 0 15,0 0-52-15,0 0-12 0,0 0 0 0,0 0 0 16,0 0 51-16,0 0 7 0,0 0 2 0,0 0 0 16,0 0-40-16,0 0-8 0,0 0-2 0,0-3 0 15,0-5-10-15,0 3 0 0,3-1 0 0,0 4 0 16,0-6-11-16,-3 3-4 0,3 2-1 0,-3 3 0 15,0 0-132-15,0 0-28 0,3-5-4 0</inkml:trace>
  <inkml:trace contextRef="#ctx0" brushRef="#br0" timeOffset="36808.115">23794 2313 1941 0,'6'0'82'16,"-3"0"-66"0,0 0 116-16,3 0 24 0,0 2 4 0,-3 4 0 15,3-6-47-15,-3 2-9 0,3 3-3 0,-3 1 0 0,3 2-54 0,-3-6-11 0,0 6-3 16,0 0 0-1,0 3-33-15,0-3 0 0,-3 0 0 0,0 0-12 16,0 5 12-16,0-5 0 0,-3 2 0 0,0 4 0 16,-3-1 16-16,-3-3 7 0,0 4 1 0,0-1 0 15,-3 3-24-15,-3-3 0 0,4 0 0 0,-7 3 0 0,0 0-17 16,0-3-5-16,0 3-1 0,-3-3 0 16,0 3-33-16,1-5-6 0,2 2-2 0,-3 0 0 15,0-2-127-15,3 2-25 0</inkml:trace>
  <inkml:trace contextRef="#ctx0" brushRef="#br0" timeOffset="41320.903">15835 3088 1552 0,'0'0'44'0,"0"0"10"0,0 0-43 0,0 0-11 0,0 0 0 0,0 0 0 16,0 0 104-16,0 0 20 0,0 0 3 0,0 0 1 16,0 0-52-16,0 0-9 0,0 0-3 0,0 0 0 15,0 0 0-15,0 0 0 0,0 0 0 0,0 3 0 16,3 2 0-16,-3 3 0 0,3 0 0 0,-3-3 0 15,3 3-51-15,-3 0-13 0,3 5 0 0,-3-5 0 16,0 3 0-16,3-1 0 0,-3 1 0 0,0 2 0 16,3 0 0-16,-3 3 0 0,0-5 0 0,3 2 0 15,-3 3 0-15,0-3 0 0,3 0 0 0,-3 3 0 16,3-3 0-16,-3 1 0 0,3 1 0 0,-3 1 0 16,0-5-48-16,0 0-13 0,0 4-3 0,-3-9 0 15,3 4-60-15,0-4-12 0,-3 2-2 0</inkml:trace>
  <inkml:trace contextRef="#ctx0" brushRef="#br0" timeOffset="41521.571">15859 2884 1824 0,'0'0'76'16,"0"0"-60"-1,-3-3 38-15,3 3 8 0,0 0 2 0,0 0 0 16,0 0-9-16,0-5-2 0,0 5 0 0,3-2 0 16,0-4-39-16,-3 6-14 0,3-2 9 0,0 2-9 15,-3 0-9-15,6 0-7 0,-3 0-2 0</inkml:trace>
  <inkml:trace contextRef="#ctx0" brushRef="#br0" timeOffset="42070.595">16023 3196 2073 0,'0'0'43'0,"0"0"11"0,0 0-43 16,0 0-11-16,0 0 0 0,0 0 0 0,0-2 95 0,0 2 17 0,5-3 3 0,-5 3 1 15,3 0-53-15,-3 0-11 0,6-5-1 0,-6 5-1 16,6 5-20-16,0-5-4 0,0 5-1 0,0 1 0 31,-3-4-10-31,3 6-3 0,0 0 0 0,-3 0 0 0,3-3-12 0,-3 3 9 16,0 3-9-16,0 2 8 0,0-2-8 0,0 2 0 0,0 0 9 0,-3 0-9 16,3 3-12-16,-3-5-6 0,0 2-2 0,0 0 0 15,-3-2 20-15,3 2 0 0,0 0 0 0,-3-7 0 16,3 4 0-16,-3-2 0 0,0-2 0 0,3 1 0 15,0-7 0-15,0 0 0 0,0 0 0 0,0 0 0 16,0 0 48-16,0 0 12 0,0 0 4 0,0 0 0 16,-3-7-52-16,3-1-12 15,0-3 0-15,0 0 0 0,3-2 9 0,0 0-1 0,0 2 0 0,3-5 0 16,0 1 1-16,0 1 0 0,0-4 0 0,3 7 0 16,-3-7-21-16,3 7-4 0,-1-2 0 0,1 2-1 15,-3 1 17-15,3 2 0 0,0-3 0 0,0 3 0 16,0 0 0-16,-3 3 0 0,3 0 0 0,0 2 0 15,0-2 27-15,-3 5 9 0,3-3 1 0,0 3 1 16,-3 3-27-16,3 2-11 0,-4-5 8 0,1 3-8 16,3 2 0-16,-3 0 0 0,0 3 0 0,3 0 0 15,-3 3 0-15,0-3-9 0,-3 2 9 0,0 6 0 16,3-5-36-16,-3 2 0 0,0 0 0 0,-3 0 0 16,3 3-6-16,0-2-2 0,0 1 0 0,-3 1 0 15,3-5-188-15,3 0-37 0</inkml:trace>
  <inkml:trace contextRef="#ctx0" brushRef="#br0" timeOffset="42620.591">16579 3233 2172 0,'0'-5'61'0,"0"0"15"0,0 2-61 16,0 3-15-16,0-8 0 0,0 8 0 0,0 0 75 0,0 0 12 0,0 0 2 0,0 0 1 15,0 0-30-15,0 0-5 0,0 0-2 0,0 0 0 16,0 8-18-16,3-5-4 0,-3 5-1 0,0 0 0 15,3 2-15-15,-3 1-3 0,3-1-1 0,0 6 0 32,-3-5-11-32,3 5 0 0,0 2 9 0,-3 3-9 0,3-2 8 15,-3 7-8-15,3-7 8 0,-3 2-8 0,3 0 0 0,-3-2 8 0,3-1-8 0,-3 1 0 16,3-1 0-16,-3-4 0 0,0-1 0 0,3 3 0 16,-3-6 0-16,0 4 0 0,3-7 0 0,-3 1 0 15,0 0 0-15,0-8 11 0,0 0-3 0,0 0 0 16,0 0-8-16,0 0 8 0,0 0-8 0,0 0 8 15,0 0 27-15,0 0 5 0,0 0 0 0,-3-8 1 16,0 0-8-16,0-2-1 0,0-1-1 0,0-5 0 16,0 1-9-16,0-1-2 0,0-3 0 0,0 1 0 15,0-6-6-15,0 0-2 0,0-2 0 0,0 4 0 16,0-4-4-16,0 2 0 0,3 0-8 0,-3 0 12 16,3 6-12-16,-3-1 9 0,3 1-9 0,0-1 8 15,0 6 3-15,0-3 0 0,3 6 0 0,0-1 0 16,0-2-11-16,0 5 0 0,3 0 0 0,0 0 0 0,0 3 0 0,0 0 0 15,3-1 0-15,0 4 0 0,0-1-9 0,0 3 9 16,3 0-12-16,-3 0 12 0,5 3-9 16,-2-1 9-16,0 1 0 0,-3 2-9 15,3 3 9-15,0-5 0 0,-3 5 0 0,0 0 0 16,0 2 0-16,-3-2-10 0,0 3 10 0,0-3 0 0,-3 2-8 0,0 1 8 16,-3-3 0-16,-3 2 0 0,0 1-14 0,3 2 4 15,-3-5 1-15,-3 5 0 0,0-5-10 0,0 3-1 0,-3-3-1 0,3 2 0 16,-3-2 3-16,0 0 1 0,0 0 0 0,0 0 0 31,0 0-127-31,0-3-24 0,0 1-6 0</inkml:trace>
  <inkml:trace contextRef="#ctx0" brushRef="#br0" timeOffset="43162.247">17002 3220 1990 0,'0'0'41'0,"0"0"11"0,0-8-42 0,0 3-10 0,0 0 0 0,0 5 0 15,0-6 120-15,0 6 23 0,-3-2 4 0,0-1 1 16,3 3-43-16,-3-5-8 0,3 5-1 0,0 0-1 16,0 0-35-16,0 0-6 0,0 0-2 0,-6-3 0 15,6 3-21-15,0 0-5 0,0 0-1 0,-6 3 0 16,0 2-15-16,3-5-10 0,0 5 12 0,0 1-12 15,0 4 8-15,0-2-8 0,3 0 0 0,-3 0 0 16,3 5 0-16,0-5 0 0,0 5 0 0,0 3 0 0,3-5 0 16,-3 2 0-16,3 3 0 0,0-3 0 15,0 3 0-15,3-3 0 0,0 1 0 0,0 1 0 0,3-1-15 16,0-4 0-16,0 4 0 0,0-7 0 16,3-4-9-16,-1 2-3 0,1-2 0 0,0-3 0 0,0 0 16 0,0-3 11 15,3-2-13-15,-3 2 5 0,-3-4 8 0,3-7 0 16,-3 4 0-16,0-1 0 0,0 1 0 0,-4-6 0 0,1 2 0 0,0 1 8 15,-3 0 19-15,0 2 4 0,0-5 1 0,0 3 0 16,-3 0 2 0,0 2 1-16,0-2 0 0,-3 5 0 0,3-5-35 0,0 5 0 15,-3-5 0-15,3 5-12 0,0 3 32 0,-3-3 8 0,3 5 0 0,0-2 1 32,0 5-46-32,0 0-10 0,0 0-1 0,0 0-1 0,0 0 29 0,0 0 0 0,0 0 0 0,3 5 0 15,0-2 0-15,3 5 0 0,0 2 0 0,-3-2 0 16,3 0 0-16,-3 3 0 0,0-1 0 0,0 6 0 15,0-5 12-15,0 2 8 0,0 3 1 0,0 2 1 16,0-7-35-16,0 7-7 0,0-2-2 0,0-2 0 16,0 1 22-16,0-4 0 0,0 2 0 0,0-5 0 15,0 5-158-15,3-10-27 0,-3 2-6 0,0 1-1 16,3-4-103-16</inkml:trace>
  <inkml:trace contextRef="#ctx0" brushRef="#br0" timeOffset="43401.696">17445 3075 2310 0,'-3'-22'48'0,"0"7"11"0,0-1-47 0,0 3-12 0,0-1 0 0,3 4 0 15,-3 2 86 1,3 0 15-16,0 3 3 0,0 5 1 0,0 0-65 0,0 0-14 0,0 0-2 0,0 0-1 16,0 7 33-16,3 1 6 0,0 0 2 0,0 6 0 15,0-1-52-15,0 3-12 0,3 0 0 0,-3 2 0 16,0 1 0-16,3-4 0 0,0 4 0 0,-3 0 0 15,3-1 0-15,-3 3 0 0,0-5 0 0,0 5 0 16,0-2 0-16,0-1 0 0,0 3 0 0,-3 3 0 16,0-5-48-1,0 2-13-15,0 5-3 0,0-7 0 0,0 2-125 0,0-2-26 16,-3-3-5-16</inkml:trace>
  <inkml:trace contextRef="#ctx0" brushRef="#br0" timeOffset="43631.883">17430 3289 2318 0,'-5'-3'48'0,"-1"-7"11"0,0 4-47 0,0 4-12 0,3-1 0 0,3 3 0 16,0 0 94-16,0-8 17 0,0 8 3 0,0-5 1 16,3 2-40-16,3-2-8 0,0 2-2 0,0 1 0 15,2-1-17-15,4 0-3 0,0 1-1 0,3-1 0 16,0-2-11-16,0 5-2 0,3-3-1 0,0-2 0 15,-1 2-30-15,1 3 0 0,3-5 0 0,-3 2 0 16,0 1 0-16,0-4 0 0,0 4 0 0,-1 2 0 16,-2-3-77-16,-3-2-15 0,3 2-4 0</inkml:trace>
  <inkml:trace contextRef="#ctx0" brushRef="#br0" timeOffset="45444.509">18746 3088 1420 0,'9'-8'29'0,"-9"8"8"0,6-5-29 0,-3 2-8 0,3-2 0 0,-3 2 0 16,3-2 128-16,-3 5 25 0,0-8 5 0,3 8 1 15,-6 0-40-15,0 0-8 0,0 0-2 0,0 0 0 16,0 0-33-16,0 0-6 0,0 0-2 0,0 0 0 15,0 0-28-15,-9 0-7 0,3 2-1 0,0 6 0 32,-3 3-20-32,0 0-4 0,-3-1 0 0,0 6-8 0,0 0 0 0,-3 0 0 0,4 0 0 0,-7 2 0 15,3 1 0-15,0-1 0 0,0-2-9 0,0 5 9 16,0-2-35-16,0-1-1 0,-2-2-1 16,-1 5 0-16,0-5-38 0,3 0-7 0,0 0-2 15,-3 3 0-15,3-4-143 0,6-4-29 0</inkml:trace>
  <inkml:trace contextRef="#ctx0" brushRef="#br0" timeOffset="45713.796">18434 3128 2004 0,'0'-3'56'0,"0"3"14"0,-3-8-56 0,3 8-14 0,0 0 0 0,0 0 0 16,0 0 85-16,3-5 15 0,-3 5 2 0,6 0 1 15,-1 0-45-15,1 0-9 0,0 5-1 0,0-5-1 16,3 8-10-16,0-5-1 0,0 5-1 0,3 2 0 16,-3-2-14-16,0 3-2 0,3-1-1 0,-3 6 0 15,3-8-18-15,-3 5 8 0,-1-2-8 0,4 5 0 16,-3-6 0-16,3 6 0 0,-3-5 0 0,3 2 0 16,-3 0 0-16,0 0 0 0,3 3 0 0,0-5 0 15,-3 2-8-15,3 0-6 0,-1 1-1 0,1 1 0 16,-3-7-44-16,3 3-9 15,0 0-1-15</inkml:trace>
  <inkml:trace contextRef="#ctx0" brushRef="#br0" timeOffset="49073.012">19005 3075 1614 0,'-6'-14'33'0,"6"14"9"0,-3-2-34 0,0-6-8 0,3 0 0 0,-3 3 0 16,3 2 126-16,-3-5 23 0,3 3 5 0,-3-1 1 15,3 6-45-15,0-2-9 0,0-6-1 0,0 8-1 16,0 0-29-16,0 0-6 0,0 0 0 0,0 0-1 16,0 0-23-16,0 0-5 0,0 0-1 0,0 0 0 15,0 0-18-15,-3 8-4 0,3 0-1 0,-3 0 0 16,3 5-11-16,0-3 0 0,0 9 0 0,0-3 0 15,0 0 0-15,0 5 8 0,0-5-8 0,0 5 0 16,0-5 0-16,0 2 0 0,0 1 8 0,0 2-8 0,0 0 0 16,0-5 0-16,0 5 0 0,0-2 0 0,0-1 0 15,0 3 0-15,0-5 0 0,0 6 0 0,3-7 0 0,-3-1 0 16,0 2 0-16,0-3 0 0,0-3 0 16,0 4-9-16,0-7 9 0,3 7-13 15,-3-12-23-15,0 6-5 0,3-2-1 0,-3-6 0 16,0 2-130-16,0-2-27 0,0 0-5 0</inkml:trace>
  <inkml:trace contextRef="#ctx0" brushRef="#br0" timeOffset="49515.198">19428 3374 2238 0,'0'0'47'0,"0"0"9"0,0 0-44 0,0 0-12 0,0 0 0 0,0 0 0 31,0 0 84-31,0 0 16 0,6 0 2 0,-6 0 1 0,0 0-47 0,0 0-8 16,6 0-3-16,-3 5 0 0,0 0-17 0,0 1-4 0,-3 1-1 0,0 1 0 15,0 0-13 1,0 6-2-16,-3-6-8 0,0 5 12 0,0-3-12 0,0 4 0 0,-3-1 0 0,0 3 0 15,-3-6-11-15,3 3-5 0,-3 1 0 0,0-1-1 32,0 3-38-32,-3-6-7 0,3 4-2 0,-3-1 0 15,0-3-164-15,4-4-34 0</inkml:trace>
  <inkml:trace contextRef="#ctx0" brushRef="#br0" timeOffset="49935.803">20154 3112 1660 0,'0'0'70'0,"0"0"-56"16,-3-3 74-16,0-5 16 0,3 8 2 0,-3-5 1 16,3 5 9-16,0 0 3 0,-3-3 0 0,3 3 0 15,0 0-51-15,-6 0-9 0,0 0-3 0,0 5 0 16,-3 1-25-16,0-1-6 0,0 3-1 0,1 0 0 15,-4 3-24-15,-3-1 0 0,0 6-12 0,0-3 12 32,0-2 0-32,-3 2 20 0,0 3-3 0,1 0 0 0,-4-3-27 0,3 3-6 0,0 0 0 0,0 2-1 15,3-5 17-15,-3 3 0 0,4 0 0 0,-1 0 0 16,3-3 0-16,-3-2 0 0,3 2 0 0,3-5 0 31,-3 0-188-31,3-3-35 0,0 1-6 0</inkml:trace>
  <inkml:trace contextRef="#ctx0" brushRef="#br0" timeOffset="50185.861">19818 3170 2030 0,'0'-13'57'0,"0"2"14"16,-3-5-57-16,3 6-14 0,0 2 0 0,0 0 0 16,3 2 105-16,-3 1 19 0,0 5 3 0,0 0 1 15,0 0-52-15,0 0-9 0,0 0-3 0,0 0 0 16,6 3-51-16,-3 5-13 0,3-3 0 0,0 3 0 15,-1 0 20-15,1 3 2 0,3-1 0 0,0 1 0 16,0-1-35-16,0 6-7 0,3-5-2 0,-3 2 0 16,3 3 69-16,-3-3 13 0,3 3 4 0,0 0 0 0,3 2-52 0,-4-2-12 0,1 5 0 0,-3-5 0 15,0 5-12 1,3-5-6-16,-3 5-1 0,0-5 0 0,0 0 3 0,-3 0 1 16,3-3 0-16,0 1 0 15,-3-4-40-15,0 1-8 0,-3-1-1 0</inkml:trace>
  <inkml:trace contextRef="#ctx0" brushRef="#br0" timeOffset="50652.057">20321 3191 1580 0,'0'0'67'15,"-3"-5"-54"1,-3 2 122-16,3-2 24 0,0 2 5 0,0-5 0 16,0 3-70-16,3 0-14 0,0-3-4 0,0 5 0 15,0-5 3-15,3 3 0 0,0 0 0 0,0 2 0 16,3-5-63-16,3 3-16 0,0 2 0 0,0-2 0 16,2-1 54-16,4 4 8 0,0-1 2 0,-3 1 0 15,3-1-52-15,0 3-12 0,3 0 0 0,-3 0 0 16,-3 0 0-16,2 0 0 0,-2 3 0 0,0 2 0 15,-3 3 0-15,0-3 0 0,-3 3 0 0,0 3 0 16,-3-1 0-16,-3 6 0 0,0-5 0 0,-3 7 0 16,-3-5-14-16,-3 3-6 0,0 0 0 0,0 0-1 15,-3 0-18-15,-2 2-3 0,-1 1-1 16,0-1 0-16,0 1 35 0,0-1 8 0,0 1 0 0,3 0 0 0,3-1 0 16,0-5 0-16,3 3 0 0,0-5 0 0,6 5 0 15,0-8 0-15,0-1 0 0,3 1 0 0,3 0 0 16,3-2 0-16,0-4 0 0,0 4 0 0,3-6 0 0,3 0 0 0,-3 0 0 0,3 0 0 15,3 0 0-15,-4 0 0 16,4-6 0-16,0 4 0 0,-3-4 11 16,3 4 4-16,-3 2 1 0,3-6 0 0,-3 1-26 0,2 2-5 0,-2-2-1 15,3 3 0 1,-3-4-192-16,0 4-38 0</inkml:trace>
  <inkml:trace contextRef="#ctx0" brushRef="#br0" timeOffset="51060.417">21098 3331 2067 0,'3'0'87'0,"0"-5"-70"15,-3 5 89-15,6-3 18 0,-6 3 3 0,3 0 1 16,-3 0-52-16,5 0-9 0,1 0-3 0,-6 0 0 15,3 8 0-15,0-5 0 0,0 0 0 0,-3 5 0 32,0 2-51-32,-3-2-13 0,0 5 0 0,0 1 0 0,-5 1 0 0,2 1 0 15,-3 0 0-15,0 3 0 0,0-3 0 0,-3 5 0 0,0-5 0 0,0-1 0 32,-3 1-48-32,3 3-13 0,-6-1-3 0,4-2 0 15,-1 3-102-15,-3-6-21 0,3 3-4 0</inkml:trace>
  <inkml:trace contextRef="#ctx0" brushRef="#br0" timeOffset="51869.681">21666 3112 2131 0,'6'-8'60'0,"-3"2"14"15,0 1-59-15,0 0-15 0,-3-3 0 0,0 3 0 16,-3 2 72-16,0-5 11 0,0 3 2 0,-3-1 1 15,0 4-38-15,-3 2-8 0,-3-5-2 0,0 2 0 16,1 3-22-16,-1 0-4 0,0 0 0 0,-3 0-1 16,3 0-11-16,-3 3 8 0,0 2-8 0,3 3 8 15,0-6-8-15,0 9 0 0,4-8 0 0,-1 5 0 16,0 0 0-16,3 2 0 0,3-2 0 0,0 3 0 16,3-3-10-16,3 2 10 0,3 1 0 0,0 2-9 0,3-5 9 15,5 5-8-15,1-5 8 0,3 3-8 0,3-1 8 16,0 1 0-16,3-3 0 0,0 2 0 0,2 6 0 0,-5-8 0 15,3 3 0-15,-3 2 0 0,-3 0 0 0,-3-2 0 16,-1-1 0-16,-2 1 0 16,0 2 0-16,-6 0 0 0,0-2 0 0,-3 2 0 0,-3 0 0 15,0-2 9-15,-6 2-9 0,0 1 10 0,-3-7-10 16,-3 4 0-16,0 2 9 0,-5-2-9 0,2-3 8 0,-3 2-8 16,0-2 8-16,-3 3-8 0,3-3 0 0,-3 0 8 0,4 0-8 0,-1-6 0 15,3 4 21-15,0-4 0 0,0 1 0 0,3 0 0 16,0-3-21-16,3 2 0 0,0-2 0 0,3-2 0 31,6 2-47-31,0 0-13 0,-5-3-4 0,5 3 0 16,-3-5-102-16,3-1-21 0</inkml:trace>
  <inkml:trace contextRef="#ctx0" brushRef="#br0" timeOffset="52370.92">22351 3098 1652 0,'0'0'34'0,"0"0"9"0,0 0-35 0,0 6-8 0,3-1 0 0,-3 3 0 15,3 0 85-15,0-5 15 0,-3 2 4 0,3 0 0 16,-3-5-30-16,3 8-6 0,-3-5 0 0,0-3-1 16,0 0 6-16,0 0 2 0,0 0 0 0,0 0 0 15,0 0 2-15,0 0 1 0,0 0 0 0,0 0 0 16,0 0-20-16,0 0-4 0,0 0-1 0,0 0 0 16,0 0-21-16,-3-3-5 0,0-2-1 0,3 0 0 15,-3-1-15-15,3 1-3 0,0 0-8 0,3 2 12 16,-3-5-12-16,0 3 0 0,3-1 0 0,-3 1 0 15,3 3-26-15,0-1-5 0,-3-2-1 0,0 5 0 16,0 0-160-16,0 0-32 0,0 0-6 0</inkml:trace>
  <inkml:trace contextRef="#ctx0" brushRef="#br0" timeOffset="52633.919">22360 3421 2066 0,'0'0'43'0,"0"0"10"0,0 0-42 0,0 0-11 0,3 6 0 0,3-4 0 15,0 4 132-15,-3-4 24 0,3 3 4 0,-1-5 2 16,1 6-59-16,-3-1-12 0,3 0-3 0,-3 1 0 16,0 2-32-16,0-6-8 0,0 6 0 0,-3 3-1 15,0-3-19-15,0 0-4 0,0 0-1 0,-3 5 0 16,-3-5-23-16,3 2 0 0,-3 4 0 0,-3-1 0 15,1-3 0-15,-4 4 0 0,0-1 0 0,0 0 8 16,-3 3-8-16,0-8-13 0,0 2 3 0,0 4 1 16,-3-1-64-16,1-5-13 0,2 5-2 15</inkml:trace>
  <inkml:trace contextRef="#ctx0" brushRef="#br0" timeOffset="56112.77">15924 4324 1607 0,'-6'0'68'16,"0"2"-55"-1,0-2 87-15,0 0 16 0,4 3 4 0,-4-1 1 16,0 1 6-16,0 0 1 0,0 2 0 0,0-2 0 15,0 2-52-15,0 0-9 0,0 1-3 0,0 2 0 16,0 2 0-16,0-2 0 0,-3 3 0 0,6 2 0 16,-3-3-64-16,0 4 0 0,0-1-8 0,0 0-1 15,3 0 9-15,-3 3 11 0,3 0-3 0,0 0 0 16,3 3-8-16,0-4 0 0,0 4 0 0,3-1 0 0,3 1 0 16,-3-1 0-16,6-4 0 0,-3 2 0 0,3-3 0 0,3-3 0 15,0 4 0-15,0-9 0 0,3 0 0 16,-3 1 0-16,0-4 0 0,2-2 0 0,-2-2 0 0,3-1 0 0,-3-2 0 0,3-1 0 15,-3-2 0-15,-3-2 0 0,3-1 0 16,-3 1 0-16,-3-6 56 0,0 2 7 16,0-1 1-16,-1-1 0 0,-2 0-52 15,0 0-12-15,0 0 0 0,-3-2 0 0,0 4 0 16,0-2 0-16,-3 3 0 0,0 0 0 0,0 2 0 0,-2-2 0 0,-1 5 0 0,0-8 0 16,0 8 20-16,-3-2 0 0,3 2 1 0,-3 3 0 15,0-3-21-15,-3 5 0 0,3-5 0 0,-3 8 0 16,0-5-16-16,3 2-7 0,0 1-1 0,1 2-1 31,-1 0-79-31,3 2-16 0,0 1-4 0</inkml:trace>
  <inkml:trace contextRef="#ctx0" brushRef="#br0" timeOffset="56669.393">16189 4408 2138 0,'0'0'60'0,"0"0"15"0,0 0-60 16,0-5-15-16,0 5 0 0,-3-5 0 16,3 5 82-16,0 0 14 0,0-6 2 0,0 6 1 0,0 0-32 0,0 0-7 0,0 0 0 0,0 0-1 15,0 0-20-15,0 0-4 16,0 0-1-16,0 0 0 0,0 8-11 15,-3-2-3-15,3 4 0 0,-3-2 0 0,3 3-4 0,0-1 0 0,-3-2-1 0,3 0 0 32,0 3-15-32,0 2 0 0,0-2 0 0,0 4 0 0,0 1 0 0,0-2 0 0,3 1 0 0,0-1 0 15,0 2 0-15,0-3 0 0,3 0 0 0,0 0 0 16,0-2 0-16,3-3 0 0,0 0 0 0,0 0 0 16,3-8-48-16,0 0-13 15,0 0-3-15,-1-6 0 0,4 1 64 0,-3-3 18 0,0 0 1 0,0-2 0 16,0-1-19-16,3-2 0 0,-3 0 0 0,-3-3 0 15,3 2 26-15,-3 1-2 0,-3 0 0 0,2 2 0 16,-2-5 18-16,-3 3 3 0,3 5 1 16,-3-8 0-16,-3 6-6 0,3-1-2 0,-3-5 0 0,0 8 0 15,0-2-16-15,0 2-3 0,0 0-1 0,-3 3 0 16,3 2-7-16,0 3-2 0,-3-8 0 0,3 8 0 16,0 0-9-16,0 0 0 0,0 0 9 0,0 0-9 15,0 0 0-15,0 0 0 0,0 0 0 0,0 8 0 16,-3 0 0-16,3 3 0 0,0-1 0 0,0 1 0 15,0-1 0-15,3 6-8 0,-3-8 8 0,0 5 0 16,3 3 0-16,0-5-10 0,0 7 10 0,0-4 0 16,0-1-24-16,0 3 1 0,0 0 1 0,3-1 0 15,-3-1-34-15,3 2-6 0,-3-6-2 0,0 1 0 16,3-3 20-16,-3 0 3 0,3-6 1 0,0 1 0 16,0-3-162-16,0-3-32 0,3 1-6 0</inkml:trace>
  <inkml:trace contextRef="#ctx0" brushRef="#br0" timeOffset="56912.25">16710 4331 1997 0,'0'-37'41'0,"-3"24"11"0,3 0-41 0,-3 0-11 0,3 0 0 0,-3 2 0 15,0 0 119-15,3 3 21 0,-3 6 5 0,0-6 1 16,3 8-66-16,0 0-12 0,0 0-4 0,0 0 0 16,0 0 0-16,-3 8 0 0,3-3 0 0,0 6 0 15,0 2-20-15,0 0-5 0,3 3-1 0,-3 3 0 16,3-1-16-16,-3-2-3 0,3 5-1 0,0-5 0 15,0 5-10-15,0-8-8 0,0 6 9 0,0-1-9 16,0 1 0-16,0-1 0 0,0 6 0 0,-3-5 0 16,3 2-9-16,0 5-8 0,-3-4-2 15,3 4 0-15,-3 0-18 0,0-7-4 0,3 2-1 16,-3 0 0-16,-3-5-120 0,3 0-24 0,0-3-5 0</inkml:trace>
  <inkml:trace contextRef="#ctx0" brushRef="#br0" timeOffset="57140.921">16627 4548 1789 0,'-18'-13'37'0,"12"11"9"0,0-4-37 16,3 6-9-16,3 0 0 0,-6-5 0 0,6 5 104 0,0 0 20 0,0 0 3 0,0 0 1 16,0 0-44-16,0 0-9 15,6-3-2-15,0-2 0 0,0 2-7 16,3 1-2-16,0-1 0 0,3 0 0 15,3 3-21-15,-4-2-5 0,7-1-1 0,-3 3 0 0,3-2-8 0,0 2-1 0,3 0-1 0,-3 0 0 16,2 2-27-16,-2-2 0 0,0 3 0 0,0-3 0 31,0 0-200-31,0 2-44 0,0-2-10 0</inkml:trace>
  <inkml:trace contextRef="#ctx0" brushRef="#br0" timeOffset="57668.886">17070 4485 1580 0,'-6'5'67'0,"0"-5"-54"16,6 0 85-16,-3 6 17 0,3-6 3 0,-6 5 1 15,3 0-33-15,0 0-6 0,3 3-2 0,0 0 0 16,0-2-25-16,0 2-5 0,0 2 0 0,3 1-1 16,0 2-28-16,0 0-6 0,0 3-1 0,0 3 0 15,0-6-12-15,0 5 0 0,0 1 0 0,0 5 0 16,-3-11 0-16,3 5 0 0,0-2 0 0,-3 3 0 15,3-6 0-15,-3 3 0 0,0-3 0 0,0 0 0 16,0-2 0-16,0 0 0 0,0-4 0 0,0-1 0 16,0-1 0-16,0-5 0 0,0 0 0 0,-3 8 0 15,3-8 54-15,0 0 8 0,0 0 2 0,0 0 0 16,0 0 0-16,0 0 0 0,-3-5 0 0,3-3 0 0,0 0-52 16,-3 0-12-16,3-8 0 0,0 3 0 0,0-3 0 15,0 0 0-15,0-2 0 0,0-4 0 0,0-1 0 0,3-1 0 16,-3-3 0-16,0-2 0 0,3 3 54 0,-3 2 8 0,3 0 2 15,-3 3 0-15,3 2-52 0,0 1-12 0,3 2 0 0,-3 0 0 16,3 3 0-16,-3 2 0 16,3-2 0-16,0 2 0 0,0 1 0 0,0-1 0 15,0 3 0-15,0 3 0 16,3 0 0-16,0 2 0 0,0-5 0 0,-1 6 0 0,4-1 0 16,-3 0-16-16,3 3 3 0,-3 0 1 0,0 0 12 0,0 6 0 0,0-4 0 15,0 6 0-15,-3-5 0 0,0 5 0 16,0 0 0-16,0 2 0 0,-3 1 8 0,0-1-8 0,0-2 0 0,-3 8 0 15,0-8 0-15,-3 3 0 0,0 2 0 0,-3-2 0 16,3 2 9-16,-6-3-9 0,3 4 0 0,-3-4 9 16,0 3-9-16,0-2-11 0,-3 2 3 0,3 0 0 15,-3-5-36-15,0 3-6 0,0 0-2 0,4-4 0 16,-1-1-82-16,0 2-17 0,0-3-3 0</inkml:trace>
  <inkml:trace contextRef="#ctx0" brushRef="#br0" timeOffset="58177.009">17383 4437 2066 0,'0'-2'43'0,"0"2"10"16,0-6-42-16,0 1-11 0,0 5 0 0,0-5 0 0,0 5 132 0,0 0 25 0,0 0 5 0,0 0 1 16,0 0-77-1,0 0-15-15,0 0-3 0,0 0-1 0,0 0-37 16,0 0-7-16,3 5-2 0,-3 0 0 15,0 3-6-15,0 0-2 0,-3 0 0 0,3 0 0 16,-3 3-13-16,3-1 8 0,-3 1-8 0,0 2 0 0,3 3 0 0,0-3 0 0,0 3 0 0,0 0 0 31,3 3 0-31,0-4 0 0,0 7 0 0,3-9 0 0,0 3-16 0,0-3-5 0,3 0-2 16,0 0 0 0,-1-2-22-16,1-3-5 0,3-3-1 0,0 0 0 0,0-2 41 0,3-3 10 0,-3-3 0 0,3-2 0 15,0 0 0-15,0-3 0 0,-4-3 0 16,4 1 0-16,-3-1 0 0,0 1 0 0,-3-9 0 0,0 8 0 15,-3-7 49-15,0 2 12 0,0-2 3 0,-3 2 0 16,0 0-52-16,0 0-12 0,0 0 0 16,-3 3 0-16,0-3 54 0,0 3 8 15,0 0 2-15,-3 2 0 0,3-2-52 0,0 2-12 0,-3 3 0 0,3-2 0 16,0 2 0-16,-3 2 0 0,3 4 0 0,0 2 0 16,0 0 0-16,0 0 0 0,0 0 0 0,0 0 0 15,0 0 0-15,0 0 0 0,0 0 0 0,0 5 0 16,-3 0 0-16,0 3 0 0,3 0 0 0,0 3 0 15,-3-3 0-15,3 2 0 0,-3 1 0 0,3-1 0 16,0 6 0-16,0-5 0 0,0-1 0 0,3 6 0 16,0-2 0-16,-3 4 0 0,3-2 0 0,0 0 0 15,0 0 0-15,0 0 0 0,0-1 0 0,0-1 0 16,0 2-48-16,0-6-13 0,0-2-3 0,0 0 0 16,3-3-50-16,-3 1-10 0,-3-6-3 0</inkml:trace>
  <inkml:trace contextRef="#ctx0" brushRef="#br0" timeOffset="58458.432">17922 4157 2310 0,'-6'-3'48'0,"6"3"11"0,-6 0-47 16,6 0-12-16,0 0 0 0,0 0 0 0,0 0 104 0,0 0 20 0,0 0 3 0,-3 6 1 15,3 7-52-15,0-3-9 0,0 4-3 0,0 1 0 16,0 1-51-16,3 5-13 0,0-2 0 0,-3 2 0 16,3 3 54-16,0-6 8 0,0 4 2 0,0-1 0 15,0-3-52-15,-3 1-12 0,0-1 0 0,3 6 0 16,-3-3 0-16,0 1 0 0,0 4 0 0,0-2 0 16,0 2-48-16,0 1-13 0,0-1-3 0,0 1 0 15,0-6-51-15,-3 3-10 0,0-8-3 0,0-1 0 16,3 1-51-16,-3-5-10 0,0 5-3 0</inkml:trace>
  <inkml:trace contextRef="#ctx0" brushRef="#br0" timeOffset="58686.511">17856 4551 1820 0,'-9'-5'76'0,"0"0"-60"15,3-1 141-15,0 1 29 0,3 2 6 0,0 3 0 16,3 0-102-1,0 0-21-15,0-8-4 0,3 3-1 16,0 2 9-16,3-2 2 0,0 2 0 0,3 1 0 16,0-3-30-16,3 5-5 0,3-3-2 0,0 0 0 0,0 3-22 0,3 0-4 0,-1-5 0 0,4 5-1 15,-3-3-11-15,0 3 8 0,-3 0-8 0,3 0 8 16,0 0-8-16,-4 0 0 0,1 0 0 0,0 0 0 16,0-5 0-16,-3 5 0 0,3-3 0 0</inkml:trace>
  <inkml:trace contextRef="#ctx0" brushRef="#br0" timeOffset="59660.457">19115 4186 1523 0,'0'-11'64'0,"0"1"-51"16,-3-3 125-16,3 2 25 0,-3 0 5 0,0 3 0 15,-3 1-38-15,3-1-8 0,0 2-2 0,-3-2 0 16,0 3-41-16,1 2-9 0,-1 1-2 16,-3 2 0-16,3 0-28 0,-3 0-7 0,3 2-1 0,-3 4 0 15,0 2-18-15,3 0-4 0,-3 2-1 0,0 9 0 16,3-6-9-16,-3 11 8 0,3-3-8 0,3 3 8 16,-3 5-8-16,6-5 0 0,-3-1 0 0,3 7 0 15,3-4 0-15,-3-5 0 0,3 3 0 0,0 0 0 16,0 2 0-16,0-7 0 0,0 7 0 0,0-5 0 15,0 6 0-15,0 2 0 0,-3-3 0 0,3 4 0 16,-3-7 0-16,0 4 0 16,0-1 0-16,0-2 0 0,-3 0-28 0,0 0 1 0,0-6 1 15,-3 3 0-15,-3-2-14 0,0-3-4 0,0-3 0 16,-2 3 0-16,-1-5-94 0,0-1-19 0,-3-2-4 0</inkml:trace>
  <inkml:trace contextRef="#ctx0" brushRef="#br0" timeOffset="59861.464">18779 4527 1805 0,'3'-8'76'15,"0"3"-61"-15,3 0 94 0,-3-1 19 16,3 1 4-16,-3 0 1 0,3 2-55 0,3 3-11 0,-3-5-3 0,2 5 0 16,1-3 0-16,0 3 0 0,3 0 0 0,0 0 0 15,0 0-51-15,3 0-13 0,-3 3 0 0,3-3 0 16,0 0 0-16,-4 5 0 0,4-5 0 0,3 0 0 31,0 0-48-31,0 0-13 0,3 3-3 0</inkml:trace>
  <inkml:trace contextRef="#ctx0" brushRef="#br0" timeOffset="60265.455">19505 4305 1579 0,'0'0'32'0,"0"0"10"0,0 0-34 15,3 0-8-15,3 0 0 0,-3 8 0 16,3-8 112-16,-3 3 20 0,0-1 4 0,0 4 0 0,-3-4-45 16,0-2-10-16,6 5-1 0,-6 1-1 0,0-6-12 0,3 5-3 0,-3-5 0 0,0 0 0 15,0 0 2-15,0 0 0 0,0 0 0 0,0 0 0 16,0 0-3-16,0 0-1 0,0 0 0 0,0 0 0 16,0 0-20-16,0 0-4 0,0 0-1 0,0 0 0 15,0-8-17-15,0 8-3 0,0-5-1 0,3 0 0 16,-3-1-16-16,0 1 0 0,3 0 8 15,-3 2-8-15,3-5 0 0,0 5 0 0,-3-2 0 0,0 5 0 32,0 0-84-32,0 0-10 0,0 0-2 0,0 0-1 15,0 0-119-15,0 0-24 0</inkml:trace>
  <inkml:trace contextRef="#ctx0" brushRef="#br0" timeOffset="60563.362">19586 4633 2269 0,'5'0'64'0,"1"3"15"15,0-1-63-15,0 1-16 0,0-3 0 0,0 3 0 16,-3 2 105-16,3-2 19 0,-3 5 3 0,0-6 1 0,0 4-52 15,0 1-9-15,-3 1-3 0,3 6 0 16,-3-9-51-16,-3 6-13 0,3-1 0 0,-3 3 0 0,0-2 54 16,-3 5 8-16,3-6 2 0,-6 1 0 15,3 5-52-15,-3-6-12 0,0 1 0 0,1 5 0 16,-1-8-20-16,-3 5-8 0,0-2 0 0,0 2-1 16,-3 0-3-16,0 3-1 0,3-5 0 0,-3 7 0 15,3-7-78-15,1 5-15 0,-1-3-3 0</inkml:trace>
  <inkml:trace contextRef="#ctx0" brushRef="#br0" timeOffset="93514.131">15906 5562 1824 0,'9'-21'38'0,"-6"15"8"0,3-2-37 0,-3-2-9 0,3 2 0 0,0-3 0 16,-3 3 104-16,3-2 20 0,-3 2 3 0,0 0 1 16,0 0-52-16,-3 3-9 0,0-1-3 0,0 6 0 15,0 0 0-15,0 0 0 0,0 0 0 0,0 0 0 16,-6 3 0-16,-3 5 0 0,3 0 0 0,-6 5 0 16,3 0-51-16,0 3-13 0,1 0 0 0,2 3 0 15,-3-3 0-15,3 2 0 0,-3-5 0 0,3 6 0 16,3-3 0-16,3-3 0 0,0 0 0 0,0-2 0 15,3-1 0-15,3 1 0 0,0 0 0 0,0-4 0 16,3-1-48-16,2 4-13 16,1-7-3-16,0 0 0 0,3-3 52 0,0 0 12 0,-3 0 0 0,3-3 0 15,0 0 0-15,0 3 0 0,-3-8 0 0,2 3 0 16,-2 0 0-16,0 0 0 0,0-3 0 0,-3 0 0 16,0 0 0-16,-3 0 0 0,0-3 0 0,-3 1 0 15,0-1 48-15,0 0 13 0,0 4 3 0,-3-4 0 16,0 3-52-16,0 0-12 0,-3 3 0 0,3 2 0 15,0 3 0-15,0 0 0 0,0 0 0 0,0 0 0 16,0 0 0-16,0 0 0 0,0 0 0 0,0 3 0 0,0 5 0 16,0 0 0-16,3 0 0 0,0 2-10 0,0 1 10 15,0-3 0-15,0 2 0 0,3 1-8 0,-3-3 8 0,3 0 8 0,0 2-8 16,2-4 11 0,-2-1-60-16,0 0-12 0,3-2-3 0,0-1 0 0,-3-2 52 15,3 0 12-15,0-2 0 0,0-1 0 0,0 1 0 0,0-1 0 0,-3-2 0 0,3 2 0 16,-3-2 48-16,0-1 13 0,0 1 3 15,0-3 0-15,-3 3-64 0,-1-6 0 16,1 3-9-16,0-2 0 0,0-1 9 16,-3 1 9-16,3-1-1 0,-3-2-8 0,0 0 8 0,3-1-8 0,-3-2 0 15,0 3 0-15,0 0 0 0,0 0 0 0,3 2 0 0,-3 1 0 16,3-4-12-16,-3 6-5 0,3 0-2 0,0 1 0 16,3 4-1-16,-3-8-1 0,3 6 0 0,0 2 0 15,3-2 1-15,-3 5 0 0,3-3 0 0,3 3 0 16,-3 0 1-16,0 0 1 0,0 0 0 0,0 3 0 15,-1 0 5-15,1-1 1 0,0 4 0 0,0-4 0 16,-3 4 12-16,3-1 0 0,0 0-10 0,0 0 10 16,-3 1 0-16,3-1 0 0,-3 3 0 0,0 0 0 15,0 0 12-15,-3 0 4 0,0 0 1 0,3 0 0 16,-3 2-3-16,0-2-1 0,0 3 0 0,0-1 0 16,-3 4-5-16,3-4-8 0,0 1 11 0,-3 2-11 15,0-2 9-15,2 2-9 0,-2-3 0 0,0 4 9 16,-2-4-9-16,2 1 0 0,-3-1 9 0,0 1-9 0,0-3 0 15,0 2 0-15,-3-2 0 0,3 0 8 16,-3 0-8-16,0-2-15 0,3 2 4 0,-3-3 1 16,0 0-23-16,0-2-5 0,3 2-1 0,3-5 0 15,0 0-175-15,0 0-35 0</inkml:trace>
  <inkml:trace contextRef="#ctx0" brushRef="#br0" timeOffset="93696.921">16555 5221 1907 0,'0'-8'80'0,"-3"2"-64"15,3 1 72-15,3 0 15 0,-3-1 2 0,3 6 1 16,-3 0-34-16,3-7-6 0,0 4-2 0,-3 3 0 16,0 0-32-16,6-5-8 0,-3 5 0 0,3-3-1 15,0 6-139-15,-3-3-28 0,3 2-6 0</inkml:trace>
  <inkml:trace contextRef="#ctx0" brushRef="#br0" timeOffset="94136.226">16618 5527 1751 0,'0'0'74'15,"0"0"-59"1,0 0 96-16,0 0 19 0,6 0 4 0,0 0 1 16,0 0-49-16,0 0-10 0,0 0-1 0,0 3-1 0,0-3-26 0,-1 5-4 0,1-2-2 0,0 0 0 15,0 2-16-15,0 0-3 0,0 1-1 0,0 2 0 16,0 2-11-16,0-5-3 0,0 3 0 0,-3 3 0 16,3 0-8-16,-3-4 0 0,3 7 0 0,-3-4 0 15,0 1 0-15,0-3 8 0,0 2-8 0,-3 1 0 16,3 0 0-16,-3-1-9 0,0 3 0 0,0-5 0 15,0 3 9 1,-3-3 0-16,3 0 0 0,0-3 0 0,0-5 0 0,-3 8 0 16,3-8 0-16,0 0 0 0,0 0 49 0,0 0 12 0,0 0 3 15,0 0 0-15,0-8 0 0,3 3 0 0,-3-3 0 16,3-3 0-16,0 1-52 0,0 4-12 0,3-10 0 0,-3 6 0 16,3-3 54-16,3-1 8 0,-3-1 2 0,-1-1 0 15,4-3-64-15,0 1-12 0,0-1-2 0,0-2-1 16,-3 2 15-16,3-2 0 0,-3 3 0 0,0-1 0 15,0 3 0-15,0 3 0 0,0 0 0 0,-3 0-9 16,3 5-21-16,0 0-4 0,-3 2-1 16,3 4 0-16,-3 2-146 0,3-5-30 0,0 10-5 15</inkml:trace>
  <inkml:trace contextRef="#ctx0" brushRef="#br0" timeOffset="94721.9">16960 5612 2048 0,'0'0'43'0,"0"0"9"0,0 0-42 0,0 0-10 0,0 0 0 0,0 0 0 16,0 0 92-16,0 0 17 0,0 0 3 0,0 0 1 15,0 0-57-15,0 0-12 0,0 0-3 0,0 0 0 16,6 3-13-16,0-3-2 0,3 2-1 0,-3-2 0 15,6 3-12-15,-3-3-2 0,3 0-1 0,3-3 0 16,-4 3-10-16,4-2 0 0,3 2 9 0,0-5-9 16,0 2 0-16,-3-2 9 0,3-1-9 0,0 4 0 15,-4-6 12-15,-2 2-12 0,3 1 12 0,-6-3-12 16,-3 0 22-16,3 0-2 0,-6 3-1 0,0-3 0 16,-3 0 16-16,-3 3 3 0,-3 0 1 0,0-1 0 15,-3 1-7-15,-3 2 0 0,0 1-1 0,-3 2 0 16,1 2-9-16,-4 1-2 0,0 0 0 0,0 5 0 15,0-3-7-15,0 3-1 0,3 0-1 0,1 0 0 16,-1 2-11-16,6 1 0 0,-3-1 0 0,6 1 0 0,0 0 0 16,3-1 0-16,0 1 0 0,0-1 0 0,3 4 0 0,3-7-9 0,0 4 9 15,0-3 0-15,3 3-9 0,3-6 9 0,0 3 0 0,0 0-9 16,3-3 9-16,-1 0 0 0,4 1 0 0,-3-4-8 16,3 1 8-16,3 0 0 0,-3-3 0 0,3 0 0 31,-3 0-32-31,2 0 0 0,-2 0-1 0,3 0 0 15,0 0-150-15,-3-3-29 0,0 0-7 0</inkml:trace>
  <inkml:trace contextRef="#ctx0" brushRef="#br0" timeOffset="96145.76">18118 5456 1846 0,'0'-5'78'0,"0"-3"-62"16,3 3 88-16,-3 2 17 0,0-8 4 0,0 6 1 16,0 5-47-16,0 0-10 0,0 0-1 0,0 0-1 15,0 0-29-15,0 0-6 0,0 0 0 0,0 0-1 16,0 8-19-16,0 5-3 0,3 0-1 0,-3 1 0 16,0 4-8-16,0 1 0 0,0-1 0 0,-3 3 0 15,3 1 0-15,0-1 8 0,0 0-8 0,0 0 0 16,0-2 0-16,0-1 0 0,0-2 0 0,0 0 0 15,0 2 0-15,0-7 0 0,3 5 8 0,-3-3-8 16,0-2 0-16,0-1 0 0,3 1 0 0,-3-1 8 16,0-4-8-16,3 2 0 0,-3-8 0 0,0 0 0 15,0 0 10-15,0 0-10 0,0 0 12 0,0 0-12 16,3-3 21-16,3-2-2 0,0-3-1 0,-3 0 0 16,3-3 2-16,0 1 0 0,-3-1 0 0,3-2 0 15,0-3-1-15,3 5 0 0,-4-7 0 0,4 2 0 0,0-3-6 16,3 1-1-16,-3-1 0 0,3-2 0 15,0 3-3-15,3-1-1 0,-3 1 0 0,3-4 0 16,-3 7-8-16,-1-1 10 0,4 0-10 0,-3 3 10 0,-3 2-10 0,3 0 12 0,-3 4-12 0,-3-1 12 16,0 2-12-16,0 1 12 0,-3 2-12 15,-3 3 12-15,0 0-12 0,0 0 8 0,0 0-8 0,0 0 8 16,-3 8-8-16,-3 3 0 0,3-6 0 0,-3 6 0 16,0 2 0-16,-3 0 0 0,0 0 0 0,-3 3 0 15,3-2-19-15,-3-1-9 16,1 0-1-16,2 0-1 0,-3 3 30 0,0-8 0 0,3 3 0 0,-3-1 0 15,3 1 0-15,0-1 0 0,3-2 0 0,0 0 0 16,0 0 14-16,3-3 9 16,0 3 1-16,0-2 1 0,3-1-25 0,0-5 0 0,0 5 0 0,0-5 0 15,3 6 0-15,0-1 0 0,0-2 0 0,3-3 0 16,3 2 0-16,0 1 0 0,0-3 11 0,3 0-11 16,0 0 12-16,3 0-3 0,0 0-1 0,-1 2 0 15,1-2 1-15,3 0 0 0,0 3 0 0,-3-3 0 16,3 3-9-16,-3-3 8 0,0 0-8 0,-1 2 8 15,1-2-8-15,0 3 0 0,-3 2 0 0,0-5 8 16,0 3-8-16,-3-3-14 0,0 3 3 0,0-1 1 16,-3 1-25-16,3-3-5 0,-3 3 0 0,0 2-1 15,-1-2-172-15,1-1-35 0,0 1-6 0</inkml:trace>
  <inkml:trace contextRef="#ctx0" brushRef="#br0" timeOffset="97152.535">18883 5723 2191 0,'0'0'62'0,"0"0"14"0,0 0-61 0,6 0-15 0,-6 0 0 0,6 3 0 15,-3 0 78-15,-3-3 13 0,6 5 2 0,-6 3 1 16,3-3-41-16,-3 3-8 0,0 0-1 0,0 0-1 15,-3 3-27-15,-3-1-4 0,0 1-2 0,0 2 0 16,0 0-1-16,-3 0 0 0,0 3 0 0,-3-3 0 16,0 1-18-16,-2 2-4 0,-1-3-1 0,0 0 0 15,-3 0-40 1,0 0-8-16,3-2-2 0</inkml:trace>
  <inkml:trace contextRef="#ctx0" brushRef="#br0" timeOffset="98348.26">19335 5615 1811 0,'0'0'37'0,"0"0"11"16,0 0-39-16,0 0-9 0,0 0 0 0,0 0 0 15,0 0 84-15,0 0 16 0,0 0 2 0,0 0 1 16,0 0-52-16,0 0-11 0,0 0-1 0,0 5-1 15,0-5-22-15,3 5-4 0,0 1 0 0,0-1-1 16,3 0-11-16,0 1 0 0,0-4 0 0,0 1 0 16,0-1 0-16,0-2 0 0,3 0 0 0,0 0 0 15,0 0 8-15,0-2-8 0,3-1 8 0,0 1-8 16,0-4 26-16,-3 1 0 0,2 0 0 0,1-3 0 16,-3 2 16-16,0-1 3 0,0 1 1 0,-3-2 0 15,0 0 0-15,0 3 0 0,-3-3 0 0,-3 0 0 16,0 0-8-16,0 0-2 0,-6 0 0 0,3 0 0 15,-3 0-19-15,-3 1-4 0,0-1-1 0,0 2 0 16,-3 1-12-16,0 0 0 0,1 2 0 0,-1 0 0 16,0 3 13-16,-3 0 0 0,3 0 0 0,0 3 0 0,3 0-13 15,-3 2-8-15,3-2 8 0,0 2-13 16,0 0-13-16,3 3-2 0,1 0-1 0,-1 0 0 16,0 0-40-16,3 3-8 0,0-3-2 0,3 2 0 15,0 1-112-15,3-3-22 0,0 2-5 0,3 1-1 16,2-1-56-16,1-4-11 0,0-1-2 0,3-2-1 0,0-1 181 0,0 1 37 15,3-6 7-15,0 3 2 0,0-2 119 0,0-4 24 16,-1 4 5-16,1-4 1 0,-3 1 65 0,0 0 14 0,0 0 2 16,-3-1 1-16,3-2-18 0,-3 3-4 15,-3 0-1-15,0-1 0 0,0 1-25 0,-3-3-5 0,0 3 0 0,0 0-1 16,-3-1-28-16,0 1-6 0,3 0-1 0,-3-1 0 16,0 4-30-16,0 2-6 0,-3-6-2 0,3 6 0 15,0 0-18-15,0 0-3 0,0 0-1 0,0 0 0 16,0 0-20-16,0 0 9 0,0 0-9 0,0 0 0 15,0 0 0-15,0 0 0 0,0 8 0 0,0 0 0 16,0 0 0-16,0 0 0 0,3 0 0 0,-3 0 0 16,0 3 0-16,3-3-9 0,-3 0 9 0,3 2-8 15,0-2-8-15,0 0 0 0,-1 0-1 0,4 0 0 16,-3 0 3-16,3-3 1 0,-3 0 0 0,3 1 0 16,-3 2 13-16,0-3 0 0,3 0 0 0,-3 1 10 15,-3 1-10-15,3-1 0 0,-3-1 0 0,0 3-11 0,-3 0 11 0,3 0 0 16,0 0 0-16,-3 0 0 0,0 0-16 0,3 2 0 15,-3 1-1-15,0-1 0 0,3 1 32 16,-3 2 6-16,0-2 2 0,0 2 0 0,3 0-23 0,-3 1 0 0,0-1 0 16,0 0 8-16,-3-2-8 15,3 2 0-15,1-3 0 0,-4 1 0 0,0 0 0 0,0-1 0 0,0 1 0 0,0-3 8 16,0-3-8-16,0 3 0 16,0-3 8-16,0 3-8 15,-3-3-19-15,3-2-8 0,0 2-1 0,-3-2-1 0,3 0 74 0,0-3 15 16,0 0 4-16,-3-3 0 0,3 0-52 0,0 1-12 0,1-4 0 0,2 1 0 15,-3-3 29-15,3 0 3 0,-3-2 1 0,3-1 0 16,0-2-13-16,3-3-4 0,-3 0 0 16,3 0 0-16,0-2-8 0,3-1-8 0,-3 1 12 0,3-1-12 15,3 3 0-15,-3 0 0 0,3 3 0 0,0 0 0 16,2 2 0-16,-2 1 0 0,3 2 0 0,0 0 0 16,0 0 0-16,3 3 0 0,0-1-11 0,3 6 11 15,0-8-92-15,0 6-11 0,3-4-2 16,-1 4-1-16,1-1-122 0,3 1-24 0</inkml:trace>
  <inkml:trace contextRef="#ctx0" brushRef="#br0" timeOffset="98638.41">20092 5665 2067 0,'0'0'87'0,"0"0"-70"16,0 0 100-16,0 0 20 0,0 0 4 0,0 0 1 15,0 0-42-15,0 0-8 0,0 0-1 0,0 0-1 16,0 0-41-16,-3 5-8 0,0 1-1 0,-3 2-1 15,3-3-23-15,-6 3-4 0,3 0 0 0,-6 2-1 32,3-2-30-32,-3 3-5 0,0-1-2 0,-3 4 0 0,0 2-30 0,3-3-7 0,-2 3-1 0</inkml:trace>
  <inkml:trace contextRef="#ctx0" brushRef="#br0" timeOffset="99365.301">20395 5287 1706 0,'0'0'72'0,"0"0"-58"16,0 0 104-16,0 0 21 0,0 0 4 0,0 0 1 15,0 0-47-15,0 0-9 0,-3 8-1 0,3 0-1 16,-3 2-23-16,0 3-5 0,0 3-1 0,0 5 0 15,0 1-57-15,-3 4-17 0,3 1-1 0,0-1 0 16,0 0 18-16,0-2 0 0,0 0 0 0,0 0 0 16,1-3 0-16,-1 0 0 0,0-2 0 0,0-3 0 15,3-1 18-15,-3-1-2 0,0-1-1 0,3-2 0 16,0-1-31-16,-3-2-5 0,3 3-2 0,0-3 0 16,0-3 14-16,0-5 9 0,0 0-12 0,0 0 12 15,0 0 0-15,0 0 0 0,0 0 0 0,0 0 0 16,0 0 0-16,6 0 0 0,0-3 0 0,0 1 0 15,-1-1 15-15,1-2 0 0,3 2 0 0,0 0 0 16,0-5 8-16,0 0 1 0,0 3 1 0,3 0 0 0,-3 0 20 16,0-1 4-16,3 1 1 0,-3 0 0 15,3 2-41-15,-3 0-9 0,-1 3 0 0,1 0 0 0,0 0 13 0,0 0 3 16,0 0 1-16,0 6 0 0,-3-4-7 0,3 1-2 16,-3 2 0-16,0 1 0 0,-3-1-8 15,3 0 0-15,0 0 0 0,-3 3 0 0,3 0-15 0,0 0-8 0,0 0-1 16,0 3-1-1,-3-3-31-15,2 0-7 0,1 2-1 0,-3-2 0 16,0 3-150-16,0-3-30 0</inkml:trace>
  <inkml:trace contextRef="#ctx0" brushRef="#br0" timeOffset="99692.878">21184 5475 1982 0,'-3'10'56'0,"0"-2"12"16,0 0-54-16,0 0-14 0,3 0 0 0,-3 0 0 15,3 0 64-15,0-3 11 0,0 0 1 0,0-5 1 16,0 6 41-16,0-6 8 0,0 0 2 0,0 0 0 15,0 0-52-15,0 0-9 0,0 0-3 0,0 0 0 16,0 0 0-16,0 0 0 0,0 0 0 0,0 0 0 16,0 0-51-16,6-3-13 0,-3-2 0 0,3-1 0 0,0-2 0 0,-3 1 0 0,3-1 0 0,0 0 0 15,-3-3 0 1,3 1 0-16,0 2 0 0,0-3 0 16,0 3 0-16,-3 0 0 0,3 0 0 0,-4 3 0 15,-2 0-100-15,0 5-22 0,0 0-5 0</inkml:trace>
  <inkml:trace contextRef="#ctx0" brushRef="#br0" timeOffset="99979.712">21187 5800 2067 0,'3'0'87'0,"3"0"-70"15,0 0 140-15,-3 0 28 0,3 0 6 0,0 3 1 16,0-3-103-16,0 2-20 0,0 1-4 0,-3 0-1 16,2 2 0-16,1 0 0 0,-3 3 0 0,3 0 0 15,-3 0-51-15,-3 3-13 0,0-1 0 0,0 3 0 16,-3 1 0-16,0-1 0 0,0 0 0 0,-3 3 0 16,-2 0 33-16,-1-3 4 0,-3 3 1 0,-3 0 0 15,0-3-61-15,-3 3-12 0,0-3-2 0,-3 0-1 16,1 3 20-16,-1-2 4 0,0 4 1 0,-3-2 0 15,3 0-143-15,-3 0-28 0,4 0-5 0</inkml:trace>
  <inkml:trace contextRef="#ctx0" brushRef="#br0" timeOffset="128574.74">15799 7149 1728 0,'0'0'49'0,"0"0"11"0,0-5-48 0,0 5-12 0,3-2 0 0,-3 2 0 31,3-3 58-31,-3 3 10 0,3-3 1 0,-3 3 1 0,6 0-47 0,0 0-10 0,-3 3-1 0,3 0-1 16,0 2-11-16,0 3 0 0,0 0 0 0,0 2 0 15,0 1 30-15,0 2 4 16,0 0 1-16,-3 1 0 15,3-1-56-15,-3 0-11 0,3 3-3 0,-3-3 0 0,3 0 35 0,-4 1 0 0,1-4 0 0,0 1 0 16,-3-1 31-16,3-2 13 0,0 0 2 0,-3 3 1 16,0-6-38-16,0 3-9 0,0-3 0 0,0-5 0 15,0 8 8-15,0-8 0 0,0 0 0 0,0 0 0 16,0 0 1-16,0 0 0 0,0 0 0 0,-6 0 0 16,0 0 44-16,4-2 9 0,-1-4 2 0,0 1 0 15,0 0 0-15,0-3 0 0,3 0 0 0,-3 0 0 16,3 0-52-16,0 0-12 0,0-3 0 0,0 4 0 15,3-4 0-15,-3 0 0 0,3 1 0 0,0-1 0 16,0 1 0-16,2-1 0 0,1 0 0 16,0 4 0-16,0-4 16 0,3 3 1 0,0 0 0 0,0 3 0 15,-3-3-17-15,6 3 8 0,-3-1-8 0,3 1 0 16,-3 2 8-16,0-2-8 0,0 5 0 0,0-3 0 16,-4 6 8-16,4-3-8 0,-3 3 0 0,0-1 0 15,0 4 0-15,0 2 0 0,3-1 0 0,-6 4 0 16,3 0 9-16,-3-1-9 0,3 3 0 0,-3 1 9 15,0-1-9-15,-3 0-9 0,3 0 9 0,-3 1-13 16,0-4-8-16,0 3-2 0,0 1 0 0,0-1 0 16,3-3-13-16,-3 4-4 0,3-4 0 0,-3 1 0 15,3-3-7-15,0 0-1 0,3-3-1 0,-3 0 0 16,3-5 8-16,3 0 1 0,0 0 1 0,0-2 0 0,-1-4 26 0,1-2 5 16,3 1 8-16,-3-1-13 0,3-3 29 0,0 0 7 0,0 3 1 0,0-2 0 15,0-1 19-15,0 1 4 0,-3-1 1 0,0 3 0 16,-1 0 14-16,1-2 3 0,0-1 1 0,-3 3 0 15,0 0-2 1,-3 0 0-16,0 3 0 0,0 0 0 0,-3 5-51 16,0 0-13-16,0 0 0 0,0 0 0 0,0 0 35 0,0 0 4 0,0 0 1 15,-9 5 0-15,3 0-26 0,0 1-5 0,-3 1-1 0,3 4 0 16,0-3-8-16,1 3 8 0,2-1-8 0,0 1 8 16,0-1-18-16,0 4-4 0,3-4-1 0,0 3 0 15,3 1-12-15,0-1-2 16,0 3-1-16,3-6 0 0,-1 4-4 15,4-4-1-15,0-2 0 0,3 0 0 0,0 0 12 0,0-3 3 0,0-2 0 0,3 0 0 16,-3-3 8-16,0 0 3 0,3-3 0 0,-7 0 0 16,4 1 9-16,-3-6 0 0,-3 2 0 0,0-2 8 15,-3 0 12-15,0-2 4 0,-3-1 0 0,-3 1 0 16,0-3 11-16,-3-1 2 0,0-2 1 0,-3 3 0 16,-3-3-14-16,1 0-2 0,-1 1-1 0,-3-4 0 15,0 0-11-15,-3 1-2 0,3-3-8 0,-3-3 12 16,3 0-12-16,3 0 0 0,-2-2 8 0,2-3-8 15,3 5 0-15,0 0 0 0,3 3 0 0,0 0 0 16,3 0 0-16,3 5 0 0,0 0 0 0,3 3-10 16,0-1 10-16,0 4 0 0,6-1-9 0,0 1 9 0,3 2 0 15,3 2 0-15,2-1-9 0,1 1 9 0,3 1 0 0,0 0 0 16,3 2 0-16,0 3 0 0,-4 0-8 0,1 0 8 16,3 3 0-16,-6-1 0 0,0 4 0 15,-3-1 0-15,-3 0 0 0,-1 3 0 0,-2 0 0 0,3 0 0 16,-3 3 0-16,-3 2 0 15,3 3 11-15,-3 2-11 0,-3 1 12 0,3 5-12 0,-3-1 10 16,3 4-10-16,-3 2 8 0,0 0-8 0,0-3 24 0,-3 1 0 0,0-1 0 16,0-2 0-16,0 0-24 0,-3-3 0 0,3 0 0 0,-3 1 0 15,3-1 0-15,-3 3 0 0,0-3 0 0,0 0 0 32,3 0-46-32,-3 0-14 0,0-2-4 0,3 2 0 15,-3-5 0-15,3 0 0 0,0-3 0 0,-3-3 0 0,3-2-97 0,0 0-20 0,3-2-4 0</inkml:trace>
  <inkml:trace contextRef="#ctx0" brushRef="#br0" timeOffset="128768.002">16564 7345 2298 0,'-9'-8'48'0,"3"0"11"16,0 3-47-16,0-3-12 0,1 3 0 0,2 0 0 15,3 5 93-15,3-6 17 0,-3 4 3 0,5-4 1 16,-2 4-51-16,3-1-11 0,3 0-1 0,-3-2-1 15,3 2-6-15,3 1 0 0,-3-1-1 0,3 1 0 16,0-1-18-16,3 0-3 0,3-2-1 0,-4 2 0 16,7 1-21-16,-3-1 0 0,6-2 0 0,-3-1 8 15,3 1-166-15,2-3-33 0</inkml:trace>
  <inkml:trace contextRef="#ctx0" brushRef="#br0" timeOffset="129524.947">17338 6911 2030 0,'3'-5'57'0,"0"0"14"0,-3 5-57 0,0-6-14 0,0 6 0 0,0 0 0 15,0-2 54-15,0 2 8 0,0 0 2 0,0 0 0 16,0 0 0-16,0 0 0 0,-6 0 0 0,0 2 0 16,-3 6 0-16,3-2 0 0,-3 4 0 0,-2 4 0 15,-1 4-52-15,0 3-12 0,0 6 0 0,-3 2 0 16,3 3 0-16,0 2 0 0,-3 0 0 0,3 3 0 16,6-2 0-16,0-3 0 0,0-3 0 0,6 5 0 15,0-2 0-15,3 2 0 0,3 1 0 0,3-1 0 16,6-2-48-16,-3-1-13 0,6-4-3 0,-3 2 0 15,3-8 72-15,0 0 15 0,2-5 2 0,-2 0 1 16,0-3-16-16,3-2-10 0,-3 0 12 0,0-4-12 16,3-1 11-16,-1-1-11 0,1-2 10 0,0-1-10 15,-3-2-87-15,3-2-23 0,0 2-5 0</inkml:trace>
  <inkml:trace contextRef="#ctx0" brushRef="#br0" timeOffset="130587.563">17707 6999 1523 0,'0'0'64'0,"0"0"-51"16,0 0 83-16,0 0 17 0,0 0 3 0,0 0 1 15,0 0-41-15,0 0-8 0,0 0-1 0,0 0-1 16,-3 5-38-16,3 3-7 0,-3 2-1 0,0 4-1 16,3 2-8-16,0-1-2 0,-3 4 0 0,3 2 0 15,0 0-9-15,-3 0 0 0,3 1 9 0,0-1-9 16,-3 0 0-16,3 0 0 0,-3 0 0 0,0-2 0 16,3-1 0-16,-3-2 9 0,3-3-9 0,0 3 0 15,-2-2 8-15,2-4-8 0,0 1 0 0,0-1 0 16,0 1 0-16,0-3 0 0,2-3 0 0,1 0 0 15,-3-5 8-15,0 0-8 0,0 0 0 0,3 3 0 16,3-6 28-16,0 1-2 0,0-3 0 0,0-1 0 16,0-2 8-16,0 0 2 0,0-2 0 0,3-1 0 15,-3-2-12-15,3 0-1 0,-3-1-1 0,0 1 0 16,3-3 0-16,-3-2 0 0,3-1 0 0,0 1 0 16,-3-1-3-16,2-2-1 0,1 3 0 0,0-1 0 0,0 1-2 15,-3-1 0-15,0 3 0 0,3 0 0 0,-3 3 18 16,0 0 3-16,-3 2 1 0,3 3 0 0,-3 0-38 15,3 3 0-15,-3 0-12 0,-3 2 4 16,0 3 8-16,0 0 11 0,0 0-3 0,0 0 0 0,0 0-8 0,0 0 0 16,0 0 0-16,-3 8 0 0,0 3 0 0,-3 2 0 0,0 0 0 15,0 0 0-15,0 3 0 0,-3 0 0 0,3 0 0 16,-3 2 8-16,0-2-8 0,0 0-16 0,0-3 4 16,1 1 1-16,2-1 11 0,0 0-12 0,0 0 12 15,3 1-12-15,-3-4 12 0,3-2 0 16,0 3 0-16,3-3-8 0,-3 0 8 0,6-3 0 0,-3 3-9 0,3-3 9 15,0 0 0-15,3-2 0 16,-3 2 0-16,3-2 0 0,3 0-11 0,-1-1 3 0,1-2 0 0,3 3 0 16,0-3 28-16,3 0 7 0,0 0 1 0,0 0 0 15,0 0-40-15,0 0-7 0,3 0-1 0,-1 0-1 16,-2 0 21-16,0 0 0 0,3 0 0 0,-3 0 8 16,-3 3-8-16,3-3 0 0,-3 0 0 0,-1 2 0 15,-2-2-16-15,0 0-6 0,0 3-1 0,-3-3 0 16,0 0-176-16,-3-3-35 0</inkml:trace>
  <inkml:trace contextRef="#ctx0" brushRef="#br0" timeOffset="130859.228">18353 7300 2508 0,'0'0'71'0,"0"0"16"16,6 0-70-16,-3-2-17 0,-3 2 0 0,6 0 0 0,0 0 55 0,0 2 7 0,-6-2 2 0,3 3 0 15,3 0-52-15,-6-3-12 0,3 8 0 0,-3-3 0 16,0 3 0-16,0 0 0 0,-3 0 0 0,0 2 0 16,-3 1 54-16,-3 2 8 0,0 0 2 0,0 1 0 31,0 1-103-31,-3 1-20 0,3 0-4 0,-2 3-1 0,-1-3 52 0,0-1 12 0,3 1 0 0,-6-2 0 31,3-1-215-31,-3 0-40 0</inkml:trace>
  <inkml:trace contextRef="#ctx0" brushRef="#br0" timeOffset="131862.017">18981 7171 1690 0,'0'-11'35'0,"0"11"9"0,-3-8-36 0,3 3-8 0,0 0 0 0,-3-1 0 16,3 1 109-16,-3 0 20 0,0-1 4 0,0 1 1 15,-3 0-46-15,0 0-10 0,1-1-2 0,-4 1 0 16,0 0-24-1,-3 2-6-15,0-2-1 0,0 5 0 0,-3-3-12 0,-3 3-2 0,3 0-1 0,-3 3 0 16,1-1-19-16,-4 1-11 0,3 2 12 0,-3 3-12 16,3 0 0-16,3 0 0 0,0 0 0 0,1 3 0 15,2-1 0-15,3-2 0 0,3 5 0 0,0-2 0 16,3 0 0-16,3-1 0 0,3 1 0 0,0-1 0 16,3 1 0-16,3-1 0 0,6-2 0 0,-4 3 0 15,7 0 0-15,0-4 0 0,3-1 0 0,0 2 0 16,0 0 0-16,0 0-12 0,2-3 0 0,-2 3 0 15,-3-3 12-15,0 3 0 0,-3-3-10 0,0 1 10 16,-3-1 0-16,-3 0 0 0,-4 1 0 0,1-1 0 16,0 0 0-16,-6 3 0 0,3-3 0 0,-3 3 0 15,-3 0 0-15,0-2 0 0,0 1 0 0,-3 1 8 16,1-2-8-16,-4-1 0 0,0 0 9 0,-3 3-9 16,0-3 10-16,0 1-2 0,-3-4-8 0,-3 4 12 15,3-4-12-15,0 1 0 0,-2 0 0 0,-1-1-10 16,3 4 10-16,0-6 0 0,0 2 10 0,3 1-10 15,0-3 0-15,0 0 0 0,3-3 0 0,0 1 0 16,1 2-155-16,5-6-37 0,3 6-7 0</inkml:trace>
  <inkml:trace contextRef="#ctx0" brushRef="#br0" timeOffset="132508.421">19139 6940 1630 0,'6'0'68'0,"6"0"-54"16,-3 0 81-16,3 0 16 0,3 0 3 0,-3 3 1 15,2 0-34 1,1 2-6-16,0-2-2 0,0 5 0 0,0 0-26 0,0 2-6 0,0 1-1 0,0 5 0 16,-4-3-8-16,1 5-3 0,0 1 0 0,-3 2 0 15,-3 0-9-15,3 3-1 0,-3 0-1 0,-3 0 0 16,0-3-3-16,0 3-1 0,-3-1 0 0,0-1 0 16,-3-1-4-16,0 0-1 0,-3 0 0 0,0 0 0 15,-3 0 0-15,0 1 0 0,-3-1 0 0,-3 0 0 16,1 0-9-16,-1 0 0 0,-3 3 0 0,0-3 0 15,3-2 0-15,-3-1 0 0,0-2 0 0,1 0 0 16,2-5 0-16,3 2 0 0,-3-5 0 0,3 0 0 16,0 0-49-16,3 0-12 0,0-3-3 0</inkml:trace>
  <inkml:trace contextRef="#ctx0" brushRef="#br0" timeOffset="132795.726">19764 7094 2109 0,'0'0'88'16,"0"0"-70"-16,0-5 79 0,-3-1 16 0,3 6 3 0,0-2 1 15,0 2-10-15,0-6-3 0,0 1 0 0,0 5 0 16,0 0-68-16,0-5-13 0,0 5-3 0,0 0-1 16,0 0-19-16,0 0 0 0,0 0 0 0,0 0 0 15,0 0-8-15,0 0-6 0,0 0-1 0,0 0 0 16,6 5-141-16,-3-2-28 0,0 2-5 16</inkml:trace>
  <inkml:trace contextRef="#ctx0" brushRef="#br0" timeOffset="133047.431">19722 7380 2067 0,'6'5'87'16,"0"0"-70"-1,-3 1 89-15,3-4 18 0,0 4 3 0,0 1 1 16,-3-1 0-16,0-1 0 0,0 0 0 0,0 3 0 15,-3 0-103-15,3 3-25 0,-3-3 0 0,-3 2 0 16,3 4 0-16,-3-1 0 0,-3 0 0 0,0 3 0 0,0 0 56 0,-6-3 7 0,3 3 1 0,-5 0 0 16,-1-3-64-16,0 3-21 0,-3-3 0 0,-3 3 0 31,0-3-18-31,-3 0-3 0,1 1-1 0,-1-1 0 16,0-3-25-16,3 4-6 0,0-1-1 0</inkml:trace>
  <inkml:trace contextRef="#ctx0" brushRef="#br0" timeOffset="147340.42">15960 8383 1690 0,'0'0'35'0,"0"0"9"0,0-6-36 0,3 4-8 0,0-1 0 0,-3 3 0 16,0-5 109-16,0-1 20 0,0 1 4 0,0 0 1 15,0-1-42-15,0 1-9 0,-3 0-2 0,0 0 0 16,0-1-15-16,0 1-3 0,-3 0-1 0,0-1 0 16,0 1-12-16,-3 0-2 0,-3 2-1 0,3 1 0 15,-2-4-13-15,-4 4-2 0,3 2-1 0,-3 0 0 16,0 2-31-16,0 1 0 0,0 2 0 0,0 3 0 15,3 0 0-15,-2 0 0 0,-1 5 0 0,3-2 0 16,0 2 0-16,-3 0 0 0,6 3 0 0,-3 0 0 16,6-3 0-16,0 3 0 0,0-3 0 0,6 3 0 15,0-3-54-15,3-2-17 0,3 2-3 0,3-2-1 16,0-1 18-16,3-4 3 0,0-1 1 0,0 0 0 16,3-5-9-16,0 0-2 0,-1 0 0 0,1-2 0 0,0-1 64 15,3 0 15-15,-3-2 1 0,-3 0 1 0,3 0-2 16,-6-1-1-16,3 1 0 0,-4 0 0 15,-2-1 34-15,0 1 6 0,0 2 2 0,-3-2 0 0,-3 2 5 16,3-2 2-16,-3 0 0 0,0 5 0 0,3-5-18 0,-3-1-3 0,0 6-1 0,0 0 0 16,0-5-19-16,0 5-4 0,0 0-1 0,0 0 0 15,0 0-17-15,0 0 0 0,0 0 0 0,0 0 0 16,6 5 0-16,0 1 0 0,-3-1 0 0,0 3-9 16,3 2 9-16,-3-2-8 0,0 3 8 0,3 0-8 15,-3-1-17 1,0 1-3-16,3-1-1 0,-3-2 0 0,0 3-84 0,0-1-17 0,0-2-3 15</inkml:trace>
  <inkml:trace contextRef="#ctx0" brushRef="#br0" timeOffset="147818.06">16058 8375 1691 0,'3'-8'71'15,"-3"2"-57"1,3 1 93-16,0 0 18 0,3-1 4 0,-3 1 1 16,3 3-49-16,0-1-9 0,0 3-3 0,0 0 0 15,0 0-16-15,3 3-3 0,-3-1-1 0,0 3 0 16,0 1-16-16,0 2-3 0,3 0-1 0,-4 2 0 16,-2 1-17-16,3-1-3 0,0 1-1 0,-3 2 0 15,0 0-8-15,3 1 0 0,-3-1 0 0,-3 3 0 16,3-3 0-16,-3 0 12 0,3 0-12 0,-3 1 12 15,0-1-40-15,0-2-8 0,-3 2-2 0,3-3 0 16,0-2 10-16,-3 3 1 0,3-6 1 0,0 3 0 16,0-8 26-16,0 0 0 0,0 0 0 0,0 0 0 0,0 0 0 15,0 0 0-15,0 0 0 0,0-5 0 0,0-1 0 16,3-1 0-16,-3-1 0 0,3 0 0 0,-3 0 46 0,3-3 14 0,0 1 4 16,3-1 0-16,-3 0-52 0,0-2-12 0,3 3 0 15,0-4 0-15,0 1 54 0,0 0 8 0,0 2 2 0,0 1 0 16,3-1-52-16,-3 3-12 0,3 0 0 15,-3 3 0-15,2 0 0 0,1-1 0 16,-3 4 0-16,3-1-10 0,-3 3 10 0,3 0 16 0,0 0-4 0,-3 3-1 16,0-1-11-16,0 1 12 0,3 2-12 0,-3 3 12 15,0 0-12-15,0 0 8 0,-3 3-8 0,3-1 8 16,-3 1-8-16,0 2 0 0,-3-2 0 0,3 2 0 16,-3-2-14-16,0 2-2 0,0-3 0 0,0 1 0 15,-3 0-148-15,0-1-29 0,0 1-7 0</inkml:trace>
  <inkml:trace contextRef="#ctx0" brushRef="#br0" timeOffset="148315.191">16615 8136 1824 0,'6'-7'76'0,"0"-1"-60"31,0 0 137-31,0 2 28 0,0-2 6 0,0 6 1 0,0-1-85 0,-1 0-17 0,1 3-3 0,0 3-1 31,0 0-29-31,0-1-5 0,0 1-2 0,0 2 0 0,0 1-17 0,-3 2-3 0,3 0-1 0,0 5 0 16,-3 0-13-16,3 3-4 0,-3 0 0 0,-3 5 0 15,3 3-8-15,-3 2 0 0,0 1 0 0,0-1 8 16,0 1-8-16,-3-4 0 0,0 1 0 0,0 0 0 31,0-3-25-31,0 0-4 0,0 0-1 0,0-2 0 0,3 0 30 0,-3-4 0 0,3 1 0 16,0-2 0-1,-3-1-57-15,3-3-6 0,0-2-1 0,0 0 0 0,0 0 52 0,0-8 12 16,3 3 0-16,-3-3 0 0,0 0 0 0,0 0 0 0,3-3 0 0,3 0 0 16,-3-2 0-16,3 0 0 15,-3-3 0-15,3-3 0 0,-3 3 48 0,0-5 13 0,-3 5 3 0,3-5 0 16,-3 0-52-16,0 0-12 0,-3-1 0 0,0 1 0 16,0 0 53-16,-3 2 8 0,0-2 2 0,-3 3 0 15,-3-1-39-15,3 6-7 0,-3-1-1 0,-3 1-1 16,1 2-6-16,2 3-1 0,-3 0 0 0,0 3 0 15,0 2-8-15,3 3 0 0,0 0 0 0,0 3 8 16,3-1-8-16,0 1 0 0,6 2 0 0,-3 0 0 16,4-2 0-16,2 2 0 0,0-2-9 0,2-1 9 15,1 1 0-15,0 0-10 0,3-3 10 0,0-1-8 16,0 1 8-16,3-2 0 0,0-1 0 0,0 0-8 16,3-2-1-16,0-3 0 0,3 0 0 0,3 0 0 15,0-3-91-15,2 1-19 0,1-1-3 0</inkml:trace>
  <inkml:trace contextRef="#ctx0" brushRef="#br0" timeOffset="148912.581">17270 8099 1614 0,'-9'-10'33'0,"6"5"9"0,0 2-34 16,3 3-8-16,-3-5 0 0,-3 2 0 16,6 3 125-16,-6-3 23 0,6 3 5 0,-6 0 1 0,0 3-57 0,-3 2-11 0,3 1-2 0,-3-1-1 15,0 5-31-15,3-2-5 0,-3 6-2 0,0 1 0 16,-2 4-19-16,2 2-4 0,0 6-1 0,-3 2 0 16,3 0-7-16,3 3-2 0,-3 2 0 0,3 0 0 15,3-2-12-15,0-3 0 0,0 0 0 0,3 0-10 16,0 1 19-1,3-1 4-15,3-3 1 0,0 6 0 0,3-3 4 16,3 0 1-16,0 0 0 0,3 0 0 0,2-5 9 0,-2 0 3 0,6-6 0 16,-3 1 0-16,3-3-31 0,-3-3 0 0,3 0 0 0,-1-2 0 15,-2-3-12-15,0 0 4 0,0 0 8 0,0 0-13 16,0-6-135 0,3 4-26-16,-4-4-6 0</inkml:trace>
  <inkml:trace contextRef="#ctx0" brushRef="#br0" timeOffset="152366.656">17550 8256 1378 0,'0'0'28'0,"0"0"8"0,0 0-28 0,0 0-8 0,0-6 0 0,0 6 0 16,0 0 111-16,0 0 21 0,0 0 4 0,0 0 0 16,0 0-54-16,0 0-11 0,0 0-3 0,0 0 0 15,0 0-34-15,0 0-7 0,0 0-2 0,-3 6 0 16,0-1-9-16,3 3-3 0,-3 0 0 0,3 0 0 15,3 0-5-15,-3-1-8 0,3 1 11 0,2 3-11 16,-2-6 0-16,6 3 0 0,-6 0 0 0,6-3 0 16,-3 1 9-16,3-4-9 0,0 1 0 0,3 0 9 15,-3-1 3-15,3-2 0 0,0-2 0 0,0-1 0 16,0-2 23-16,-1 2 5 0,1-5 0 0,-3 3 1 0,3 0 6 16,-3-3 1-16,0 0 0 0,0-3 0 0,-3 3-1 0,0-2 0 15,0 2 0-15,0 0 0 0,-3 0-6 0,0 0-1 16,-3 0 0-16,3 0 0 0,-3 0-12 15,0 0-2-15,-3 3-1 0,3 0 0 16,-3 2-13-16,-3-2-4 0,3 2 0 0,-6 3 0 0,0-3-8 16,0 1 8-16,-3 2-8 0,0 0 8 0,0 0-8 0,0 2-14 15,1 1 3-15,-1 2 1 16,0 1-23-16,0-1-5 0,3 3-1 0,-3 0 0 16,3 0-25-16,3 0-4 0,0 2-2 0,0 1 0 15,6-3-106-15,-3 2-22 0,6 1-4 0,0-3-1 16,0-3 75-16,6 0 16 0,0-2 2 0,0 0 1 15,3-3 54-15,-3 0 11 0,3-3 3 0,0 3 0 0,0-5 41 0,-4 2 14 0,4-2 0 0,-3 2 0 16,0-2 66-16,-3 2 14 0,0-2 2 0,0 2 1 16,-3-2 16-16,0 0 3 0,0 2 1 0,0-2 0 15,-3 5-19-15,0-3-4 0,0 3-1 0,0 0 0 16,0 0-28-16,0 0-5 0,0 0-2 0,0 0 0 16,0 0-22-16,0 0-5 0,0 0-1 0,0 0 0 15,0 0-16-15,3 5-3 0,0 1-1 0,-3 2 0 16,3 2-1-16,0 1 0 0,-3-1 0 0,3 4 0 15,0-1-1-15,0 5-8 0,0-2 12 0,-3 0-4 16,3 0-8-16,0 3 0 0,-3-4 9 0,3 4-9 16,-3-1 0-16,0-2 0 0,3 0 0 0,-3 0 8 15,0 3-8-15,0-4 0 0,-3 4 0 0,3-1 0 16,-3 1 0-16,0 0 8 0,3-1-8 0,0 1 0 16,-3-1 0-16,0-2 0 0,3 3 0 0,-3-6-8 15,0 0 8-15,0 0-13 0,0-2 5 0,0-1 8 16,-3-2 0-16,3-2 0 0,-3 2 0 0,-3-3 0 15,3-3 0-15,-3 1 0 0,3-3 0 0,-3 0 8 16,0-3 4-16,3 1 0 0,-2-3 0 0,2-3 0 0,0 0 9 16,0-6 3-16,0 4 0 0,3-6 0 0,0 0 2 0,3 0 1 0,-3-2 0 0,3-1 0 15,0 1-15-15,3 2-2 0,3-3-1 0,-3 3 0 16,3 3-9-16,0 0 0 0,0 2 0 0,0 1 0 16,2-1 0-16,-2 3 0 0,3 3 0 0,-3 0 0 15,3-3 0-15,0 2 0 0,0 1 0 0,0 0 0 16,0 0 0-16,0 2 0 0,0-2 0 15,3 2 0-15,3 0-102 16,-1 1-16-16,1-1-3 0</inkml:trace>
  <inkml:trace contextRef="#ctx0" brushRef="#br0" timeOffset="152870.114">18160 8512 2082 0,'0'0'44'0,"0"0"8"0,3-2-41 16,0-1-11-16,3 0 0 0,-3 1 0 0,-3 2 128 0,6-3 24 0,-3 0 5 0,2 3 1 16,-5 0-51-16,6 0-11 0,-3 3-1 0,-3-3-1 15,6 3-24-15,-3-1-5 0,3 4-1 0,-3-4 0 16,-3 3-51-16,3 3-13 0,-3-2 0 0,0 2 0 16,-3 2 0-16,0-2 0 0,0 5 0 0,-3-2 0 15,0 2 11-15,0 3-1 0,1-3 0 0,-4 3 0 16,0 3-33-16,-3-3-6 15,3-1-2-15,-3 1 0 0,0 0-61 0,0-3-12 16,0 3-2-16,-3-2-1 0,3-1-65 0,0-3-12 0,4 1-4 16</inkml:trace>
  <inkml:trace contextRef="#ctx0" brushRef="#br0" timeOffset="154067.704">18934 8216 1892 0,'9'-8'40'0,"-9"8"8"0,0 0-39 0,3-5-9 0,-3 5 0 0,0 0 0 16,0 0 108-16,0 0 19 0,0 0 4 0,0 0 1 15,-6 0-58-15,0 0-11 0,-3 2-3 0,-3 4 0 16,3 1-30-16,-6 4-6 0,3 2-2 0,-3 6 0 16,-3-1-14-16,0 6-8 0,-2 0 8 0,-1 2-8 15,0-2 20-15,0 0 0 0,0 0 0 0,0 0 0 16,4-1-67-16,-1-4-13 0,0 2-4 0,0-2 0 16,3-1 0-16,0-2 0 0,0 3 0 0,0-4 0 15,1-4-71-15,2 0-14 0,0-3-3 0</inkml:trace>
  <inkml:trace contextRef="#ctx0" brushRef="#br0" timeOffset="154319.147">18600 8306 1983 0,'-9'-24'41'0,"3"16"10"0,3 3-41 0,0-1-10 0,0 1 0 0,3 5 0 15,0 0 98-15,0 0 18 0,0 0 3 0,0 0 1 16,0 0-21-16,0 0-4 0,0 0-1 0,3 8 0 15,0 0-75-15,0 0-19 0,0 3 0 16,3-1 0-16,0 1 55 0,0 2 7 0,3 3 2 0,-3-3 0 16,3 3-52-16,3-3-12 0,-3 3 0 0,3 0 0 15,0-3 0-15,3 0 0 0,-4 1 0 0,4 1 0 16,0-4-9-16,0 2-5 0,0-2-1 0,0-1 0 16,0 1 3-16,0 0 0 0,0-3 0 0,-1 0 0 15,1-1-106-15,0 1-21 16,-3-2-4-16</inkml:trace>
  <inkml:trace contextRef="#ctx0" brushRef="#br0" timeOffset="154624.811">19142 8221 2206 0,'0'0'63'0,"-3"-5"13"16,3 5-61-16,0 0-15 0,0 0 0 0,0 0 0 15,0 0 96-15,0 0 16 0,0 0 3 0,0 0 1 0,0 0-41 0,0 0-8 0,-3 5-2 0,0 3 0 16,0 3-29 0,0 2-7-16,3 0-1 0,-3 3 0 15,3 0-28-15,0 0 0 0,0 2 0 0,0 1 0 0,0-1 44 0,3 1 2 0,-3-1 1 0,0 1 0 16,3-3-47-16,-3 2 0 0,3-2 0 16,-3 0 0-16,3-3 0 0,-3 3 0 0,3-3 0 15,-3 3 0-15,0 0 0 0,3-3 8 0,-3 3-8 0,0 3 0 16,0-6 0-16,-3 3 0 0,3 0-13 15,0-3 4 1,0 0-25-16,0 0-5 0,0-2-1 0,0 0 0 16,0-1-121-16,3-2-25 0,-3 0-5 0</inkml:trace>
  <inkml:trace contextRef="#ctx0" brushRef="#br0" timeOffset="155295.885">19633 8528 1789 0,'0'0'37'0,"0"0"9"16,0 0-37-16,3-3-9 0,-3 3 0 0,6-2 0 16,-6 2 98-16,0 0 18 0,3-3 3 0,-3 3 1 15,0 0-40-15,3-3-7 0,-3 3-1 0,6 0-1 16,-6 0-17-16,3 0-3 0,-3 0-1 0,0 0 0 15,0 0-12-15,3 3-2 0,-3-3-1 0,3 8 0 16,-3-3-10-16,0 1-1 0,-3 2-1 0,0 0 0 16,0-1-13-16,-3 1-2 0,0 3-8 0,-3 0 12 15,0 2-12-15,0 0-8 0,-3 0 8 0,0 3-13 16,1-3-82-16,-4 1-16 0,3 1-3 0,-6 1-1 16,3-2-99-16,-3 1-20 0</inkml:trace>
  <inkml:trace contextRef="#ctx0" brushRef="#br0" timeOffset="156221.114">20011 8263 1876 0,'0'0'39'0,"0"0"9"0,0 0-38 0,0 0-10 0,-3-5 0 0,3 5 0 16,0 0 97-16,0 0 18 0,0 0 3 0,0 0 1 31,0 0-47-31,0 0-10 0,0 0-2 0,0 0 0 0,0 5-28 0,0 6-5 0,0 0-2 0,-3 2 0 16,3 3-10-16,0 2-3 0,0 1 0 0,-3 2 0 15,3 0-12-15,0-2 0 0,0 2 8 0,-3-3-8 16,3 1 0-16,-3-1 0 0,3-2 0 0,-3-3 0 16,3 3 8-16,-3-2-8 0,3-4 0 0,0 3 9 15,0-5-9-15,0 3 0 0,0-1 0 0,0-2 8 16,0-2-8-16,0-6 0 0,0 0 0 0,0 0 0 15,0 0 0-15,0 0 0 0,3 0 9 0,3 0-9 16,0-6 14-16,0 1-2 0,0 0 0 16,0-3 0-16,0 0-1 0,3-3-1 0,0 1 0 0,0-1 0 15,0-2 2-15,0-3 1 0,0 3 0 0,3-6 0 16,-4 3 4-16,4-2 1 0,0-1 0 0,-3 1 0 16,3-1 5-16,-3-2 1 0,0 3 0 0,0-1 0 15,-3 3-9-15,3 0-2 0,-3 3 0 0,0 0 0 16,0 2-4-16,0 1-1 0,0 2 0 0,-3 0 0 15,-1 3-8-15,1-1 12 0,-3 4-12 0,0 2 12 16,0 0-12-16,0 0 8 0,0 0-8 16,0 0 8-16,0 0-8 0,0 0 0 0,-3 8 0 0,1 2 8 15,-4 1-8-15,3 5 0 0,-3-3 0 0,-3 3 0 0,3 0-16 16,-3 2 2-16,3-2 0 0,-3 0 0 0,-3-3 5 0,3 3 1 16,0-3 0-16,-3 1 0 0,3-4 8 0,0 3 0 0,3-5 0 0,-2 3 0 15,2-1 0-15,0-2-8 0,3-2 8 0,0 2 0 16,0-3 0-16,3 0 0 15,3 0 0-15,0 1-8 0,0-4 8 0,3 4 0 0,2-4-9 16,-2 4 9-16,3-4 0 0,3 1 0 0,-3 0 0 0,3-3 0 16,0 2 0-16,3-2 0 0,-3 0 0 0,0 0 8 15,3 0-8-15,-3 0 0 0,-1 0 9 16,4 0-9-16,-3 0 0 0,3 0 0 0,-3 0 0 16,3 0 8-16,-3 3-8 0,-3-3 0 0,3 3 0 0,-3-3 0 15,2 0-18-15,-2 0-5 0,0 0-1 0,0 0 0 31,0 0-172-31,0 0-36 0,0 0-6 0</inkml:trace>
  <inkml:trace contextRef="#ctx0" brushRef="#br0" timeOffset="156551.844">20487 8150 2310 0,'-8'-6'48'15,"-1"1"11"-15,3 2-47 0,6 3-12 0,0 0 0 0,0 0 0 16,0 0 83-16,0 0 14 0,0 0 3 0,0 0 1 0,0 0-34 0,6 3-7 0,0 2-2 0,2 3 0 16,4 0-12-16,-3 3-2 0,3 2-1 0,0 3 0 15,0 2-20-15,0 4-4 0,0-1-1 0,0 3 0 16,0-3-10 0,0 3-8-16,-4-1 12 0,4 1-12 15,-6 0 31-15,3 0-1 0,0-3 0 0,-6 0 0 0,3 0-30 16,-6 1 0-16,3-4 0 0,-6 3 0 0,3 0 0 15,-6 1 0-15,3-1 0 0,-6 3 0 16,3-1-18-16,-6-1-10 0,3 1-1 0,-2-1-1 0,-4-1 10 16,-3-3 3-16,0 1 0 0,0-3 0 0,-3-1 0 0,0-1 0 0,1-1 0 0,-1-2 0 15,0-1 17-15,3-2 0 0,-3 0 0 0,3-3 0 32,1-2-157-32,2 2-28 0,0-5-6 0</inkml:trace>
  <inkml:trace contextRef="#ctx0" brushRef="#br0" timeOffset="157060.032">21080 8338 1362 0,'-3'13'38'0,"0"0"10"0,0 0-39 0,0-2-9 0,3-1 0 16,-3-2 0-16,0 0 85 0,0-2 15 0,3-1 4 0,0-5 0 16,0 0-3-16,-6 5 0 0,6-5 0 0,0 0 0 15,0 0-13-15,0 0-2 0,0 0-1 0,0 0 0 16,0 0-12-16,0 0-2 0,0 0-1 0,0 0 0 15,0 0-18-15,0 0-3 0,0-5-1 0,0-3 0 16,0 3-16-16,3-3-4 0,0-3-1 0,0 3 0 16,0-2-16-16,3-1-3 0,-3-2-8 0,3 2 12 15,0-2-12-15,-3 2 0 0,3 1 0 0,0 2 0 16,-3 0-20-16,3 0-6 0,-3 3-2 0,2-1 0 16,-5 6-160-16,0 0-33 0,0 0-7 0</inkml:trace>
  <inkml:trace contextRef="#ctx0" brushRef="#br0" timeOffset="157357.707">21110 8599 1964 0,'0'0'83'0,"0"0"-67"16,0 0 112-16,0 0 21 0,0 0 5 0,6 0 1 15,-1 3-52-15,-2 2-11 0,0 1-1 0,0-1-1 16,0 3-37-16,0 0-7 0,0 0-2 0,-3 2 0 16,0 1-44-16,0 2 0 0,0 0 0 0,-3 3-10 15,0 3 44-15,-3-3 9 0,3 2 1 0,-5 1 1 16,-1-3-31-16,0 0-6 0,-3 2-8 0,0 1 11 16,-3-4 1-16,3 4 1 0,-3-3 0 0,-3 0 0 15,-3 2-13-15,1-5-16 0,-1 1 3 0,-3 2 1 16,-3-3-4-16,0 0 0 0,1 3 0 15,-1 0 0 1,0-3-16-16,3 3-3 0,-3 2-1 0</inkml:trace>
  <inkml:trace contextRef="#ctx0" brushRef="#br0" timeOffset="166996.275">15939 9682 1337 0,'3'-6'56'0,"0"1"-44"15,0-3 195-15,-3 0 39 0,3 0 8 0,-3 3 2 16,0-6-154-16,0 3-30 0,-3-2-7 0,3-1-1 16,-3 1 0-16,0-1 0 0,-3-2 0 0,3 2 0 15,-6 1 0-15,3-1 0 0,0-2 0 0,-3 5 0 16,-2 0-51-16,2 0-13 0,-3 3 0 0,0 2 0 16,0 3 0-16,0 0 0 0,0 3 0 0,-3 2 0 15,3 3 28-15,0 0 2 0,3 0 1 0,-2 5 0 16,-1 0-31-16,3 3 0 0,0-2 0 0,0 1 0 31,0 1-20-31,0 0-11 0,3 0-1 0,3-3-1 0,3 3-27 16,0-3-6-16,0-2-1 0,3 0 0 0,3-1-13 15,0-2-4-15,3 0 0 0,0-3 0 0,0-2 27 0,0-3 5 0,0 0 0 16,3 0 1-16,-4-3 51 0,4-2 9 0,0 0 3 0,-3-1 0 16,3 1-12-16,0-3 0 0,-3 3 0 0,0-3 0 15,0 3 40-15,-3-1 16 0,0 1 4 0,0 0 0 16,-3-1 8-16,3 1 3 0,-3 0 0 0,0 2 0 15,-3 3-6-15,0 0-1 0,0 0 0 0,0 0 0 16,0 0-51-16,5-2-13 0,-5 2 0 0,6 2 0 16,0 1 0-16,0 2 0 0,0 0 0 0,3 3 0 0,-3-2 0 0,0 2 0 15,0 2 0-15,-3-2 0 16,3 3-48-16,0-1-13 0,0 1-3 0,0 0 0 0,-3-4 52 0,0 4 12 0,0-3 0 0,0 3 0 31,0-4-56-31,-3-1-8 0,0 2-1 0,0-3-1 16,0-5 3-16,0 0 1 0,0 0 0 0,0 0 0 0,0 0 50 0,0 0 12 0,0 0 0 15,0 0 0-15,0 0 0 0,0-5 0 0,3-3 0 0,0 0 0 16,-3 0 0-16,3 0 0 16,0-3 0-16,-3 1 0 0,3-1 48 0,0-2 13 0,0 2 3 0,0-2 0 15,3 0 0-15,-4 0 0 0,4-1 0 16,-3 1 0-16,3-3-52 0,0 3-12 0,0 0 0 0,0 0 0 16,0 2 0-16,0-2 0 0,0 5 0 0,3 0 0 15,-3 0 0-15,0 3 0 0,0 2 0 0,3 0 0 16,-3 3 54-16,0 3 8 0,0 0 2 0,-3 2 0 15,3 3-52-15,0 3-12 0,0-1 0 0,-1 1 0 16,-2 2 0-16,0 0 0 0,3-2 0 0,-3 2 0 16,0 0 0-16,0 0 0 0,-3-2 0 0,3 2 0 15,-3 1 0-15,-3-4 0 0,3-2 0 0,-3 3 0 16,3-1 0-16,-3-2 0 0,0-3 0 0,3-5 0 16,0 0 0-16,0 0 0 0,0 0 0 0,0 0 0 15,0 0 0-15,0 0 0 0,0 0 0 0,0 0 0 16,0 0 0-16,0 0 0 0,-3-5 0 0,0 3 0 15,3-6 0-15,0 0 0 0,0 0 0 0,3-3 0 16,-3 3 0-16,3 0 0 0,-3-2 0 0,3-1 0 0,3 0 0 16,-3 4 0-16,3-4 0 0,0 0 0 0,0 3 54 0,0-2 8 15,0 2 2-15,3 3 0 16,0-1-64-16,-3 1-15 0,3 0-1 0,0 2-1 0,-3 3 17 16,3 3 0-16,-3-3 0 0,0 5 0 0,-1 0 0 15,4 3 0-15,-3 0 0 0,0 0 0 16,0 3 0-16,0-1 0 0,0 1 0 0,-3-1 0 0,0 1-20 0,0 2-3 0,0-2-1 15,-3 2 0-15,0-2 0 0,0-1 0 16,0-2 0-16,0 3 0 16,0-3-32-16,-3 0-6 0,3 0-2 0,-3-3 0 15,3-5-28-15,0 0-5 0,0 0-2 0,0 0 0 0,0 0 50 0,0 0 9 0,9-3 3 16,-3 1 0-16,3-4 25 0,0-2 12 0,0-2-12 0,0-1 12 16,3-2 9-16,0-3 10 0,-1 0 1 0,1-5 1 15,3 3 18-15,-3-4 3 0,3-4 1 0,0 2 0 16,-3 0 9-16,0-2 1 0,0-1 1 0,-3 1 0 15,2 2-1-15,-2 3 0 0,3 0 0 0,-3 2 0 16,3 6-14-16,-3 0-3 0,3 0-1 0,-3 5 0 16,3 0-7-16,-3 0-2 0,3 2 0 0,-3 4 0 15,-1 2-3-15,1-3-1 0,0 3 0 0,0 3 0 16,-3-1-6-16,3 4-2 0,-3-4 0 0,-3 9 0 16,3-3-6-16,-3 2 0 0,0 4-8 0,0 2 12 15,-3-1-12-15,0 9 8 0,0 3-8 0,-3-1 0 16,0 1 0-16,3-1 0 0,-3 3 0 0,0-2 0 15,0-4 0-15,0-1 0 0,0-1-13 0,0-3 4 16,0-2-7-16,0 0 0 0,3 0-1 0,-3-3 0 16,3 0-24-16,0-2-5 0,0 0-1 0,0-3 0 0,0-1 38 0,0-1 9 15,0-6 0-15,0 0 0 0,0 0 0 16,0 0 0-16,0 0 0 0,0 0 0 0,0 0 0 0,6-3 0 0,-3 0 0 16,3-2 0-16,-3-3 29 0,-3 3 8 0,3 0 2 15,-3-6 0-15,0 3-16 0,-3 0-3 0,3 0-1 0,-6-2 0 16,3 2 4-16,-3 0 1 15,0 0 0-15,-3 0 0 0,3 0-6 0,-6 3-1 16,4-1 0-16,-4 1 0 0,0 2-5 16,3 3-2-16,-3 0 0 0,3 0 0 0,-3 3 0 0,3 2 0 0,0 1 0 0,0 2 0 15,3-3-10-15,0 3-11 16,0 0 3-16,0 0 0 0,3 0 8 0,3 0 0 0,-3 0 0 0,3 0-8 16,0-1 8-16,0 1 0 0,0 0 0 0,3 0-8 15,0 0 23-15,0-3 5 0,0 3 0 0,0-2 1 16,0-4-21-16,3 1 0 0,0 0 0 0,3-3 0 15,3-3-47-15,0 0-13 16,3-2-4-16,3-3 0 0,3 0-153 0,5-2-31 0</inkml:trace>
  <inkml:trace contextRef="#ctx0" brushRef="#br0" timeOffset="167480.009">17380 9436 2066 0,'0'-14'43'0,"0"9"10"0,-3 0-42 0,3 2-11 0,0-2 0 0,0 5 0 15,-3-3 104-15,0-2 20 0,-3 2 3 0,3 1 1 16,-3 2-52-16,-3 0-9 0,3 2-3 0,-6 4 0 15,0 2-16-15,-3 2-4 0,1 3-1 0,-4 6 0 16,0 2-18-16,0 8-3 0,-3 0-1 0,0 3 0 16,3 0-21-16,4-3 0 0,-1 3 0 0,0-1 0 15,6-2 0-15,0 3 0 0,3 0 0 0,3 0 0 16,3-1 0-16,0 4 0 0,6-1 0 0,0-2 0 16,6-6 0-16,3 1 0 0,0-6 0 0,5-2 0 15,-2-3 0-15,6-3 0 0,-3-3 0 0,3-2 0 16,0-2 0-16,-1-4 0 0,-2 1 0 0,3-6 0 15,0 1-98-15,3-4-24 16,-1 1-5-16</inkml:trace>
  <inkml:trace contextRef="#ctx0" brushRef="#br0" timeOffset="168080.545">17651 9346 2172 0,'0'0'61'0,"0"0"15"0,3-6-61 15,0 4-15-15,0-4 0 0,-3 6 0 0,0-2 91 0,0 2 15 0,3-3 3 0,-3 3 1 16,0 0-37-16,0 0-7 0,0 0-2 0,0 0 0 16,0 0-25-16,0 0-6 0,0 0-1 0,3 5 0 15,-3 3-16-15,0 0-3 0,-3 3-1 0,3 2 0 16,-3 3-12-16,3 3 0 0,-3 2 0 0,0 3 0 16,3-1 0-16,-3 4 0 0,0-1 0 0,0 1 0 15,0-1 0-15,0-2 9 0,0-3-9 0,0 0 8 16,0-2-8-16,0-1 0 0,0-2 0 0,0 3-11 15,3-6 11-15,0 0 0 0,-3-2 0 0,3-1 0 16,0-2 0-16,0-2-10 0,0 2 10 0,0-8 0 16,0 0-10-16,0 0 10 0,6 2-8 0,-6-2 8 15,6 0 0-15,0 0 0 0,0 0 0 0,0-2-8 16,0-1 8-16,0 0 0 0,0-2 0 0,3 0 0 16,-4-1 0-16,1-2 0 0,3 3 0 0,0-3 0 15,-3 0 0-15,0 0 9 0,3 0 0 0,-3 0 0 16,0 3 9-16,0-3 2 0,0 3 0 0,-3 0 0 0,3 2-7 15,0 0-1-15,-3-2 0 0,3 5 0 0,-3-3-1 16,-3 3-1-16,6 3 0 0,-6-3 0 0,6 3 0 0,-3-1 0 0,0 1 0 0,3 2 0 16,-3-2-10-16,0 2 10 0,-1 1-10 0,1 1 10 15,-3-1-10-15,3-1 8 0,0 3-8 0,-3 0 8 16,3-3-8-16,0 1 8 0,-3 1-8 0,3-1 8 16,0-1-42-1,-3 0-9-15,3 1-1 0,3-4-1 0,-3 4-137 0,0-1-27 0,-3-5-6 16</inkml:trace>
  <inkml:trace contextRef="#ctx0" brushRef="#br0" timeOffset="168434.331">18222 9737 2301 0,'0'0'48'0,"0"0"12"0,0 0-48 15,0 0-12-15,0 0 0 0,0 0 0 0,0 0 106 0,0 0 19 0,0 0 4 0,3 3 1 16,-3-3-53-16,3 5-10 0,-3-5-3 0,3 6 0 15,-3-6 0-15,0 7 0 0,0-1 0 0,-3 4 0 16,0-2-51-16,0 3-13 0,-3-1 0 16,0 4 0-16,0-4 0 0,-3 6 0 0,3-3 0 0,-5 1 0 15,2 1 8-15,-3-1 0 0,0 2-8 0,-3-1 12 32,0-1-38-32,0-1-8 0,-3 3-2 0,0-3 0 15,4 0-107-15,-4-2-21 0,3-1-5 0</inkml:trace>
  <inkml:trace contextRef="#ctx0" brushRef="#br0" timeOffset="169287.333">19044 9494 1774 0,'0'-11'75'16,"0"1"-60"-1,0 2 101-15,-3-3 20 0,0 3 4 0,0 3 0 16,-3-3-60-16,0 3-13 0,0 2-3 0,-3-2 0 16,0 2-20-16,-3 0-5 0,3 3-1 0,-6 0 0 15,1 3-26-15,-4 0-12 0,-3 2 10 0,0 3-10 0,0 0 0 0,0 3 8 16,0 2-8-16,1 3 0 0,-1-3 0 15,6 5 0-15,0 1 0 0,3-3 0 0,3 2 12 16,0 1 8-16,6-3 3 0,0 0 0 16,6-1-42-16,0 1-8 0,3-2-1 0,3-1-1 0,3 0 18 0,3-2 11 0,0-1-12 15,3 3 12 1,0-5-30-16,2 0 1 0,-2 0 0 0,3 0 0 0,-6 0 29 0,3 0 0 0,-3 0 0 16,-3-3 0-16,-3 3 0 0,-1-3 0 15,-2 3 0-15,-3-2 0 0,-3 2 45 16,0-3 15-16,-3 3 4 0,0-3 0 0,-5 3-52 0,-4-3-12 0,0 1 0 15,-3 2 0-15,-3-3 0 0,0 0 0 16,0 1 0-16,-3-1 0 0,1 0-25 0,2 0-8 16,-3 1-2-16,0-4 0 0,6 1 56 0,0 0 11 0,0-1 3 0,3-2 0 15,4 3-79-15,-4-3-16 0,6-3-4 16,0 3 0-16,6 0 29 0,-3-5 6 0,0 0 1 0</inkml:trace>
  <inkml:trace contextRef="#ctx0" brushRef="#br0" timeOffset="169679.15">19407 9774 2067 0,'0'0'87'15,"0"0"-70"-15,0 0 89 0,0 0 18 0,0 0 3 0,0 0 1 16,0 0-52-16,0 0-9 0,-6 3-3 0,0 2 0 15,0-2 0-15,3 2 0 0,-3 0 0 0,0 3 0 16,0 0-51-16,0 0-13 0,0 0 0 0,-6 3 0 16,3-1 0-16,-2 4 0 0,-1-4 0 0,-3 6 0 15,0-3 0-15,-3 3 0 0,0 0 0 0,-3 0 0 16,1 0 0-16,2 0 0 0,-3-3 0 0,3 3 0 16,0-3-168-16,3-2-36 0,0 2-7 15</inkml:trace>
  <inkml:trace contextRef="#ctx0" brushRef="#br0" timeOffset="170484.033">20023 9499 1554 0,'0'0'65'0,"-9"3"-52"16,3-3 108-16,0 5 22 0,-3-2 4 0,0 2 1 15,0 0-48-15,-2 3-10 0,-1 0-2 0,-3 3 0 16,3 2-48-16,0-2-11 0,-3 2-1 0,0 3-1 16,3-3-27-16,-3 3 0 0,3-3 0 0,-2 3 0 15,2 0 0-15,-3 0 0 0,3 0 0 0,-3-1 0 16,0-4-12-16,0 2-8 0,-3-2-2 0,4-1 0 15,-4 1-150-15,3 0-29 0,0-4-7 0</inkml:trace>
  <inkml:trace contextRef="#ctx0" brushRef="#br0" timeOffset="170748.31">19660 9674 1824 0,'9'-32'38'0,"-6"21"8"16,0-2-37-16,0-3-9 0,0 3 0 0,3-3 0 15,-3 3 129-15,0 0 24 0,3 0 5 0,-3 2 1 0,0 3-62 0,3 0-12 0,-1 0-2 0,1 3-1 16,-3 2-54-16,3-2-10 0,0 5-2 0,0 0-1 16,0 5 34-16,-3-2 7 0,3 2 2 0,0 6 0 15,0-1-33-15,0 4-6 0,0-1-2 0,0 3 0 16,0 0-9-16,0-1-8 0,3 1 12 0,-3 3-12 16,3-3 9-1,0 0-9-15,0-1 0 0,-1 1 9 0,1-2-9 16,3-1 0-16,-3-3 0 0,3 4 0 0,0-4-14 0,-3 1-5 0,3-1-1 15,-3-2 0 1,3 3-16-16,-3-3-3 0,3 2-1 0,-4-4 0 16,4-1-140-16,0-2-29 0</inkml:trace>
  <inkml:trace contextRef="#ctx0" brushRef="#br0" timeOffset="171149.546">20252 9523 2066 0,'-6'-13'43'0,"3"7"10"15,3 1-42-15,-3 0-11 0,3 0 0 0,0-3 0 16,0 5 104-16,0-2 20 0,0-1 3 0,0 1 1 16,0 2-52-16,3-2-9 0,0 3-3 0,-3 2 0 0,3-3 0 15,3 3 0-15,0 0 0 0,-3 0 0 16,6 3-51-16,-3-1-13 0,0 3 0 0,0 1 0 15,-3 2 0-15,3 5 0 0,-3 0 0 0,0 0 0 16,-3 3 0-16,0 0 0 0,0 0 0 0,-3 3 0 16,-3-4 0-16,3 4 0 0,-6-3 0 0,3 2 0 0,-3-2 0 0,0-3 0 15,0 3 0-15,0 0 0 0,0-3 0 0,0 1 0 16,4-1 0-16,-1 0 0 0,3-2 0 0,-3-1 0 0,3-2 0 16,0 0 0-16,3 3 0 0,0-6 0 0,3 0 0 0,0-2 0 15,3 0 0-15,0-1 0 0,0-2 0 0,2-2 0 16,4 2 0-16,0-3 0 0,0 0 0 15,3 1 0-15,0-1 0 0,0 0 0 0,3-2 0 16,0 2 0-16,-4 1 0 0,4-1 0 16,0 0 8-16,0 3-8 0,-3-2-51 0,0-1-13 15,0 1-2-15,-3-1-1 0,-1 0-157 16,1-2-32-16</inkml:trace>
  <inkml:trace contextRef="#ctx0" brushRef="#br0" timeOffset="171780.234">20681 9362 1918 0,'0'0'40'0,"0"0"9"0,0 0-39 0,6-3-10 0,0 3 0 0,0 0 0 15,0 0 82-15,0 0 14 0,0 3 4 0,3-1 0 16,-3 1-38-16,-1 2-7 0,4 0-2 0,0 6 0 16,0 0-20-16,0 2-4 0,0 3-1 0,3 5 0 15,-3 0-16-15,0 5-4 0,0 1-8 0,0 2 12 16,-3-5-12-16,0 2 8 0,0 1-8 0,-3-1 0 16,0-2 10-16,-3 3-10 0,0-4 10 0,-3 1-10 15,-3 5 8-15,0-2-8 0,-3 2 0 0,-3 3 9 16,0-6 19-16,-3 3 3 0,-3-2 1 0,0 2 0 15,0-5-32-15,1-3 0 0,-1 0 0 0,-6 0 0 16,6-5-11-16,-3 2-8 0,0-4-1 0,1 2-1 16,-4-3 21-16,3-3 0 0,-3 1 0 0,0-3 0 0,3 0 0 15,1-3 0-15,-1 0 0 0,3 1 0 16,0-4-37-16,6 1-7 0,0-3 0 0</inkml:trace>
  <inkml:trace contextRef="#ctx0" brushRef="#br0" timeOffset="172248.63">21116 9616 1580 0,'0'0'67'15,"0"0"-54"-15,2 5 92 0,-2 3 19 0,0-3 3 0,3 3 1 16,-3-8-65 0,0 5-13-16,0 3-2 0,0-8-1 0,3 6-3 0,-3-6 0 0,0 7 0 0,0-7 0 15,0 0 3-15,0 0 0 0,0 0 0 0,0 0 0 16,0 0 5-16,0 0 2 16,0 0 0-16,0 0 0 0,0 0-43 0,0 0-11 0,0 0 0 0,0 0 0 15,6 0 0-15,0 0 0 0,0 0 0 0,-6 0 0 16,6-2 23-16,-3-1 2 0,3 1 1 15,-3-1 0-15,0 0-38 0,3 1-8 0,-3-4-2 0,0 4 0 32,-3 2-122-32,0 0-24 0,3-3-4 0</inkml:trace>
  <inkml:trace contextRef="#ctx0" brushRef="#br0" timeOffset="172531.765">21142 9904 2310 0,'0'0'48'0,"0"5"11"16,0 1-47-16,3-1-12 0,0 0 0 0,0 0 0 16,0 1 85-16,0 2 15 0,3 0 4 0,-3 0 0 15,0-1-44-15,3 4-8 0,-3 0-1 0,0 2-1 16,0-3-17-16,-3 4-3 0,0-1-1 0,-3 3 0 15,0-3-6-15,-3 0-2 0,0 3 0 0,0-3 0 16,-6 3-21-16,3 0-15 0,-6 0 3 0,1 0 0 16,-1 2 12-16,0 1 0 0,-3 2 0 0,0 0 0 15,3 0 16-15,-6-2 5 0,3 2 2 0,-2 0 0 16,2-2-51-16,-3-1-9 0,0 3-3 0</inkml:trace>
  <inkml:trace contextRef="#ctx0" brushRef="#br0" timeOffset="181638.223">15906 10775 2112 0,'0'0'60'0,"0"0"13"0,0 0-58 0,0 0-15 0,0 0 0 0,0 0 0 16,-6-3 88-16,1 3 14 0,5 0 3 16,-9 3 1-16,0 2-34 0,3 0-6 0,-3 3-2 0,0 0 0 15,3 5-51-15,-3-2-13 0,0 2 0 0,-3 0 0 16,6 3 0-16,-3 0 0 0,3 0 0 0,0 0 0 16,-3 2 0-16,3-2 0 0,1 3 0 0,2-1 0 15,0-2 0-15,0 3 0 0,0-4 0 0,3 4 0 16,0-3 0-16,0 0 0 0,3-3 0 0,0 0 0 15,3-2 0-15,-1-1 0 0,4-2 0 16,0 0 0-16,0-5-14 0,3 0-6 0,0-3 0 0,0 0-1 16,3-3 21-16,3-2 0 0,-3-3 0 0,-1 0 0 15,4-3 11-15,-3 1 3 16,0-4 1-16,0 4 0 0,-3-3 17 0,-3 2 3 16,0-2 1-16,-3-1 0 0,0 1 0 0,-3 0 0 0,0 0 0 0,-3 0 0 15,-3-1-12-15,0 4-1 0,0-4-1 0,-6 4 0 16,3-1-10-16,-3 1-1 0,-3-1-1 0,0 3 0 15,0 0-10-15,-3 0 0 0,3 3 0 0,-3-3 0 16,4 3-24-16,-1 0-9 0,0-1-3 0,3 1 0 16,0 2-124-16,0-2-26 0,3 2-5 0</inkml:trace>
  <inkml:trace contextRef="#ctx0" brushRef="#br0" timeOffset="182023.337">16040 10817 2039 0,'3'-3'42'0,"3"3"11"0,-3-2-42 16,-3 2-11-16,3 0 0 0,3 0 0 0,-3 0 103 0,0 0 18 0,3 2 4 0,-3-2 1 15,3 3-50-15,-3-1-9 0,6 1-3 0,-3 2 0 16,0 1-26-16,0-1-6 0,0 0 0 0,3 3-1 16,-3 0-15-16,0 0-4 15,3 0 0-15,-1 0 0 0,-2 3-12 0,0-1 9 0,0 3-9 0,0 1 8 16,0-4-8-16,-3 3 0 0,3-2 0 0,-3 2 0 31,3 0-22-31,-3-2-3 0,0 2-1 0,-3 1 0 0,3-4-5 16,-3 1-1-16,0-1 0 0,-3 1 0 0,3-1 43 0,-3-2 8 0,3-2 1 0,-3 2 1 15,3-8-21-15,0 0 0 0,0 0 0 0,0 0 0 16,0 0 34-16,0 0 2 0,0 0 1 0,-3-8 0 16,3 2 12-16,0-2 3 0,0-2 0 0,3-1 0 15,0 1-11-15,0-1-1 0,3-2-1 0,0 2 0 16,0-2-14-16,3 0-2 0,0 0-1 0,0-1 0 15,3 4-12-15,-3-3-2 0,-1 2-8 0,4 0 12 16,0-2-12-16,-3 3 0 0,3-1 0 0,-3 0 0 16,0 1-21-16,3 2-11 15,0-3-1-15,-3 3-1 0,3-2-211 0,0 4-43 0</inkml:trace>
  <inkml:trace contextRef="#ctx0" brushRef="#br0" timeOffset="182880.752">16942 10600 1824 0,'0'0'38'0,"-6"-5"8"0,6 5-37 0,-3-3-9 0,3 3 0 0,-6-5 0 16,3 2 156-16,-3 3 28 0,1-3 7 0,-1 3 1 15,0 0-103-15,-3 0-20 0,0 3-4 0,0 0-1 16,-3 5-51-16,0 0-13 0,0 5 0 0,0 3 0 16,-3 5 54-16,0 3 8 0,1 7 2 0,-1 1 0 15,0 3-52-15,3-4-12 0,0 1 0 0,0 2 0 16,0-2 0-16,3 0 0 0,0-3 0 0,3 8 0 16,0-3 0-16,3 4 0 0,0 1 0 0,3 1 0 15,0-8-19-15,6 2-6 0,0-8-2 0,3 4 0 16,0-4 43-16,0-5 9 0,3 0 2 0,3 1 0 15,0-4-27-15,0-2 0 0,3 0 0 0,-1 0 0 16,1-3 0-16,3-5 0 0,-3 0 0 0,3-3 0 16,3-2-81-16,-4-6-22 0,1 0-4 0</inkml:trace>
  <inkml:trace contextRef="#ctx0" brushRef="#br0" timeOffset="183433.777">17478 10719 1824 0,'3'-11'76'16,"-3"1"-60"-1,0 2 127-15,0 0 25 0,0 0 6 0,-3 0 1 16,3 3-75-16,-3-1-16 0,0 1-2 0,-3 2-1 0,3 1-13 0,-3 2-4 0,0-3 0 0,0 6 0 31,0-3-51-31,0 5-13 0,0 0 0 0,-2 3 0 16,2 3 0-16,-3 5 0 0,3 0 0 0,0 2 0 16,0 1 0-16,0 5 0 0,3-3 0 0,0 5 0 15,0-2 0-15,0-3 0 0,3 3 0 0,-3 0 0 0,3-3 0 0,0 3 0 16,0-3 0-16,0 3 0 0,0 0 0 0,0 2 0 0,0 1 0 15,0-1 0-15,-3 0 0 16,3 1 0-16,0-1 0 0,-3-2 0 0,3 0 23 0,-3-6 1 0,0 1 1 0,-3 0 0 16,3-4-25-16,0-1-9 0,-3 2 0 0,0-3 0 15,0-3-23 1,0 1-4-16,3-3 0 0,-6 0-1 0,3 0-31 0,-2-3-7 16,2 0-1-16,0 1 0 0,0-4-139 0,0-2-28 0,0 0-5 0</inkml:trace>
  <inkml:trace contextRef="#ctx0" brushRef="#br0" timeOffset="183625.036">17180 11105 1934 0,'-3'-8'81'15,"3"-2"-65"1,0 2 100-16,0-3 20 0,0 3 4 0,3 3 1 16,0 0-44-16,0-3-9 0,3 2-1 0,0 1-1 15,3 3-69-15,0-4-17 0,0 4 0 0,3-1 0 16,0 0 55-16,3 1 7 0,0 2 2 0,-3-3 0 15,2 3-52-15,1-3-12 0,0 3 0 0,0 0 0 16,0 0-48-16,0 0-13 0,3 0-3 0,0 3 0 16,2-3-71-16,1 3-14 0,0-1-3 0</inkml:trace>
  <inkml:trace contextRef="#ctx0" brushRef="#br0" timeOffset="183928.805">17770 11103 2426 0,'0'0'68'0,"3"-6"16"0,-3 6-67 0,3-2-17 0,-3 2 0 0,6 0 0 15,-6 0 72-15,0 0 12 0,0 0 1 0,3 0 1 16,0 2-15-16,0 4-3 0,0-1-1 0,0 3 0 15,0 0-26-15,-3 2-5 0,3 4 0 0,-3-1-1 16,0 0-15-16,0 3-2 0,-3 0-1 0,0 0 0 16,0-3-9-16,0 3-8 0,-3 0 12 0,0 0-12 15,0-3 0-15,-3 3 0 0,0 0 0 0,-3-1 0 16,0 1-36-16,-3-2-10 0,0-1-2 0,-3 3-1 16,1-3-108-16,-1 3-22 0,0 0-4 0</inkml:trace>
  <inkml:trace contextRef="#ctx0" brushRef="#br0" timeOffset="185954.789">18201 10968 1773 0,'0'0'36'0,"0"0"11"0,0 0-38 0,0 0-9 0,0 0 0 0,0 0 0 15,0 0 111-15,0 0 20 0,0 0 4 0,0 0 1 16,0 0-54-16,0 0-10 0,0 0-3 0,0 0 0 15,0 0-55-15,0 0-14 0,0 0 0 0,0 0 0 16,0 0 28-16,0 0 2 0,3 5 1 0,-3-5 0 16,3 5-31-16,3-2 8 0,0 0-8 0,0-1 0 15,0-2 28-15,0 0 4 0,3 0 0 0,3 0 0 16,0-2-32-16,0 2 0 0,0-6 0 0,0 4 0 16,-1-1 0-16,1-2 0 0,-3 2 0 0,3-2 0 15,-3-1 0-15,3 4 0 0,-6-4 0 0,0 4 0 16,-3-3 57-16,0 2 6 0,-3 3 1 0,0-5 0 15,0-1-52-15,-6 1-12 0,0 0 0 0,-3 2 0 16,-3 0 0-16,0 1 0 0,-6-1 0 0,4 3 0 16,-4 0 0-16,0 0 0 0,-3 3 0 0,3-1 0 15,0 1-18-15,3 2-6 0,-2-2-2 0,2 2 0 16,0 1-10-16,0 2-1 0,0-3-1 0,6 0 0 16,0 0-21-16,3 3-4 0,3-2-1 0,3-6 0 15,3 5-51-15,3-2-10 0,3-1-3 0,0-2 0 16,3 0 52-16,3-2 9 0,0-4 3 0,3 1 0 15,-4 0 51-15,4-1 13 0,0-2 0 0,0 1 0 16,3 1 48-16,-6-2 13 0,0 3 3 0,-1 0 0 0,-2 2 0 0,-3-2 0 0,0 2 0 16,-3 1 0-16,-6 2 51 0,0 0 10 0,0 0 3 0,0 0 0 15,0 0-52 1,0 0-9-16,0 0-3 0,0 0 0 0,-3 7-51 0,0-1-13 0,0-1 0 0,0 6 0 16,0-1 0-16,0 1 0 0,3-1 0 0,0 6 0 15,-3 0 0-15,3 3 0 16,0-1 0-16,0 3 0 0,0 3 0 0,0 3 0 0,0-1 0 0,3 1 0 15,-3-1 0-15,3 0 0 0,-3-2 0 0,3 0 0 16,-3 0 0-16,0-3 0 0,0 0 0 0,-3 0 0 16,0 1 0-16,-3-4 0 0,0 1 0 0,0 2 0 15,-2-3-48-15,-1 3-13 0,0-2-3 0,-3 2 0 16,0-2 52-16,0-1 12 0,3-2 0 0,-3 3 0 16,3-9-20-16,0 3 0 0,0-2-1 0,0 0 0 15,3-6 21-15,0 3 16 0,-2-6-2 0,2 1-1 16,6-3 31-16,-6 0 5 0,0-3 2 0,0 1 0 15,0-6-11-15,0 0-1 0,3-3-1 0,0-2 0 16,0 0-6-16,3-3 0 0,3-3-1 0,-3 1 0 16,3-1-8-16,0 1-2 0,3 2 0 0,0-2 0 15,0-1-8-15,0 3-1 0,3 3-1 0,-3-3 0 16,2 3-22-16,1 2-4 0,0-2-1 0,0 2 0 16,0 1 31-16,3-3 5 0,0 2 2 0,0 3 0 15,3-5-36-15,0 2-7 0,3 1-2 0,-1-1 0 16,1 0-83-16,3-2-17 0,0 3-3 0</inkml:trace>
  <inkml:trace contextRef="#ctx0" brushRef="#br0" timeOffset="186165.438">18693 11163 2169 0,'0'0'92'0,"0"0"-74"16,0 0 118-16,0 0 23 0,0 0 5 0,-3 8 0 15,3-2-80-15,-3 2-16 0,0-3-3 0,0 3-1 16,0 0-51-16,0 0-13 0,0 0 0 0,0 0 0 16,-3 0 0-16,0-1 0 0,0 4 0 0,0-3 0 15,0 3 9-15,0-3-1 0,0-1 0 0,-3 1 0 16,0 3-172-16,0 0-34 0</inkml:trace>
  <inkml:trace contextRef="#ctx0" brushRef="#br0" timeOffset="189425.926">18969 10804 2001 0,'-3'-8'41'0,"0"0"11"0,3 0-41 0,0 0-11 0,0 0 0 0,0-3 0 31,0 3 67-31,3 0 11 0,-3 1 2 0,0-1 1 0,3 0 38 0,-3 2 7 0,0 1 2 0,0 5 0 15,0-3-103-15,0 3-25 0,0 0 0 0,0 0 0 16,0 0 56-16,0 0 7 0,0 0 1 0,0 0 0 16,0 0-52-16,6 8-12 0,-3 0 0 0,-3 6 0 15,3-1 0-15,-3 5 0 0,3 1 0 0,-3 2 0 16,0 0 0-16,-3 0 0 0,3 3 0 0,0 0 0 16,-3-3 0-16,3 3 0 0,0-3 0 0,-3 0 0 15,3 0 0-15,-3 1 0 0,3-1 0 0,0 0 0 16,-3-3 0-16,3 4 0 0,0-7 0 0,0 4 0 15,0-6-20 1,0 0-6-16,0-2-2 0,0 0 0 0,0-3 19 0,0-3 9 0,3 0-10 0,-3-5 10 16,0 0 0-16,0 0-9 0,3 0 9 0,-3 0 0 15,6-2 0-15,0-4 0 0,0 1 0 0,0-3 0 16,0 0-26-16,0-3-3 0,3 4-1 0,-3-4 0 16,0 0 60-16,3 1 12 0,0-3 2 0,0 2 1 15,0 0-21-15,0 3-5 0,-1-2-1 0,-2 5 0 16,3-3-18-16,0 2 0 0,-3 4 0 0,3-1 0 15,-3 3 0-15,3 3 0 0,-3-3 0 0,0 5 0 16,0 0 0-16,3 3 0 0,-3 3 0 0,0-1 0 0,0 4 0 16,-3-1 0-16,3 0 0 0,0 0 0 0,-3 1 0 15,0 1 0-15,-1 1 0 0,1-2 0 16,0-1-20-16,0 0-12 0,0-2-1 0,-3-1-1 16,0-2-111-16,0 0-23 0,0-3-4 0</inkml:trace>
  <inkml:trace contextRef="#ctx0" brushRef="#br0" timeOffset="189756.6">19386 10809 2310 0,'-6'-13'48'0,"0"-1"11"0,0 1-47 0,3 3-12 0,0-1 0 0,0 3 0 15,0 3 104-15,3 0 20 0,0 5 3 0,0 0 1 16,0 0-52-16,0 0-9 0,0 0-3 0,3 7 0 15,0 4-51-15,0 5-13 0,0 0 0 0,3 2 0 16,0 1 0-16,0-1 0 0,3 1 0 0,-3 2 0 16,3 0 54-16,0 0 8 0,0-2 2 0,-3 2 0 15,3 3-64-15,-3 0-15 0,3 0-1 0,-6 5-1 16,2 0 17-16,-2 2 0 0,0 1 0 0,0 0 9 16,-3 0-9-16,0-6 0 0,-3 1 9 0,0-1-9 15,0-5 0-15,-2 3 0 0,-1-3 0 0,-3 3 0 16,0-3-8-16,0 0 0 0,-3 1 0 0,0 1 0 15,0-4-7-15,-3-1-1 0,3 1 0 0,-6-1 0 16,4-2-10-16,-7 0-2 0,3-3-1 0,0 1 0 16,0-4-64-16,0-2-13 0,0 0-2 0</inkml:trace>
  <inkml:trace contextRef="#ctx0" brushRef="#br0" timeOffset="190209.63">19874 10902 1579 0,'0'0'32'0,"0"0"10"15,-3 5-34-15,3 0-8 0,-3 0 0 0,3 3 0 16,0-8 84-16,-3 6 16 0,3-6 2 0,-3 5 1 15,3-5-11-15,0 5-3 0,0-5 0 0,0 0 0 16,0 0 31-16,0 0 7 0,0 0 1 0,0 0 0 16,0 0-52-16,0 0-9 0,0 0-3 0,0 0 0 15,0 0 0-15,0 0 0 0,0 0 0 0,0 0 0 0,-6-2-53 16,6 2-11-16,0 0 0 0,-3-6 0 0,3 6 0 0,0-5 0 0,0 0 0 0,0 5 0 31,0-6 0-31,0 6-12 0,0 0 4 0,0-5 0 16,0 5-99-16,0 0-19 0,0 0-4 0</inkml:trace>
  <inkml:trace contextRef="#ctx0" brushRef="#br0" timeOffset="190478.125">19901 11208 2553 0,'0'0'53'0,"0"0"12"0,3 6-52 0,0-1-13 0,-3 3 0 0,3 0 0 16,-3-3 54-16,0 3 8 0,0 0 2 0,0 0 0 16,0 0 0-16,-3 0 0 0,3 0 0 0,-3 2 0 15,0 1 0-15,-3 0 0 0,3 2 0 0,-6-3 0 16,3 4-52-16,-3-1-12 0,0 0 0 0,0 0 0 16,1 3 0-16,-4 0-12 0,3 0 3 0,-3 2 0 15,0-2 9-15,0 0-13 0,0 0 5 0,-3 3 8 16,3-4-41-16,-6 1-1 0,1 0 0 0,-1-3 0 15,0 3-154-15,0-2-32 0</inkml:trace>
  <inkml:trace contextRef="#ctx0" brushRef="#br0" timeOffset="191988.974">13126 12759 1337 0,'0'0'28'0,"0"0"6"15,0 0-34-15,0 0 0 0,-3-3 0 0,3 3 0 16,0 0 102-16,0 0 14 0,-6-5 2 0,6 5 1 16,0 0-37-16,0 0-7 0,0 0-2 0,0 0 0 15,0 0-7-15,0 0-2 0,0 0 0 0,0 0 0 16,0 0 12-16,0 0 3 0,0 0 0 0,0 0 0 16,0 0-24-16,0 0-5 0,0 0-1 0,0 0 0 15,6 5-39-15,-3 1-10 0,3-1 0 0,3 3 0 0,-3-3 0 16,3 0 0-16,3-2 0 0,-3 2 0 0,6-2 0 0,-3 0 0 15,3-1 0-15,-1 1 0 16,-2-3 0-16,0-3 0 0,3 3 0 0,0-5 0 0,-3 2 0 16,0-2 0-16,-3 0 0 0,3 0 0 0,-3-3 0 15,0 0 0-15,-1-3 0 0,1 3 0 0,-3-2 0 16,0 2 0-16,-3-3 0 0,0 3 0 0,0 0 0 16,-3 0 0-16,0 0 0 0,-3 3 0 0,-3 0 53 0,3 2 9 0,-3-2 2 15,-3 2 0-15,3-2-52 0,-2 2-12 16,-4 3 0-16,3-2 0 0,-6 2 0 0,3 0 0 0,-6 2 0 0,3-2 0 15,0 3 0-15,-3 2 0 16,4 0 0-16,-4 1 0 0,3 2 0 0,0 2 0 0,3 1 0 0,-3 2 0 16,6 0-21-16,3 3-4 0,0 0-1 0,3 3 0 15,3-1-9-15,0 1-1 0,3-1-1 0,3 1 0 16,0-6 37-16,3 3 0 0,0-6 0 0,3 4 0 16,0-4-9-16,3-2 9 0,-3 0 0 0,3 3 0 15,-1-6-9-15,-2 0 9 0,6 0 0 0,-6-2-9 16,3 0 9-16,0-1 0 0,-3-2-9 0,0 0 9 15,0 0-12-15,0 0 3 0,2 0 0 0,1-2 0 16,0-1-31-16,0-2-7 0,0 2-1 0</inkml:trace>
  <inkml:trace contextRef="#ctx0" brushRef="#br0" timeOffset="192485.418">13588 12693 2066 0,'0'-8'43'0,"0"3"10"0,0-1-42 15,3 1-11-15,0 0 0 0,0-1 0 0,0 1 104 0,3 3 20 0,-4-4 3 0,4 4 1 16,0-1-52-16,-3 3-9 0,3 0-3 0,0 0 0 16,0 0-51-16,-3 3-13 0,6-1 0 0,-6 1 0 15,3 5 0-15,0 0 0 0,-3 2 0 0,3 1 0 16,-3 2 54-16,0 3 8 0,0 0 2 0,0 5 0 15,0-5-64-15,0 5-21 0,-3-2 0 0,0-1 0 16,0 1 33-16,0-3 8 0,0-3 0 0,-3 3 1 31,3-3-68-31,-3 0-13 0,0-2-4 0,0-1 0 0,0-2 73 0,0-2 15 0,3-6 2 0,0 0 1 16,0 0-43-16,0 0-9 16,0 0-2-16,0 0 0 0,0 0 39 0,0 0 8 0,0-6 2 0,3-2 0 15,-3 0-22-15,3-2 0 0,3-3 0 0,-3 2 0 16,3-5 0-16,-3 0 0 0,3 0 8 0,0-2-8 15,0-1 36-15,3-2 4 0,-3 3 0 0,2-4 0 16,-2 4-32-16,3-1-8 0,0 4 0 0,3-1 0 16,-3 2 0-16,3 4 0 0,-3 2 0 0,3 0 0 15,-3 3 0-15,0-1 0 0,0 4 0 0,0 2 0 16,-1 0 0-16,1 2 0 0,-3 1 0 0,0 2 0 16,3 3 0-16,-3 0 0 0,0 3 0 0,-3 2 0 0,3 0 0 15,-3 6 0-15,-3-1 0 0,3 3 0 16,0-2 0-16,-3-1 0 0,0 4 0 0,0-4 0 15,-3 1-50-15,3-3-11 0,-3-6-3 0,3 3 0 16,0-2-120-16,-3-3-24 0,3 0-4 0</inkml:trace>
  <inkml:trace contextRef="#ctx0" brushRef="#br0" timeOffset="192997.836">14240 12441 2200 0,'0'-29'46'0,"0"21"10"0,0-2-45 0,3-3-11 0,-3 2 0 0,2 0 0 16,1 4 76-16,-3-1 14 0,3 0 2 0,0 0 1 15,-3 2-23-15,3 4-5 0,-3 2-1 0,0 0 0 16,0 0-20-16,3 8-5 0,0 0-1 0,0 5 0 16,0 0-8-16,0 6-2 0,-3 2 0 0,3 0 0 15,-3 0-17-15,0 0-11 0,-3 0 12 0,3 1-12 16,-3-4 10-16,3 3-10 0,-3-2 8 0,0 2-8 15,0 3 0-15,0 0-14 0,0-1 2 0,0 4 0 16,0 2 12-16,3-3 0 0,-3 1 0 0,3-1 0 16,0-2 0-16,0-3 0 0,0-2 0 0,0-1 0 15,0-4 0-15,0-4 0 0,3-2 0 0,-3 3 0 16,0-6 0-16,3 0 0 0,-3-5 0 0,0 0 0 16,0 0 0-16,0 0 0 0,0 0 0 0,0 0 0 15,0 0 0-15,0 0 0 0,3-8 0 0,-3 3 0 16,0-3 0-16,0 0 0 0,0-2 0 0,0-4 0 15,-3 1 0-15,-3 0 0 0,4-3 0 0,-7 3 0 0,3 0 0 16,-3-3 0-16,0 3 0 0,0-1 0 0,-3 6 48 16,3 0 13-16,-3 3 3 0,3 2 0 0,0 3-52 0,0 0-12 0,3 3 0 15,-3 2 0-15,3 3 0 0,1 0 0 0,-1 0 0 16,0 5 0-16,3-2 0 0,-3 2 0 0,3 1 0 16,0 1 0-16,3-1 0 0,-3-1 0 0,3 0 0 0,0 0 0 15,0-2 0-15,0-1 0 16,3-2 0-16,0 3 0 0,0-3 0 0,0 0 0 15,0-3 0-15,0-2 0 0,3-1 0 0,0 1-13 0,-1 0 2 0,4-3 1 16,3-3-35 0,0-2-7-16,0 0-2 0</inkml:trace>
  <inkml:trace contextRef="#ctx0" brushRef="#br0" timeOffset="194252.671">14570 12595 2214 0,'0'0'46'0,"0"0"11"0,0 0-45 15,0 0-12-15,0 0 0 0,0 0 0 0,0 0 60 0,0 0 9 0,0 0 3 0,0 0 0 16,0 0-44-16,-3 8-9 0,6 0-2 0,-3 0 0 16,0 5-17-16,3 0 0 0,-3 3 0 0,3 3 0 15,0-1 0-15,-3 1 0 0,3 2 0 0,0 0 0 16,-3 0-12-16,0 0-5 0,3-2-2 0,-3-1 0 16,0-2-21-16,-3-3-4 15,3 3 0-15,-3-5-1 0,3 0 36 0,-3-4 9 0,0 1 0 0,0-2 0 16,3-6 0-16,0 0 0 0,0 0 0 0,0 0 0 15,0 0 34-15,0 0 9 0,0 0 1 0,0 0 1 16,0-6-21-16,0-2-4 0,0 1 0 0,3-7-1 16,0 4 24-16,0-6 5 0,0-3 0 0,3 1 1 15,0-1-27-15,0-2-6 0,0 0 0 0,3 0-1 16,-3 2-15-16,2-2 0 0,4 5 0 0,-3 0 0 16,3 0 54-16,0 3 8 0,0 3 2 0,3-1 0 15,-3 3-52-15,3 0-12 0,0 3 0 0,-4 0 0 16,4 2 0-16,0 0 0 0,-3 1 0 0,0 2 0 15,0 2 0-15,0 1 0 0,0 0 0 0,-3 2 0 16,0 0 0-16,0 3 0 0,-3 0 0 0,-1 0 0 16,1 3-48-16,0-1-13 0,-3 3-3 0,0 1 0 0,0-1 52 0,-3 0 12 15,0 3 0-15,0-3 0 0,-3 0 0 0,3 1 0 0,-3-1 0 16,0-3 0 0,-3 1-26-16,3 0-2 0,0-1-1 0,-2-2 0 0,2-3 29 0,-3 1 0 0,6-6 0 15,0 0 0-15,0 0 0 0,0 0 13 16,0 0-1-16,0 0 0 0,0 0 4 0,-3-6 1 15,0 1 0-15,0-3 0 0,3 0-17 0,3-2 0 16,0-1 0-16,0 1 0 0,0-4 40 0,3 1 4 0,-1 0 0 0,1 0 1 16,0-1-21-16,0 1-5 15,0 0-1-15,0 2 0 0,3-2-18 0,-3 3 0 0,0-1 0 0,0 3 0 16,3 0 0-16,0 0 0 0,0 3 0 0,-3 2 0 16,3-2 0-16,0 5 0 0,-3-3 0 0,0 1 0 15,-1 2 0-15,-5 0 0 0,6 2 0 0,-6-2 0 16,6 6 0-16,-3-1 0 0,0 3 0 0,-3 2 0 15,0 4 38-15,0 1 1 0,-3 1 0 0,0 3 0 16,0-1-63-16,3 4-12 0,-3-1-2 0,0 0-1 16,3 0 11-16,0-2 3 0,0-1 0 0,0 1 0 15,3-6-63-15,0 0-12 0,0-2-2 0,3-1-1 16,3-2 11-16,-3-3 3 0,6 1 0 0,-3-4 0 16,6 1-11-16,0-6-3 0,0 3 0 0,0-2 0 15,-1-4 134-15,4 1 26 0,0-3 6 0,-3 0 1 16,3-2 0-16,-3-1 0 0,0 1 0 0,0-4 0 15,-4 1 51-15,-2 0 10 0,3 0 3 0,-6 2 0 0,3-2-52 16,-3 2-9-16,-3-2-3 0,3 5 0 0,-3-3-51 0,0 6-13 0,-3-3 0 16,3 3 0-16,-3 2 53 15,0 3 8-15,0 0 2 0,0 0 0 0,0 0-50 16,-3 6-13-16,3 2 0 0,-3 2 0 0,3 1 0 16,-3 2 0-16,0 0 0 0,0 3 0 0,0 0 0 0,3-3 0 15,-3 3 0-15,3 0 0 16,3-3-46-16,0 0-14 0,0 1-4 0,0-4 0 15,3 1 0-15,0-6 0 0,0 0 0 0,0 1 0 0,3-1 52 0,0-2 12 0,0-1 0 16,3-2 0-16,0 0-10 0,-1 0 1 0,4-2 0 0,0-1 0 16,0 0 9-16,0-2 12 0,0 0-2 0,0-3-1 15,0 0 44-15,-1-3 9 0,1 3 2 0,0-2 0 16,-3-4 0-16,-3 1 0 0,3 0 0 0,-6-3 0 16,3 0-52-16,-3-2-12 0,-3-1 0 0,0 3 0 15,0 0 54-15,-6 1 8 0,3 1 2 0,-6 1 0 16,0 3-52-16,-3 2-12 0,-3 0 0 0,-3 0 0 15,0 2 0-15,-3 1 0 0,-2 3 0 16,-1 2 0-16,0 0-48 16,3 2-13-16,-3 1-3 0,3-1 0 0,0 4-51 0,1-1-10 15,2 0-3-15</inkml:trace>
  <inkml:trace contextRef="#ctx0" brushRef="#br0" timeOffset="195927.059">15939 12272 1580 0,'6'-3'67'0,"-3"-2"-54"16,3 3 125-16,0-4 25 0,-3 6 5 0,3-2 0 15,-6 2-64-15,3 0-14 0,3 0-2 0,-6 0-1 16,3 0-19-16,-3 0-3 0,3 5-1 0,0 0 0 15,-3 3-51-15,0 0-13 0,0 3 0 0,-3 5 0 16,0-1 54-16,0 7 8 0,0-1 2 0,0 3 0 16,0-1-52-16,-3 1-12 0,3 0 0 0,0 0 0 15,0 0 0-15,0-3 0 0,0 0 0 0,0 0 0 16,3 0 0-16,3-2 0 0,-3 2 0 0,3 0 0 16,0 0-48-16,0-2-13 0,0 2-3 15,3 0 0-15,-3-2 52 0,0-3 12 0,3-1 0 0,-3-1 0 16,0-4-54-16,0-2-8 15,-3 0-2-15,3 0 0 0,-3-3 52 0,3 1 12 0,-3-6 0 0,0 0 0 16,0 0 0-16,0 0 0 0,0 0 0 0,0 0 0 16,0 0 48-16,-6-8 13 0,3 2 3 0,-3-4 0 15,3-1 0-15,-3 1 0 0,0-1 0 0,-3 1 0 16,0-4-52-16,0 1-12 0,0-3 0 0,-3 6 0 0,0-1 0 16,1 0 0-16,-4 1 0 0,3 2 0 15,-3 3 0-15,3-1 0 0,-3 1 0 0,3 5 0 0,0-3 0 0,0 3 0 16,3 0 0-16,-2 3 0 0,5 0 31 0,-3 2 3 15,3 0 1-15,0 1 0 0,0-1-35 0,3 3 0 16,0-3 0-16,0 6 0 16,0-3-24-16,3 2-8 0,0 1-1 0,0 2-1 0,3 0 44 0,0 0 9 0,3 3 1 0,-3-2 1 15,3-1-33-15,3 0-8 0,-3 0 0 0,3 0-1 16,2-2 21-16,1 0 0 0,0-3 0 0,3 0 0 16,3-1-56-1,0-1-6-15,0-4-2 0,3 1 0 0,-1 0 52 0,4-6 12 0,0 0 0 0,0 1 0 16,0-1 0-16,-1-5 0 0,-2 3 0 0,0-3 0 15,-3 0 0-15,-3-3 0 0,0 3 0 0,-3-5 0 16,3 3 0-16,-7-1 0 0,4-2 0 0,-3-3 0 16,0 0 48-16,0 0 13 0,-3 0 3 0,0 0 0 15,3-2-52-15,-3 2-12 0,0 3 0 0,-3-3 0 16,3 3 54-16,-3 2 8 0,0 1 2 0,-3-1 0 16,3 3-52-16,-3 3-12 0,0-3 0 0,0 3 0 15,0 2 54-15,0 3 8 0,-3-3 2 0,3 3 0 16,-6-2-52-16,3 4-12 0,-3-2 0 0,0 3 0 15,0 0 0-15,0 2 0 0,0 0 0 0,0 3 0 16,3 3 0-16,-3-1 0 0,3 3 0 0,-3 1 0 16,6-1 0-16,-3 5 0 0,3-2 0 0,0 0 0 0,0 0 0 15,3 0 0-15,0 2 0 0,3-4 0 16,0 2-48-16,0-6-13 0,3 1-3 0,0-3 0 16,0-3 0-16,3 0 0 0,0-2 0 0,0 0 0 0,0-3 52 0,-1-3 12 0,4-2 0 15,0 2 0-15,-3-5 0 16,0 0 0-16,0 0 0 0,0-2 0 15,0 2 0-15,-3-6 0 0,0 4 0 0,-3-1 0 0,0 1 0 0,-1-1 0 16,-2 0 0-16,0-2 0 0,0 5 48 0,-3 0 13 0,0 0 3 16,0 1 0-16,0 1-52 0,0 1-12 0,3 2 0 15,-3 3 0-15,0 0 54 0,0 0 8 16,0 0 2-16,0 0 0 0,0 0-52 0,-3 8-12 0,3 0 0 0,0 3 0 16,0-1 0-16,3 1 0 0,0-1 0 0,0 4 0 31,0-4-48-31,3 4-13 0,-3-4-3 0,6 3 0 0,-3-5 52 0,3 3 12 0,0-3 0 0,0-3 0 15,0 3 0-15,0-3 0 0,0-2 0 0,0 0 0 16,-3-3-31-16,2 0-3 0,1 0-1 16,-3-6 0-16,0 4 5 0,3-6 1 0,0-3 0 0,0 3 0 15,-3-5 29-15,3 0 0 0,0-3 0 0,-3 0 0 16,3 0 0-16,-3 0 0 0,3-2 0 0,0-1 0 16,-3 3 45-16,3 0 15 0,-4 3 4 0,1-3 0 15,0 0-52-15,0 1-12 0,0-1 0 0,0-3 0 16,0 1 0-16,-3-1 0 0,3-2 0 0,-3-3 0 15,3-2 54-15,-3-1 8 0,-3 1 2 0,3-3 0 16,-3 5-52-16,0 3-12 0,0 2 0 0,0 1 0 0,-3 4 0 0,3 1 0 16,-3 3 0-16,0 2 0 15,0 2 16-15,0 1 0 0,3 0 0 0,-3 2 0 16,0 1-16-16,3 2 8 0,0 0-8 0,0 0 0 16,0 0-9-16,-6 2-8 0,0 6-2 0,0 3 0 15,0 5 19-15,0-1 0 0,-3 7 0 0,4 4 0 16,-1 1 0-16,0-1 0 0,0 3 0 0,0 0 0 15,3-2 0-15,0-4 0 0,0 1 0 0,3-3 0 16,-3 1-55-16,3-1-7 0,-3-3-2 0,3 1 0 0,0 2 52 0,3-2 12 0,-3 2 0 0,3-3 0 31,3 1-54-31,-3-3-8 0,3 2-2 0,0-5 0 0,0 1 52 0,2-4 12 0,1 1 0 0,0-1 0 16,3-4-54 0,0-4-8-16,0-2-2 0,3 0 0 0,0-2 52 0,3-1 12 0,0 0 0 0,-1-5 0 15,1 3 0-15,3-5 0 0,-3-1 0 0,0 0 0 16,0-2 48-16,-3 0 13 15,2-3 3-15,-2 0 0 0,0 0 0 0,0 0 0 0,0 1 0 16,0-1 0-16,0 2-52 0,0 1-12 0,-3 0 0 0,-1 0 0 16,-2 2 54-16,0 3 8 0,-3-2 2 0,0-1 0 15,-3 6-52-15,-3-3-12 0,0 3 0 0,-6-1 0 16,0 4 54-16,0-1 8 0,-3 3 2 0,-3 3 0 16,1-1-52-16,-1 4-12 0,0-1 0 0,0 3 0 15,0 2 0-15,3 1 0 0,0-1 0 0,0 4 0 16,0-1-48-16,6 0-13 0,0 0-3 0,0 3 0 15,0 3 52-15,3-1 12 0,3 1 0 0,-3-1 0 16,6 1 0-16,-3-1 0 0,3 1 0 0,0-1 0 16,0-4 9-16,3 2 5 0,0-3 1 0,3-3 0 15,0 4-24-15,0-6-5 0,3-3-1 0,-1 0 0 0,1-2 15 16,3-3-11-16,3-3 11 0,0 0-10 16,3-2-90-16,-1-3-19 0,1-2-3 0</inkml:trace>
  <inkml:trace contextRef="#ctx0" brushRef="#br1" timeOffset="-176494.092">12495 1950 1569 0,'0'-18'66'0,"-3"2"-53"16,0 5 27-16,0-2 4 0,0-3 2 0,-3 3 0 15,-3 0 29-15,3 2 5 0,-2 0 2 0,-4 1 0 16,0 2-29-16,-3 3-5 0,0-3-2 0,-3 8 0 16,3-6-14-16,-3 12-4 0,-2-6 0 0,-1 5 0 15,3 6-6-15,-3 2-2 0,0 0 0 0,0-2 0 16,3 4-12-16,1 4-8 0,2 2 10 0,0-2-10 15,0 2 0-15,0 0 0 0,3 3 0 0,0 2 0 16,0-2 0-16,3 5 0 0,3-5 0 0,4 10 0 16,-1-5 0-16,3-2-8 0,3 7 8 0,2-5 0 15,1 1-10-15,3-1 10 0,0 0-8 0,0 0 8 16,6 3 0-16,0-9 0 0,0 7 0 0,0 4-8 16,3-5-11-16,2 3-1 0,1 2-1 0,0 3 0 15,0-5 34-15,-3-3 7 0,0 0 2 0,0 0 0 0,-7 0-22 0,-2-5 0 16,0 3 0-16,-6 4 0 0,-3-1 8 0,-3-1-8 15,-3 8 8-15,-6-6-8 0,-5 4-11 0,-1-6-6 0,-3 0-2 16,0 3 0-16,-3-3-1 0,0 0 0 0,1-5 0 16,-1 5 0-16,0-5 8 0,0 2 0 15,-3-7 1-15,4 7 0 0,2-5 11 0,0-2 0 0,0 2 0 0,3-2-8 16,3 4 8-16,3-9 0 0,3 2 0 0,1-3-8 16,5-3 8-16,0 4 0 15,3-7-9-15,0 1 9 0,6 0-9 0,-3 0 9 16,5-2-12-16,1-1 12 0,3 0 0 0,3 0 0 15,0 1 0-15,0 2 0 0,0-6-28 0,3 6 0 16,-3 0 1-16,2 3 0 0,-2-3 27 0,0 5 0 0,3 3 0 0,-3 0 0 16,0 5 26-16,0-3 10 0,0 9 3 0,-1-3 0 15,-2 10-21-15,3-5-4 0,-3 8-1 0,-3 3 0 16,0-6 3-16,0 3 0 0,-3 0 0 0,0 0 0 16,-3-5-1-16,0 11 0 0,0-6 0 0,-3 2 0 15,3-2 4-15,-3 3 1 0,0-3 0 0,0 0 0 16,0-3-6-16,0-4-1 15,0-1 0-15,0 0 0 0,0-3-13 0,0 1 8 0,0-1-8 0,0 3 0 16,3-8 0-16,-3 3 0 0,3 0 0 0,0 3-10 16,3-12-137-16,3 7-27 0</inkml:trace>
  <inkml:trace contextRef="#ctx0" brushRef="#br1" timeOffset="-174510.821">12373 4541 1482 0,'0'0'31'0,"0"0"6"0,0 0-29 0,0 0-8 0,0 0 0 0,0 0 0 16,0 0 69-16,0 0 13 0,0 0 2 0,0 5 1 16,0 5-24-16,-3-7-5 0,3 5 0 0,0 0-1 15,0 0-23-15,3 2-4 0,-3 1 0 0,3 0-1 16,0 4-6-16,0-4-1 0,3 8 0 0,-3-6 0 16,3 3-10-16,0 0-2 0,0-1-8 0,0 1 12 15,3 3-12-15,-3-3 0 0,3 2 8 0,0 1-8 16,0-3 0-16,-4 2 0 0,1-2 0 0,3 0 0 15,-3 0 0-15,0 0 0 0,3 0 0 0,-3 2 0 16,3-5 0-16,-3 1 0 0,0-1 0 0,3 3 0 16,-3-3 0-16,3 0 0 0,0-2 0 0,0 2 0 15,0-2 9-15,3-4-9 0,-4 4 8 0,4-3-8 16,3 0 19-16,-3-3-2 0,6 0 0 0,0 1 0 16,0-4-17-16,3 1-16 0,-1 2 4 0,4-5 0 15,0 0 12-15,3 0 13 0,-3 0-2 0,2-5-1 16,1 2-1-16,0 3 0 0,0-2 0 0,3-1 0 15,-1 0-9-15,7 1-9 0,0-3 9 0,5 2-13 0,-2 0 25 16,3 1 6-16,-4-1 1 0,4 0 0 16,0 3-31-16,0-5-5 0,2 2-2 0,4 1 0 0,-4-4 40 15,1 6 8-15,3-2 2 0,2-1 0 0,-5 1-31 0,0 2 8 16,-1-3-8-16,4 0 0 16,-3 3-23-16,2 0-7 0,1 0-2 0,2 0 0 15,-5 0 53-15,-3 0 11 0,-4 0 1 0,4 0 1 16,-3 0-3-16,2 3-1 0,1-3 0 0,0 0 0 0,-1 3-30 0,-5-3 0 0,0 2 0 0,3 1 0 15,-4-1 0-15,-2-2 0 0,3 3 0 0,-1 0 0 16,-2-1 0-16,6 1 0 0,-3 2 0 0,2-5 0 16,-5 3 0-16,0 0 0 0,0-1 0 0,-1 1 0 15,-2 0 0-15,3-1 0 0,-3 1 0 0,2-1 0 16,-2-2 11-16,3 3-11 0,-3 0 12 0,2-1-12 16,-5-2 10-16,3 3-10 0,-3 2 8 0,-3-5-8 15,-4 3 11-15,1-3-3 0,0 3-8 0,-3-3 12 16,0 2-12-16,-3 1 9 0,2 0-9 0,1-3 8 15,-3 2-23-15,3 1-5 0,-3-3 0 0,3 3-1 16,-3-3 39-16,3 2 8 0,-1 1 2 0,1-3 0 16,-3 0-20-16,0 2-8 0,0-2 0 0,3 0 8 15,-3 0-8-15,-3 0 0 0,2 0 9 0,-2 0-9 16,0 0 0-16,0 0 9 0,0 0-9 0,-3 0 0 16,0 0 0-16,0 0 0 0,0 0 0 0,0 0 0 15,-3 0 9-15,-3 0-9 0,3 0 0 0,-3 0 9 16,3 0-9-16,-6 0 0 0,3 0 0 0,-3 0 0 15,0 0 0-15,5 0 0 0,-5 0-12 0,0 0 12 16,3-2-137-16,0 2-20 0,0-5-4 0</inkml:trace>
  <inkml:trace contextRef="#ctx0" brushRef="#br1" timeOffset="-167002.009">9504 14865 1811 0,'0'0'37'0,"0"0"11"0,0 0-39 0,0 0-9 0,0 0 0 0,0 0 0 0,0 0 60 0,0 0 9 0,0 0 3 0,0 0 0 16,0 0-33-16,3 6-7 0,3-1 0 0,-3 3-1 15,0 0-16-15,3 2-3 0,0 1-1 0,-3 2 0 16,2 0-3-16,1 1 0 0,-3 1 0 0,3-1 0 16,-3 2 1-16,0-1 0 0,0 1 0 0,0-2 0 15,0-1-9-15,-3 3 0 0,3-3 0 0,0-3 0 16,-3 1 0-16,0 2 0 0,0-5 0 0,0 3 0 16,0-3 0-16,-3-3 0 15,3-5 0-15,-3 8 0 0,3-8 0 0,0 0 0 0,0 0 0 0,0 0 0 16,0 0 40-16,0 0 5 0,-3-8 2 0,0 0 0 15,3-3-24-15,-3 1-5 0,3-1-1 0,-3-2 0 16,3-3-17-16,3 3 0 0,-3-3 0 0,3-2 0 16,0 2 41-16,3 0 5 0,-3 0 1 0,3-3 0 15,0 4-24-15,3-1-5 0,-3-3-1 0,0 3 0 16,3 3-17-16,0 0 0 0,0 0 0 0,-3 2 0 16,3 0 0-16,-3 3 0 0,2 3 0 0,-2 0 0 15,0 5 0-15,0 0 0 0,3 0 0 0,-3 5 0 16,0 3 0-16,0 0 0 0,0 3 0 0,-3 2 0 15,3-3 0-15,0 4 0 0,-3-1 0 0,0 3 0 16,0-3 0-16,0 0 0 0,0 3 0 0,-3-3 0 16,3 1 0-16,-3-1 0 0,0 0 0 0,-3-2 0 15,3-1-12-15,-3-2-7 0,3 3-1 0,-3-3 0 16,0-3 20-16,3-5 0 0,-3 5 0 0,3-5 0 0,0 0 15 16,0 0 3-16,0 0 1 0,0 0 0 0,-3-5-19 0,3-3 0 15,-3 3 0-15,3-3 0 0,0-3 0 16,0 3 0-16,0-5 0 0,3 2 0 0,-3-2 55 0,3 0 7 0,3 0 2 15,-3 0 0-15,3-3-52 0,-3 0-12 0,3 0 0 0,0 0 0 16,0-2 54-16,3 2 8 0,-3 2 2 0,2 1 0 16,1 3-52-16,-3-1-12 0,0 3 0 0,3 3 0 15,-6-1 0-15,3 4 0 0,0 2 0 0,-6 0 0 16,9 8-10-16,-3 0-5 0,0 2-1 0,0 1 0 16,0 5 16-16,0-3 0 0,-3 3 0 15,3 2 0-15,-3-2 0 0,0 0 0 16,-3 3-12-16,3-3 12 0,-3 2-41 15,3-2-3-15,-3 2 0 0,0 1 0 0,0-3-16 0,0 2-3 0,0-2-1 16,0 3 0-16,3-3 0 16,-3 0 0-16,3-1 0 0</inkml:trace>
  <inkml:trace contextRef="#ctx0" brushRef="#br1" timeOffset="-166446.235">10138 14847 2269 0,'0'0'64'0,"0"0"15"0,0 0-63 16,0 0-16-16,0 0 0 0,0 0 0 0,0 0 54 0,-3 2 8 0,-3 4 2 0,3-1 0 15,-3 3 0-15,3 0 0 0,0 2 0 0,-3 1 0 16,3 2-52-16,0 0-12 0,0 1 0 0,0 2 0 15,0 2 0-15,3 1 0 0,0-1 0 0,0-2 0 16,0 3 0-16,3-4 0 0,0 1 0 0,0-3 0 16,0 1 0-16,3-4-12 0,0 1 3 0,0-3 0 15,3-3-4-15,-3 0-1 0,3-2 0 0,0 0 0 16,0-3 14-16,-1-3-12 0,1 0 12 0,0 1-12 16,0-4 12-16,0 1 0 0,3-3 0 0,-3 0 0 15,-3 0 20-15,3-2 8 0,-3 2 0 0,0 0 1 16,0-3-10-16,-3 3-3 0,0-2 0 0,-3 2 0 15,0-3 24-15,-3 3 5 0,0-2 1 0,-3 2 0 16,0-3-3-16,-3 3-1 0,0-2 0 0,-3 2 0 16,0-3-14-16,3 3-4 0,-3 0 0 0,0 3 0 15,1 0-24-15,-4-1 0 0,3 1 0 0,0 2 0 16,0 3 0-16,0 0 0 0,0 0 0 0,0 6 0 16,0-4-134-16,0 1-32 0,1 2-6 0</inkml:trace>
  <inkml:trace contextRef="#ctx0" brushRef="#br1" timeOffset="-164675.044">10531 14550 1759 0,'0'0'74'16,"0"0"-59"0,0 0 97-16,0 0 20 0,0 0 4 0,0 0 1 15,0 0-38-15,0 0-8 0,0 0-2 0,0 0 0 16,0 0-25-16,0 0-4 0,0 0-2 0,0 0 0 0,0 0-22 0,0 0-5 16,0 8-1-16,0-2 0 0,0 2-16 15,0 2-3-15,0-2-1 0,0 5 0 16,0 0-10-16,0 1 0 0,0 2 9 0,0-1-9 15,3 4 0-15,-3 2 0 0,0 0 0 0,3 3 8 16,0 0-8-16,-3 2 0 0,3 1 0 0,0-3 0 0,0 0-23 16,0-1 1-16,-1-2 0 0,1 1 0 15,0-4-12-15,0 1-2 0,0-3-1 0,0 2 0 16,-3-2 1-16,3-3 1 0,-3 0 0 0,3 1 0 0,-3-4 10 0,0-2 1 0,0-3 1 0,0 1 0 16,0-1 23-16,0-5 0 0,0 0-9 0,0 0 9 15,0 0 0-15,0 0 0 0,0 0 0 0,0 0 0 16,0 0 54-16,0 0 8 0,-3-5 2 0,0-1 0 15,0-1-52-15,0-4-12 0,0 3 0 0,0-5 0 16,-2 2 0-16,2-2 0 0,-3 0 0 0,0-3 0 16,-3 3 44-16,3-1 5 0,0 1 2 0,0 3 0 15,0-1-29-15,0 3-6 0,0-3 0 0,0 6-1 16,0 0-4-16,-3 0-1 0,3-1 0 0,0 4 0 16,-3 2-10-16,3 0 10 0,0 0-10 0,-3 0 10 15,1 5-10-15,2-2 0 0,0 2 9 0,-3-2-9 16,3 4 0-16,0-1 0 0,3 2 0 0,-3 0 0 15,3 0 0-15,-3 0-8 0,3-1 8 0,0 1 0 16,3 3-12-16,-3-3 2 0,3 3 1 0,0-1 0 16,0-2-8-16,3 3-2 0,0-3 0 0,0 2 0 15,0-2-9-15,3 3-3 0,-3-3 0 0,3 2 0 16,3-2-3-16,-3-3-1 0,3 3 0 0,3-2 0 16,-4-1 5-16,4 0 1 0,-3-2 0 0,0 2 0 15,3-5 7-15,-3 0 2 0,0 0 0 0,3-2 0 0,0-1 10 16,-3 0 10-16,6-5-13 0,-3 3 5 0,-1-3 8 15,1 3 9-15,0-3-1 0,0 0-8 0,0-3 0 0,0 3 0 0,0-2-15 0,0-1 5 16,0 3 25-16,-3-2 5 0,3-1 0 16,-1 3 1-16,-2-2 18 0,0-1 3 0,0 0 1 0,-3 1 0 15,0 2 1-15,0-3 1 0,0 1 0 0,0 2 0 16,-3-3-4-16,-3 3-1 0,3 0 0 0,-3 3 0 16,0-3-8-16,0 3-3 15,0 2 0-15,0 3 0 0,0 0-5 0,0 0 0 16,0 0-1-16,0 0 0 15,0 0-6-15,0 0-1 0,0 0 0 0,0 0 0 0,0 0-8 0,0 0-8 0,0 0 12 0,0 0-12 16,-3 5 8-16,0 1-8 0,0 2 0 0,0 0 0 16,0 0 0-16,3-1 0 0,0 4 0 0,-3 0 0 15,3-1 0-15,3 1 0 0,-3-1 0 0,3 1 0 16,0 0-19-16,0-3-1 0,3 2 0 0,0-2 0 16,0 0-19-16,0-3-4 15,0 3-1-15,3-5 0 0,0 2-4 16,0-5 0-16,-1 0-1 0,4 0 0 0,-3-2 18 0,0-1 4 0,0-5 1 0,0 3 0 15,-3-3 26-15,3 0 0 0,-3 0 0 0,0 0-8 16,-3 0 8-16,3 0 11 0,-3-3-3 0,0 3 0 16,0-2 18-16,-3 2 3 0,0 0 1 0,0 0 0 15,0-3 13-15,0 4 2 0,-3-1 1 0,3 0 0 16,-3 0-10-16,3 0-1 0,-3 0-1 0,0 3 0 16,3-1-12-16,0 6-2 0,0 0-1 0,0 0 0 15,0 0-11-15,0 0-8 0,0 0 12 0,0 0-12 16,0 8 0-16,0 0 0 0,0 0 0 0,3 3 0 15,-3-1 0-15,3 1 0 0,-3 2 0 0,3-2 0 0,3 2-25 16,-3-3 1-16,3 1 0 0,0 0 0 16,0 2-24-16,2-5-5 0,-2 5-1 0,0-5 0 15,3 0-13-15,0-3-2 0,0 1-1 0,-3-1 0 0,3-3 56 0,0 1 14 16,-3-3 0-16,3-3 0 16,-3 1-28-16,3-1-4 0,0-2 0 0,-3 2 0 0,3-5 32 0,-3 0 0 0,2 0-8 0,-2-2 8 15,3-1 0-15,-3 1 8 0,0-4 0 16,0-1-8-16,0-4 28 0,-3-2-2 0,0 0 0 0,0-3 0 15,0-3 30-15,-3 1 5 0,3-1 2 0,-3-4 0 16,0 4-10-16,0 1-1 0,0 2-1 0,-3 0 0 16,3 3-30-16,-3 2-5 0,0 1-2 0,3 2 0 15,-3 6 24-15,0-4 5 0,0 6 1 0,0 0 0 16,0 0-23-16,0 3-4 0,-3 0-1 0,3 2 0 16,3 3-8-16,0 0-8 0,-6 0 12 0,3 3-12 15,-3 2 0-15,3 3 0 0,0 0 0 0,-2 3 0 16,5 2 0-16,-3 0 0 0,3 3 0 0,0 2 0 15,0 1 0-15,0 2-11 0,0 3 2 0,0 2 0 16,3 4-19-16,-3-1-4 0,2 2-1 16,4 1 0-16,-3-3-20 0,0-2-4 0,3-1-1 0,0-2 0 15,-3-3-14-15,3-2-4 0,3-1 0 0,-3-2 0 16,3 0-4-16,-3-5 0 0,3-1-1 0,3-2 0 16,-3 0 37-16,3-5 7 0,0-1 1 0,-1-2 1 15,1 0 20-15,3-5 4 0,0 0 1 0,0-3 0 16,0-3-7-16,0 1-2 0,0-4 0 0,0 1 0 0,-4 0 67 15,1 0 12-15,3-3 4 0,-3 0 0 0,0 0 0 0,0-2 0 0,0-1 0 0,-3 1 0 16,0-1 0-16,-3 0 0 0,0 4 0 16,-3 1 0-16,0 1 0 0,-3 0 0 0,0 2 0 15,0 3 0-15,-3 3 0 0,-3 2 0 0,0 1 0 0,-3 2 0 16,0 2-64-16,0 4 0 0,-3 2-9 0,0 2 0 16,3 3 9-16,0 1 0 15,-3 2 0-15,3 2 8 0,3-2-8 16,1 3 0-16,-1-4 0 0,3 4 0 0,3-6 0 15,0 3 0-15,0 0 0 0,3-3-8 0,3 0 8 0,-3-2-13 0,5 2 5 0,-2-2 8 32,3-3-46-32,3 2-2 0,-3-4 0 0,3 2 0 0,3-3 39 0,-3 0 9 0,3-2 0 0,0 2 0 15,-1-5 0-15,1 3 0 0,-3-3 10 0,3 0-10 16,0 0-15-16,0-3-9 0,-3 3-1 16,3-5-1-16,-3 2-20 15,0-2-4-15,-1 0-1 0,1-1 0 0,-3-2-129 16,0 0-27-16</inkml:trace>
  <inkml:trace contextRef="#ctx0" brushRef="#br1" timeOffset="-162785.361">12114 14693 1569 0,'0'0'66'0,"0"0"-53"31,0 0 92-31,0 0 19 0,0 0 3 0,0 0 1 0,0 0-32 0,0 0-5 0,0 0-2 0,-6 3 0 16,3 2-41-16,-3 0-8 0,3 3-1 0,0 0-1 15,0 3-24-15,3 5-5 0,-3 0-1 0,0 0 0 16,3 5-8-16,-3 0 0 0,3 0 0 0,-2 3 8 31,-1-3-8-31,0 3 0 0,3-3 0 0,-3-2 0 0,0 2 0 16,0-3 0-16,0 1-10 0,0-1 10 0,0-2-12 15,0-5 12-15,0 2-13 0,0-2 5 0,0-1 8 0,0-2-8 0,3 0 8 16,-3-3-8-16,3-5 8 0,0 0 0 0,0 0 0 0,0 0-8 16,0 0 8-16,0 0-10 0,0-8 10 0,3-2-10 15,0-1 10-15,-3-2 0 0,3-3 0 0,0 0-8 16,-3 0 8-16,3-2 9 0,0-1-1 0,0-2-8 16,3 0 22-16,-3-3-2 0,3 0-1 0,-3 1 0 15,2-1 9-15,-2 3 3 0,3-3 0 0,0 3 0 16,-3 2-7-16,3 1 0 0,0 2-1 15,0 2 0-15,0 1-11 0,0 5-3 0,0 0 0 0,0 0 0 16,0 6-9-16,0-1 0 0,0 0 9 0,0 3-9 16,0 0 0-16,0 6-10 0,0-1 1 0,0 3 0 15,0 3 21-15,0-1 4 0,0 3 0 0,-1 3 1 16,-2 0-27-16,0 0-6 0,0 2 0 0,0-2-1 16,3 3 17-16,-6-3 0 0,3 0 0 0,-3 0 0 15,0-3 0-15,0-3 0 0,0-2 0 0,-3 3 0 16,3-6 0-16,0-5 0 0,0 0 0 0,0 0 0 15,0 0 0-15,0 0 0 0,0 0 0 0,-3-5 0 16,0-3 0-16,3-3 0 0,0-2 0 0,0 0 0 16,0-3 0-16,3-5 0 0,0 2 0 0,-3-2 0 15,3 0 0-15,3 2 0 0,-3-2 0 0,3 3 0 0,0-3 40 16,3 2 11-16,-3 3 2 0,0 0 1 0,3 3-27 16,-3 0-6-16,3 2-1 0,-3 3 0 0,0 0-8 0,0 3-3 15,-3 2 0-15,3-2 0 16,-6 5-9-16,6 0 10 0,-6 0-10 0,5 5 10 0,-2-2-10 0,3 5 12 0,-3 0-12 0,0 3 12 15,0-1-12-15,0 3 0 0,0 1 9 0,-3 4-9 16,0 1 0-16,3-1 0 0,-3 6 0 0,0 0 8 16,0 0-8-16,-3 2 0 0,3 1 0 0,0 2 0 15,-3-6 0-15,3-1 0 0,0-1 0 0,-3 0 0 16,3 0 0-16,0-5-20 0,0 3 4 0,0-4 1 31,0 1-21-31,0-2-4 0,3-4 0 0,0 1-1 16,-3-3-85-16,3-3-17 0,0 0-3 0,0-2-1 0,3-3-79 15,0-5-16-15</inkml:trace>
  <inkml:trace contextRef="#ctx0" brushRef="#br1" timeOffset="-162420.977">12570 14794 1580 0,'0'-19'67'0,"3"1"-54"16,0 2 143-16,-3 3 29 0,0-1 6 0,0 4 1 16,0-1-52-16,0 3-9 0,-3 0-3 0,3 3 0 15,0 5-51-15,0 0-10 0,0 0-3 0,0 0 0 16,0 0-51-16,-6 0-13 0,6 0 0 0,-6 5 0 0,0 1 54 0,3 2 8 0,0 0 2 15,0 2 0 1,0 3-64-16,3 3-20 0,0 0 0 0,0 3 0 0,0 2 20 0,3 0 0 16,0 0 0-16,0 3 0 15,0-6-8-15,3 4 8 0,0-1 0 0,0-5 0 16,3 2-40-16,-1-2 0 0,1-3-1 0,0 1 0 0,0-1 33 0,3-3 8 16,0 1 0-16,0-3 0 0,0-3 0 15,0 0-12-15,0-2 12 0,0 0-12 0,0-1 12 16,-1-4 0-16,1 2 0 0,0-3-8 15,0-2 8-15,-3 0 0 0,0-3 0 0,0 0 0 0,0-3 15 16,-3 0-2-16,0-2 0 0,0 0 0 0,0-3 8 0,-3-2 2 16,-3-1 0-16,3-2 0 0,-3 0 1 0,0-6 1 0,0 1 0 15,0-1 0-15,-3 4-9 0,3-1-1 0,0 0-1 0,-3 3 0 16,0 2-14-16,3 3 0 0,-3 0 8 0,0 1-8 16,0 1-10-16,0 6-5 0,-3-2-1 0,3 2 0 15,0 0-141-15,0 3-29 16,0-1-6-16</inkml:trace>
  <inkml:trace contextRef="#ctx0" brushRef="#br1" timeOffset="-162004.718">13367 14590 1949 0,'0'0'82'0,"0"0"-66"16,0 0 90-16,0 0 18 0,0 0 3 0,0 0 1 16,0 8-27-16,-3-3-5 0,0 1 0 0,0 1-1 15,0 1-76-15,-2 0-19 0,-1 3 0 0,-3 2 0 16,3 0 31-16,-6 3 2 0,0 0 1 0,-3 5 0 16,-3 1-3-16,0 1-1 0,0 4 0 0,-2 2 0 15,-1-5-46-15,0 2-10 0,0-2-2 0,0 0 0 16,0-3-8-16,7 0-1 15,-4-2-1-15,3-1 0 0,0-5-27 0,0 3-6 0,3-5-1 16,-3 2 0-16,3-8-148 0,-3 3-29 16</inkml:trace>
  <inkml:trace contextRef="#ctx0" brushRef="#br1" timeOffset="-161757.278">13037 14669 2408 0,'0'-15'68'0,"0"-1"15"15,0 2-67-15,3 4-16 0,-3-1 0 0,0 3 0 0,0 0 65 0,3 3 10 0,-3 0 1 16,0 5 1-16,0 0-25 0,0 0-6 0,0 0-1 0,0 0 0 16,0 0-14-16,3 2-3 0,3 4-1 0,0 2 0 15,0 2-11-15,0 1-3 0,3 2 0 0,0 0 0 16,2 3-13-16,-2 3 8 0,3-1-8 0,0 3 0 16,0 3 0-16,3-3 0 15,0 6 0-15,0-3 0 0,0-3 0 0,0 0 0 16,-4-2 0-16,4 2 0 0,-3-5-12 0,0-3-8 0,0 0-1 0,0 0-1 31,-3 0-113-31,0-2-22 0,0-3-5 0</inkml:trace>
  <inkml:trace contextRef="#ctx0" brushRef="#br1" timeOffset="-161191.457">13555 14929 1500 0,'0'0'31'0,"0"0"8"0,0 0-31 0,0 0-8 0,0 0 0 0,0 0 0 16,0 0 101-16,0 0 19 0,-6 0 4 0,6 0 1 16,0 0-26-16,0 0-6 0,0 0-1 0,0 0 0 15,0 0-24 1,0 0-6-16,0 0-1 0,0 0 0 0,0 0-17 0,6 2-3 0,-3 4-1 0,6-4 0 15,-3 1-1-15,3-3-1 0,3 3 0 0,0-3 0 16,-4 2-13-16,4-2-2 0,3 0-1 0,-3 0 0 16,0-2 4-16,0 2 1 0,0 0 0 0,-3-3 0 15,3 3-27-15,0 0 0 0,-3-3 0 0,2 3 0 16,-2-2-46-16,0-1-14 0,0 3-4 0,0-5 0 16,0 2-90-16,0 0-18 0,0 1-4 15</inkml:trace>
  <inkml:trace contextRef="#ctx0" brushRef="#br1" timeOffset="-160261.804">13998 14659 1284 0,'0'0'54'0,"0"0"-43"16,-6 2 77-16,1 1 15 0,-1-3 3 0,0 5 1 15,6-5-58-15,-6 0-11 0,0 3-2 0,6-3-1 16,-6 0 23-16,6 0 5 0,-6 3 1 0,6-3 0 16,0 0 0-16,0 0 0 0,0 0 0 0,0 0 0 15,-3-3 0-15,3 3 0 0,0-5 0 0,0-1 0 16,0-1-52-16,3 1-12 0,0-4 0 0,3 2 0 16,0-3 40-16,0 3 6 0,0 0 1 0,3 0 0 15,-1-2-25 1,4 2-5-16,-3 0-1 0,6 0 0 0,-3 0-16 0,0 0 0 0,0 0 0 15,0 3 0-15,-3 0 0 0,3-1 0 0,-3 1 0 0,-1 5 0 16,1-3 0-16,0 3 0 0,-3 3 0 0,3 0 0 16,-3-1 0-16,0 4 0 0,0 1 0 0,-3 1 0 15,0 0 0-15,3 3 0 0,-3 2 0 0,-3 0 0 16,3 3 0-16,-3 0 0 0,-3 0 0 0,0 3 0 16,0 2 0-16,-3 0 0 0,0 0 0 0,0 3 0 15,0-3-47-15,0 3-13 0,-3-3-2 0,0 3-1 16,3-3 50-16,-2-2 13 0,-1-1 0 0,0 1 0 15,3-4 0-15,0-1 0 0,0-1 0 0,0 0-8 16,3-2 8-16,-3-3 0 0,3 0 0 0,3 0 0 16,0-3 0-16,0 0-12 0,3-2 4 0,0 2 0 0,3-5 8 15,0 3 0-15,0-3 0 0,0 0 0 0,3 0 0 16,0-3 12-16,-3 0-2 0,2 1-1 0,4-1 44 0,-3-2 9 0,3 2 2 16,-3-2 0-1,3 2-75-15,3-2-14 0,-3 2-3 0,0 1-1 0,3-4 29 0,-3 4 0 16,2-4 0-16,-2 4 0 0,0-4 22 15,3 1 4-15,-3 0 1 0,0 0 0 16,0-3-175-16,-3 0-36 0,3 0-6 0</inkml:trace>
  <inkml:trace contextRef="#ctx0" brushRef="#br1" timeOffset="-160007.467">14546 14489 2214 0,'-3'-10'46'0,"0"-1"11"0,-3 3-45 0,3-2-12 0,0 2 0 0,0 3 0 16,0-1 73-16,-3 1 13 0,3 0 2 0,3 5 1 16,0 0-20-16,0 0-4 0,0 0-1 0,-6 0 0 15,6 0-13-15,0 0-3 0,-3 8-1 0,0 0 0 16,0 2-24-16,1 1-5 0,-1 2-1 0,3 3 0 16,0 2-17-16,0-2 0 0,0 5 0 0,0-2 0 15,0 2 0-15,0 3 0 0,0-3 0 0,0 6 0 16,0-1 0-16,0 0 0 0,0 1 0 0,0 2 0 15,0-3-48-15,0-2-12 0,3 0-4 0,-3-3 0 16,2 0-51-16,-2-5-10 0,3 0-3 0</inkml:trace>
  <inkml:trace contextRef="#ctx0" brushRef="#br1" timeOffset="-159521.821">14433 14754 2066 0,'-9'-5'43'0,"0"0"10"0,0-1-42 16,3 1-11-16,0 0 0 0,0-1 0 0,3 4 88 0,0-4 16 0,3 6 4 0,0 0 0 15,0 0-71-15,0 0-13 0,0-5-4 0,0 5 0 16,3-3 22-16,3-2 4 0,0 3 1 0,3 2 0 16,0-3-24-16,3 0-5 0,0 3-1 0,3-2 0 15,-3 2-17-15,3 0 0 0,0-3 0 0,-4 0 0 16,4 3 0-16,-3 0 0 0,0-2 0 0,3 2 0 15,-3-3 0-15,-3 3 0 0,3 0 0 0,-3 0 0 16,-3 0 0-16,3 3 0 0,-3-1 0 0,-4 4 0 16,1-1 0-16,0 0 0 0,-3 6 0 0,0-3 0 15,0 2 0-15,-3 4 0 0,0-1 0 0,1-3 0 16,-1 4 0-16,0-1 0 0,0 0 0 0,3 0 0 16,0-2 0-16,0-1 0 0,0-2 0 0,3 0 0 15,0-2 0-15,0-1 0 0,2-2 0 0,1-3 0 16,0 0-48-16,3-3-12 0,0 0-4 0,3-2 0 15,-3-3 74-15,3-3 14 0,3 1 4 0,-3-1 0 16,-3 1-10-16,3-4-2 0,-3 4 0 0,-1-1 0 16,1 1 14-16,-3-4 2 0,0 4 1 0,-3-1 0 15,0 1 18-15,-3-4 3 0,0 7 1 0,0-4 0 0,-3 0-11 16,0 3-3-16,-3-2 0 0,0 2 0 0,0 3-18 16,-2-3-4-16,-1 2-1 0,0 1 0 15,-3 2-18-15,3-2 0 0,-3 5 8 0,0-3-8 16,0 3 0-16,0 3 0 0,0-3 0 0,0 5 0 15,3-2-204-15,1 0-42 0,-1-1-8 0</inkml:trace>
  <inkml:trace contextRef="#ctx0" brushRef="#br1" timeOffset="-158968.67">15034 14410 2245 0,'0'-5'47'0,"-3"-3"10"0,3 5-45 0,0-2-12 0,0 0 0 0,0 5 0 16,0 0 67-16,0 0 11 0,0 0 2 15,0 0 1-15,0 0-13 0,0 0-4 0,-6 2 0 0,0 6 0 16,3-2 0-16,-3 4 0 0,3 1 0 0,1 2 0 16,-1 0-51-16,0 3-13 0,0 0 0 0,0 2 0 15,0 1 0-15,3-1 0 0,-3 1 0 0,3 2 0 16,-3-2 30-16,0-1 3 0,3 1 1 0,-3 2 0 31,0-3-3-31,3 4-1 0,-3-1 0 0,3 0 0 16,-3-3-48-16,3 4-10 0,0-7-1 0,0 4-1 0,0-3 30 0,0-3 0 15,0 0 0-15,0 1 0 16,3-6-33-16,-3-1-1 0,0 1 0 0,3-2 0 0,-3-1 34 0,0-5 0 0,0 0 0 0,0 0 0 16,6 0 0-16,-3 0 0 0,3-3 0 0,0-2 0 31,0 0-160-31,-1-3-26 0,1-3-5 0</inkml:trace>
  <inkml:trace contextRef="#ctx0" brushRef="#br1" timeOffset="-158426.329">15546 14220 1845 0,'0'0'38'0,"0"0"10"0,-3-3-38 0,3 3-10 0,-3-5 0 16,3 5 0-16,0 0 88 0,-6 0 16 0,0 0 4 0,0 0 0 15,0 5-25-15,1 0-5 0,-4 3-1 0,0 3 0 16,-3-1-9-16,3 6-3 0,-3 0 0 0,0 5 0 16,0 3-52-16,3 5-13 0,-3 3 0 0,3 0 0 15,0-1 0-15,3 1 0 0,1-3 0 0,2 3 0 16,0-3 0-16,0 3 0 0,3-3 0 0,0 3 0 15,3-3 0-15,3 3 0 0,-1-3 0 0,4 2 0 16,0-4 0-16,3-1 0 0,0-2 0 0,3-3 0 16,-3-2 0-16,3-3 0 0,-3 0 0 0,3-6 0 15,-1 1 26-15,1-3 2 0,0 0 1 0,0-3 0 16,-3 0-29-16,3-2 0 0,-3 0 0 0,3-3 0 16,0 0 0-16,-3 0 0 0,-1-3 0 0,-2 0 0 15,3 1-21-15,-3-1-11 0,0-2-1 0</inkml:trace>
  <inkml:trace contextRef="#ctx0" brushRef="#br1" timeOffset="-150973.654">15820 14450 2066 0,'0'0'43'0,"0"0"10"16,0 0-42-16,0 0-11 0,0 0 0 0,0 0 0 16,0 0 104-16,0 0 20 0,0 0 3 0,0 0 1 15,0 0-52-15,0 0-9 0,0 0-3 0,0 0 0 0,0 0 0 0,0 0 0 0,0 0 0 0,0 8 0 16,0 0-51-16,3 2-13 0,-3 1 0 16,0 2 0-16,3 0 0 15,-3-2 0-15,3 5 0 0,-3-3 0 0,3 3 0 0,-3-3 0 0,3 3 0 0,-3 0 0 16,0-3 0-16,0 0 0 0,0 1 0 0,0 1 0 15,0-1 0 1,0-4 0-16,0 3 0 0,-3 1 0 16,3-6-48-16,-3 2-13 0,3-2-3 0,-3 0 0 0,3-8-102 15,0 0-21-15,0 0-4 0</inkml:trace>
  <inkml:trace contextRef="#ctx0" brushRef="#br1" timeOffset="-150815.081">15859 14228 2310 0,'-6'-6'97'16,"3"4"-77"0,3 2 35-16,-3-6 7 0,3 6 2 0,0 0 0 15,0 0-52-15,0 0-12 0,0 0 0 0,0 0 0 16,0 0 0-16,0 0 0 0,0 0 0 0,0 0 0 16,0 0 0-16,0 0 0 0,0 6 0 0</inkml:trace>
  <inkml:trace contextRef="#ctx0" brushRef="#br1" timeOffset="-150235.966">15933 14529 2229 0,'0'0'104'0,"0"0"-92"15,0 0-12-15,0 0 0 0,0 0 0 0,3 3 51 0,0 2 8 0,3 0 1 0,-3 1 1 16,3-1-35-16,-3 3-7 0,3 0-2 0,0 0 0 16,-3 0-17-16,3 2 8 0,0 1-8 0,0-1 0 15,-3 1 0-15,3 2-14 0,0-2 1 0,-3 2 0 16,0-2-8-16,3 2-2 0,-3-2 0 0,0 2 0 16,-3-3 1-16,2 1 0 0,-2 0 0 0,3-1 0 15,-3-2 12-15,0-3 10 0,0 3-13 0,0-8 5 16,0 0 8-16,0 0 0 0,0 0 0 0,0 0 0 15,0 0 30-15,0 0 2 0,0 0 0 0,0 0 0 16,3-8 16-16,-3 0 4 0,0-2 1 0,0-1 0 16,0 1-7-16,0-4-2 0,0 4 0 0,0-3 0 15,0-1 3-15,0 1 0 0,3 0 0 0,-3 0 0 16,3 2-7-16,0-2-2 0,0 2 0 0,0 1 0 16,3-1-18-16,-3 1-3 0,3 2-1 0,-3-3 0 15,3 3-8-15,3 0-8 0,-3 0 9 0,0 3-9 16,0-3 0-16,0 5 8 0,0-2-8 0,0 2 0 15,-3 1 0-15,3 2 8 0,0 0-8 0,-3 2 0 16,3-2 8-16,0 3-8 0,0 2 0 0,-4-2 0 16,4 2 8-16,0 1-8 0,-3-1 0 0,3 0 9 0,0 0-9 15,-3 1 0-15,3-1 0 0,0 0 0 0,-3 1 0 0,3-1 0 16,0 0 0-16,-3 0 0 0,3 1 0 0,0-1 0 16,-3 0-11-16,3-2 11 15,-3 2-9-15,0 1 9 0,0-1-10 0,0 0 10 16,-3 0-37-16,3 1-2 0,0-1 0 0,-3 0 0 0,3 1 39 15,-3 2 0-15,0-3 0 0,0 0 0 0,0 0 0 0,-3 3 0 0,3-2 0 16,0-1 0-16,-3 0-16 0,3 1 4 16,0-1 0-16,0-5 1 0,-3 8-136 0,3-3-27 15,-3 0-6-15</inkml:trace>
  <inkml:trace contextRef="#ctx0" brushRef="#br1" timeOffset="-149466.375">16478 14484 1900 0,'-15'11'40'0,"9"-9"8"0,0 4-39 16,0-4-9-16,3 4 0 0,-3-1 0 0,3 0 71 0,-3 1 12 0,3-1 2 0,0 3 1 16,3 0-39-16,-3 2-8 0,3-2-2 0,-3 5 0 15,3-2-24-15,3 2-5 0,-3 3 0 0,3-3-8 16,0 3 0-16,3 0 0 0,-3 3 0 0,3-3 0 16,0 5 0-16,-3-3 0 0,3 1 0 0,-3-1 0 15,3 1 0-15,-3-3 0 0,0 0 0 0,0-1 0 16,0-1-11-16,0-1-9 0,0-5-1 15,0 2-1-15,-3-2 22 0,0 0 0 0,3-2 0 0,-3-6 0 16,0 0 15-16,0 0 7 0,0 0 2 0,0 0 0 16,0 0 9-16,0 0 3 0,0 0 0 0,0 0 0 15,0 0 9-15,-3-8 3 0,0 2 0 0,0-2 0 16,0-2-9-16,0-3-2 0,0-1 0 0,0-2 0 16,0-2-5-16,-3-1 0 0,3-2-1 0,0 3 0 15,0-3-3-15,0 2-1 0,0 1 0 0,0-4 0 16,0 6-8-16,0-2-2 0,3 2 0 0,3 0 0 15,-3 3-3-15,3 0-1 0,3 2 0 0,-3-2 0 16,3 2-13-16,3 1 9 0,-3-1-9 0,3 1 8 16,0 2-8-16,0 0 0 0,0 0 0 0,0 0 0 0,0 5 0 15,0-2 0-15,-1 2 0 0,-2 3 0 0,3 0 0 16,0 3 0-16,0 0 0 0,-3 2 0 0,0 0 0 16,0 3 8-16,0 0-8 0,0 0 0 0,0 0 0 15,-3 0 0-15,0 2 0 0,0-2 0 0,-3 0 0 16,0 3-14-16,-3-3 5 0,0 2 1 0,3-2-6 0,-6 3-1 0,3-1 0 0,-3-2 0 15,-3 3-7-15,3-3-2 0,-3 0 0 0,0 0 0 16,0 0-1 0,0-3-1-16,0 0 0 0,4 1 0 0,-4-4-14 0,0 1-2 0,0 0-1 15,0-3 0 1,3 0-89-16,6 0-19 0,-6-3-3 0</inkml:trace>
  <inkml:trace contextRef="#ctx0" brushRef="#br1" timeOffset="-148987.161">16776 14452 2100 0,'0'0'44'0,"0"0"10"15,0 0-43-15,0 0-11 0,0 0 0 0,0 0 0 16,-3 0 105-16,3 0 19 0,0 0 4 0,-6 3 1 16,6-3-60-16,-6 3-12 0,6-3-2 0,-3 2-1 15,3-2 8-15,-3 6 2 0,0-1 0 0,0 0 0 16,3 1-52-16,0 1-12 0,-3-1 0 0,3 4 0 15,0-2 0-15,0 0 0 0,0 3 0 0,0-3 0 16,0 2 0-16,0-2 0 0,0 3 0 0,0-1 0 16,0 1 0-16,3 0 0 0,-3-1 0 0,3 1 0 15,-3-1 0-15,3 1 0 0,0-3 0 0,3 2 0 16,-3-2-21-16,3 0-7 0,0-2-2 0,0 2 0 16,2-6-17-16,1 1-3 0,0 0-1 0,0-3 0 15,0-3 19-15,3 0 4 0,0 1 1 0,0-6 0 16,0 2 27-16,3-2-10 0,-3-2 10 0,0 2 0 0,-4-3 0 15,1 1 16-15,0-1-2 0,-3 3 0 0,0-2 15 0,-3 2 3 16,3-3 1-16,-6 3 0 0,3 0 25 0,-3-2 5 0,0-1 1 16,0 3 0-16,0-2-5 0,-3 2-1 0,3-3 0 15,-3 3 0-15,0 3-15 0,3-3-3 0,-3 5-1 0,3 3 0 16,0 0-18-16,0 0-3 0,0 0-1 0,0 0 0 16,0 0-8-16,0 0-1 0,0 0-8 15,0 5 12-15,-3 1-12 0,3 4 0 16,0 1 0-16,0 0 0 0,0-1 0 15,0 1 0-15,3-1-10 0,0 4 10 0,-3-4-24 0,3 3 1 0,0-2 0 0,0-1 0 16,0 1-19 0,0 0-4-16,0-3-1 0,0 0 0 0,0-1-81 0,0-1-16 0,0-4-3 15</inkml:trace>
  <inkml:trace contextRef="#ctx0" brushRef="#br1" timeOffset="-148717.295">17225 14331 2728 0,'-3'-14'77'0,"0"4"18"16,0-3-76-16,0 2-19 0,0 1 0 0,0 2 0 16,-3 0 85-16,0 2 14 0,0 1 2 0,3 0 1 15,-3 2-39-15,6 3-8 0,-3-3-2 0,3 3 0 0,0 0-26 0,0 0-6 0,0 0-1 0,0 0 0 32,-3 8-20-32,3-2 8 0,-3 4-8 0,3 1 0 0,3 5 0 0,-3 0 0 0,3 2 0 0,-3 6 0 15,3-3 0-15,0 6 0 0,0-1 0 0,0 1 0 16,-3-1-11-16,0-2-3 0,3 0-1 0,-3-1 0 31,-3-1-13-31,3-1-4 0,-3 0 0 0,0 0 0 16,0 0-73-16,0 0-15 0,0 3-4 0,0-3 0 15,-2-2 34-15,2-1 6 0,-3-2 2 0,3 0 0 16,3-5-150-16,-3-3-31 0</inkml:trace>
  <inkml:trace contextRef="#ctx0" brushRef="#br1" timeOffset="-148501.87">17130 14513 2301 0,'-9'-2'48'0,"3"-1"12"0,0 3-48 0,0 0-12 0,6 0 0 0,0 0 0 16,0 0 55-16,0 0 9 0,0 0 1 0,0 0 1 16,0 0-2-16,0 0 0 0,0 0 0 0,9 0 0 15,-3 3-51-15,6-1-13 0,-3 1 0 0,3 0 0 16,3-3 0-16,-4 2 0 0,4-2 0 0,0 0 0 15,0 0 0-15,0-2 0 0,0-1 0 0,0-2 0 16,-3 2-171-16,0-2-37 0</inkml:trace>
  <inkml:trace contextRef="#ctx0" brushRef="#br1" timeOffset="-147827.82">18094 14254 1978 0,'0'0'56'0,"-6"-3"12"0,6 3-54 0,-6 0-14 0,0 0 0 0,0 0 0 16,0 3 82-16,1 0 14 0,-4-1 2 0,-3 4 1 15,3-1-31-15,-3 3-5 0,0 2-2 0,-6 4 0 16,3 1-30-16,0 4-7 0,-3 2 0 0,1 3-1 15,2-3 0-15,0 3 0 0,-3 2 0 0,3-2 0 16,0 0-23-16,3-3 0 0,0-2 0 0,0-1 0 16,1 1-24-1,-1-1-10-15,3-2-2 0,-3 3 0 16,0-6-8-16,3 0-3 0,0 0 0 0,-3-5 0 16,3 3-89-16,0-6-19 0,0 1-3 0</inkml:trace>
  <inkml:trace contextRef="#ctx0" brushRef="#br1" timeOffset="-147507.401">17761 14355 1797 0,'-3'-11'76'15,"0"3"-61"1,3 0 99-16,0 0 20 0,-3 3 4 0,3 0 1 16,0 5-49-16,0 0-10 0,0 0-1 0,0 0-1 15,0 0-26-15,0 0-4 0,0 0-2 0,0 0 0 0,0 0-2 0,3 5 0 0,3-3 0 0,0 6 0 16,0 0-19-16,0 3-4 0,0 0-1 0,0 4 0 15,0-1-20-15,3 4 0 16,-4-2 0-16,4 3 0 16,0-1 0-16,3-2 0 0,-3 2 0 0,3-2 0 0,0 0 0 15,3 0 0-15,-3-3 0 0,0 1 0 0,3-1 0 16,-4-3 0-16,4 1 0 0,0 2 0 0,-3-5 17 16,0 0-1-16,0 0 0 0,0 3 0 0,-3-6-16 0,0 0 0 0,-3 0 0 0,3-2 0 15,-3 2 0-15,-1-2 0 0,1-3 0 16,0 3 0-1,-6-3-46-15,6 0-3 0,-3 0-1 0,3 0 0 16,-3-3-112-16,3 0-22 0,-3-2-5 0</inkml:trace>
  <inkml:trace contextRef="#ctx0" brushRef="#br1" timeOffset="-146819.572">18332 14230 1782 0,'0'0'37'0,"0"0"8"16,0 0-36-16,0 0-9 0,0 0 0 0,0 0 0 16,0 0 105-16,0 0 19 0,0 0 4 0,0 0 1 15,0 0-44-15,0 0-9 0,0 0-1 0,0 0-1 16,0 0-8-16,0 0-2 0,0 0 0 0,0 0 0 16,-3 8-16-16,3 0-4 0,0 3-1 0,-3-1 0 15,3 3-18-15,0 6-3 0,0-1-1 0,0 4 0 16,0-1-21-16,0 3 0 0,0 2 0 0,0 1 0 0,0-4 0 15,0 1 0-15,0-3 0 0,0 1 0 16,0-4 0-16,0-2 0 0,0 2 0 0,-3-2 0 16,3-2 0-16,0-1 0 0,0 0 0 0,0-2 0 15,0-1-47-15,0 1-13 0,0-3-4 0,0 0 0 16,0 0-51-16,0-3-10 0,0-5-3 0</inkml:trace>
  <inkml:trace contextRef="#ctx0" brushRef="#br1" timeOffset="-146579.024">18657 14524 2067 0,'0'0'87'0,"0"0"-70"15,0 0 89-15,0 8 18 0,-3-3 3 0,0 0 1 16,3 3-52-16,-3 0-9 0,3 0-3 0,-3 0 0 15,3 0-51-15,-3 3-13 0,0-1 0 0,0 3 0 16,0-2 0-16,0 2 0 0,0-2 0 0,-3 2 0 16,3 0 0-16,-3 1 0 0,0 1 0 0,0-1 0 15,-3 2-12-15,0-3-4 0,-3 3-2 0,4 0 0 16,-4-3-58-16,0-3-12 0,0 4-3 0</inkml:trace>
  <inkml:trace contextRef="#ctx0" brushRef="#br1" timeOffset="-146158.386">19213 14317 1797 0,'-6'-2'76'0,"1"-3"-61"16,-1 2 88-16,0 0 17 0,-3 1 4 0,3 2 1 15,-3-3-41-15,0 3-8 0,3 3-1 0,-3-3-1 16,0 5-8-16,0-2-2 0,0 2 0 0,0 0 0 16,0 3 0-16,-3 0 0 0,4 3 0 0,-1 2 0 15,-3 0-51-15,3 0-13 0,0 3 0 0,-3 3 0 16,3-1 0-16,-3-2 0 0,0 5 0 0,0-2 0 16,0-1-32-16,0-2-10 0,-2 3-2 0,2-1 0 15,-3-2-28 1,0-3-7-16,0 3-1 0,3-3 0 0,0-2-127 0,3-3-25 0</inkml:trace>
  <inkml:trace contextRef="#ctx0" brushRef="#br1" timeOffset="-145895.676">18960 14325 2245 0,'-3'-26'47'0,"0"18"10"0,3 0-45 0,-2 0-12 0,2 3 0 0,0-3 0 16,-3 3 80-16,3 5 15 0,0 0 2 0,0 0 1 15,0 0-23-15,0 0-5 0,0 0-1 0,0 0 0 16,0 0-28-16,0 0-5 0,0 0-2 0,0 0 0 16,3 10-19-16,-3 1-4 0,2 2-1 0,1 0 0 15,3 3-10-15,-3 3 0 0,0-1 0 0,3 3 0 16,0 3 0-16,0-3 0 0,0 1 0 0,0 1 0 16,3-2 0-16,0-2 0 0,0 0 0 15,0-1 0 1,0-2-28-16,3-3 1 0,-3 3 1 0,0-3 0 15,2-2-9-15,-2-1-1 0,3-2-1 0,-3 0 0 0,3-2-195 0,-3-6-40 16</inkml:trace>
  <inkml:trace contextRef="#ctx0" brushRef="#br1" timeOffset="-145548.141">19353 14341 2097 0,'-3'-21'44'0,"3"13"9"16,0 3-42-16,0-3-11 0,0 0 0 0,0 0 0 15,3 3 83-15,-3 0 14 0,3-1 3 0,0 1 1 0,0 0-28 0,-3 5-5 0,3-3-2 0,3 3 0 16,-3-3-16-16,3 1-3 0,-3 2-1 0,3 2 0 16,0 1-9-16,0 0-1 0,0-1-1 0,-3 4 0 15,3-1-35-15,-3 3 0 16,3 0 0-16,-3 0 0 0,0 5 0 0,-3 0 0 0,3 3 0 0,-3 0 0 16,-3 2 0-1,3 1 0-15,-3-1 0 0,0 4 0 16,-3-4-36-16,3-2-13 0,0 3-3 0,-3-1-1 0,3-5 33 0,-3 3 8 15,3-3 0-15,0 1 1 0,3-4 2 0,-3 1 0 16,3-3 0-16,0 0 0 0,0 0 9 0,0-3 0 16,3 0-9-16,0 0 9 0,0-2 0 0,3-3 15 15,-3 3-3-15,3-3 0 0,0 0-12 0,3 0 0 0,0-3 0 0,-3 0 0 16,3 3 0-16,2-2 0 0,-2-1 0 0,3 1 0 16,0-1 0-16,0 0 0 0,3-2 0 0,-3 0 0 15,0-1-16-15,0 1-5 0,3 0-2 0</inkml:trace>
  <inkml:trace contextRef="#ctx0" brushRef="#br1" timeOffset="-144724.258">19883 14529 2260 0,'0'0'47'0,"0"0"11"0,0 0-46 16,0 0-12-16,0 0 0 0,0 0 0 0,0 0 64 0,0 0 10 0,0 0 2 0,0 0 1 15,0 5-10-15,-3 1-3 0,0-1 0 0,-3 3 0 16,0-3 0-16,0 3 0 0,0 0 0 0,-5 3 0 15,2-1-51-15,0 4-13 0,-3-1 0 0,-3 3 0 16,3-3-12-16,-6 3-6 0,0 0-1 0,0 0 0 16,1-3-5-16,-1 3 0 0,0 0-1 0,0-1 0 15,0-1-34-15,3-1-6 0,3-3-2 16</inkml:trace>
  <inkml:trace contextRef="#ctx0" brushRef="#br1" timeOffset="-144228.265">20184 14243 2269 0,'0'-5'64'0,"3"2"15"0,0-2-63 16,-3 0-16-16,3 0 0 0,-3 5 0 0,3-3 53 0,-3 3 8 0,0-5 2 0,0 5 0 15,0 0 1-15,0 0 1 0,0 0 0 0,0 0 0 16,-3-3-1-16,-3 3 0 0,-3 3 0 0,0-3 0 16,0 5-51-16,-3-2-13 0,-3 2 0 0,0 0 0 15,0 3 54-15,4-3 8 0,-4 6 2 0,3-3 0 31,0 3-103-31,3-1-20 0,0 1-4 0,6 2-1 0,0-3 52 0,3 4 12 0,3-1 0 0,0 3 0 16,6-3 0-16,0 0 0 0,6 3 0 0,0-3 0 16,-3-2 0-16,2 2 0 0,4-2 0 0,-3-1 0 15,-3-2 0-15,3 3 0 0,-6-3 0 0,3 0 0 16,-3 0 0-16,-3-3 0 0,0 3 0 0,0 0 0 16,-3-3 0-16,0 3 0 0,-3-3 0 0,0 3 0 15,0 0 0-15,-3-2 0 0,0 2 0 0,0-1 0 16,0 1 0-16,-6 0 0 0,3 0 0 0,-3 0 0 15,-3 3 0-15,-3-3 0 0,0 2 0 0,-3-2 0 16,3 0 0-16,-2 0 0 0,-1 0 0 0,-3-3 0 16,6 3 0-16,-3-2-11 0,3-1 11 0,0 0-10 15,3 0-98-15,3 1-19 0,1-4-4 0</inkml:trace>
  <inkml:trace contextRef="#ctx0" brushRef="#br1" timeOffset="-143161.349">20434 14582 1599 0,'0'0'68'0,"0"0"-55"15,0 0 77-15,0 0 15 0,0 0 3 0,0 0 1 16,6 0-30-16,-6 0-7 0,3 0 0 0,3 0-1 15,-6 0-5-15,6 3-1 0,-3-1 0 0,3 1 0 16,-3 0 4-16,3-1 1 0,-6-2 0 0,3 6 0 16,-3-1-70-16,3 0-10 0,-3 3-4 0,0 0-1 15,0 0 15-15,-3 0 0 0,0 3 12 0,0-4-12 16,-3 4 0-16,0 0 0 0,0-1 0 0,-3 1-9 16,3-1-10-16,-3 4-1 0,0-4-1 0,0 1 0 15,3-1-26 1,-3-2-5-16,3 0 0 0,0 0-1 0,3-3-143 0,3-5-29 15</inkml:trace>
  <inkml:trace contextRef="#ctx0" brushRef="#br1" timeOffset="-142728.037">20949 14302 1824 0,'3'-6'76'0,"-3"-2"-60"15,0 3 121-15,-3 0 25 0,3 5 5 0,-3-5 1 16,0 2-62-16,3 3-12 0,-3-5-2 0,-6 2-1 16,3 3-25-16,-3 0-5 0,3 0-1 0,-6 3 0 15,0 2-24-15,3 0-6 0,-3 3-1 0,1 3 0 16,-4-1-17-16,3 3-3 0,-3 6-1 0,0 0 0 16,3-1-8-16,3 3 0 0,0 0 0 0,0 1 8 15,3-1-36 1,0-3-8-16,3 1-2 0,3-1 0 0,0-4 38 0,3 1 0 0,0-4 0 0,3 2 0 15,0-2 0-15,6-1 0 0,-3-2 0 0,6-2 0 16,0-1-23-16,3-2 3 0,0-1 1 0,-1-2 0 16,4 0 8-16,-3-2 2 0,3-4 0 0,-3 1 0 15,-3 0 9-15,0-1 0 0,-3-2-9 0,-1 3 9 16,-2-3 0-16,3 0 0 0,-3 0 10 0,-3 0-10 16,0 0 23-16,-3-5-3 0,0 3 0 0,-3-4 0 15,0 1 12-15,0-3 1 0,-3 0 1 0,0-2 0 16,0 2-10-16,-3 0-3 0,0 0 0 0,0 3 0 15,-3-3-10-15,0 6-3 0,0-4 0 0,-2 4 0 16,-1 2-8-16,-3 0 0 0,0 0 9 0,0 3-9 16,-3-1-21-16,0 4-9 0,0-4-2 0,1 6 0 15,-1-2-122-15,3 2-25 0,0 0-5 0</inkml:trace>
  <inkml:trace contextRef="#ctx0" brushRef="#br1" timeOffset="-140239.663">21193 14273 2124 0,'0'0'44'0,"3"-3"10"0,0-2-43 0,0 2-11 0,3-2 0 0,-3 2 0 15,-3 3 100-15,3-5 19 0,-3 5 3 0,0 0 1 16,0 0-39-16,0 0-8 0,0 0-2 0,0 0 0 15,0 0-18-15,0 0-4 0,0 0-1 0,0 0 0 16,0 0-22-16,0 0-4 0,-3 8-1 0,-3 2 0 16,3 1-12-16,0 2-4 0,-3 3 0 0,3 0 0 15,0 2-37-15,0 1-8 0,0 2-2 0,3 3 0 16,0-3 39-16,3-2 0 0,0-1 0 0,0-2 0 16,3 0-12-16,0-3 12 0,3-2-12 0,0-1 12 15,0-5-46-15,3 3-2 0,-1-5 0 0,1 0 0 16,3-1-1-16,-3-4-1 0,3 2 0 0,0-6 0 15,0 1 21-15,-3 0 4 0,0-3 1 0,-3 0 0 0,-1 0 24 16,-2 0 0-16,0-3 0 0,0 1 0 0,-3 2 46 0,0-5 14 16,0 2 4-16,-3 1 0 0,0-1-14 0,0-2-2 0,-3 0-1 0,0 2 0 15,0-2 3-15,0-1 1 0,0 4 0 0,0-1 0 16,-3 1-17-16,3 2-3 0,0 2-1 0,0-1 0 16,1 4-11-16,2 3-3 0,0 0 0 15,0 0 0-15,0 0-16 0,0 0 8 0,0 0-8 0,0 8 0 16,0 0 0-16,2 0 0 0,-2 5 0 15,3-2-9-15,0 2-12 0,3 3-3 0,-3-3 0 0,3 0 0 32,0 0-24-32,3 1-6 0,-3-4-1 0,3 1 0 0,0-3-6 0,0-3-2 15,0 0 0-15,0-2 0 0,3 0-52 0,-3-6-10 16,0 0-3-16,0-2 0 0,2-6 96 0,-2 1 18 0,3-6 4 0,3 0 1 16,-3 0 9-16,3-2-10 0,-3-1 10 0,3 1-10 15,-3-1 26-15,0 1 6 0,-4 2 1 0,1 0 0 16,0 0 49-16,-3 0 9 0,0 0 3 0,-3 3 0 15,0-3 1-15,0 0 1 0,0 0 0 0,0 0 0 16,-3 1-22-16,0-1-5 0,3 0-1 0,-3 0 0 16,0 3-21-16,3-1-4 0,-3 4-1 0,0 2 0 15,-3 0-10-15,3 3-2 0,0 5-1 0,0 0 0 16,0 0-9-16,0 0-2 0,0 0 0 0,0 8 0 16,3 2-8-16,-3 6 0 0,0 0 0 0,0 3 0 15,3-4 0-15,-3 7 0 0,0-4-12 0,0 3 12 0,0 0-27 16,3 1 3-16,-3 1 0 0,0 4 0 15,0-1-20-15,0 1-3 0,0 2-1 0,0 0 0 16,-3 0-25-16,3-5-6 0,0 0-1 0,-3-3 0 16,0-3-25-16,3-2-6 0,-3-2-1 0,0-1 0 15,0-3 23-15,0-2 4 0,0-2 1 0,0-1 0 16,3-5 11-16,0 0 2 0,0 0 1 0,0 0 0 16,-3-3 22-16,-3 1 4 0,3-4 0 0,-3 1 1 0,3-3 43 15,0 0 14-15,0 0 0 0,0-2 0 0,0-1 62 0,-2-2 13 0,-1 2 3 16,3-2 0-16,-3-3 4 0,0 3 0 0,3-3 1 0,-3 0 0 15,3 3-20-15,0 0-4 0,0 2-1 0,0 0 0 16,3 1-38-16,0 2-8 0,0 3-2 0,3-3 0 16,3 5-13-16,-3-2-3 0,3-1-8 0,3 4 12 15,0-1-12-15,2 3 0 0,1-2 0 0,0 2 0 16,3 0 0-16,0 0 0 0,0 2 0 0,0 1 0 16,0-3 0-16,0 2 0 0,-1 1 0 15,-2 0 0-15,-3-3-12 0,0 2 4 0,0-2 8 0,0 3-13 16,-3 0 13-16,-3-3 0 0,3 2 0 0,0 1-9 15,-6-3 9-15,0 0 0 0,3 3 0 0,-3-3 0 16,0 0 0-16,0 0 9 0,0 0-9 0,0 0 0 16,0 0 43-16,0 0 1 0,0 0 1 0,0 0 0 15,0 5-16-15,0-5-3 0,0 0-1 0,0 8 0 16,0-3-9-16,0-5-3 0,0 5 0 0,3 1 0 16,-3 2-13-16,0-3 0 0,3 0 0 0,0 3 0 15,0 0 0-15,0 0 0 0,0 0 0 0,3 3 0 16,-3-1 0-16,3 1 0 0,0 2 0 0,-3-2 0 15,0 2 0-15,3 0 0 0,-4 0 0 0,1-2 0 0,0-1-10 16,0 1-8-16,0 0-2 0,0-1 0 0,-3 1 20 0,0-3 0 16,0 2 0-16,0-2 0 0,-3-2 0 0,3 1 0 15,-3-1 11-15,0-1-11 0,3-5 0 0,0 3 0 0,0-3 0 16,0 0 0-16,0 0 0 0,-6 2 0 0,6-2 0 0,0 0 0 16,-5 0 17-16,5 0-3 0,-6-2-1 0,0-1 0 15,3-2 3-15,-3-1 0 16,3-1 0-16,0-1 0 0,0 0 4 0,3 0 0 0,-3-3 1 15,0 1 0-15,3-4-1 0,0 1-1 16,0-3 0-16,0 0 0 0,3-2-2 0,-3-1 0 16,3-2 0-16,3 0 0 0,-3 0-7 0,6 0-2 15,-3 2 0-15,3 1 0 0,-1 2-8 0,1 0 8 0,3 3-8 0,0-1 8 16,0 4-8-16,0 2 0 0,0 0 0 0,3 3 0 16,-3-1 0-16,3 1 0 0,-4 2 0 0,4 1 0 15,-3 2 0-15,0 0 0 0,-3 0 8 0,0 0-8 16,3 2 0-16,-3 1 0 0,-3 2 0 0,0 1 0 15,0-1 0-15,-3 3 0 0,0 0 0 0,0 0 0 16,-6 5-12-16,3-2 12 0,-3-1-12 0,-3 3 12 16,0 1-14-16,-3 1 5 0,0 1 1 0,-3 0 0 15,0-3 8-15,-3 1-8 0,0 2 8 0,-2-3-8 16,-1-3 8-16,3 1-10 0,-3 0 10 0,0-4-10 16,3-1 1-16,0-1 0 0,0 0 0 0,3-2 0 15,1 0-21-15,-1-1-4 0,6-2-1 0,-3-2 0 16,9 2-25-16,-3-6-6 0,0-2-1 0,0 0 0 15,3-2-24-15,3-1-5 0,0 1 0 0,3-6-1 16,3 3-96-16,3-3-19 0,2-3-4 0,4 1-1 16,3 2-58-16,0 0-11 0,3 0-2 0,3 3-1 15,-1 0 147-15,-2 2 30 0,3 0 5 0,0 4 2 16,-6-1 153-16,-3 0 30 0,-4 2 6 0,1-2 2 16,-3 0 99-16,0 6 20 0,-3-6 4 0,-3 3 1 15,-3 2-70-15,3-2-13 0,-3 2-3 0,-3 3-1 0,0 0 4 0,0-5 1 0,0 5 0 0,0 0 0 16,0 0-12-16,0 0-3 0,0 0 0 0,0 0 0 15,0 0-39-15,0 0-8 0,0 0-2 0,0 0 0 16,0 0-22-16,0 0-5 0,0 0-1 0,-3 8 0 16,0 0-19-16,0 0-4 0,0 2-1 0,0 1 0 15,3 2-12-15,-3-2 0 0,3 2 8 0,0 0-8 16,0 0 0-16,0 3 0 0,0-3 0 16,0 1 0-16,3 1 0 0,0-1-15 15,0-1 5-15,0 0 1 0,0-2-11 0,0-1-3 0,0-2 0 0,3 0 0 16,-3 0 2-16,3-3 0 0,3-2 0 0,-3 0 0 15,3-3 11-15,-4 0 10 0,4-3-13 0,0-2 5 16,3-3 8-16,-3 0-13 0,3-3 5 0,0 1 8 16,-3-1-32-16,0-2 0 15,0 0 1-15,-3-1 0 0,3 1 61 0,-3 0 12 0,-3 0 2 0,3-1 1 16,-3 4-1-16,-3-1 0 0,0 1 0 0,0-1 0 16,0 3-4-16,-3 0 0 0,3 0-1 0,-3 3 0 15,0 0 3-15,0-1 1 0,0 4 0 0,3 2 0 16,0 0-23-16,0 0-4 0,0 0 0 0,0 0-1 15,0 0-15-15,0 0 11 0,0 0-11 0,0 0 10 16,-3 8-10-16,0-3 0 0,3 6 0 0,0-1 0 0,0 1 0 16,0 5 0-16,3-3 0 0,-3 5 0 15,3-2-51-15,0 0-9 0,0 3-1 0,0-3-1 0,0-1 50 0,3-1 12 16,-1-1 0-16,1 0 0 16,0-5-54-16,0 0-8 0,0 0-2 0,0-5 0 15,3-1 6-15,-3-2 1 0,3-2 0 0,0-1 0 0,0-5 33 0,0 0 8 0,3-2 0 16,0-1 1-16,0-5 15 0,-1 3 0 0,4-6 0 0,-3 3 0 15,3-2 0-15,-6 2 12 0,0-3-3 16,0 4 0-16,-3-1 23 0,3-3 4 16,-3 3 0-16,-3-2 1 0,0 2 19 0,0 0 4 0,0 0 1 15,0 0 0-15,-3 3-9 0,3-3-1 0,-3 3-1 0,0 0 0 16,3 2-14-16,-3 1-2 0,0-1-1 0,-3 3 0 16,3 0-13-16,0 8-2 0,0 0-1 0,0 0 0 15,0 0-5-15,0 0 0 0,0 0-1 0,-3 11 0 16,0-1-11-16,3 4 0 0,-3-1 0 0,0 3 0 15,3 0 0-15,-3 5 0 0,3-3 0 0,-3 3 0 16,3 1-9-16,0 1-1 0,-3-1 0 0,3 1 0 16,0 1-12-16,0 3-2 0,-3-4-1 0,3 4 0 15,0-6-14-15,-3 3-2 0,3-6-1 0,0 1 0 16,0-3-6-16,-3 0 0 0,3-3-1 0,0-3 0 16,0 1 3-16,0-6 1 15,0 3 0-15,0-8 0 0,0 0 3 0,0 0 1 0,0 0 0 0,0 0 0 16,0 0 13-16,0 0 4 0,0-8 0 0,0 0 0 15,0 0 24-15,0-2-10 0,3-1 10 0,-6-2 0 16,3 2 0-16,-3-2 17 0,3 0-1 0,0 0-1 16,-3 2 33-16,3-2 6 0,0 0 2 0,-3 2 0 15,3-2 4-15,0 2 0 0,3 1 1 0,-3 2 0 16,3-3-25-16,3 3-4 0,-3 3-2 0,3-3 0 16,0 3-18-16,0-3-3 0,3 3-1 0,0-1 0 15,-1 1-8-15,4 0 12 0,0-1-12 0,0 4 12 0,-3-4-24 0,6 4-5 0,-3 2-1 16,0-3 0-16,-3 1 18 0,3-1 0 15,-3 3 0-15,2-5 0 0,-2 5 0 0,0-3 0 0,0 0 0 0,-3 3 0 16,3-2 0-16,-3-1 0 0,0 3 0 0,0-3 0 16,-3 1-106-16,3-1-18 0,-3 0-3 15</inkml:trace>
  <inkml:trace contextRef="#ctx0" brushRef="#br1" timeOffset="-137951.45">23449 14021 2206 0,'0'-10'63'0,"3"2"13"15,-3 0-61-15,0 0-15 0,0 2 0 0,0-1 0 16,0 1 68-16,-3 1 10 0,3 5 2 0,-3-3 1 15,3 3-13-15,-6-2-4 0,6 2 0 0,-6 0 0 16,0 2 0-16,0 1 0 0,-3 0 0 0,3 5 0 16,-2-3-51-16,-1 5-13 0,3-2 0 0,-3 6 0 15,0 1 0-15,3 1 0 0,-3 5 0 0,6-2 0 16,-3 0 0-16,3 2 0 0,0-3 0 0,3 1 0 0,0-1 0 0,0 3 0 16,3 1 0-16,0-1 0 15,0 0 0-15,3 0 0 0,-3 3 0 0,0-3 0 16,0 3 0-16,0-3 0 0,0 0 0 0,0 3 0 15,-3-5 0-15,3-1 0 0,-3 1 0 0,0-4 0 0,0-1 0 0,-3-1 0 16,0 0-9-16,0-2 9 16,-3-1-17-16,0 1 2 0,0 0 1 0,-3-4 0 15,0 1-25-15,0 0-5 0,0-2 0 0,0 2-1 16,-3-6-15-16,3 3-4 0,-2 1 0 0,-1-4 0 16,3 1-153-16,0-3-31 0</inkml:trace>
  <inkml:trace contextRef="#ctx0" brushRef="#br1" timeOffset="-137773.849">23181 14362 2032 0,'-9'-21'42'0,"6"13"10"16,0 0-41-16,3 0-11 0,-3 3 0 0,3-3 0 15,0 3 112-15,0 0 20 0,0-1 4 0,3 4 0 16,0-4-79-16,0 4-16 0,3-3-3 0,-3 2-1 16,6 3-8-16,0-3-1 0,3 1-1 0,0 2 0 15,3-3-11-15,0 3-1 0,3 0-1 0,-1 0 0 16,1 0-14-16,0 0 8 0,3 0-8 0,0-3 0 15,-3 3 0-15,3-2-10 0,-4-4 0 0</inkml:trace>
  <inkml:trace contextRef="#ctx0" brushRef="#br1" timeOffset="-136989.062">23765 13878 1621 0,'0'0'33'0,"0"-5"10"0,0 5-35 16,3-5-8-16,0 2 0 0,0-2 0 16,0 5 83-16,3-3 14 0,-3 0 3 0,2 3 1 0,1-2-17 0,0 2-3 0,3 0-1 0,-3 2 0 15,0-2-12-15,3 3-4 0,-3 0 0 0,0 2 0 16,3 0-4-16,-3 3 0 0,6 3-1 0,-6 2 0 15,0 8-43-15,0 0-16 0,-3 9 11 0,3-1-11 16,-3 2 36-16,-3-2 0 0,3 3 1 0,-6 3 0 16,0-4-9-16,-3 4-1 0,0-3-1 0,0 2 0 15,-3 0-26-15,0 1 0 0,-3 2 8 0,3-3-8 16,-3 1 0-16,0-6 0 0,-3-3 0 16,0 1 0-16,1-4 44 0,-4-1 6 0,0-4 2 0,0 1 0 15,3-4-32-15,-3 1-7 0,3 0-1 0,1-3 0 16,-1-2-12-16,3 0 0 0,0-3 0 0,3 0 0 15,3-3 0-15,0 0 0 0,0 0 0 0,3-2 0 16,3-3-48-16,0 0-13 0,0 0-3 0,0 0 0 16,0 0-75-16,0 0-15 0,0-8-3 0</inkml:trace>
  <inkml:trace contextRef="#ctx0" brushRef="#br1" timeOffset="-136594.658">24223 14103 2067 0,'0'0'87'16,"0"0"-70"0,0 0 87-16,0 0 18 0,0 0 3 0,0 0 1 15,0 0-25-15,0 0-5 0,0 0 0 0,0 0-1 16,0 0-29-16,0 0-6 0,0 0 0 0,0 0-1 15,0 0-31-15,0 0-5 0,0 0-2 0,0 0 0 16,0 0-21-16,0 0 9 0,0 0-9 0,0 0 0 16,0 0 0-16,0 0-17 0,0 0 1 0,0 0 1 15,3 5-117-15,-3-5-23 0,3 6-5 0</inkml:trace>
  <inkml:trace contextRef="#ctx0" brushRef="#br1" timeOffset="-136321.015">24300 14482 2792 0,'0'0'58'0,"0"0"14"16,0 0-58-16,0 0-14 0,0 0 0 0,0 0 0 0,0 0 55 0,0 0 8 0,0 0 1 0,-3 7 1 15,1 4-1-15,2-3 0 0,-3 0 0 0,0 5 0 16,0-2-51-16,-3 2-13 0,3 0 0 0,-3 3 0 15,-3 3 0-15,3-1 0 0,-3 3 0 0,-3 0 0 16,0 3 23-16,-6 0 1 0,3 3 1 0,-8-1 0 16,2 0-40-16,-3 4-8 0,-3-1-1 0,0 0-1 15,1-5-31-15,2-1-7 0,-3-1-1 16,3-1 0-16,0 0-104 0,3-3-20 0,1 4-5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49:24.78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13037 2093 1579 0,'0'0'32'0,"0"0"10"16,0 0-34-16,0 0-8 0,0 0 0 0,0 0 0 16,0 0 65-16,3 5 11 0,3 3 3 0,-3 0 0 15,0 0-15-15,3 5-4 0,-3-2 0 0,0 2 0 16,0 3-32-16,3 3-6 0,-3-4-2 0,0 7 0 15,0-7-12-15,0-1-8 0,0 2 8 0,0-1-8 16,-3 1 0-16,0-2 0 0,3-1 0 0,-3-3 0 16,0-2 0-16,0 3 9 0,0-3-9 0,0 0 0 0,0-6 8 0,0-2-8 0,0 0 0 15,0 0 0-15,0 0 40 0,0 0 0 0,0 0 1 0,0 0 0 16,0 0 15-16,0 0 2 0,0-2 1 16,-3-6 0-16,3 0-15 0,-3-3-2 0,3 1-1 0,0-4 0 15,0 1-16-15,0-5-3 0,3-1-1 0,0 1 0 16,0-3-7-16,-1-1-2 15,4 1 0-15,0 0 0 0,0 2-12 0,0-2 0 16,0 5 8-16,3-2-8 0,-3 7 0 16,3-2 0-16,0 0 8 0,0 5-8 0,3 0 0 0,-3 0 0 0,0 3 0 15,0 2 0-15,0-2 0 0,-1 2 0 0,4 3 0 0,-3 0 0 16,-3 3 0-16,3-3 8 0,0 5-8 16,-3 3 0-16,3-5 8 0,-3 7-8 0,3 1 0 0,-3 2 0 15,0 0 8-15,0-2-8 0,-3 7 0 0,3-2 0 16,-3 0 0-16,0 0 0 0,0 3-11 0,0-1 11 15,0 1-28-15,-3-3 1 0,3-6 1 16,-3 9 0-16,0-11 26 0,-3 2 0 0,3 1 0 0,-3-1 0 16,3-2 0-16,0 0 0 0,-3-3 0 0,3-5 0 15,0 0 0-15,0 0 0 16,0 0 0-16,-3 6 0 0,3-6 0 0,0 0 0 0,0 0 0 0,0 0 0 16,0 0 0-16,0 0 0 0,-3-6 0 0,0 1 0 15,3-3 46-15,-3 6 14 0,3-6 4 0,0-6 0 16,0 6-64-16,0-5-8 0,3 3-4 0,-3-1-1 0,3 1 13 15,0-4 12-15,3 1-3 0,-3 2 0 0,3 4-1 16,-3-7-8-16,2 6 12 0,1 0-4 0,0-5-8 0,0 5 8 16,0 0-8-16,0 3 8 15,3 2-8-15,-3-5 0 0,0 8 9 0,0-5-9 16,0 5 0-16,0-5 9 0,0 5-9 0,-6 0 0 0,6 5 0 16,0 0-14-16,0-2 1 0,0 2 0 0,-3 6 30 15,3-3 7-15,-3 5 0 0,0 0 1 16,3-2-17-16,-4 2-8 0,1 3 0 0,0 3 8 0,0-9-8 0,0 9 0 0,-3-3 0 0,3-6 0 15,0 3 0-15,0 1 0 0,-3-4 0 0,3 1 0 16,-3-1-10-16,0 4-4 0,0-9-1 0,0 3 0 16,0 0-26-1,0 0-6-15,0 0-1 0,0-8 0 16,0 0-138-16,3 0-28 0</inkml:trace>
  <inkml:trace contextRef="#ctx0" brushRef="#br0" timeOffset="706.197">13763 2156 1698 0,'-6'-7'72'0,"3"4"-58"15,0 0 118-15,-3-2 23 0,3 2 5 0,3 3 0 16,-3-5-49-16,3 5-11 0,-5-3-1 0,5 3-1 15,-6 0-43-15,6 0-9 0,-6 0-2 0,0 3 0 16,-3 2-27-16,3 3-5 0,0 0-2 0,0 5 0 16,0-2-10-16,0 2 0 0,0 3 9 0,0 3-9 15,3-3 0-15,-3 5 0 0,3-5 0 0,0-1 0 16,3 7 0-16,0-9 0 0,0 3 0 0,0 2 0 16,3-5 0-16,0 1 0 0,3-1 0 0,-3-2 0 15,3 2 0-15,0-8 0 0,3 3 0 0,-3 0 0 16,3 0 0-16,-3-8 0 0,6 2 0 0,-3 4 0 15,-1-6 0-15,1-6 0 0,3 4 0 0,-3 2 0 16,0-8 22-16,3 3 0 0,-3 2 0 0,0-5 0 16,0 3 13-16,0-1 2 0,-3-1 1 0,0-1 0 15,-3 0-10-15,3 0-1 0,-3 0-1 0,-3-5 0 16,0 5-5-16,0-6-1 0,-3 4 0 0,0-1 0 16,0 1-8-16,-3-4-3 0,0 1 0 0,0 3 0 0,-3-4-9 15,0 1 8-15,3 3-8 0,-3 2 8 0,0 0-8 0,0-3 0 16,0 8 0-16,0-5 0 15,-3 1-39-15,4 7 0 0,-1-6 0 0,-3 4 0 16,3-1-106-16,0 3-22 0,0-3-4 0</inkml:trace>
  <inkml:trace contextRef="#ctx0" brushRef="#br0" timeOffset="2473.669">14138 1879 2415 0,'0'-8'68'0,"0"2"16"0,0-2-68 0,0 6-16 0,0-6 0 0,0 0 0 16,3 3 77-16,-3-1 12 0,0 6 3 0,0 0 0 16,0 0-25-16,0 0-5 0,0 0-1 0,0 0 0 15,0 0-52-15,0 0-9 0,0 0 0 0,3 11 0 16,0-3 0-16,0 0 0 0,0 5 0 0,0 3 0 15,0 0 0-15,0-3 0 0,-3 6 0 0,0 2 0 16,3 0 0-16,-3 0 0 0,0 0 0 0,0-2 0 16,0 7 13-16,0-2-2 0,0 5-1 0,0-5 0 15,0 2-10-15,0 4 0 0,-3-1-12 0,3-6 12 16,0-1-14-16,-3-1 5 0,3 3 1 0,0-9 0 16,0 1 8-16,0-2 0 0,0-1 0 0,0-3-8 15,0-2 8-15,0-2 0 0,0 2 0 0,0-8 0 16,0 0 0-16,0 0 0 0,0 0 0 0,0 0 0 0,0 0 10 15,0 0 1-15,0 0 0 0,0 0 0 0,0-8-11 16,0 0 0-16,-3-6-12 0,3 1 12 0,-3 3 34 0,0-4 14 16,0 1 4-16,-3-3 0 0,0 6-32 0,0-9-7 0,3 1-1 15,-3 4 0-15,-2-1-12 0,2-4 11 0,-3 8-11 0,0-4 10 16,-3 1-10-16,3 6 10 0,-3-5-10 0,0 5 10 16,0 3-10-16,-3 2-14 0,3-5 3 0,0 8 1 15,-2-5 10-15,2 5 16 0,3-3-4 0,-3 6-1 16,3 2-11-16,0-2 0 0,0 2 0 0,0 3 0 15,6 0-11-15,-3 0 11 0,3 5-8 0,3 1 8 16,-3 1-14-16,6 1 2 0,-3 0 1 0,3 5 0 16,3-5 1-16,0 0 0 0,3 3 0 0,3-3 0 15,-3-3-6-15,3 3-2 0,3-3 0 0,-3 3 0 16,2-6 2-16,1 1 0 0,0 0 0 16,3 2 0-16,-3-8 5 0,0 3 2 0,0 0 0 0,0-5 0 15,-1 2 9-15,1-5-8 0,0 0 8 0,-3 0-8 16,0-5 8-16,3 2 0 0,-3 3 0 0,0-8 8 15,0 0-8-15,0 3 0 0,2-1 0 0,-5-1-8 16,3-1 8-16,-3 0 0 0,0 0 0 0,-3-6 0 16,0 7 35-16,0-7 9 0,0 4 1 0,-3-4 1 15,3 1-24-15,-3-3-5 0,0 3-1 0,0-3 0 16,0 0-4-16,0 1-2 0,0 1 0 0,-3 1 0 16,3 2-10-16,-3-2-11 0,3 0 3 0,-3 5 0 15,3 0 8-15,-3 0 0 0,0 3 0 0,3 2 0 0,-3 3 0 16,0 0 0-16,0 0 0 0,0 0 0 0,0 0 0 0,0 0 0 0,0 0 0 15,0 8 0-15,3 5 24 0,-3-5 6 0,3 6 2 0,0 1 0 16,-3 1-32-16,3-2 0 0,3-4 0 0,-3 9 0 16,2-9 0-16,1 3 0 0,0 1 0 0,0-6 0 15,3 2 0-15,-3-2 0 0,3-3-13 16,-3 1 4-16,3 2-1 0,0-8 0 0,0 2 0 0,0-2 0 16,-3 0 10-16,3-2 0 0,-3 2 0 0,0-6-8 15,0 4 8-15,-1-9 0 0,1 9 0 0,-3-6 0 16,0 0 0-16,-3 0 11 15,3-6-11-15,-3 7 12 0,3-9 1 0,-3 5 1 0,0 1 0 0,0-6 0 16,0 2-2-16,-3 6 0 0,3-7 0 0,0 4 0 16,0 0-12-16,0 3 9 0,0 1-9 0,0 1 8 15,0-2-8-15,0 3 0 0,0 2 0 0,0 3 8 16,0 0-8-16,0 0 0 0,0 0 0 0,0 0 0 16,0 0 0-16,0 0 0 0,0 0 0 0,0 0 0 15,3 3-9-15,-3 5 9 0,3 0 0 0,0 2 0 16,-3-2 0-16,0 3-8 0,3 2 8 0,-3 0 0 15,3 3 0-15,-3-2 0 0,3-4 0 0,0 3 0 16,-3 1 0-16,3 1 0 0,0-7 0 0,-3 6 0 16,3-6 0-16,0 2 0 0,0 1 0 0,3-1 0 15,-3-2 0-15,0 0 0 0,0 3 0 0,0-3 0 16,0 0 0-16,0-6 0 0,0 4 0 0,0-1 0 16,0 3 0-16,0-8 0 0,0 8 0 0,3-8 0 15,-6 0 0-15,3 2 0 0,3-2 0 0,-6 0 0 16,6 6 0-16,0-6 0 0,0 0 0 0,-1 0 0 15,1 0 0-15,0 0 0 0,0 0 0 0,0 0 0 0,0-6 0 0,0 4 0 16,0 2 0-16,0-5 0 0,0 2 0 16,0-2 0-16,0 2 0 0,0-2 0 15,3-1 0-15,-3-2 0 0,0 6 8 0,0-6-8 0,3-3 8 0,-3 1-8 0,0 2 11 0,0-6-11 16,-1 1 0-16,1 3 0 0,0-9 0 0,0 3 0 16,-3 0 0-16,3-5 0 0,0 0 0 0,-3 3 0 15,0-4 0-15,3 1 0 0,-3 5 0 0,0-5 0 16,0 5 0-16,-3-5 0 0,3 5 0 0,-3-2 0 15,0 7 13-15,0-5-4 0,0 3-1 0,0-3 0 16,-3 3-8-16,3 0 0 0,-3 2 0 0,0-2 0 16,3 0 0-16,-3 2 0 0,0-2 0 0,0 0 0 15,0 2 0-15,3 0 8 0,-3 1-8 16,0 2 8-16,0-5-8 0,3 5 0 0,-3 0 0 16,3 0 8-16,-3 0-8 0,3 3 0 0,-3-3 0 0,3 2 0 15,0 6 0-15,0 0 0 0,0 0 0 0,0 0 0 16,0 0 0-16,0 0 0 0,0 0 0 0,0 14 0 15,-3-6 0-15,3 7 0 0,0 4 0 0,0-3 0 16,0 0-8-16,3 5 8 0,-3-5 0 0,0 5 0 16,3-5 0-16,-3 5 0 0,0-5 0 0,3 5 0 15,0 0 0-15,-3 0 0 0,3 3 0 0,0 5 0 16,-3-5-8-16,3 3 8 0,-3-1 0 0,3 0 0 16,0-2-11-16,0 0 3 0,3-5 0 0,-3-1 0 15,3 1 0-15,-3-3 0 0,3-3 0 0,0-3 0 16,0 4 8-16,3-9 0 0,-3 3 0 0,0-6 0 0,3 4 0 15,0-6 0-15,-1 2 0 0,4-2 0 0,-3-2-11 0,0-4 11 0,3 4-13 16,0-9 5-16,-3 3 8 0,3-2 9 0,0 2-1 16,0-5-8-16,0-3 0 0,2-3 0 0,-2 1 0 0,0-4 0 31,0 1 0-31,0 0 15 0,0 0-2 0,-3 2 0 16,0-2 2-16,0 5 0 0,0-2 0 0,-3 7 0 0,-3-5 1 15,3 6 0-15,-3-1 0 0,-3 3 0 0,3 0 20 0,-6 3 5 0,3 0 1 16,0 5 0-16,-3-3-34 0,3 3-8 15,-6 0 0-15,-3 0 0 0,3 0-8 0,-3 0-4 0,0 8-1 16,0-5 0-16,0 7 13 0,3-2-9 0,0 8 9 0,0-3-8 16,3 3 8-16,0 5 0 0,0-2 0 0,0 2 0 15,3 0 0-15,3 0-10 0,0 1 10 0,0-7-10 16,3 7 10-16,0-7 0 0,0-1 0 0,0-4 0 16,3 4 0-16,-3-7 0 0,6 7-8 0,-3-6 8 15,0-6 15-15,3 6 8 0,-3-2 1 0,2-1 1 16,1-3-25-16,3 4 0 0,-3-6 0 0,3 0 0 15,0 0-97-15,3 0-25 0,0-6-5 0,-1 4-1 16,1-3-102-16,0-3-21 0</inkml:trace>
  <inkml:trace contextRef="#ctx0" brushRef="#br0" timeOffset="6235.409">16112 1950 1341 0,'0'0'56'16,"0"0"-44"-1,0 0 106-15,-3-5 22 0,3 5 4 0,-6-3 0 16,6 3-39-16,0 0-8 0,0 0-1 0,0 0-1 16,0 0-25-16,0 0-5 0,0 0-1 0,0 0 0 15,0 0-23-15,0 0-5 0,0 0 0 0,0 0-1 0,0 0-14 16,0 0-2-16,0 0-1 0,3 8 0 16,0-5-10-16,0 5-8 0,3 5 9 0,-3-5-9 0,0 5 0 15,0-5 0-15,0 5 0 0,0-2 0 16,0 2 0-16,0 0 0 0,0-2 0 0,-3 7 0 0,3-7 0 15,0 2 8-15,-3 3-8 0,0-3 0 0,3 1 19 0,-3 1 1 16,0-4 0-16,0 0 0 0,0-1-20 0,0 3 0 0,0-5 0 0,0-2 0 16,0 2 0-16,0 0 0 0,0-8 0 0,0 0 0 15,0 0 0-15,0 0 0 0,0 0 0 0,0 0 0 16,0 0 0-16,0 0 0 0,0 0 0 16,0 0 0-16,-3-8 0 0,3 0 0 0,0-3 0 0,-3 0 0 15,0 4 0-15,3-7 0 0,0-2 0 0,-3 1 0 16,3 1 0-16,0-2 0 0,0-2 0 0,0 2 0 15,0 0 36-15,3 0 4 0,-3 3 1 0,3-3 0 16,0-2-26-16,0 7-6 0,-1-5-1 0,1-2 0 16,3 7 1-16,-3-2 0 0,0 5 0 0,3-5 0 15,-3 5 1-15,3 0 0 16,0 0 0-16,-3 0 0 0,3 3-10 0,-3 2 12 0,3-2-12 0,0 5 12 16,0 0-12-16,0 5-14 0,0-5 3 0,0 3 1 15,3 5 10-15,0-3 16 0,0 3-4 0,-3 5-1 16,3-5-11-16,-4 0 0 0,4 5 0 0,-3-5 0 15,0 0 0-15,0 3 0 0,-3-1 0 0,3-2-11 16,-3 0-1-16,0 0 0 0,0-3 0 0,-3 3 0 16,0-8 12-16,0 8 0 0,0-8-9 0,0 0 9 15,0 0 0-15,0 0 0 0,0 0 0 0,0 0 0 0,0 0 8 16,0 0-8-16,0 0 0 0,0 0 8 16,-6-5-8-16,3 2 0 0,0-5 0 0,3 3 0 0,0-3 0 0,0-5 0 15,0 5 0-15,3-8 8 0,0 3-8 0,0 0 0 0,3-3 0 0,-3 5 0 16,0-7 0-16,3 7 8 0,0-2 0 0,0-3 0 15,0 3-8-15,-3 5 0 0,3 0-12 0,0 0 12 16,0 0 0-16,-3 3 0 0,0-1 0 0,0 4 0 16,3 2 8-16,0 0 10 0,-3 0 2 0,2 2 0 15,1 4-20 1,-3 2 0-16,3 0 0 0,3 5 0 0,-3 0 0 0,0-2 0 0,0 4 0 16,-3 4 0-16,3-3 0 0,0 0 0 0,0 0 0 0,-3 2 0 15,3-2 8-15,-3 5-8 0,0-5 0 0,0 0 0 16,0 0-12-16,0 2-8 0,0-2-3 0,-3-3 0 15,0 3 23-15,3 0 0 0,-3 0 0 0,0 0 0 16,0 2-42-16,0-10-4 0,0 3-1 0,0 0 0 16,3-4-161-16,-3 1-32 0,3 0-6 0</inkml:trace>
  <inkml:trace contextRef="#ctx0" brushRef="#br0" timeOffset="6627.503">16680 1887 1824 0,'-6'-3'76'16,"3"-5"-60"-16,-3 3 140 0,3 2 29 16,3 3 6-16,0 0 1 15,0 0-102-15,0 0-20 0,0 0-4 0,0 0-1 16,0 0-22-16,0 0-5 0,-2 8-1 0,-1-5 0 0,3 5-17 0,-3 5-3 0,3-5-1 16,0 5 0-16,0-2-16 0,0 2 10 0,0 0-10 0,3 3 8 15,-3-3-8-15,3 3 0 0,-1 0 0 0,1 0 0 31,0 2 9-31,3-2-9 0,0 5 10 0,0 3-10 0,0-8 0 16,0 5 0-16,3 0 0 0,-3-5 0 0,3 0 0 0,-3-3 0 16,3 1 0-16,0-4 0 0,-3-2 0 0,3 3 0 0,-3-3 0 0,3-8 0 15,0 2 0-15,-1-2 0 0,-2 0 0 16,3-2 0-16,-3-4 28 0,3-2 2 0,-3 0 1 0,0 1 0 16,0-9-3-16,0 2-1 0,0-1 0 0,-3 1 0 15,3-7-1-15,-3 5 0 0,0-5 0 0,0 0 0 16,3 5-11-16,-3 0-3 0,3-5 0 0,-3 5 0 15,0 0-12-15,0-5 0 0,0 5 0 0,0-2 0 16,0 2 0-16,0 3 0 0,0 2 0 0,-3-2 0 16,3 5-22-16,0-5-7 0,-1 5-2 0,1 5 0 15,0-5-177 1,0 5-35-16,0 1-7 0</inkml:trace>
  <inkml:trace contextRef="#ctx0" brushRef="#br0" timeOffset="6926.977">17368 1876 1976 0,'0'0'83'0,"-6"0"-67"16,0-5 109-16,0 5 22 0,3-3 4 0,3 3 1 15,-6 0-55-15,6 0-10 0,-6 0-3 0,6 0 0 16,-6 0-40-16,6 0-8 0,0 0-1 0,-6 8-1 15,3-5-18-15,-3 5-3 0,0-3-1 0,0 8 0 16,3-5-12-16,-2 3 0 0,-1 2 0 0,-3 3 0 16,3-3 0-16,-3 3 0 0,-3-3 0 0,3 3 0 15,-3 0 0 1,0 2 0-16,0 1 0 0,-3-1 0 16,3 6 0-16,1-3 0 0,-4-2 0 0,0 2 0 15,3 0-55-15,-3 0-7 0,3-5-2 0,0 0 0 0,0 3-71 16,3-11-14-16,0 2-3 0</inkml:trace>
  <inkml:trace contextRef="#ctx0" brushRef="#br0" timeOffset="7195.198">17070 1937 2269 0,'-6'-16'64'0,"3"3"15"15,0 0-63-15,-3 2-16 0,3 3 0 0,0-3 0 16,3 3 104-16,-3 6 17 0,3 2 4 0,0 0 1 15,0 0-48-15,0 0-10 0,0 0-1 0,0 0-1 16,6 2-22-16,0 4-4 0,3 2 0 0,-3 0-1 16,3 5-19-16,3-5-4 0,0 5-1 0,0-2 0 15,0 2-15-15,0 0 8 0,3 3-8 0,-3-3 0 16,2 3 0-16,-2-3 8 0,3 3-8 0,-3 0 0 16,0 0 0-16,0 0 0 0,-3 2 0 0,3 1 0 15,-3-1-12-15,-3-2-6 0,3 0-1 0,-3 5 0 16,-1-7-71-16,-2 1-14 0,3-1-4 0,0 2 0 15,-3-9-132-15,-3 7-28 0</inkml:trace>
  <inkml:trace contextRef="#ctx0" brushRef="#br0" timeOffset="7538.786">17555 2254 1580 0,'0'0'67'16,"0"0"-54"-1,0 0 142-15,0 0 28 0,0 0 5 0,0 0 2 16,0 0-48-16,6 6-10 0,-6-6-1 0,3 2-1 16,3-2-74-16,0 6-16 0,3-6-2 0,-3 0-1 15,3 0-8-15,0 0-1 0,0-6-1 0,3 6 0 16,-3-2-27-16,0 2 0 0,3 0 0 0,0-6 0 16,-1 6 16-16,1 0-3 0,0 0 0 0,0 0 0 15,3-5-121-15,-3 5-25 0,0-3-5 0</inkml:trace>
  <inkml:trace contextRef="#ctx0" brushRef="#br0" timeOffset="8075.905">17972 1987 1579 0,'-3'-8'32'0,"0"-2"10"16,3 2-34-16,-3 0-8 0,3 0 0 0,0 0 0 16,3-5 104-16,-3 5 20 0,3-3 3 0,3-2 1 15,-3 5-52-15,3-5-9 0,0-1-3 0,0 4 0 16,0-3 26-16,3-1 5 0,3 4 1 0,-3 2 0 15,3-3-43-15,0 3-8 0,-4 6-1 0,4-6-1 16,0 0-11-16,-3 8-1 0,3-5-1 0,0 5 0 16,-3 0-13-16,3 0-2 0,-3 0-1 0,0 0 0 15,0 5-14-15,0-2 8 0,0 2-8 0,-4 3 0 16,1 2 0-16,0 4 8 0,0-1-8 0,-3 3 0 16,0-3-8-16,-3 3-5 0,3-3-1 0,-6 6 0 15,3-1-18-15,-6-2-3 0,3-3-1 0,-3 3 0 16,0 0 8-16,-2-3 2 0,2 3 0 0,-3-3 0 15,0-2 26-15,-3 2 0 0,3 0 0 0,-3-5-8 16,3 0 8-16,0 0 0 0,3 5 0 0,-3-5 0 0,6 0 0 0,-3-5 0 16,3 7 0-16,3-2 0 0,-3-5 0 0,3 5 0 0,3-3 8 0,-3 3-8 15,3-3 16-15,0-2-2 16,3 2 0-16,-3 3 0 0,3-8-3 0,3 3-1 16,-3 2 0-16,3-2 0 0,0-3 0 0,0 3 0 0,3-3 0 15,-3 2 0-15,3-2-10 0,-1 0 8 0,1-2-8 16,0 2 8-16,0-3 0 0,3 3-8 0,0-3 12 0,0 3-4 15,-3-5-31-15,3 2-6 16,0-2-2-16</inkml:trace>
  <inkml:trace contextRef="#ctx0" brushRef="#br0" timeOffset="8391.969">18502 1678 2067 0,'-3'-6'87'16,"3"6"-70"-1,0-2 140-15,0 2 28 0,-3-8 6 0,3 8 1 16,0 0-103-16,0 0-20 0,0 0-4 0,0 0-1 16,0 0-51-16,0 0-13 0,0 0 0 0,3 8 0 15,0 0 54-15,3 2 8 0,-3 3 2 0,0 3 0 16,0 3-52-16,0-1-12 0,0 3 0 0,0 6 0 0,0-3 0 0,0 0 0 15,0 2 0-15,0 3 0 0,-3-5 0 0,3 0 0 0,0 2 0 0,0-2 0 16,-3-3 0 0,3 3 0-16,-3 5 0 0,0-5 0 15,3 2-48-15,-3-7-13 0,0 7-3 0,0-4 0 16,-3-7 0-16,0 1 0 0,0 0 0 0,0-3 0 16,3 1-102-16,-3-6-21 0,3-1-4 0</inkml:trace>
  <inkml:trace contextRef="#ctx0" brushRef="#br0" timeOffset="8851.52">18502 2069 1972 0,'-9'-8'41'0,"0"0"9"0,0-5-40 0,0 5-10 0,3 0 0 0,3 3 0 16,0-3 124-16,0 3 24 0,3 2 4 0,0-2 0 16,3 2-70-16,3-2-14 0,0 2-4 0,0-2 0 15,3 2-51-15,3 3-13 0,0-5 0 0,3 5 0 16,-3-5 54-16,3 2 8 0,0 3 2 0,-1-5 0 15,4 5-52-15,-3-3-12 0,3 3 0 0,-3 0 0 16,0-5 0-16,0 5 0 0,3 0 0 0,-7 5 0 16,1-5 0-16,-3 3 9 0,0 2-9 0,-3-2 8 15,0 2-8-15,-3 0 8 0,0-2-8 0,-3 5 8 16,-3-3-8-16,3 3 10 0,-3-3-10 0,-3 3 10 16,3 0-18-16,0 0-4 0,3 0-1 0,-3 0 0 15,3 5 13-15,3-5 0 0,-3 0 0 0,6 5 0 16,-3-5 0-16,3 0 16 0,3 0-3 0,0-3-1 15,0 3-12-15,3-8 0 0,0 3 0 0,0 2 0 16,0-5 0-16,2 0 0 0,-2-5 0 0,0 2 0 0,0-2 12 0,0 2-1 16,0-2 0-16,0 0 0 0,-3-3 7 0,0 0 2 0,0 0 0 15,-3 0 0 1,0 0 3-16,-3 0 1 0,2-5 0 0,-5 5 0 0,0-5-3 0,0 2 0 0,-2-2 0 16,-1 5 0-16,-3-8-7 0,0 6-2 0,-3-1 0 0,0-2 0 15,0 0-12-15,-3 5 9 0,0-3-9 0,-3 3 8 16,3 3-8-16,-3-3 0 0,0 3-12 0,1 2 12 15,-1-2-44 1,0 2-2-16,0 3 0 0,3 0 0 0,0 0-127 0,3 3-26 16,0 2-5-16</inkml:trace>
  <inkml:trace contextRef="#ctx0" brushRef="#br0" timeOffset="9174.917">19133 1730 2090 0,'-3'-5'44'0,"3"-3"8"0,-3 6-41 0,3-6-11 0,3 2 0 0,-3 6 0 16,0-8 118-16,3 3 22 0,-3 5 4 0,0 0 0 15,3-2-50-15,-3 2-10 0,6 0-3 0,-6 0 0 16,0 0-25-16,3 0-4 0,3 2-2 0,-3 3 0 15,0 3-15-15,0 6-3 0,0 1-1 0,0 1 0 0,0 3-15 0,-3-1-2 0,3 9-1 16,0-9 0-16,-3 4-5 0,0-1 0 0,3 0-8 0,-3 0 12 31,3-5-12-31,0 0 0 0,0 5 0 0,0-8 0 16,0 6 0-16,0-1 8 0,3-2-8 0,-3 0 0 0,-1 0 0 0,4 2 0 16,-3-2 0-16,0 0 0 15,0-3-18-15,0 3-10 0,0-3-1 0,0 3-1 16,0-5-175-16,3 0-35 0</inkml:trace>
  <inkml:trace contextRef="#ctx0" brushRef="#br0" timeOffset="9916.034">19880 1611 1941 0,'0'-5'82'16,"-3"2"-66"-1,3 3 113-15,-3-7 23 0,3 7 4 0,-3-6 0 16,-3 6-60-16,0 0-12 0,-3 0-2 0,1 0-1 16,-1 6-39-16,0 1-8 0,-3 1-2 0,0 6 0 15,-3-4-20-15,0 11-12 0,0 1 12 0,0-1-12 16,0 10 15-16,1-1-4 0,-1 1-1 0,3 6 0 15,0-2-10-15,3 2 0 0,0-5 0 0,3 2 8 16,3 3 4-16,0-5 0 0,6 5 0 0,0 0 0 16,3 0-12-16,3-3-16 0,3 3 4 0,3-5 1 0,0-3 30 15,-1-2 5-15,4 2 2 0,0-11 0 0,0 3-18 0,0-5-8 16,3 3 8-16,-3-3-8 16,2-3-19-16,1-2-9 0,0 2-1 15,-3 0-1-15,0-2-78 0,0-3-16 0,0 2-4 0</inkml:trace>
  <inkml:trace contextRef="#ctx0" brushRef="#br0" timeOffset="12935.377">20440 1802 1539 0,'0'0'64'15,"0"0"-51"1,0 0 103-16,0 0 20 0,0-5 4 0,0 5 0 15,0-6-35-15,0 6-7 0,0 0-2 0,0 0 0 16,0 0-40-16,0 0-9 0,-6-2-2 0,0 2 0 16,0 2-22-16,0 4-5 0,-3-1-1 0,3 3 0 15,-3 2-17-15,0 4 0 0,-3-1 8 0,0 3-8 16,4-3 28-16,-4 3 1 0,-3 0 1 0,3 0 0 16,-3 2-75-16,3-2-15 0,-3 0-4 0,0 0 0 15,3 0 52-15,-3 2 12 0,4-2 0 0,-4-3 0 16,3 3-105-16,-3-3-19 0,-3-5-3 0</inkml:trace>
  <inkml:trace contextRef="#ctx0" brushRef="#br0" timeOffset="13181.206">20095 1921 1387 0,'-3'-16'58'0,"3"3"-46"15,0 0 133-15,0-1 27 0,0 4 6 0,3 2 1 16,-1 0-79-16,1-3-15 0,0 9-3 0,3-6-1 15,-3 8-27-15,3-5-6 0,3 5 0 0,-3 0-1 16,0 5-7-16,3-3-2 0,-3 4 0 0,3 2 0 16,0 5-19-16,0-5-4 0,0 2-1 0,-3 4 0 15,3-1-14-15,0 3 9 0,0-3-9 0,-1 3 8 16,1-3-8-16,0 3 0 0,0-3 0 0,0-2 8 16,3 5-8-16,-3-3 12 0,0 0-12 0,0-2 12 15,0 2-61-15,-3 0-12 0,3 0-3 16,0-2 0-16,0-3-153 0,-1 0-31 0</inkml:trace>
  <inkml:trace contextRef="#ctx0" brushRef="#br0" timeOffset="13452.74">20601 1863 2066 0,'-3'-37'43'0,"3"24"10"15,-3 2-42-15,3 0-11 0,-3 1 0 0,3 2 0 0,-3 0 104 0,0-3 20 0,3 3 3 0,0 6 1 16,0 2-44-16,0 0-9 0,0 0-2 0,0 0 0 15,0 0-30-15,0 0-7 0,0 0 0 0,0 0-1 16,0 2-19-16,0 6-3 0,3 3-1 0,0-3 0 16,0 8-3-16,-3-3-1 0,3 3 0 0,0 0 0 15,-3 0-8-15,3 2 0 0,-1 1 0 16,-2-1 0 0,3 1 0-16,0 2 0 0,-3 0 0 0,3-5 0 0,-3 5 0 0,0-8 12 15,0 3-12-15,0 5 12 0,0-5-12 0,-3-3 0 0,3 3 0 0,0 0 0 31,0-3-37-31,-3 3 0 0,3-3 0 0,0-2 0 16,0 2-103-16,0-7-20 0,0 2-4 0</inkml:trace>
  <inkml:trace contextRef="#ctx0" brushRef="#br0" timeOffset="13968.284">20913 2119 2191 0,'0'0'45'0,"0"0"12"0,0 0-45 0,0-5-12 0,0 5 0 0,0 0 0 15,3 0 99-15,-3 0 17 0,0 0 4 0,0 0 1 16,0 0-53-16,0 0-12 0,0 0-1 0,0 0-1 16,0 0-33-16,0 0-6 0,0 0-2 0,-3 5 0 15,3 3-13-15,-3 3 0 0,-3 0 0 0,0 4 0 16,0-4 0-16,-3 8 0 0,0-9 0 0,0 9 0 15,-2-3-34-15,2-1 0 0,-3-1 0 0,0 1 0 16,0-1-33-16,0-4-6 0,3-2-2 0</inkml:trace>
  <inkml:trace contextRef="#ctx0" brushRef="#br0" timeOffset="14278.687">21416 1855 2245 0,'-3'-8'47'0,"3"8"10"0,0-5-45 16,0 5-12-16,0 0 0 0,-3-3 0 0,3 3 67 0,0 0 11 0,-3-5 2 0,3 5 1 15,0 0-22-15,-6 0-5 0,6 0-1 0,-6 0 0 16,0 0-33-16,0 5-8 0,0-2 0 0,-2 2-1 15,-1 3-11-15,0 0 0 0,0 5 0 0,0-2 0 16,-3 2 0-16,0 0 0 0,0 3 0 0,0-3 0 16,-3 3 0-16,0 0 0 0,3-3 0 0,-2 3 0 15,-4-3 0-15,3 3 0 0,0-5 0 0,0 7 0 16,0-7-64-16,0 2-16 0,3 3-2 0,-5-3-1 16,2 0-117-16,0 3-24 0</inkml:trace>
  <inkml:trace contextRef="#ctx0" brushRef="#br0" timeOffset="14509.994">21086 1995 2077 0,'-3'-16'43'0,"3"-2"11"16,3 2-43-16,-3 3-11 0,3 2 0 0,-3-5 0 16,3 6 91-16,0 2 16 0,3 0 3 0,-3 0 1 15,3 2-27-15,-3 4-4 0,2 2-2 0,1 0 0 16,3 2-62-16,-3 1-16 0,3 5 0 0,-3 0 0 0,3-5 54 15,0 5 8-15,-3 2 2 0,3 1 0 16,0 2-64-16,-3 0-18 0,3-5-1 0,-3 8 0 0,3-3 19 0,-3-2 0 16,3 2 0-16,-4 0 0 15,4-2-40-15,-3 2-4 0,3 0 0 0,-3 3-1 16,3-3-15-16,-3-2-4 0,0 2 0 0</inkml:trace>
  <inkml:trace contextRef="#ctx0" brushRef="#br0" timeOffset="14883.755">21505 1932 2010 0,'-6'-19'42'0,"6"14"9"0,0 2-41 16,0-2-10-16,3-3 0 0,-3 3 0 0,3 2 108 0,3-2 20 0,-3 2 4 0,3-2 1 15,0-1-47-15,0 6-10 0,3-2-1 0,0 2-1 16,-3 0-8-16,3 0-2 0,0 0 0 0,0 2 0 15,0 1-51-15,-3 0-13 0,3 2 0 0,0 3 0 16,-3-5 0-16,-4 5 0 0,4 2 0 0,-3 1 0 16,-3-3 0-16,0 5 0 0,-3 0 0 0,0-2 0 15,0 2-48-15,-2 0-13 0,-1-2-3 0,0 2 0 16,-3 0 52-16,0 3 12 0,3-3 0 0,-3 3 0 16,3-3 0-16,0-2 0 0,0 2 0 0,0 3 0 15,3-3 0-15,0-5 0 0,3 0 0 0,3 0 0 16,-3-3 0-16,3 3 0 0,3-5 0 0,-3 2 0 15,3-5 0-15,3 3 0 0,0-3 0 0,0 0 0 16,3 0 0-16,0 0 0 0,-1 0 0 0,4-3 0 16,0 3 0-16,-3 0 0 0,3 0 0 0,0-5 0 0,-3 5 0 15,3-3 0-15,0 3 0 0,-1-5 0 16,-2 2-105-16,3 3-19 0,-3-8-3 0</inkml:trace>
  <inkml:trace contextRef="#ctx0" brushRef="#br0" timeOffset="15511.392">22145 1942 1941 0,'0'0'40'0,"0"0"10"16,0 0-40-16,0 0-10 0,0 0 0 0,0 0 0 15,-3 8 76-15,0 0 12 0,0 0 4 0,1 0 0 16,-4 0-59-16,0 5-11 0,0-5-2 0,0 5-1 16,0-5-19-16,-3 3-19 0,3-1 4 0,-3 1 1 15,0 2 14-15,0 0 0 0,0-2 0 0,0 2 10 16,0 0-75-16,0-2-15 0,0 2-4 0</inkml:trace>
  <inkml:trace contextRef="#ctx0" brushRef="#br0" timeOffset="15975.028">22413 1783 2066 0,'6'-10'43'0,"-3"2"10"0,3-5-42 15,0 5-11-15,-3 0 0 0,3-5 0 0,-3 5 104 0,0 2 20 0,-3-2 3 0,3 6 1 16,-3-9-52-16,-3 9-9 0,3-4-3 0,-3 4 0 16,-3-4 0-16,0 4 0 0,0 2 0 0,-3 0 0 15,-3 0-51-15,0 0-13 0,1 0 0 0,-4 8 0 16,0-6 0-16,0 4 0 0,0 1 0 0,0 7 0 16,3-6 0-16,3 0 0 0,-3 5 0 0,3-3 0 15,3 4 0-15,4-1 0 0,2-5 0 0,0 8 0 16,2-3-24-16,4-3-7 0,0 9-1 0,3-8-1 15,3 2 1-15,3 0 1 0,3-2 0 0,0 2 0 16,0 0 31-16,3-2 0 0,-1 2 0 0,-2-5 0 16,0 5 0-16,0-5 0 0,0 0 0 0,-3 5 0 15,-3-5 0-15,0 0 0 0,-4 0 0 0,-2 5 0 16,0-5 0-16,-3-5 0 0,0 5 0 0,0 2 0 16,-3-7 0-16,-3 5 0 0,0 0 0 0,-3-3 0 15,0 3 0-15,0-3 0 0,-2 3 0 0,-1 0 0 16,-3-5 0-16,0 2 0 0,3 0 0 0,-3 3 0 15,0-5-57-15,0 2-6 0,0-2-1 0,0 2 0 16,3-2 37-16,0-3 7 0,1 5 2 0,-1-5 0 16,3 0-227-16</inkml:trace>
  <inkml:trace contextRef="#ctx0" brushRef="#br0" timeOffset="16182.491">22782 1987 2025 0,'0'0'85'0,"0"0"-68"16,0 0 114-16,0 0 22 0,0 0 5 0,0 0 1 15,0 0-73-15,0 0-14 0,0 0-4 0,0 0 0 16,-3 3-35-16,0 2-7 0,0-2-2 0,0 5 0 16,1-3-6-16,-1 3-2 0,-3-3 0 0,3 3 0 15,-3-5-16-15,3 5 0 0,-3 2 0 0,0-2 0 16,0 0-48-16,0 0-12 0,0 5-4 0</inkml:trace>
  <inkml:trace contextRef="#ctx0" brushRef="#br0" timeOffset="16650.761">23357 1707 1884 0,'0'-8'80'16,"0"2"-64"-16,0-1 98 15,0-1 20-15,0 0 4 0,0 0 1 0,0-3-42 0,-3 3-8 0,3 0-1 16,-3 0-1-16,3 6-37 0,-3-9-7 0,0 8-2 0,0-5 0 15,-3 3-17-15,0 3-3 0,0-4-1 0,-3 6 0 16,0-2-12-16,0-4-8 0,0 6 10 0,-2 0-10 16,2 6 0-16,-3-4 0 0,0-2 0 0,-3 8 0 15,6 0 0-15,-3 0 0 0,3 3 0 0,3 5 0 16,-3-6 0-16,6 9 0 0,-3-1-8 0,6 3 8 16,-3 0 0-16,6 3-10 0,-3 3 10 0,3 2-8 15,3-5 8-15,-3-3 0 0,3 3 0 0,0 2-8 16,0-7 8-16,3 2 0 0,-3 0 0 0,0 0 0 15,0-2 0-15,-3-1 0 0,3-2 0 0,-3 5 0 16,0-5 0-16,-3 5 0 0,3-5 0 0,-3 0 0 16,0 3-11-16,0-4 0 0,0 1 0 0,-3 0 0 15,0-3-14-15,-3 1-3 16,3-4-1-16,-3 3 0 0,0-5-19 0,0-2-4 0,0 2-1 16,0 0 0-16,0-1-133 0,0-7-26 0,0 3-6 15</inkml:trace>
  <inkml:trace contextRef="#ctx0" brushRef="#br0" timeOffset="16880.716">23059 1937 2100 0,'0'-8'44'0,"-3"0"10"0,3 0-43 0,-3 3-11 0,3 2 0 0,0 3 0 15,3-5 86-15,3 5 15 0,-3-5 3 0,3 2 1 16,3 3-30-16,0-5-7 0,0 5 0 0,3-3-1 15,0 3-24-15,3 0-5 0,0 0-1 0,-1 0 0 16,1-5-21-16,3 5-4 0,0 0 0 0,0-3-1 16,3 3-19-16,-3 0-4 0,2 0-1 0,-2 0 0 31,3-5-138-31,3 5-27 0,-3-3-6 0</inkml:trace>
  <inkml:trace contextRef="#ctx0" brushRef="#br0" timeOffset="17221.773">23672 1529 1805 0,'-6'-5'76'16,"3"2"-61"0,0-2 96-16,3 5 19 0,-2 0 4 0,2 0 1 15,0 0-26-15,0 0-5 0,0 0 0 0,0 0-1 16,0 0-41-16,5 0-8 0,1 0-2 0,0 0 0 15,0 5-10-15,3 3-2 0,0 0-1 0,0 0 0 16,0 5-18-16,3-2-3 0,0 2-1 0,0 8 0 16,3-5-8-16,-3 6-1 0,-1 1-8 0,-2 6 12 15,3 1-12-15,-3 1 0 0,3 4 8 0,-3 2-8 16,-3-8 0-16,0 3 0 0,-3 2 0 0,0-2 0 16,-3-3 8-16,-3 0-8 0,0 0 0 0,-6 0 9 15,3 0-9-15,-6 0 0 0,0-5 0 0,-3 5 0 0,-2-8 0 0,-4 3 0 16,-3-3 0-16,0 1-11 0,-3-7-2 0,0 1-1 15,-2-2 0-15,2-1 0 16,0-3-11-16,0 4-3 0,1-6 0 0,2 0 0 16,0-3-136-16,3 3-28 0,-3-8-6 0</inkml:trace>
  <inkml:trace contextRef="#ctx0" brushRef="#br0" timeOffset="17751.862">24256 1752 1846 0,'0'0'78'0,"0"-8"-62"16,0 2 124-16,3 4 24 0,-3-4 6 0,0-1 1 16,0 1-49-16,-3 4-10 0,3-6-1 0,0 2-1 15,-3 4-38-15,3-4-8 0,0-1-2 0,0 1 0 16,0 4-22-16,0-6-5 0,0 2-1 0,0 6 0 15,0-2-22-15,0 2-4 0,3-6 0 0,-3 6-8 16,0 0 0-16,0-5 0 0,0 5 0 0,0 0 0 16,0 0-24-16,0 0-4 0,6 0-2 0,-6 0 0 15,3 5-153-15,0 1-30 0,0 2-7 0</inkml:trace>
  <inkml:trace contextRef="#ctx0" brushRef="#br0" timeOffset="18014.819">24217 2072 2006 0,'0'0'42'0,"3"5"9"16,0 0-41-16,3-5-10 0,0 8 0 0,-3-8 0 16,3 8 104-16,0-8 18 0,-3 8 4 0,3-5 1 15,0 2-37-15,-3 0-7 0,3 3-2 0,-3-5 0 0,3 5-13 0,-3 0-4 16,-3 2 0-16,3-2 0 0,-3 0-56 0,0 3-8 0,-3 2 0 0,0 0-12 15,0 1 12-15,-6 2 12 0,3-6-3 0,-6 9 0 16,0-4-9-16,-3 1 0 0,-3 0 0 0,-3 3 0 16,1-3 0-16,-4-3 0 0,0 5 0 0,-3 1 0 31,-3-3-110-31,4 0-14 0,-4 0-4 0</inkml:trace>
  <inkml:trace contextRef="#ctx0" brushRef="#br0" timeOffset="19139.348">15817 3162 1355 0,'0'0'28'0,"0"0"8"15,0 0-36-15,0 0 0 0,0 0 0 0,0 0 0 16,0 0 125-16,0 0 19 0,0 0 3 0,0 0 1 0,0 0-32 0,0 0-7 16,0 0-1-16,0 0 0 0,0 0-33 0,6 0-7 0,0 3-2 0,-3 2 0 31,0 0-22-31,3 3-4 0,0 0 0 0,-3-3-1 15,3 6-19-15,-3 2-3 0,3-5-1 0,-3 5 0 16,0 3-16-16,3-3 0 0,-3 3 8 0,0 3-8 0,0-1 0 16,0 1 10-16,0-1-10 0,-3 1 8 0,0-1-8 15,3-2 0-15,-3 0 0 0,0 0-11 16,0-3-17-16,0 1-3 0,-3-7-1 0</inkml:trace>
  <inkml:trace contextRef="#ctx0" brushRef="#br0" timeOffset="19308.745">15871 3009 1941 0,'-3'-8'40'0,"0"-3"10"0,3 6-40 0,0-3-10 0,0 0 0 0,0 3 0 15,0-1 56-15,0 6 10 0,3-2 2 0,-3 2 0 16,0 0-56-16,3-3-12 0,3 0 0 0</inkml:trace>
  <inkml:trace contextRef="#ctx0" brushRef="#br0" timeOffset="19711.492">16002 3228 1963 0,'0'0'56'0,"0"0"12"0,0 0-55 15,3 0-13-15,3 3 0 0,-3 2 0 0,3-2 74 0,-1 2 12 0,1 0 2 0,0 3 1 16,0 0-41-16,0-3-9 0,3 6-2 0,-3 2 0 16,0-5-21-16,3 5-5 0,-3 3-1 0,0-2 0 15,0 1-10-15,0-1 0 0,0 2 0 0,0-1 0 16,-3-4 12 0,0 2-2-16,-3 3-1 0,3-3 0 0,-3 1-9 0,0-9-12 0,0 5 2 0,0-2 1 15,0-2 9-15,-3 2 0 0,3-8 0 0,0 0 0 16,0 0 8-16,0 0-8 0,0 0 10 0,0 0-10 15,0 0 11-15,0 0-11 0,-3-8 12 0,3 0-12 16,0-3 20-16,0 3-2 0,3-2-1 0,0-6 0 16,3 3 21-16,-3-1 4 0,3-2 1 0,-3 1 0 15,6-1-35-15,-4 2-8 0,1-4 0 0,0 7 0 16,3-2 53-16,-3 0 9 0,3 5 2 16,-3 0 0-16,3 0-52 0,-3 3-12 0,0-1 0 0,3 4 0 15,-3 2 0-15,0 0 0 0,3 0 0 0,-3 2 0 16,0 4 0-16,0 4 0 0,0-2 0 0,0 0 0 15,-4 3 0-15,4 2 0 0,-3 3 0 0,0 2 0 16,3-4-100-16,-3 4-22 0,3-2-5 16</inkml:trace>
  <inkml:trace contextRef="#ctx0" brushRef="#br0" timeOffset="20238.721">16499 3408 2066 0,'-6'-18'43'0,"3"12"10"0,0-2-42 15,0 3-11-15,0-3 0 0,0 0 0 16,3 5 104-16,-3-4 20 0,3 1 3 0,0 6 1 0,0 0-52 16,0 0-9-16,0 0-3 0,0 0 0 15,0 0 0-15,0 0 0 0,3 6 0 0,-3 1 0 16,3 4-51-16,0 0-13 0,-3 5 0 0,3-1 0 0,0-1 0 0,-3 2-12 0,3-1 3 0,0 7 0 16,-3-7 9-16,3 7 0 0,0-9 0 0,0 11-8 15,0-11 8-15,0 5-12 0,0 1 12 0,-3-3-12 16,3 0 3-16,0-3 0 0,-3-3 0 0,3 1 0 15,-3 0 9-15,0 2 0 0,3-10 0 0,-3 4 0 16,0-7 0-16,0 0 0 0,0 0 0 0,0 0 0 16,0 0 0-16,0 0 9 0,0 0-1 0,0 0-8 15,0 0 22-15,0-7-2 0,0-1-1 16,0 0 0-16,0-6 36 16,0 4 7-16,0-6 2 0,-3 0 0 0,3 3-52 0,0-8-12 0,0 5 0 0,-3-5 0 15,3-6 0-15,0 3 0 0,0 1 0 0,-3-4 0 16,3 1 54-16,0 4 8 0,0-4 2 0,0 2 0 15,3 8-52-15,-3-8-12 0,3 11 0 0,0-5 0 16,0 7 0-16,0-2 0 0,2 0 0 0,-2 5 0 16,3 0 0-16,0 0 0 0,0 5 0 0,0-5 0 15,3 6 0-15,-3-1 0 0,3 0 0 0,0 6 0 16,0 0 0-16,0-1 0 0,0 6 0 0,0-5 0 16,0 2-48-16,-3 3-13 0,3 0-3 15,-4 0 0-15,1 5 52 0,-3-2 12 0,0 2 0 0,0 0 0 0,-6 0 0 16,0 3 0-16,0 3 0 0,-3-1 0 0,-2-2 0 15,2 5 0-15,-3-7 0 0,-3 4 0 0,3-5 0 16,0 1 0-16,-3 2 0 0,3-9 0 16,-3 1-24-16,3 0-1 0,0 0-1 0,0-2 0 15,3-4-80-15,0 1-16 0,6-3-3 0</inkml:trace>
  <inkml:trace contextRef="#ctx0" brushRef="#br0" timeOffset="20710.523">16823 3249 2408 0,'0'-5'68'0,"0"0"15"0,3-3-67 16,-3 5-16-16,3-5 0 0,-3 3 0 0,3 2 76 0,-3-5 12 0,0 8 3 0,3-5 0 15,-3 5-22-15,0 0-4 0,0 0-1 0,0 0 0 16,0 0-51-16,0 0-13 0,0 0 0 0,3 5 0 16,-3 3 0-16,3 0 0 0,-3 0 0 0,0 3 0 15,3-1 54-15,-3 6 8 0,0-5 2 0,0 7 0 16,0-5-103-16,3 6-20 0,0 2-4 0,0 0-1 15,0 1 52-15,0-7 12 0,0 7 0 0,3-7 0 16,0-1-54-16,0 2-8 16,3-6-2-16,-3 3 0 0,0 1 19 0,3-9 3 15,-1 0 1-15,-2 0 0 0,3 1 11 0,-3-6 2 16,0-6 1-16,3 4 0 0,-3-1 27 0,0-5 11 0,3 0-1 16,-3 0 0-16,0-2 30 0,3 2 5 0,-3-3 2 0,-3-2 0 15,3 2 17-15,-3-4 4 0,0-4 1 0,0 3 0 16,0 0-9-16,-3 0-1 0,3-2-1 0,-3 2 0 15,3 0-14-15,-3 3-2 0,0-3-1 0,0 3 0 16,0 2-20-16,0 3-4 0,0-5-1 0,0 5 0 16,3 0-16-16,-3 0 8 0,0 3-8 0,0 0 0 0,0 5 0 0,0 0 0 15,0 0 0-15,0 0 0 16,0 0 0-16,0 10 0 0,0-2 0 0,0 3-9 0,0-1 9 0,0 6 0 16,0 0 0-16,0 5-8 0,0-5 8 0,0 5-8 0,0 0 8 0,0 1-8 31,0 1-24-31,3-7-4 0,-3 6 0 0,3-4-1 15,0 1-22-15,-1-9-4 0,1 9-1 0,0-11 0 0,0 2-94 0,3 1-19 16,0-9-4-16</inkml:trace>
  <inkml:trace contextRef="#ctx0" brushRef="#br0" timeOffset="20944.177">17356 3170 1976 0,'0'-21'83'15,"0"0"-67"1,-3 2 140-16,3-2 28 0,0 0 6 0,-3 5 1 15,3 0-87-15,-3 3-16 0,3 5-4 0,-3 0-1 16,3 3-31-16,0 5-5 0,0 0-2 0,0 0 0 16,0 0-23-16,0 8-5 0,0 5-1 0,0 0 0 15,0 3-8-15,0-3-8 0,0 11 9 0,0-8-9 16,3 5 0-16,-3 3 0 0,0-3 0 0,3 3 0 16,-3 2 0-16,0-5 0 0,3 3 0 0,-3 5 0 15,3 0-9-15,-3-5-8 0,0 5-2 0,3 0 0 16,-3 1-85-16,0-7-16 0,3 1-4 0,-3 3-1 15,0-12-61-15,-3 7-12 0,0-9-2 0</inkml:trace>
  <inkml:trace contextRef="#ctx0" brushRef="#br0" timeOffset="21201.668">17359 3501 2131 0,'-9'-22'44'0,"-3"7"11"0,3-7-44 0,0 7-11 0,-3-7 0 0,1 7 0 15,-1-4 116-15,3 3 20 0,0 3 5 0,-3 2 1 16,6 3-55-16,-3-2-11 0,6 2-3 0,0 5 0 15,0-5-22-15,3 8-5 0,0 0-1 0,6-5 0 16,0 2-12-16,6 3-2 0,-3 0-1 0,6 0 0 16,0 0-7-16,2-5-2 0,1 5 0 0,0-3 0 15,3 3-7-15,0-2-2 0,0-1 0 0,-1 0 0 16,4 3-12-16,0-2 9 0,0 2-9 0,0-3 8 16,0 3-8-16,-4 0 0 0,4 0 0 0,-6-5 0 15,3 5 0-15,-3 0-9 0,-3 5 0 16,-1-5 0-16,-2 0-45 0,0 0-9 15,-3 0-1-15,0 0-1 0,-3 0-144 0,0 0-29 0,-6 0-6 0</inkml:trace>
  <inkml:trace contextRef="#ctx0" brushRef="#br0" timeOffset="21740.398">18725 3196 2030 0,'6'-5'57'0,"0"-3"14"0,0 0-57 0,0-2-14 0,-3 7 0 0,3-5 0 16,-3 0 105-16,0 3 19 0,0-3 3 0,0 3 1 15,-3 2-52-15,0 3-9 0,0 0-3 0,0 0 0 16,0 0 0-16,0 0 0 0,0 0 0 0,0 0 0 16,0 0-51-16,-3 3-13 0,-3-1 0 0,-3 4 0 15,0 4 0-15,0-2 0 0,-3 0 0 0,-3 5 0 16,1 3 19-16,-1 0 1 0,-3 5 0 0,0 0 0 15,0-2-20-15,0 2 0 0,0 3 0 0,-5 0 0 16,2-1 0-16,0 1-11 0,-3 0 2 0,0-3 0 16,0 0-53-16,1 1-10 0,2-9-3 0,0 5 0 15,0-7-93-15,3 5-20 0,0-8-3 0</inkml:trace>
  <inkml:trace contextRef="#ctx0" brushRef="#br0" timeOffset="21984.251">18437 3244 1580 0,'3'-16'67'0,"0"0"-54"16,-1-2 147-16,1 7 30 0,0-5 6 0,0 11 0 16,0-3-77-16,0 0-16 0,0 0-3 0,0 6-1 15,3-1-36-15,-3 0-7 0,3 3-2 0,0 6 0 16,0-4-17-16,0 6-3 0,3 0-1 0,0 0 0 16,-3 0-13-16,3 5-2 0,0-2-1 0,0 7 0 15,0-7-9-15,0 2-8 0,-1 3 12 0,1 0-12 16,3 2 0-16,-3-2 0 0,3 0 0 0,0 3 0 15,0-1 0-15,0 1 0 0,0 4-10 0,0-7 10 16,3 6-20-16,-4-9 4 0,4 5 1 0,-3-5 0 16,0 3-141-16,0-2-29 0,0-9-6 15</inkml:trace>
  <inkml:trace contextRef="#ctx0" brushRef="#br0" timeOffset="22568.511">19011 3136 1941 0,'0'0'40'0,"0"0"10"15,0 0-40-15,0 0-10 0,0 0 0 0,0 0 0 16,0 0 108-16,0 0 20 0,0 0 4 0,0 0 1 15,0 0-52-15,0 5-10 0,3 3-3 0,-3 0 0 16,3 2-24-16,0 1-6 0,0 2-1 0,-3 0 0 16,3 3-13-16,0-3-4 0,0 3 0 0,-3 0 0 15,3 5-7-15,-3-2-1 0,3 2-1 0,-3 0 0 16,0 0-11-16,3 3 8 0,0 0-8 0,-3 2 8 16,0-4 7-16,3-7 1 0,-3 7 0 0,0-6 0 15,3 5-25-15,-3-11-5 0,0 9-1 0,0-9 0 16,0 1-13-16,3 5-4 0,-3-8 0 0,3 0 0 15,0-3-141-15,0 3-29 0,0-5-6 0</inkml:trace>
  <inkml:trace contextRef="#ctx0" brushRef="#br0" timeOffset="23426.397">19574 3530 2176 0,'0'0'62'0,"-3"2"13"0,-3 4-60 0,0-4-15 0,0 4 0 0,0-4 0 16,0 4 46-16,-3-1 6 0,0 3 2 0,3 0 0 16,-3 0-15-16,0-3-3 0,3 3-1 0,-3 2 0 15,0-2-35-15,0 3-20 16,4 0 2-16,-4 2 1 0,0-8 17 0,3 6 0 0,0 2-8 0,-3-5 8 16,3-3-28-1,0 6-1-15,3-3-1 0,-3 0 0 0,0-3-147 0,0-2-30 0</inkml:trace>
  <inkml:trace contextRef="#ctx0" brushRef="#br0" timeOffset="23733.128">20234 3183 2310 0,'-6'-8'48'0,"6"8"11"0,0 0-47 0,0 0-12 0,0-8 0 0,0 8 0 16,0 0 53-16,0 0 9 0,0 0 2 0,0 0 0 15,-5 0 0-15,5 0 0 0,-6-2 0 0,0 2 0 16,6 0 0-16,-6 2 0 0,0 6 0 0,0-5 0 0,0 5-52 0,0 0-12 0,0 0 0 0,-6 5 0 16,3 0 0-16,0-5 0 0,-3 5 0 0,0-2 0 15,0 5 0-15,-2-3 0 0,-1 3 0 0,0 2 0 16,-6 1 0-16,3-1 0 0,-3 1 0 15,0 7 0 1,1-10-48-16,-1 5-13 0,0-7-3 0,3 4 0 16,-3-5-52-16,3 1-10 0,3-4-2 0</inkml:trace>
  <inkml:trace contextRef="#ctx0" brushRef="#br0" timeOffset="23959.971">19833 3305 1698 0,'6'-11'72'31,"-1"-5"-58"-31,1 3 118 0,-3 5 23 0,3-5 5 0,0 5 0 16,-3 3-76-16,3 2-16 0,0-2-4 0,0 5 0 15,3 0 0-15,-3 0 0 0,3 5 0 0,-3-5 0 16,3 5 0-16,0 1 0 0,-3 4 0 0,3-2 0 16,3 0-64-16,-3 3 0 0,-1-1-8 0,1 6-1 15,0-3 9-15,0 3 12 0,0 5-2 0,0-5-1 16,0 0-9-16,0 0 0 0,0 3 0 0,0-3 0 15,0-1-30-15,0 1-8 0,3-3-2 0,-4 3 0 16,1-2-89-16,0-6-19 0,0 5-3 0</inkml:trace>
  <inkml:trace contextRef="#ctx0" brushRef="#br0" timeOffset="24290.033">20359 3236 1934 0,'0'-21'40'0,"0"13"9"0,0 0-39 16,3 3-10-16,3-3 0 0,-3 5 0 0,6-5 102 0,-3 3 18 0,3 2 4 0,-3 3 1 15,3-2-42-15,0 2-9 0,0-3-2 0,0 3 0 16,0 3-24-16,-3-3-6 0,3 2-1 0,-3 1 0 16,-3 2-25-16,3 3-6 0,-3 0-1 0,-1 0 0 15,-2 5-9-15,0-5 0 0,-2 3 9 0,-1-1-9 16,0 6-14-16,-3-5-7 0,0 7-2 0,0-2 0 15,-3 0 23-15,3 0 0 0,-3 5 0 0,3-2 0 32,-3-1-56-32,3 1-6 0,3-1-2 0,-3-2 0 0,3 3 38 0,3-9 7 0,0 3 2 0,3 1 0 15,0-6 27-15,3-3 6 0,0 0 0 0,3 0 1 16,3 1-17-16,0-6 0 0,3 0 0 0,0 0 0 16,2 0 0-16,4 0 0 0,-3-6 0 0,3 1 0 15,0 0-48-15,0 0-12 0,-4-1-4 0</inkml:trace>
  <inkml:trace contextRef="#ctx0" brushRef="#br0" timeOffset="24578.525">20985 3419 2336 0,'0'0'48'0,"0"0"12"0,0 0-48 16,0 0-12-16,3 8 0 0,-1-6 0 0,1 4 102 0,0 1 18 0,-3-4 3 16,0 5 1-16,0 3-52 0,0-9-9 0,-3 6-3 0,0 3 0 15,-2-3-37-15,-1 2-8 0,-3 1-2 0,0-3 0 16,-3 2-13-16,0 4 0 0,0-6 0 0,-6 5 0 15,3-5-93-15,-3 2-19 16,-2 1-3-16</inkml:trace>
  <inkml:trace contextRef="#ctx0" brushRef="#br0" timeOffset="25350.783">21511 3249 2066 0,'9'-10'43'0,"0"2"10"0,0 0-42 0,0 0-11 0,-3 0 0 0,0 0 0 15,0 0 104-15,-3 0 20 0,-3 3 3 0,0-3 1 16,-3 3-52-16,0-3-9 0,-3 5-3 0,0-5 0 16,-6 3-51-16,3 2-13 0,-3-2 0 0,-3 2 0 15,1 1 8-15,-1 2-8 0,0 0 11 0,-3 0-11 16,0 0 0-16,0 2 0 0,0-2 0 0,1 6 0 16,-1-1 0-16,3 0 0 0,-3 3 0 0,6-5-9 15,3 5 9-15,0 2-8 0,3 1 8 0,3-1-8 16,3 1 8-16,3 2-12 0,3-2 12 0,3-1-12 15,3 6 12-15,0-3-10 0,6 3 10 0,0 0-10 16,-1 0 10-16,4 0 0 0,-3 2-9 0,0-2 9 16,3-2 0-16,-3 1 0 0,0 4 0 0,-4 0 0 0,1-9 0 15,-3 3 21-15,-3 1-2 0,0-1-1 0,-3 3-18 0,0-8 0 16,-6 2 0-16,0 1 0 0,-3-3 0 16,0 0 0-16,-6 0 0 0,0-3 0 15,-3 3-8-15,0 0-6 0,-2 0-1 0,-1-6 0 0,0 4 15 0,0-1 0 0,0-2 0 0,-3 2 0 16,0-3 0-16,3 4 0 0,0-6 0 0,1 0 0 15,-1 0 0-15,3 0-17 0,0 0 1 0,3 0 1 16,0 0-52-16,3-6-10 0,0 4-3 16</inkml:trace>
  <inkml:trace contextRef="#ctx0" brushRef="#br0" timeOffset="25648.22">22006 3220 1820 0,'0'0'76'16,"0"-8"-60"-1,0 8 115-15,0-5 23 0,-3 0 5 0,3-1 1 16,0 4-32-16,0-1-7 0,0-5-1 0,0 3 0 0,0 2-44 0,3-5-10 0,-3 3-2 0,0 0 0 15,2 2-31-15,-2-2-6 0,3 2-2 16,-3-2 0-16,3 0-25 0,-3 5 0 0,3-6 0 0,-3 6 0 31,3-2 18-31,0-1-2 0,-3 3 0 0,3-5 0 16,-3 5-115-16,0 0-23 0,6-3-5 0,-6 3-1 16,6 3-153-16,0 2-31 0</inkml:trace>
  <inkml:trace contextRef="#ctx0" brushRef="#br0" timeOffset="25899.679">21988 3519 2048 0,'3'5'86'16,"0"1"-69"-1,3 2 112-15,0-6 23 0,-4 4 4 0,4-1 0 16,0-2-36-16,-3 2-7 0,3-2-1 0,0 2-1 15,-3 3-47-15,0 0-8 0,0-6-3 0,-3 6 0 16,0 3-39-16,-3-3-14 0,-3-3 9 0,3 3-9 16,-6 3 0-16,3 2 0 0,-3-5 0 0,-2 5 0 15,-1-2 15-15,0 2-3 0,-6 3 0 0,3 0 0 16,-3 2-34-16,0-5-7 0,0 6-2 0,-2-1 0 16,-4 1-62-16,0-1-13 0,-3 1-2 0</inkml:trace>
  <inkml:trace contextRef="#ctx0" brushRef="#br0" timeOffset="26780.976">16073 4519 1621 0,'-6'-13'33'0,"6"13"10"0,-3-5-35 0,0 0-8 0,0 2 0 0,0 0 0 15,0-2 116-15,0 2 22 0,0-5 4 0,3 8 1 16,-6-2-48-16,6 2-10 0,-6-3-1 0,0 0-1 16,1 3-33-16,-1 0-6 0,0 0-2 0,0 0 0 15,0 6-17-15,0-4-3 0,-3 6-1 0,3 0 0 16,-3-2-1-16,3 7 0 0,0 0 0 0,-3 3 0 15,3 2-20-15,3-2-20 0,0 5 4 0,0 1 1 16,3-1 15-16,0-3 0 0,3 1 0 0,3-1-9 16,0-2 9-16,3-3 0 0,0 1 0 0,3-6 0 15,3 0-9-15,0-3 9 0,0 3-10 0,2-6 10 16,1-2 0-16,0 0 0 0,0-2 0 0,3 2 0 16,-3-8 0-16,0 3 0 0,-4-3 8 0,1 0-8 15,0-3 26-15,-3 3-2 0,0-5 0 0,-3 2 0 16,0-2 14-16,-3 0 2 0,-3-3 1 0,3 0 0 15,-6 0 1-15,-3 0 0 0,0 1 0 0,-3-1 0 16,0 2-18-16,0-4-3 0,-3 2-1 0,0 3 0 16,0 0-12-16,-3-1-8 0,0 1 10 0,0 3-10 0,0-1 0 15,-2 0 0-15,-1 3 0 0,-3 0 0 0,3 3-19 0,0 0-3 16,-3 0-1-16,3 2 0 16,0 0-41-16,4 3-8 0,-1 3-1 0,0 0-1 15,6-3-172-15,6 0-34 0</inkml:trace>
  <inkml:trace contextRef="#ctx0" brushRef="#br0" timeOffset="27269.615">16350 4387 1569 0,'0'0'66'0,"3"0"-53"16,-3 0 151-16,0 0 31 0,6-5 5 0,-6 5 2 16,0 0-74-16,0 0-16 0,0 0-2 0,0 0-1 15,0 0-49-15,0 0-9 0,0 0-3 0,0 0 0 16,0 0-24-16,0 0-4 0,0 0-2 0,0 0 0 15,-6 5-18-15,3 0 0 0,0 3 8 0,0 3-8 16,0-3 0-16,0 2 0 0,0 6 0 0,0-5 0 16,3-1 0-16,0 6 0 0,-3-2 0 0,3 4 0 15,3-2 0-15,-3 0 0 0,3 2 0 0,3 1-9 16,0-3-10-16,0 0-1 0,3-1-1 0,0-1 0 16,0 2-8-16,3-11-2 0,0 3 0 0,-1 0 0 15,1-3 31-15,3-5 0 0,-3 0 0 0,3 0 0 16,-3-5 0-16,3-1 0 0,-3 1 0 0,-3 0 0 15,3 0 0-15,-4-9 0 0,1 6 0 0,0 0 0 16,-3-5 32-16,0 3 12 0,0-1 2 0,-3 1 1 0,0-1-24 16,0-2-5-16,0 2-1 0,-3-2 0 0,3 2 37 15,-3-2 7-15,0 0 2 0,0 2 0 0,0 3-50 16,0-5-13-16,0 3 0 0,0 4 0 16,0-2 0-16,0-2 0 0,0 4 0 0,0 1 0 15,0 5 0-15,0 0 0 0,0 0 0 0,0 0 0 0,0 0 0 16,0 0 0-16,0 0 0 0,0 8 0 0,-3 0 0 0,3 5 0 15,0-5 0-15,0 5 0 0,0 3 0 0,0-3 0 0,0 3 0 0,0-2 0 16,3 4 0-16,-3-2 0 0,3 0 0 0,0 0 0 16,0-3-53-1,3-2-16-15,-3-1-3 0,3 1-1 0,3-6-95 16,-3-2-20-16,3-1-3 0,3-2-1 0,0-2-44 16,-1-6-8-16,4 0-3 0</inkml:trace>
  <inkml:trace contextRef="#ctx0" brushRef="#br0" timeOffset="27468.613">16865 4477 1958 0,'6'-18'87'0,"0"-1"17"0,0 0-83 0,0 1-21 0,-3 2 0 0,0-8 0 16,0 6 107-16,0-1 17 0,-3 1 3 0,3 2 1 16,-3 0-22-16,0 3-4 0,3-1-1 0,-3 4 0 15,0 2-59-15,0 0-12 0,0 8-2 0,0 0-1 16,0 0-27-16,0 0 0 0,0 0 0 0,0 8 0 16,0 3 43-16,3 2 3 0,-3 8 1 0,0-5 0 15,3 5-38-15,-3-3-9 0,0 4 0 0,3-1 0 16,-3 3 0-16,0-3 0 0,0 0 0 0,0 3 0 15,0 2-36-15,-3-2-8 0,3 0-3 0,0 2 0 16,-3 3-66-16,3-7-14 0,0 4-2 0</inkml:trace>
  <inkml:trace contextRef="#ctx0" brushRef="#br0" timeOffset="28151.22">16853 4625 2066 0,'-30'-26'43'0,"21"20"10"0,0-4-42 0,0 5-11 0,1-3 0 0,2 0 0 16,0 2 53-16,3 1 9 0,0 0 2 0,3 5 0 15,3-3-18-15,0-2-3 0,6 2-1 16,-4 1 0-16,4-1-21 0,3 3-4 0,3 0-1 0,0-3 0 16,3 3-16-16,3 0 0 0,0 0 0 0,2 0 0 15,-2 0 0-15,3 0-17 0,0 0 3 0,-3-5 1 31,0 5-26-31,-1 0-5 0,-2-3 0 0,0 3-1 0,0 0 33 0,-3 0 12 0,-3 0 0 0,-3 0-9 16,0 0 9-16,-3 0 0 0,-6 0 0 0,0 0 0 16,0 0 52-16,0 0 12 0,0 0 2 0,0 0 1 15,0 0-54-15,0 0-13 0,0 0 0 0,0 0 0 16,-3 3 0-16,3-3 0 0,0 5 0 0,3 3 0 16,-3-2 0-16,0 1 0 0,3 1 0 0,0-2 0 15,0 4 19-15,-1 1 1 0,1-1 0 0,0 4 0 16,-3 2-32-16,3-6-7 0,0 6-1 0,0 0 0 15,-3-3 20-15,3 6 0 0,-3-9 0 0,0 6 0 16,3-3 0-16,-3-2 0 0,0 5 0 0,3-6 0 16,-3 1 0-16,0 0 0 0,0-1 0 0,0 1 0 15,0-3 0-15,0 0 0 0,0 0 0 0,0-3 0 16,0-5 48-16,0 5 12 0,0-5 4 0,0 0 0 16,0 0-52-16,0 0-12 0,0 0 0 0,0 0 0 15,0 0 0-15,0 0 0 0,0 0 0 0,0 0 0 0,-3-5 54 0,0 0 8 16,0-6 2-16,3 3 0 0,-3-3-52 0,3 1-12 15,0-6 0-15,3 3 0 0,-3-8 54 0,3 5 8 0,-3-11 2 16,3 6 0-16,0-3-52 0,3-2-12 0,-3-1 0 0,3 4 0 16,-3-1 0-16,3 5 11 0,0 3-11 0,0-5 10 15,0 5-10-15,0 0 0 0,3 3 9 16,0 0-9-16,0 2 0 0,0 1 8 16,0 2-8-16,2 0 0 0,-2 3 0 0,0-1 0 0,3 1 0 0,-3 2 0 15,-3 3 0-15,3 3 0 0,0 0 0 0,-3-1 0 16,0 4 0-16,0-1 0 0,-3 3 0 0,3 0-8 15,-6 2 8-15,3 1 0 0,-3 0 0 0,0 2 0 16,-3 0 0-16,-3 0 0 0,3 0 0 0,-6 3 0 16,0-2-10-16,0 1 10 0,-3-4-12 0,0 2 12 15,-3 0-22-15,0-2 2 0,1 0 1 0,-1-1 0 16,3-2-27-16,-3 0-6 16,3 0 0-16,0 3-1 0,3-11-96 0,3 2-19 0,-3-2-4 15</inkml:trace>
  <inkml:trace contextRef="#ctx0" brushRef="#br0" timeOffset="28649.742">17552 4435 2066 0,'3'-16'43'0,"-3"13"10"16,0-2-42-16,0 0-11 0,-3-1 0 0,3 6 0 0,0-5 156 0,0 5 28 0,0 0 7 0,0 0 1 16,0 0-103-16,0 0-20 0,0 0-4 0,0 0-1 15,0 0-51-15,0 0-13 0,0 0 0 0,0 0 0 16,0 0 0-16,0 0 0 0,0 5 0 0,-2 3 0 15,-1 0 24-15,0 3 3 0,0-3 0 0,0 2 0 16,0 1-27-16,-3-1 0 0,3 6 0 0,0-2 0 16,3-1 0-16,-3 5 0 15,3-2 0-15,0 3 0 16,3 2-19-16,0-3-5 0,0 4-2 0,3-7 0 0,0 7 26 0,3-9 0 16,-1 0 0-16,1 0 0 15,0-2-51-15,0-3-5 0,3 0 0 0,0 0-1 0,0-8 25 0,0 0 6 0,3 0 1 16,-3 0 0-16,3 0 16 0,-4-8 9 0,4 2-10 0,-3 1 10 15,-3-3 0-15,3 0 18 0,-3-2-2 0,0-1-1 16,-3 1 21-16,0-4 5 0,0 4 1 0,-3-4 0 16,0 1 9-16,0 0 1 0,-3 2 1 0,3-4 0 15,-3 1-14-15,3 1-3 0,-3 0-1 0,0 2 0 16,3 3-23-16,-3-5-12 0,0 3 12 0,3 4-12 16,-3-2 21-16,0 0-2 0,3 3-1 0,-3 2 0 15,0 3-18-15,0 0 8 0,0 0-8 0,0 0 0 16,0 0 0-16,0 0 0 0,0 0 0 0,6 6 0 15,-3-1 0-15,0 3 0 0,-3 0 0 0,2 2 0 16,-2 6-17-16,3-5-1 0,-3 2 0 0,0 3 0 16,3 0 18-16,-3 2 0 0,0-2 0 0,3 0 0 15,0 0-13-15,-3-3 1 0,3 3 0 0,0-5 0 16,3 5-32-16,-3-11-7 16,3 3-1-16,0 0 0 0,-3-3-106 0,3-5-22 0,0 0-4 0</inkml:trace>
  <inkml:trace contextRef="#ctx0" brushRef="#br0" timeOffset="28915.737">18082 4374 2508 0,'-3'-21'71'0,"0"2"16"0,0 1-70 16,0-1-17-16,0 1 0 0,0-1 0 0,0 6 55 0,3 5 7 0,-2-5 2 0,2 5 0 16,-3 2 0-16,3 6 0 0,0 0 0 0,0 0 0 15,0 0 0-15,0 0 0 0,0 0 0 0,3 8 0 16,-3 0-52-16,0 6-12 0,2-1 0 0,-2 3 0 15,3 0 0-15,-3 2 0 0,3 1 0 0,0-1 0 16,-3 1 0-16,3-1 0 0,0 3 0 0,-3 0 0 16,3 3 0-16,-3-5 0 0,3 2 0 0,-3 3 0 15,0 0 0-15,0 2 0 0,0-2 0 0,0 2 0 16,-3-2 0-16,3 3 0 0,0-9 0 0,-3 3 0 31,0-2-100-31,3-1-22 0,-3 1-5 0,0-3-1 0,0-3-36 0,0 3-7 0,1-8-1 16</inkml:trace>
  <inkml:trace contextRef="#ctx0" brushRef="#br0" timeOffset="29146.411">17993 4583 2325 0,'-15'-13'48'0,"0"2"12"0,6 3-48 0,0-2-12 0,0 2 0 0,4 2 0 15,2 1 101-15,0 2 19 0,3 3 3 0,3-5 1 16,3 2-48-16,5 1-10 0,1 2-2 0,3 0 0 15,3 0 0-15,0 0 0 0,0 0 0 0,3 2 0 16,2-2-51-16,-2 0-13 0,0 0 0 0,0 0 0 16,3-2 0-16,-3-1 0 0,-1 0 0 0,1 1 0 15,0 2 0-15,0-3 0 16,3 1 0-16,-3-1 0 16,-4 3-106-16,1-3-24 0,0 3-5 0</inkml:trace>
  <inkml:trace contextRef="#ctx0" brushRef="#br0" timeOffset="30396.622">19127 4337 1956 0,'-3'-11'56'0,"3"3"11"0,-3 3-54 0,0-8-13 0,3 2 0 0,-3 1 0 15,0 2 102-15,0-3 18 0,-3 3 3 0,3 3 1 16,-3-3-56-16,3 0-10 16,0 3-2-16,-3-1-1 15,3 4-25-15,-2-1-5 0,5 3-1 0,-6 0 0 0,6 0-16 0,-6 5-8 0,0 1 0 0,0 2 8 16,0 5-8-16,3-3 0 0,0 4 0 0,0 4 0 16,0 1-9-16,3-1 9 0,-3 6 0 0,3-3 0 15,0 0 0-15,0 3-8 0,0 0 8 0,3 2 0 16,-3 1 0-16,0-1 0 0,3 1 0 0,-3 5 0 15,3-3 0-15,-3 0 0 0,3 0 0 0,-3 3 0 16,0-11 0-16,0 5-8 0,0 1 8 16,0-6 0-16,-3 0-25 0,0 3 1 0,0-8 1 0,0 5 0 15,-3-5-53 1,0 5-12-16,0-8-1 0,-3 3-1 16,0-3-30-16,0 1-7 0,-3-4-1 0</inkml:trace>
  <inkml:trace contextRef="#ctx0" brushRef="#br0" timeOffset="30597.918">18892 4638 1824 0,'-6'-31'38'0,"3"20"8"16,3 3-37-16,-3-2-9 0,3-1 0 0,0 3 0 16,0 0 104-16,0 0 20 0,3 3 3 0,0 0 1 15,0 2-52-15,3 0-9 0,3-2-3 0,-3 5 0 16,3-3-26-16,3 3-6 0,0 0 0 0,-1 0-1 0,1 0 1 0,3 0 1 0,0 0 0 0,3 0 0 15,3 3-33-15,0-3 0 0,0 0 0 0,5 0 0 32,4 0-182-32,0 0-43 0</inkml:trace>
  <inkml:trace contextRef="#ctx0" brushRef="#br0" timeOffset="30841.903">19606 4411 2253 0,'0'0'95'0,"3"-5"-76"16,0-1 99-16,0 1 20 0,0 2 4 0,3-2 1 15,0 5-80-15,-3-8-16 0,6 3-3 0,-3 0-1 16,0-1-21-16,3 4-4 0,0-4-1 0,-3 1 0 15,3 5-17-15,0-8 0 0,0 8 0 0,0-5 0 16,-1 2-92-16,1 0-20 0,-3 3-3 0</inkml:trace>
  <inkml:trace contextRef="#ctx0" brushRef="#br0" timeOffset="31160.034">19654 4755 2158 0,'-3'10'45'0,"3"-10"10"0,0 0-44 16,0 0-11-16,0 6 0 0,0-1 0 0,3 0 112 0,0-2 21 0,0 2 4 0,0-2 1 15,0 5-35-15,3-6-7 0,0 1-2 0,-3 5 0 16,3-3-24-16,0 3-5 0,0-2-1 0,-3 2 0 15,0 2-34-15,-3-2-7 0,3 3-2 0,-3-1 0 16,-3 1-8-16,0 2-1 0,0 0-1 0,-3 3 0 16,-3 0-35-16,0 3-6 0,0 2-2 0,-6 0 0 15,0 3 32-15,-3-3 0 0,-3 5 0 16,1-5 0 0,-1 1-108-16,0-1-16 0,0-3-4 0,0 1 0 15,0-3-77-15,-2 0-16 0</inkml:trace>
  <inkml:trace contextRef="#ctx0" brushRef="#br0" timeOffset="40017.697">6384 12727 1792 0,'0'0'51'0,"0"0"10"0,3 0-49 0,3 0-12 0,3 0 0 0,0 3 0 15,0-3 35-15,0 0 4 0,3 0 1 16,-3 0 0-16,6 3-10 0,-3-3-2 0,2 2 0 0,1 1 0 16,3-1-28-16,0-2 0 0,0 3 0 0,3 0 0 31,0-1 21-31,2 1 11 0,4-3 3 0,0 3 0 16,0-3-5-16,0 2-1 0,2-2 0 0,1 0 0 0,0 0-8 15,3 0-1-15,-4 0-1 0,1 0 0 0,3 0 1 0,3 0 0 16,-4 0 0-16,7 0 0 0,-3 0 4 0,-1 3 0 0,4-3 1 15,0 3 0-15,0-1-25 0,-1 1-12 0,-2-3 0 0,6 5 1 16,-4-2 11-16,1 0 16 0,0-1-4 0,2 1-1 16,-2-1-20-16,0 1-4 0,-1 0-1 0,1-1 0 15,3 1 22-15,0-3 5 0,-1 0 1 0,4 3 0 16,-4-3-4-16,4-3-1 0,0 3 0 16,2-3 0-16,-2 1 2 0,3-1 0 0,-4 0 0 0,4-2 0 15,-3 3-11-15,2-1 12 0,4 0-12 0,-1-2 12 16,-2 2-12-16,0-2 12 0,-1 2-12 0,4 1 12 15,0-1-12-15,-4 0 12 0,4 3-12 0,2 0 12 16,-2-2-12-16,0 2 0 0,-4-3 9 0,7 3-9 16,-4 0 23-16,1 0 0 0,0 3 0 0,2-3 0 15,-2 0-23-15,-1 0 0 0,1 0 0 0,0 0 0 16,-1-3-12-16,1 3-6 0,-4 0-2 0,7-3 0 16,-3 3 32-16,-1-2 7 0,1-1 1 0,-1-2 0 0,1 5-31 0,0-3-5 15,-1 1-2-15,1-1 0 16,-4 3 18-16,1-3 0 0,0 1 0 0,-1-1 0 0,-2 3 11 15,0 0 5-15,-1 0 2 0,4 0 0 0,-6 0-29 16,-1 0-5-16,1 0-2 0,3 3 0 0,-7-1 18 0,4 1 0 0,0 0 0 16,-1 2 0-16,-2 0 0 0,0 0 0 15,-4-2 0-15,7 5 0 16,-6-3 13-16,-1 1 3 0,1-1 1 0,3 3 0 0,-3-3-27 0,2 0-6 0,-2 1 0 16,3-1-1-16,-1 0 17 0,-2-2 0 0,3 2 0 0,2-2 0 15,-2 0 0-15,3-1 0 0,2-2 8 0,1 3-8 16,-3 0 0-16,-1-3 0 0,4 0 8 0,0 2-8 15,-1 1 10-15,-2-1-1 0,0-2 0 0,2 3 0 16,-2-3-9-16,3 3 0 0,-4-3 0 0,1 0 8 16,0 0-8-16,-4 0 0 0,1 0 9 0,0-3-9 15,-3 3 0-15,2-3 0 0,1-2 0 0,0 0 0 16,-1 0-40 0,-2-3-2-16,0-3-1 0</inkml:trace>
  <inkml:trace contextRef="#ctx0" brushRef="#br0" timeOffset="47207.476">14094 6197 1713 0,'0'0'36'0,"0"-5"8"0,-3 2-36 0,3-2-8 0,0-1 0 0,0 4 0 15,-3-4 128-15,0 4 23 0,3-3 5 0,-3 2 0 16,0-2-73-16,-3 2-15 0,3 0-4 0,-3 1 0 16,0-1-51-16,0 0-13 0,0 3 0 0,0-2 0 15,-3 2 54-15,0 2 8 0,-3-2 2 0,3 3 0 16,-3 0-52-16,1 2-12 0,-1 0 0 0,0 6 0 15,-3-1 0-15,3 4 0 0,-3 2 0 0,3-1 0 16,3 1 0-16,-3 3 0 0,3-1 0 0,3 1 0 16,-2-3 0-16,5 0 0 0,-3-1 0 0,6-1 0 15,0-1-40-15,0-2-12 0,3-1-1 0,0-2-1 16,3-3-16-16,2 1-3 0,1-4-1 0,3 1 0 16,0-3 63-16,0-3 11 0,3 1 0 0,0-1 10 0,0-5-10 15,0 3 0-15,0-3 0 0,-1 0 8 0,-2 0-8 0,3-3-9 0,-3 1 9 16,-3-1-13-16,0 1 61 15,0-1 13-15,0 0 3 0,-3 1 0 0,0 2 0 16,-3-3 0-16,0 3 0 0,0 0 0 16,0 0 0-16,-3 1 0 0,0 1 0 0,0 6 0 0,0 0-52 0,0 0-12 15,0 0 0-15,0 0 0 0,0 0 0 0,0 0 0 0,0 0 0 0,-3 8 0 16,0 0 0-16,3 3 0 0,0-1 0 16,0 4 0-16,0-1 0 0,0 0 0 0,3 3 0 0,-3-3 0 15,0 0 0-15,3 1 0 0,-3-4 0 0,3 3 0 16,0-2-48-1,-3 0-13-15,3-1-3 0,0-2 0 0,-3 0-188 0,0-5-37 0</inkml:trace>
  <inkml:trace contextRef="#ctx0" brushRef="#br0" timeOffset="47537.429">14457 6157 2269 0,'0'-5'64'0,"-3"0"15"15,3-3-63-15,0 2-16 0,0 6 0 0,-6-2 0 16,6 2 105-16,-3-6 19 0,-3 4 3 0,0-1 1 16,0 3-52-16,0 0-9 0,-3 0-3 0,0 0 0 15,0 3-51-15,0-1-13 0,0 4 0 0,-2-1 0 16,2 0 0-16,0 1 0 0,-3 2 0 0,3 0 0 16,3-1 0-16,0 4 0 0,3 0 0 0,0 2 0 15,0 0 0-15,6 0 0 0,-3 1-9 0,6-1 9 0,0 0 0 16,0 3 0-16,3-3 0 0,3 0 10 0,0 1-10 15,0-1 0-15,-1-3 0 0,-2 1 0 0,3 0 0 16,-3-1 0-16,0 1 0 0,-3-3 0 0,0 2 0 16,0 1 0-16,-3 2 0 0,0-2 0 15,-6-1-49-15,0 1-12 0,-3-3-3 0,0 0 0 16,-6 2 0-16,0-2 0 0,0 0 0 0,-3 0 0 16,1-3-7-16,-4 3-1 0,3-2-1 0,0-1 0 15,0 0 4-15,3 0 1 0,0-2 0 0</inkml:trace>
  <inkml:trace contextRef="#ctx0" brushRef="#br0" timeOffset="48127.862">14597 6276 2161 0,'9'-13'61'0,"0"0"14"0,0 2-60 0,-4 1-15 0,4-4 0 0,-3 7 0 16,-3-4 128-16,0 3 24 0,0 3 4 0,0-3 0 15,-3 2-73-15,-3 4-15 0,3 2-4 0,-3-3 0 16,-3 1-51-16,0 2-13 0,0 0 0 0,0 0 0 15,-2 2 0-15,-1 3 0 0,0 1 0 0,-3 2 0 16,3-3 0-16,0 3 0 0,3-3 0 0,-3 6 0 16,3-3 0-16,0 0 0 0,3 2 0 0,0 1 0 15,3-3 0-15,3 2 0 0,-3-2 0 0,6 3 0 16,-3-1 16-16,6-2 0 0,0 3 0 0,0 0 0 16,0-1-26-16,3-2-5 0,-3 3-1 0,3-3 0 15,-1 0 16-15,1 0 0 0,-3-1 0 0,3 1 0 16,-3 0 8-16,0-2 4 0,0 2 0 0,-3-3 1 15,-3 0-13-15,0 3-18 0,0-3 4 0,-3 1 1 16,0-1 25-16,-3 3 6 0,3-3 1 0,-6 0 0 16,0 1-31-16,0 2-5 0,-3-3-2 0,0 0 0 15,0 1 19-15,-3-1 0 0,3-2 0 0,-2 2 0 0,2-3 0 0,0 1 12 0,0 0-1 16,0-1-1 0,0-2-31-16,3 0-7 0,0 0 0 0,6 0-1 15,-6-2-86-15,6 2-17 0,-3-6-3 0,3-1-1 16,3-4-23-16,3 0-5 0,0 1 0 0,3-3-1 15,3-3-124-15,0 2-25 0,3-1-5 0,2 1-1 0,-2-2 192 0,0 1 37 0,3-1 8 16,-3 0 2-16,0 0 148 0,-3 3 29 0,0-3 7 0,0 3 1 16,-7 2 103-16,4 0 21 0,-3 1 4 0,0 2 0 15,-3 3-32-15,0-3-6 16,0 2-2-16,0 1 0 0,0 2-51 0,0 1-10 0,-3 2-3 0,3-5 0 16,-3 5-51-16,6 0-10 0,0 0-3 0,-3 2 0 15,3 1-51-15,0-1-13 0,-3 4 0 0,3-1 0 16,-3 3 0-16,0 0 0 0,3 0 0 0,-3 2 0 15,0 4 0-15,0-4 0 0,0 1 0 0,-3-1 0 16,3 4 12-16,0-1 0 0,-3-3 0 0,3 1 0 16,-3 0-31-16,0-3-6 0,0 0-2 0,0-1 0 15,0-1-180-15,0-6-36 0</inkml:trace>
  <inkml:trace contextRef="#ctx0" brushRef="#br0" timeOffset="48285.591">14954 6012 2488 0,'-9'-8'52'0,"3"0"12"15,0 0-52-15,0 3-12 0,3-1 0 0,0 1 0 0,0 0 68 0,3 5 10 0,0-6 2 0,0 6 1 16,0 0-52-16,0 0-10 0,0 0-3 0,0 0 0 16,0 0-25-16,0 0-6 0,6 3-1 0</inkml:trace>
  <inkml:trace contextRef="#ctx0" brushRef="#br0" timeOffset="49022.95">15013 6287 2017 0,'-3'10'42'15,"3"-10"10"-15,0 6-42 0,0-1-10 0,3 0 0 0,0 1 0 16,0-4 64-16,3 4 10 0,0-4 2 0,0 1 1 15,0 0-10-15,3-3-3 0,-3 0 0 0,3 2 0 16,3-2 0-16,-3-2 0 0,3 2 0 0,0-3 0 16,0 0-51-16,-1-2-13 0,4 0 0 0,-3 2 0 15,0-5 27-15,0 3 2 0,0-3 1 0,0 3 0 16,0-3 6-16,-3 0 2 0,0 0 0 0,0 0 0 16,-3 0 8-16,0-3 2 0,-1 3 0 0,-2 0 0 15,0 0-6-15,0 1-1 0,0-4 0 0,-3 3 0 16,-3 3-15-16,0-3-3 0,0 2-1 0,-3 1 0 15,1 3-12-15,-4-1-2 0,-3 0-8 0,0 3 12 16,-3 0-4-16,0 0-8 0,-3 3 11 0,0 0-11 16,3-1 0-16,-2 3 0 0,-1 1 0 0,3-1 0 15,0 3-51-15,3 0-17 0,0 0-3 0,3 2-1 16,3 1-38-16,3 0-8 0,0-1-2 16,6 1 0-16,0-1-57 0,6 1-12 0,0-3-3 0,3-3 0 15,6-2 52-15,-3-3 9 0,3-3 3 0,2 1 0 16,-2-1 51-16,0-2 10 0,0-1 3 0,-3 4 0 0,-3-4 109 0,0 4 23 0,0-4 4 15,-3 4 0-15,-3-1 107 0,-1 0 21 0,1 3 4 16,-6 0 0-16,0 0-63 0,0 0-13 0,0 0-2 0,0 0-1 16,0 0-45-16,0 0-10 0,0 0-2 0,0 0 0 15,0 0-40-15,0 0-8 0,0 0-1 16,3 6-1-16,0-1-18 0,3 0 8 16,-3 3-8-16,0 3 0 0,0-3 0 0,0 2 0 0,3 4 0 0,-6-1 0 15,3 0 0-15,0 0 0 0,0 1 0 0,0-1 0 16,0 3 0-16,-3 0 0 0,3-1 0 0,-3 4 0 15,0-1 8-15,0 1-8 0,0-3 0 0,-3 2 0 16,3 1 0-16,-3 2 0 0,3-2 0 0,-3-1 0 16,0 3 0-16,3-2 0 0,-3-1 0 0,0 3 0 15,3-5 0-15,-3 0 0 0,0-3 0 0,0 1 0 16,0-4 0-16,0 1 0 0,0-6 0 0,0 3 0 16,3-8 0-16,-6 3 0 0,3-1 0 0,-3-2 0 15,-2-2 18-15,2-4-3 0,-3 1-1 0,0-3 0 16,0-2 4-16,0-4 1 0,0 1 0 0,-3-5 0 15,3-1-10-15,0 1-1 0,3-4-8 0,-3 1 12 0,6 0-27 16,0 3-5-16,0-1-2 0,3 1 0 16,3-1 22-16,0 3 0 0,3 0 0 0,3 0 0 0,-3 1 0 15,6 1 0-15,0 1 0 0,0-3 0 16,0 3-27-16,3 0-1 0,0-3 0 0,-1 3 0 16,4-1-120-16,0-1-25 0,0 1-5 0</inkml:trace>
  <inkml:trace contextRef="#ctx0" brushRef="#br0" timeOffset="49513.641">15525 6133 1580 0,'0'0'67'0,"0"0"-54"16,0 0 130-1,0 0 25-15,0 0 6 0,0 0 1 0,0 0-75 0,0 0-16 0,0 0-2 0,6-2-1 16,-3-1-13-16,3 3-4 0,3 0 0 0,-3 0 0 16,3 3-51-16,-3-1-13 0,3 4 0 0,0-1 0 15,0 3 41-15,-3 3 6 0,0-4 1 0,3 7 0 16,-3 2-30-16,0-1-6 0,0 1 0 0,0 3-1 15,-4-1-11-15,4 1 0 0,-3-1 9 0,0 1-9 16,-3-3 0-16,3 0 0 0,-3-3 0 0,0 0 8 16,0 0-8-16,-3-2 8 0,0 0-8 0,0-4 8 15,0 1 0-15,0-2 0 0,1-1 0 0,-4 0 0 16,6-5-8-16,-3 3-16 0,3-3 4 0,-6 0 0 16,0-3 61-16,0 1 12 0,3-1 3 0,-3-5 0 15,3 3-52-15,3-3-12 0,-3-3 0 0,3 1 0 16,0-1 0-16,0-2 0 0,3 0 0 0,-3-3 0 15,6 0 9-15,-3-3-1 0,6-2 0 0,-3 3 0 16,0-1 4-16,3 1 0 0,-4 2 0 0,4-3 0 16,0 6-4-16,3 0 0 0,-3 2 0 0,3 1 0 15,-3 2-8-15,0 0 0 0,0 2 9 0,0 4-9 16,0-1 0-16,-3 0 0 0,3 3 0 0,-3 0 8 0,0 0-8 16,2 3 0-16,1 2 0 0,-3 3 0 0,3 0 0 0,-3 0 0 0,3 3 0 0,0 2 0 15,-3 3 0-15,3 0 0 16,-3 2 0-16,0 1 0 0,0-1 0 0,0 1 8 0,0-1-8 15,0 4 0-15,-3-7 0 0,0 1 0 0,0 0 0 0,0 0 8 16,0-5-8-16,0-1 0 0,-3 1 0 0,0-3 0 16,3 0-17-16,-3 0-5 0,2 0-1 0,1-3 0 15,-3 0-145 1,3 0-30-16,3-2-6 0</inkml:trace>
  <inkml:trace contextRef="#ctx0" brushRef="#br0" timeOffset="55044.464">16874 6107 710 0,'0'0'30'0,"0"0"-30"16,0 0 88-16,0 0 12 0,0 0 3 0,0 0 0 16,6-3 13-16,0 3 2 0,0-5 1 0,-3 2 0 15,3 1 9-15,0-4 1 0,-3 1 1 0,3 0 0 16,-4-3 2-16,1 0 1 0,0 0 0 0,-3-3 0 15,0 4-52-15,0-4-10 0,0 3-3 0,-3 0 0 16,0 0-6-16,1 0-2 0,-4 3 0 0,0 0 0 16,0 2-48-16,-3 0-12 15,0-2 0-15,0 5 0 0,0 0 54 16,0 0 8-16,-3 3 2 0,0 2 0 0,3 0-52 0,-3 3-12 0,0 0 0 0,4 3 0 16,-1-1 0-16,0 1 0 0,3 2 0 0,-3 3 0 15,6 3 0-15,-3-1 0 0,0 1 0 0,3 4 0 16,3 6 0-16,-3 1 0 0,3 1 0 0,0 4 0 15,3-4 0-15,-3-1 0 0,3-1 0 0,-3 2 0 16,3-4 0-16,-3-1 0 0,3 1 0 0,-3-1 0 16,0-2 0-16,0 5 0 0,-3-2 0 0,3-1 0 15,-3 1 0-15,0-4 0 0,0 1 0 0,0-3 0 16,0 1-48-16,-3-7-13 0,3 1-3 16,-3-2 0-16,0-4 44 0,3 1 9 0,-3-6 2 0,0 3 0 15,0-5-139-15,6-3-28 0,0 0-6 0</inkml:trace>
  <inkml:trace contextRef="#ctx0" brushRef="#br0" timeOffset="55242.202">16576 6335 2258 0,'0'0'64'0,"0"0"14"0,0 0-62 15,0 0-16-15,0 0 0 0,0 0 0 0,0 0 108 0,6 0 18 0,3 0 4 0,-3 2 1 16,3-2-105-16,3 3-26 0,0-3 0 0,0 0 0 15,3 2 56-15,2-2 7 0,-2 0 1 0,3 3 0 16,3-3-64-16,0 0-21 0,3-3 0 0,-1 3 0 31,1 0-120-31,0-2-24 0</inkml:trace>
  <inkml:trace contextRef="#ctx0" brushRef="#br0" timeOffset="62575.59">17377 6231 836 0,'0'0'24'0,"0"0"4"15,0 0-28-15,0 0 0 0,0 0 0 0,-6 3 0 16,6-3 84-16,-6 0 10 0,6 0 2 0,-6 3 1 0,6-3-29 0,0 0-5 0,0 0-2 0,0 0 0 16,0 0-3-16,0 0-1 0,0 0 0 0,0 0 0 15,-6 0-11-15,6 0-2 16,0 0-1-16,0 0 0 0,0 0-13 0,0 0-2 0,0 0-1 15,0 0 0-15,0 0-5 0,0 0-1 0,0 0 0 16,0 0 0-16,0 0 5 0,0 0 1 0,0 0 0 0,0 0 0 16,0 0-4-16,0 0-1 0,6 2 0 0,0 1 0 15,0-3-8-15,0 3-2 0,0-3 0 0,3 0 0 16,0 0 0-16,3 0 0 0,0-3 0 16,-1 0 0-16,4 3-12 0,0 0 11 0,0-2-11 0,0-1 10 15,0 0-2-15,3 3-8 0,0-2 12 0,-4-1-4 16,1 3-8-16,0-3 0 0,-3 3 9 0,0 0-9 15,0-2 8-15,-3 2-8 0,-3 0 8 0,0 0-8 16,0 0 0-16,0 0 9 0,-6 0-9 0,6 0 0 16,-6 0 10-16,0 0-10 0,0 0 8 0,0 0-8 15,0 0 0-15,0 0 0 0,0 0 8 0,0 0-8 16,0 0 0-16,0 0 10 0,0 0-10 0,0 0 10 16,0 0-30-16,0 0-5 0,-6 2-2 0,0 1 0 15,-3 0 47-15,3-3 8 0,-3 2 3 0,0-2 0 16,0 0-31-16,0 0 8 0,-3 0-8 0,0 0 0 15,0 0 0-15,0 3 0 0,-2-3 8 0,2 0-8 16,-3 3 0-16,3-3 0 0,-3 0 0 0,3 2 0 16,0-2 0-16,0 0 0 0,0 3 0 0,3 0 0 15,1-3 0-15,-1 0 0 0,0 2 8 0,3-2-8 16,0 3 10-16,6-3-1 0,0 0 0 0,0 0 0 16,0 0 7-16,0 0 0 0,0 0 1 0,0 0 0 0,0 0-6 15,0 0-2-15,0 0 0 0,0 0 0 16,0 0 2-16,0 0 0 0,0 0 0 0,0 0 0 15,0 0 7-15,6 0 2 0,0-3 0 0,3 3 0 16,0-2 2-16,2 2 1 0,1-3 0 0,0 0 0 0,3 3-23 0,0-2 9 0,3-1-9 0,0 3 0 16,0-3 0-16,-1 3 0 15,1-2 0-15,0 2 0 0,-3-3 31 0,0 3-1 0,0 0 0 16,0 0 0-16,-3 0-30 0,0 0 8 0,-1 0-8 0,-2 0 0 16,-3 3 0-16,3-3 0 0,-3 0 0 0,-3 2 0 15,-3-2-16-15,0 0-2 0,6 0-1 0,-6 0 0 16,0 0-45-16,0 0-8 15,0 0-3-15,0 0 0 0,0 0-118 0,0 0-24 0</inkml:trace>
  <inkml:trace contextRef="#ctx0" brushRef="#br0" timeOffset="64943.602">17448 6589 1094 0,'0'0'23'0,"0"0"5"0,-3 2-28 16,3-2 0-16,-6 3 0 0,0-1 0 0,6-2 56 0,-6 0 7 0,1 3 1 0,-1 0 0 15,6-3 0-15,-9 0 0 0,9 0 0 0,-6 2 0 16,0-2 0-16,0 3 0 0,6-3 0 0,-6 0 0 16,0 0 19-16,0 0 4 0,0 0 1 0,6 0 0 15,-6 0-33-15,3 0-7 0,3 0 0 0,-6 0-1 16,6 0-7-16,-6 0-2 0,6 0 0 0,0 0 0 15,0 0-8-15,0 0-2 0,0 0 0 0,0 0 0 16,0 0-7-16,0 0-1 0,0 0-1 0,0 0 0 16,0 0-8-16,0 0-2 0,0 0 0 0,0 0 0 15,0 0 0-15,6 0 0 0,0 0 0 0,0-3 0 16,0 3 1-16,3-2 0 0,-3-1 0 0,3 3 0 16,0-3-2-16,3 3 0 0,0-2 0 0,-1-1 0 15,1 1-8-15,0 2 0 0,3-3 0 0,-3 3 0 16,3-3 0-16,-3 3 0 0,3 0 0 0,-3-2 0 15,2 2 8-15,-2 0-8 0,0 0 8 0,-3 0-8 16,0 0 0-16,0 0 0 0,0 0 0 0,-3 0 0 16,0 2 0-16,0-2 0 0,-6 0 0 0,3 0 0 15,-3 0 0-15,0 0 0 0,0 0 0 0,0 0 0 16,0 0 0-16,6 0 0 0,-6 0 0 0,0 0 0 16,0 0 0-16,0 0 0 0,0 0 0 0,0 0 0 15,0 0 0-15,0 0 0 0,0 0 0 0,0 0 0 0,0 0 0 16,0 0 0-16,0 0 0 0,0 0 0 0,0 0-12 0,0 0 12 0,-6 0-12 15,0 0 12-15,-3 0-12 0,3 0 12 0,-3 0-12 16,-3 0 12-16,3 0-11 0,-3 0 11 0,0 0-8 16,1 0 8-16,-1 0 0 15,0 3 19-15,-3-3-3 0,3 3-1 16,0-1-24-16,3 1-5 0,-3-1-1 0,3-2 0 16,3 3 15-16,-3-3 0 0,3 0 0 0,6 0-9 0,0 0 9 15,0 0 0-15,0 0 0 0,0 0 0 0,0 0 0 0,0 0 0 0,0 0 0 0,0 0 8 16,0 0 4-16,6 3 2 0,0-1 0 0,3-2 0 15,0 0 0-15,0 0 0 0,3 0 0 0,3 0 0 16,0-2 1-16,0 2 0 0,3-3 0 0,-1 3 0 16,1-3-5-16,0 1-1 0,3-1 0 0,-3 3 0 15,3-2-1-15,-4-1-8 0,1 0 12 0,0 3-4 16,-3-2-8-16,0-1 0 0,0 0 0 0,-3-2 0 16,0 5 0-16,0-3-9 0,-3 1 9 0,-1-1 0 15,1 3-21-15,-3-3 2 0,0 3 1 0,0 0 0 16,0 0-20-16,-6 0-4 0,0 0-1 0,0 0 0 15,0 0-102-15,3 3-21 0,-3-3-4 0</inkml:trace>
  <inkml:trace contextRef="#ctx0" brushRef="#br0" timeOffset="69531.444">17913 14138 1579 0,'0'0'74'16,"0"0"-66"-16,0 0-8 0,0 0 0 0,0 0 0 15,0 0 97-15,0 0 18 0,0 0 3 0,3 5 1 16,-3-5-46-16,0 5-9 0,3-2-1 0,0 2-1 15,-3 0-41-15,3 1-8 0,0-1-1 0,-3 3-1 16,3 0 21-16,0 0 4 0,-3 0 0 0,2 2 1 16,1 1-29-16,-3-1-8 0,3 1 0 0,0 2 0 15,0 1 0-15,0-1 0 0,0 0 0 0,0 0 0 16,-3 3 0-16,3-3 0 0,0 1 0 0,-3-1 0 16,3 0 0-16,-3-2 0 0,0-1 0 0,0 1 0 15,0-3 0-15,0 0 0 0,0-3 0 0,0-5 0 16,0 0 23-16,0 0 3 0,0 0 1 0,0 0 0 0,0 0 3 15,0 0 1-15,0 0 0 0,0 0 0 0,0 0 1 16,0-3 1-16,-3-5 0 0,0 0 0 0,0-2 11 16,0-1 3-16,0-2 0 0,0 0 0 0,3 0-24 0,-3-1-5 15,0 1-1-15,0 0 0 0,0 0-17 16,3-1 0-16,0 1 0 0,-2 0 0 0,2 2 55 0,2 1 7 0,-2-1 2 0,0 1 0 16,3 2-64-16,3 2-8 0,0-2-4 0,0 6-1 15,0-4 13-15,0 1 0 0,3 0 0 16,-3 2 0-16,3 1 0 0,3-4 0 0,-3 4 0 0,0 2-9 15,3-3 9-15,0 3 0 0,0 0 0 0,-4 0 0 16,1 3 8-16,3-3 6 0,-3 2 2 16,0 4 0-16,0-4-27 0,0 4-5 0,-3-1 0 0,0 3-1 15,0 2 5-15,-3 1 0 0,0 0 1 0,0 2 0 16,0 0-6-16,0-2-2 0,-3 2 0 0,3 3 0 16,-3 0-2-16,0-1-1 0,0 1 0 0,0 0 0 15,0 0-3-15,0-3-1 16,0 1 0-16,0-1 0 0,0-3-7 0,0-2-2 0,3 0 0 0,0 0 0 15,0-5-21-15,0-1-5 0,3 1-1 0,-3-6 0 16,3 1 4-16,2-3 1 0,-2-1 0 0,3-4 0 16,0-1 36-16,0-2 7 0,3 0 2 0,0-3 0 15,0 5 12-15,-3-5 0 0,3 3 9 0,-3-3-9 16,0 3 57-16,0 2 6 0,-4 1 1 0,1-1 0 0,-3 3 0 16,0 0 0-16,0 3 0 0,-3 0 0 0,0 5 0 15,0 0 0-15,0 0 0 0,0 0 0 0,0 0-52 0,0 0-12 16,0 0 0-16,0 0 0 0,-6 5 0 0,3 3 0 0,0 0 0 0,0 0 0 15,1 2 54-15,2 1 8 0,0 0 2 0,0-1 0 16,2 3-52 0,1-2-12-16,3 2 0 0,0-2 0 15,0-1-48-15,3-2-13 16,0 3-3-16,0-3 0 0,0-3 47 0,3-2 9 0,0 2 8 0,0-5-12 16,0 0 12-16,0 0-13 0,2-5 5 0,-2 2 8 0,0-2 0 0,0 0 0 0,0-3 0 15,0 0 0-15,-3 0 0 0,0 0 0 0,0 0 12 0,-3 0-4 16,0 0-8-16,-3-3 10 0,3 3-10 0,-6 0 10 15,3 1 43-15,-3-1 9 0,0 0 2 0,-3 0 0 16,0 0-52-16,0 0-12 0,-3 3 0 0,0-3 0 16,0 2 0-16,-3 1 0 0,0 0 0 0,0 2 0 15,-3 0 14-15,0 1 0 0,-3 2 0 0,3 0 0 16,-2 0-14-16,-1 0-13 0,-3 0 2 0,3 2 1 16,0-2-98-16,-3 3-19 0,3 0-4 15</inkml:trace>
  <inkml:trace contextRef="#ctx0" brushRef="#br0" timeOffset="70098.883">18785 13974 1690 0,'9'-19'35'0,"-9"11"9"0,3 3-36 0,0-1-8 15,-3 1 0-15,3 0 0 0,0 0 127 0,-3 5 23 0,0-6 5 0,0 6 1 16,0 0-55-16,0 0-10 0,0 0-3 0,0 0 0 15,0 0-24-15,0 0-6 0,0 0-1 0,0 0 0 16,3 8-19-16,-3 0-4 0,0 3-1 0,0 2 0 16,-3 6-16-16,3-1-3 0,0 3-1 0,-3 3 0 15,3 0-13-15,0 0 0 0,0-3 8 0,3 3-8 16,-3-1 0-16,0 1 0 0,3-3 0 0,-3 6 0 16,3-3 0-16,0 2 0 0,0 1 0 0,-3-1 0 15,3 1-16-15,0-4 3 0,-1 4 1 0,-2-3 0 16,3-3-17-16,-3 0-3 0,0-3-1 15,-3 1 0-15,3-6-12 0,0 0-3 0,-2-2 0 0,-1-3 0 16,3 0-26-16,-3 0-6 0,0-3 0 0,0 0-1 16,3-5-137-16,0 0-27 0</inkml:trace>
  <inkml:trace contextRef="#ctx0" brushRef="#br0" timeOffset="70279.225">18767 14410 2269 0,'-6'-10'64'0,"3"-1"15"0,-3 0-63 0,3 1-16 0,0 2 0 0,0 0 0 15,3 0 105-15,-3 0 19 0,3 3 3 0,3-1 1 16,0 4-103-16,0-4-25 0,3 4 0 0,0-3 0 16,0 5 41-16,6-3 3 0,0 3 1 0,0 0 0 15,3-3-33-15,-1 3-12 0,4 0 9 0,0 0-9 16,0-2 0-16,0 2 0 0,3-3 0 0,-3 0 0 16,-1-2-124-16,4 0-23 0,-3-3-5 0</inkml:trace>
  <inkml:trace contextRef="#ctx0" brushRef="#br0" timeOffset="70854.972">19588 14325 1963 0,'0'0'40'0,"0"0"12"0,0 0-42 0,0 0-10 0,0 0 0 0,0 0 0 16,3-2 68-16,3 2 12 0,0-3 3 0,-3 0 0 15,3 3-21-15,0 0-4 0,3 0-1 0,3 3 0 16,-3-3-19-16,6 3-4 0,0-3-1 0,0 2 0 15,3-2-11-15,-1 3-2 0,4-3-1 0,0 0 0 16,0 0-11-16,0 0-8 0,0 0 12 0,2 0-12 16,1 0 24-16,3 0-3 0,3 0 0 0,-3 3 0 15,2-3-33-15,-2 2-6 0,0 1-2 16,0-3 0-16,-4 0 20 0,-2 3 0 0,0-3 0 0,0 0 0 16,-3 0 10-16,-3-3 9 0,-3 3 1 0,0 0 1 15,-1-3-68-15,-2 3-13 0,0 0-4 0,-3 0 0 16,0 0 52-16,0-2 12 0,-3 2 0 0,-3 0 0 15,0 0-26-15,0 0-2 0,0 0-1 0,0 0 0 16,0 0-56-16,0 0-11 0,0 0-3 0,0-6 0 16,-3 1-43-16,3 0-9 0,-3 0-1 0</inkml:trace>
  <inkml:trace contextRef="#ctx0" brushRef="#br0" timeOffset="71206.921">20136 14130 1299 0,'-9'-6'55'0,"0"1"-44"15,3 2 101-15,0-2 21 0,0 2 4 0,1-2 1 16,-1 5-20-16,6 0-4 0,0 0-1 0,-6 0 0 16,6 0-34-16,0 0-7 0,-3 0-2 0,3 0 0 15,0 0-23-15,0 0-5 0,-3 5-1 0,3 3 0 16,0-2-9-16,0-1-3 0,3 0 0 0,0 3 0 16,3 0-21-16,0 0-8 0,-1 0 0 0,4 0 9 15,0 3-9-15,0-4 0 0,3 4 0 0,-3 0 0 16,3-3 32-16,-3 2 4 0,3 1 0 0,-3-1 1 15,0 1-29-15,0 0-8 16,0-4 0-16,-1 4 0 0,-2-3 0 0,0 3 0 0,0-4 0 0,0 4 0 16,-3 0 20-16,0-1 7 0,0-2 1 0,0 3 0 15,-3-3-28-15,-3 2 0 0,3-2 0 0,-3 3 0 16,0-3-17-16,-3 0-9 0,0 2-2 0,-3-2 0 16,3 0 45-16,-2 0 9 0,-1 0 2 0,-3 0 0 15,3 0-43-15,-3-3-8 0,0 3-1 0,0-3-1 16,3 1 25-16,-3-1 0 0,0 0 0 0,3-2 0 15,0 0-36-15,4 2-3 0,-1-5 0 0,6 0 0 16,0 0-71-16,0 0-14 0,0 0-4 0</inkml:trace>
  <inkml:trace contextRef="#ctx0" brushRef="#br0" timeOffset="78296.252">20737 14362 790 0,'0'0'33'0,"0"0"-33"31,0 0 71-31,0 0 7 0,0 0 2 0,0 0 0 0,0 0-13 0,0 0-3 0,0 0 0 0,0 0 0 16,0 0-51-16,0 0-13 0,0 0 0 0,0 0 0 15,0 0 54-15,0 0 8 0,0 0 2 0,0 0 0 16,0 0-33-16,-3-2-7 0,3 2 0 0,0-5-1 16,-2 2-1-16,2-2 0 0,0 2 0 0,0-2 0 15,0 5 4-15,0-6 1 0,0 4 0 0,0-4 0 16,2 4 1-16,-2-4 1 0,3 1 0 0,0 0 0 15,0 0-2-15,0-1-1 0,0 1 0 0,0 0 0 16,3-1 1-16,-3 1 0 16,3 0 0-16,0 2 0 0,0 1-8 0,0-4-2 0,0 4 0 0,3-1 0 15,-3-2-2-15,3 2-1 0,-3-2 0 0,0 2 0 16,0 0 0-16,3 1 0 0,-3-1 0 0,0 1 0 16,0-1-3-16,-1 3-1 0,1-3 0 0,0 3 0 15,0-2 2-15,0 2 0 0,0 0 0 0,0 0 0 16,0 0-2-16,0 0 0 0,0 0 0 0,0 0 0 15,-3 2 0-15,3-2 0 0,0 0 0 0,0 0 0 16,0 3-10-16,-3-3 10 0,3 3-10 0,0-1 10 16,-3 1-2-16,0 2-8 0,3-2 12 0,-3 2-4 15,0 0-8-15,0 1 0 0,2-1 0 0,-2 0 0 16,0 1 0-16,3 1 0 0,-3-1 0 0,3-1 0 0,-3 3-9 16,0-3-1-16,3 1 0 0,-3 1 0 0,3-1 0 0,-3-1 0 15,3-2 0-15,0 2 0 16,0-2-24-16,3-3-5 0,-3 2-1 0,3 1 0 0,0-3 84 15,0 0 16-15,0 0 3 0,2-3 1 0,1 1-64 0,0-1-26 0,0 0 2 0,0 1 0 16,3-4 37-16,-3 4 8 0,3-4 2 16,-3 4 0-1,0-1-6-15,-1 1-1 0,1-4 0 0,-3 4 0 0,3-1-8 0,-3 0-8 0,0-2 9 0,0 2-9 16,0 1 8-16,0-1-8 0,0 0 0 0,0 1 9 31,-3-3-31-31,3 5-6 0,-3-3-2 0,0 0 0 0,-3-2-182 16,-1 0-37-16</inkml:trace>
  <inkml:trace contextRef="#ctx0" brushRef="#br0" timeOffset="81432.009">18291 15397 1792 0,'0'0'51'0,"0"0"10"0,0 0-49 0,0 0-12 0,0 0 0 0,0 0 0 16,0 0 105-16,0 0 19 0,0 0 3 0,0 0 1 15,-6-3-103-15,0 3-25 0,6 0 0 0,-6-2 0 16,0-1 56-16,-3 3 7 0,3-3 1 0,0 3 0 16,0-2-8-16,-3 2 0 0,3-3-1 0,-3 3 0 15,3-2-37-15,-3 2-7 0,0 0-2 0,1 0 0 16,-4 0-9-16,3 2 0 0,-3 1 0 0,0 2 0 16,0 0 0-16,0 1 0 0,3-1 0 0,-3 0 0 15,3 6 0-15,0-3 0 0,0 0 0 0,1 2 0 16,2-2 0-16,0 3 0 0,3-3 0 0,0 0 0 15,0 2-12-15,3 1-4 0,3-3 0 0,0 5-1 16,0-5-19-16,0 3-3 0,3 2-1 0,-1-3 0 16,1 1 1-16,0-3 0 0,3 3 0 0,-3-4 0 15,3 1-6-15,3-2-2 0,-3-1 0 0,0-2 0 16,3-1 6-16,-3 1 1 0,0-3 0 0,0 0 0 0,0-3 28 0,0 1 12 16,-1-1-11-16,-2-2 11 0,3-1 0 0,-3 1 12 0,0-3-1 0,3 0 0 15,-3 0 22-15,0 0 5 0,3 0 1 0,-3 0 0 16,3 1 5-16,-3 1 2 0,0-2 0 0,0 0 0 15,0 3-14-15,0 0-4 0,-3-1 0 0,3 1 0 16,-3 0 29-16,3 0 6 0,-3 2 1 0,-3 3 0 16,0 0-52-16,2-3-12 0,-2 3 0 0,0 0 0 15,0 0 0-15,0 0 0 0,0 0 0 16,0 0 0-16,6 6 0 0,-3-1 0 16,3 3 0-16,-3 0 0 0,0 2-21 15,-3 4-7-15,3-1-2 0,0 3 0 0,-3 0-54 16,3 2-12-16,0 1-1 0,-3-1-1 0,3-2-75 0,0 0-15 0,0-3-4 15</inkml:trace>
  <inkml:trace contextRef="#ctx0" brushRef="#br0" timeOffset="81930.064">18401 15471 2063 0,'0'-13'87'15,"3"2"-70"-15,-3 1 74 0,3-1 14 0,0 1 3 0,-3 2 1 32,3 2-49-32,0 1-9 0,-3 0-3 0,3-1 0 0,0 4-19 0,-3 2-4 0,0 0-1 0,6 0 0 15,0-3-4-15,-3 3-2 0,3 0 0 0,-1 3 0 16,4-3-10-16,-3 5-8 0,3-2 9 0,0 5-9 16,-3 0 0-16,3 0 0 0,0 2 0 0,-3 3 0 15,0 1-12-15,0-1-8 0,0 3-1 16,-3-3-1-1,0 3-25-15,0 0-5 0,0-3 0 0,0 3-1 0,-3-3 23 16,-3-2 5-16,3-1 1 0,-3 1 0 16,3-6-13-16,-3 0-3 0,3-5 0 0,0 0 0 0,0 0 49 0,0 0 10 0,0 0 1 0,-3-5 1 15,3-3-12-15,0-2-9 0,0-1 12 16,3-2-12-16,0 0 36 0,0 2 0 0,0-5 0 0,3 3 0 16,0 0 4-16,-3-3 2 0,3 0 0 0,-1 3 0 15,-2-1-4-15,3 4-1 0,0 2 0 0,0-3 0 16,-3 3-16-16,3 3-3 0,0 0-1 0,-3-1 0 15,3 4 13-15,0-1 2 0,-3 1 1 0,3 2 0 16,-3 0-33-16,3 0 0 0,0 2 0 0,-3 1 0 16,3 2 0-16,0 0 0 0,0 3 0 0,0 0 0 15,0 3-10-15,0-1-9 0,0 4-1 0,0-1-1 16,-1 3-18-16,-2 0-3 16,3 0-1-16,-3 2 0 0,3 3 35 0,-3 0 8 0,0 1 0 0,0 1 0 15,0-1-56-15,-3-1-8 0,3-3-3 0,0 1 0 16,-3-3-10-16,0-3-3 0,3-3 0 0</inkml:trace>
  <inkml:trace contextRef="#ctx0" brushRef="#br0" timeOffset="82432.624">19011 15270 1824 0,'0'-18'76'15,"3"2"-60"-15,-3 2 140 0,3 1 29 0,0 3 6 0,-3-1 1 16,3 3-103-16,-3 3-20 0,3 0-4 0,-3 5-1 15,0 0-51-15,0 0-13 0,0 0 0 0,0 0 0 16,0 0 45-16,0 0 7 0,0 7 0 0,3 1 1 16,0 3-34-16,0 5-7 0,0 0-2 0,0 2 0 15,0-2-10-15,0 5 0 0,0-2 0 0,0 2 0 16,0 0 0-16,0-2 0 0,0-1 0 0,0 1 0 16,0 2 0-16,-3 3-14 0,3-3 3 0,-3 3 1 15,3-1-34 1,-3 4-8-16,0-1 0 0,3-2-1 0,-3 0 39 0,0-3 14 0,0 0-9 0,2-2 9 15,-2-3 0-15,3-3 0 0,-3 0 0 0,0-2 8 16,0-3-8-16,0-3 0 0,0-5 0 0,0 0 0 16,0 0 0-16,0 0 0 0,0 0 0 0,0 0 0 15,-3-5 0-15,3-3 0 0,-2-3 0 0,-1 3 0 16,0-5 0-16,-3-3 0 0,3 0 0 0,-3-2 0 16,0 2 31-16,0 0 5 0,-3-2 0 0,3 2 1 15,-3 2-1-15,0 1-1 0,-3 0 0 0,3 5 0 16,-3 0-10-16,0 0-1 0,3 5-1 0,-2 1 0 15,-1 2-7-15,3 0-2 0,-3 2 0 0,3 1 0 16,0 2-6-16,0 3 0 0,6 0-8 0,-3 0 12 0,3 3-12 16,3 2 0-16,0 0 0 0,0 1 0 15,3-1 0-15,-3 3 0 0,6-1 0 0,-3 1 0 16,3 0-9-16,0-3 9 0,0 1-13 0,3-1 5 16,-3-2-12-16,3-1-1 0,0-2-1 0,-3 0 0 15,3 0-12-15,-1-3-2 0,1 3-1 0,0-5 0 16,3-3-60-16,0 0-12 0,0-3-3 0</inkml:trace>
  <inkml:trace contextRef="#ctx0" brushRef="#br0" timeOffset="83026.624">19469 15580 1792 0,'0'0'51'0,"0"0"10"0,0 0-49 0,0 0-12 0,0 0 0 0,6 0 0 16,0-3 54-16,3 0 8 0,0 3 2 0,0-2 0 15,3 2 0-15,0 0 0 0,0 0 0 0,3 0 0 16,0 0-12-16,2 0-3 0,4 2 0 0,0 1 0 16,0-3-15-16,0 0-3 0,3 3-1 0,-1-3 0 15,1 0-30-15,0 2-18 0,-3-2 2 0,3 3 1 16,0-3 15-16,-1 3 0 0,4-1 0 0,-3 1 0 15,0 0 12-15,0 2 4 0,-1-3 2 0,-2 4 0 16,0-1-34-16,-3 0-8 0,0 1 0 0,-3-1-1 16,0 0 0-16,-4 0 0 0,1 1 0 0,-3-4 0 15,0 1-6-15,0 0-1 0,-3 2 0 0,0-2 0 16,-3-3-31-16,-3 0-6 0,0 0-2 0,0 0 0 16,0 0-111-16,0 0-22 0</inkml:trace>
  <inkml:trace contextRef="#ctx0" brushRef="#br0" timeOffset="83357.595">20008 15426 2060 0,'0'0'58'0,"0"0"14"16,-6-2-58-16,6 2-14 0,0 0 0 0,0 0 0 0,0 0 48 0,0 0 6 0,0 0 2 0,0 0 0 15,0 0 6-15,0 0 2 0,0 0 0 0,0 0 0 16,0 0-8-16,0 0 0 0,0 5-1 15,3 3 0-15,0-3-23 0,0 0-5 0,3 3-1 16,0-2 0 0,0 2-34-16,3-1-8 0,-3 4 0 0,3-3-1 0,3 0 44 0,-3 0 9 15,0 2 1-15,0 1 1 0,-1 0-23 0,1-1-5 0,0 1-1 16,-3 2 0-16,3-2-9 0,-6 2 0 0,3 0 0 16,-6-2 0-16,3 2-10 0,-3 0 10 0,-3-2-13 0,0-1 5 15,-3 1-7-15,-3 2-1 0,0-2 0 0,0-1 0 16,-5 1 1-16,2-1 0 0,-3-2 0 0,-3 0 0 15,3 0-7-15,0-2-2 0,0-1 0 0,3 0 0 16,-3-2-18-16,7-1-4 0,-4 4-1 16,3-4 0-16,0-2-167 15,0 0-34-15</inkml:trace>
  <inkml:trace contextRef="#ctx0" brushRef="#br0" timeOffset="87813.158">21214 15725 1326 0,'6'21'28'0,"0"-15"5"0,-3 2-33 0,0-3 0 0,0 3 0 0,0 0 0 16,0-3 61-16,-1 3 6 0,4-3 1 0,-3 1 0 16,0 1-4-16,0-4-1 0,0 2 0 0,0 1 0 15,-3-6 1-15,0 0 0 0,3 5 0 0,-3-5 0 16,0 0-4-16,0 0-1 0,0 0 0 0,0 0 0 15,0 0 3-15,3-3 1 0,0-2 0 0,-3 2 0 16,0-2-7-16,0-3 0 0,0 0-1 0,0-2 0 16,-3-4-16-16,0 1-3 0,3-5-1 0,-3-1 0 15,0-5-8-15,0-5-2 0,0-3 0 0,-3 1 0 16,3-1-9-16,0 0-1 0,-2 0-1 0,-1 3 0 16,3-2-14-16,-3 2 11 0,0-1-11 0,0 1 10 15,3 0 12-15,-3-3 2 0,3-2 1 0,0 2 0 16,0 6-12-16,3-1-2 0,-3 1-1 0,3 7 0 15,3 1-2-15,-3-1 0 0,0 6 0 0,3 0 0 16,3 2-8-16,-3 1 0 0,3 2 0 0,-3 0 8 16,3 0 9-16,3 5 2 0,-3-2 0 0,0 0 0 0,-1 2-19 15,4 0 0-15,-3 1 0 0,0 2 0 0,3-3 0 0,-3 3 0 16,0 0 0-16,-3 3 0 0,3-1 0 16,0 1 0-16,-3 0 0 0,3 2 0 0,-3 0 0 15,3 1 0-15,-3-1 0 0,0 0 0 0,0 3 0 16,0 3 0-16,-3-3 0 0,-3 2 0 15,0 3-48-15,0 3-12 0,0-2-4 0,0 1 0 0,-3 4 52 0,0-1 12 0,0 1 0 0,-3-1 0 16,0 4 0-16,0-4 0 0,-3 1 0 0,0 2 0 16,1-5 0-16,-1 0 0 15,-3-3 0-15,3 0 0 16,-3-2-54-16,3-1-8 0,0 3-2 0,-3-2 0 0,3 0 52 0,-3-1 12 0,4-2 0 0,-1 3 0 16,0-3-10-16,0 2 1 0,3-2 0 0,0 3 0 15,0-3-3-15,0 2 0 0,0 1 0 0,3-3 0 16,-3 2-24-16,3-2-6 0,-3 3-1 15,3-3 0-15,1 0 35 0,2 0 8 0,-3 0 0 0,3 0 0 16,-3 0 0-16,3-3 0 0,0 3 0 0,-3 0 0 16,3-3 0-16,0 0 0 0,0 1 0 0,0 2 0 15,0-3 0-15,0 0 0 0,0 3 0 0,3-3 0 16,0-5 0-16,-3 6 0 0,3-1 0 0,0 3 0 16,0-8 49-16,0 5 12 0,0-5 3 0,0 5 0 15,0 1-64-15,3-1-28 0,0-2 3 0,3-1 0 16,-3 1 40-16,3 0 8 0,3-3 1 0,-3 2 1 0,3-2-25 15,3-2 0-15,-1 2 0 0,4-3 0 0,0-2 0 0,6-1 0 0,3-2 0 16,3-2 0-16,2-1 56 0,1-2 7 0,6 0 1 16,0-3 0-16,-7 0-52 15,4 3-12-15,-6-3 0 0,3 0 0 16,-4 3 0-16,1 0-12 0,0-1 3 0,-3 4 0 16,-3 2 9-16,0 0 0 0,-1 0 0 0,-2 3 0 15,-3-1 8-15,-3 4 0 0,0-1 0 0,-6 1 0 16,0 2-58-16,-6 0-11 0,0 0-3 0,0 0 0 15,0 0 0-15,0 0 0 0,0 0 0 0</inkml:trace>
  <inkml:trace contextRef="#ctx0" brushRef="#br0" timeOffset="89123.031">18291 16477 2161 0,'0'0'61'0,"0"0"14"15,-6 2-60-15,0-2-15 0,6 0 0 0,-6 3 0 16,0 0 77-16,6-3 13 0,-6 2 2 0,-3 1 1 16,3 2-46-16,0 0-10 0,3 1-1 0,-3 2-1 15,0-3-5-15,0 3-1 0,3 0 0 0,-3 2 0 0,3 1-29 16,-3 0 0-16,3-1 0 0,0 3 0 0,-3 1 0 0,4 2 0 16,2-1 0-16,-3 4 0 0,3-3 0 0,-3 5 0 0,3-3 0 15,0 4 0-15,3-4-13 0,0 1-9 0,-1-1-2 16,4-2 0-1,0 0-12-15,0-5-4 0,3-4 0 0,0 1 0 0,3-2 40 0,-3-6 0 16,3 0 0-16,3 0 0 0,0-6-17 0,0 1 4 16,-3-3 1-16,5-2 0 0,-2-4 12 15,0 1 0-15,3 0-10 0,-3 0 10 0,-3-3 0 0,3 3 18 16,-3 2-3-16,-1-5-1 0,-2 6 10 0,0-1 3 0,-3 0 0 0,3 1 0 16,-6 2 11-16,0-3 2 0,-3 3 1 0,-3 0 0 15,0 0 1-15,0 3 0 0,-3-3 0 0,-3 0 0 16,0 3-10-16,-2-3-3 0,-1 3 0 0,0-1 0 15,-6 1-13-15,3 0-2 0,-3 0-1 0,0 2 0 16,0 0-29-16,4 3-5 0,-4 0-2 0,3-2 0 16,3 2 23-16,0 2 18 0,0-2-3 0,3 0-1 15,3 3-128-15,6-3-26 16,0 0-4-16</inkml:trace>
  <inkml:trace contextRef="#ctx0" brushRef="#br0" timeOffset="89729.351">18514 16540 1576 0,'0'0'32'0,"0"0"9"0,3-3-33 0,0 1-8 0,0-1 0 0,0 1 0 15,0 2 95-15,3-3 17 0,-3 3 3 0,-3 0 1 16,3-3-32-16,3 3-5 0,-3 0-2 0,0 3 0 16,3-3-21-16,0 3-5 0,-3-3-1 0,2 2 0 15,4 3-14-15,-3 1-2 0,0-1-1 0,3 0 0 16,0 3-41-16,0 0-9 0,3 0-2 0,-3 0 0 16,3 0 19-16,-3 0 0 0,3 3 0 0,-3-3 0 15,3 2 0-15,-4 1 0 0,1 2 0 0,-3-3 0 16,0 4-37-16,0-1-4 0,0 3-1 0,-3-3 0 15,-3 3-3-15,0 0-1 0,0-3 0 0,-3 3 0 16,3 0 26-16,-6-3 6 0,3 0 1 0,0-2 0 16,0-1 23-16,-3 1 5 0,3-6 1 0,0 3 0 15,0-5 55-15,3-3 11 0,0 0 2 0,0 0 1 16,0 0-17-16,0 0-3 0,-3-8-1 0,3 0 0 0,0-5-51 16,0 0-13-16,3-3 0 0,0-3 0 15,0 3 54-15,3-2 8 0,3 2 2 0,0-3 0 16,0 1-64-16,3 2 0 0,3-3 0 0,-3 1-13 0,3-1 13 0,0 1 0 15,-1-1 12-15,1-2-12 0,0 0 0 16,-3-3 0-16,3 3 0 0,0 0 0 16,-3 2-82-16,0 3-14 0,0 3-2 0</inkml:trace>
  <inkml:trace contextRef="#ctx0" brushRef="#br0" timeOffset="90370.139">19401 16725 1552 0,'0'0'44'0,"0"0"10"0,0-5-43 0,3 0-11 0,0-1 0 0,-3 6 0 16,3-2 53-16,0-1 9 0,3 1 2 0,-3-1 0 16,6 0 0-16,-3 3 0 0,3-2 0 0,0 2 0 15,2 0 0-15,1 0 0 0,3 0 0 0,0 2 0 16,6-2-38-16,0 3-7 0,0-3-2 0,2 0 0 16,1 3-27-16,3-3-6 0,0 2 0 0,-3 1-1 15,-1-3 17-15,1 2 0 0,-3 1 0 0,0 0 0 16,0-1 0-16,3 1 0 0,-4 0 0 0,4 2 0 15,-6-2 14-15,3-3 6 0,0 2 2 0,-3 1 0 16,0 0-42-16,-4-3-8 0,1 2-1 0,-3 1-1 16,-3-3-21-16,0 0-4 0,-3 3-1 0,-3-3 0 15,-3 0-37-15,0 0-8 0,0 0-2 0</inkml:trace>
  <inkml:trace contextRef="#ctx0" brushRef="#br0" timeOffset="90757.757">19898 16590 1579 0,'-6'-2'32'0,"-3"-1"10"0,3 0-34 16,3 3-8-16,3 0 0 0,0 0 0 0,0 0 104 0,-6-2 18 0,6 2 4 0,0 0 1 15,0 0-52-15,0 0-11 0,0 0-1 0,0 0-1 16,0 0-18-16,0 0-4 0,0 0-1 0,0 0 0 15,0 0-9-15,0 5-2 0,3 0 0 0,0 1 0 16,3-1-28-16,0 0 0 0,0 1 0 0,0-1 0 16,6 0 39-16,-3 0 1 0,3 1 1 0,3-4 0 15,-3 4-30-15,2-4-11 0,1 4 0 0,0-1 9 16,-3-2-9-16,3 2 0 0,-3-3 0 0,0 4 8 16,-3-1-8-16,0 0 0 0,-3 1 9 0,0 2-9 15,-3 0 9-15,-3-3-9 0,0 3 12 0,0 2-12 16,-3-2 0-16,-3 3 0 0,-3-1 0 0,0 1 0 15,0 0 0-15,-3 2 0 0,0 0 0 0,0 0 0 16,-3 1 0-16,3-1 0 0,0 0 0 0,-2 3 0 16,2-6 9-16,0 1 2 0,3-3 0 0,0 3 0 15,3-3-60-15,0-3-12 16,0 0-3-16,0 0 0 0,6-5-76 0,0 0-15 0,0 0-3 0</inkml:trace>
  <inkml:trace contextRef="#ctx0" brushRef="#br0" timeOffset="92710.712">21345 16283 1364 0,'0'0'28'0,"0"0"7"0,0 0-35 0,0 0 0 0,0 0 0 0,0 0 0 16,0 0 52-16,0 0 4 0,0 0 1 0,0 0 0 15,0 0 43-15,0 0 8 0,3 6 1 0,-3-6 1 16,0 5-38-16,3 0-7 0,0-2-1 0,-3 2-1 16,0 1-8-16,3-1-2 0,-3 0 0 0,0 0 0 15,0 3-11-15,0-2-2 0,0-1-1 0,0 3 0 16,0 0-14-16,0 2-2 0,0-2-1 0,0 0 0 16,0 3-10-16,0-3-3 0,0 2 0 0,0 1 0 15,0 0-9-15,-3-3 12 0,3 2-12 0,0 1 12 16,0-1-12-16,-3-2 12 0,3 0-12 0,0 3 12 15,0-1-12-15,0-2 12 0,0 3-12 0,0-3 12 16,0 2-12-16,-3-2 12 0,3 0-12 0,0 0 12 16,0 0-1-16,-3 0 0 0,3 0 0 0,-3 0 0 0,0 0-11 0,3 0 12 0,-3 0-12 15,0 0 12-15,3 0-12 0,-3 0 0 0,0-1 0 16,0 1 8-16,3 0-8 0,-3 0 0 0,0 0 0 0,3 0 0 16,-3 0 0-16,3 0 0 0,0 0 0 0,-3 0 0 15,3 0 0-15,0 0 0 0,0 0 0 0,0 2 0 16,0-2 0-16,0 0 0 0,0 0 0 0,0 3 0 15,0-3 0-15,0 0 0 0,0 2 0 0,0-2 0 16,0 0-13-16,0 0-5 0,0 0-1 0,0 0 0 16,0 0 31-16,0 0 7 0,0 0 1 0,0 0 0 15,0 0-20-15,0-3 0 0,0 3 0 16,0 0 0-16,0-3 0 0,0 3 0 0,0-3 0 0,0 1 0 16,0-1 0-16,0-3 0 0,0-2 0 0,0 6 0 15,0-6 0-15,0 0 0 0,0 0 0 0,0 5 0 16,0-5 0-16,0 0 0 0,0 0 0 0,0 0 0 15,0 0 0-15,0 0 0 0,0 0 0 0,0 0 0 16,3 5 0-16,-3-5 0 0,0 0-8 0,0 0 8 16,0 0 0-16,0 0 0 0,0 0 0 0,0 0-9 15,0 0 9-15,6 0 0 0,-6 0 0 0,0 0 0 16,0 0 0-16,0 0-8 0,0 0 8 0,3-5 0 16,0 0 0-16,-3 5 0 0,3-6 0 0,0 1 0 15,-3-3 0-15,0 3 0 0,3 0 0 0,-3-3 0 0,0 0 0 16,0 0 0-16,0-3 0 0,0 1-8 0,0 2 8 15,3-3 0-15,-3-2 0 0,0 0 0 0,0 2 0 0,3-2 0 16,-3 0 0-16,0-1 0 0,3 1-12 0,-3 3 2 0,0-4 1 0,3 4 0 31,-3-3 17-31,0 5 4 0,0-3 1 0,0 0 0 16,0 4-13-16,0-4 0 0,0 0 0 0,0 3-10 0,0 3 10 16,0-3 0-16,0 3 0 0,0-3 0 0,0 3 0 0,0-1-15 15,0 1 4-15,0 0 1 0,0-3 10 0,0 3 16 0,0-1-4 0,0-2-1 16,0 3-11-16,0-3 8 0,0 0-8 0,0 3 8 15,0-3-8-15,0 0 0 0,0 0 0 0,0 0-11 16,0 0 11-16,0 0 0 0,0-2 0 0,0 2 0 16,0-3 0-16,0 3 0 0,0-2 0 0,0 2 0 15,0-3 0-15,0 3 0 0,0 0 0 16,-3 0 0-16,3 0-11 0,0 0 0 0,0 3 0 0,0-3 0 16,0 3 11-16,0 0 16 0,-3-1-4 0,3 1-1 15,0-3-11-15,0 5 0 0,0-2 0 0,0 3 0 16,0 2 0-16,0-6 8 0,0 4-8 0,0 2 8 15,0-6-8-15,0 6 0 0,0-2 0 0,0 2-11 16,0 0 11-16,0 0 0 0,0 0 0 0,0 0 0 16,3-6 0-16,-3 6 0 0,0 0 0 0,0 0 0 15,0 0 0-15,0 0 0 0,0 0 0 0,0 0 0 16,0 0 0-16,0 0 0 0,0 0 0 0,0 0 0 16,0 0 0-16,0 0 0 0,0 0 0 0,0 0 0 0,0 0 0 15,0 0 0-15,0 0 0 0,0 0 0 16,0 0 0-16,0 0 0 0,0 0 0 0,0 0 0 15,0 0 0-15,0 0 0 0,3 6 0 0,-3-6 0 0,3 5 0 16,-3-5 0-16,3 5 0 0,0 3 8 16,0-3-8-16,0 1 0 0,-3-1 0 0,3 0 8 15,-3 3-8-15,0-2 0 0,0 1 0 0,3 1 0 0,-3 0 0 16,0 0 0-16,2 0 8 0,-2 0-8 0,0 0 8 0,0 3-8 0,3-1 8 16,-3 1-8-16,0-1 0 0,0 1 9 0,0 0-9 0,0-1 0 15,-3-2 8-15,3 3-8 0,0-3 0 0,0 2 0 16,0-2 0-16,-2 3 0 15,2-3 8-15,0 0-8 0,0 0 0 0,0 0 0 0,0-1 0 0,0 1 0 16,0-2 0-16,0 2 0 0,0 0 0 0,0-3 0 16,0 3 0-16,-3 0 0 0,3-3 0 15,0 3 0-15,0 0 0 0,0 0 0 16,0-3 0-16,0 3 0 0,0 0 0 0,0 0 0 0,0 0 0 0,3 0 0 16,-3 0 0-16,0 0 0 0,0-3 0 0,-3 3 0 15,3 3 0-15,0-4 0 0,0 1 0 0,-3 0 0 16,3 0 0-16,0 0 0 0,0 0 0 0,-3 0 0 15,3 3 0-15,0-3 0 0,0 0 0 0,-3-1 0 16,3-1 0-16,0 2 0 0,0 0 0 0,-3 0 0 16,3-3 0-16,0 0 0 0,-3 0 0 0,3 1 0 15,0-1 0-15,0 0 0 0,0 1 0 0,-3-1 0 16,3-5 0-16,0 0 0 0,0 0 0 0,0 5 0 16,0-5 0-16,0 0 0 0,0 0 0 0,0 5 0 15,0-5 0-15,0 0 0 0,0 0 0 0,0 0 0 16,0 0-17-16,0 0-1 0,0 0 0 0,0 0 0 15,0 0-28-15,0 0-6 0,0 0 0 0,0 0-1 16,3-5-147-16,-3 0-30 0</inkml:trace>
  <inkml:trace contextRef="#ctx0" brushRef="#br0" timeOffset="94538.977">18136 17421 846 0,'0'0'17'0,"0"0"6"0,0 0-23 0,0-5 0 0,0 0 0 0,3-1 0 15,-3 1 64-15,3-3 8 0,0 3 1 16,-3 0 1-16,3-1-15 0,0 4-3 0,-3-4-1 0,0 6 0 16,0 0 24-16,3-2 5 0,-3 2 0 0,0 0 1 15,0 0 5-15,0 0 1 0,0 0 0 0,0 0 0 16,0 0-9-16,0 0-2 0,0 0 0 0,0 0 0 15,0 0-32-15,0 0-8 0,0 0 0 0,0 0-1 16,-6 5-19-16,3-2-4 0,-3 5-1 0,-3-3 0 16,3 3-6-16,-3 0-1 0,0 0 0 0,-3 2 0 15,3 1-8-15,-3-1 0 0,-2 1 0 0,-1 2 0 16,0 0 0-16,0 1 0 0,-3 2-9 0,3-1 9 16,0 1-37-16,0 0-1 0,0 0 0 15,1 3 0-15,2-4-38 0,3 1-8 0,-3 0-2 0</inkml:trace>
  <inkml:trace contextRef="#ctx0" brushRef="#br0" timeOffset="94859.546">17806 17456 1337 0,'0'0'56'15,"0"0"-44"-15,0 0 82 0,0 0 17 0,0 0 3 0,0 0 1 16,0 0-31-16,0 0-5 0,0 0-2 0,0 0 0 16,5-3-10-16,-2 3-3 0,3 0 0 0,0 0 0 15,0 0 0-15,0 3 0 0,3-1 0 0,-3 1 0 16,3 2-51-16,0-2-13 0,0 2 0 0,3 0 0 16,0 1 21-16,0 2 2 0,0 0 0 0,-1 2 0 15,4-2-15-15,0 3-8 0,0-1 10 0,0 4-10 16,0-1 35-16,0 3 1 0,0 0 0 0,0-1 0 15,-1 4-57-15,1-6-11 16,0 3-3-16,-3 0 0 0,0-3-3 16,-3-2-1-16,0-1 0 0,0 4 0 0,0-7-63 15,-3 1-13-15,0 0-2 0</inkml:trace>
  <inkml:trace contextRef="#ctx0" brushRef="#br0" timeOffset="95355.028">18410 17408 1782 0,'0'0'37'0,"0"0"8"0,0 0-36 15,0 0-9-15,0 0 0 0,0 0 0 0,0 0 78 0,0 0 14 0,0 0 2 0,0 0 1 16,0 5-24-16,0 3-5 0,0-2-1 0,0 1 0 31,0-1-25-31,0 2-4 0,0 0-2 0,0 2 0 0,3-2-19 0,-3 3-4 16,3 2-1-16,0 0 0 0,0-2-10 0,3 5 0 0,-3-3 0 0,6 3 0 16,-4-3 0-16,1 3 0 0,0 0 0 0,3 0 0 15,0 0 0-15,0-6 0 0,3 1 0 0,-3-1 0 16,0-2-48-16,0-3-9 15,0-2-2-15,0 0 0 16,-3-3 27-16,3-3 4 0,0 0 2 0,-4-2 0 0,4-3-14 0,-3 0-2 0,3 0-1 0,-3 0 0 16,0-2 35-16,3-1 8 0,-3-2 0 0,0 2 0 15,0-2 36-15,0 0 8 0,0 2 3 0,-3-2 0 16,0 3-13-16,0-4-2 0,0 4-1 0,-3-3 0 16,0 2 15-16,-3 0 3 0,3 1 1 0,-6 2 0 15,3 0-24-15,-3 0-5 0,0 0-1 0,0 0 0 16,0 0-7-16,-3 3-1 0,3-3-1 0,-3 3 0 15,0 2-11-15,0 0 8 0,0 1-8 0,-2 2 8 16,-1 0-40-16,0 5-8 0,-3-2-1 0,3 2-1 16,0 3-166-16,0 2-32 15</inkml:trace>
  <inkml:trace contextRef="#ctx0" brushRef="#br0" timeOffset="95883.04">18737 17450 1824 0,'0'0'38'0,"0"0"8"0,0 0-37 0,0 0-9 0,0 0 0 0,0 0 0 16,0 0 53-16,0 0 9 0,0 0 2 0,0 0 0 16,6-2-10-16,0 2-2 0,0 0 0 0,3 0 0 15,0 0-20-15,0 2-5 0,0 1-1 0,0 0 0 16,3-1-11-16,0 4-3 0,-1-1 0 0,1 0 0 15,3 6-12-15,-3-3 11 0,0 5-11 0,3 0 10 16,-3 3-30-16,0 3-5 0,-3-1-2 0,0 6 0 16,0-3-41-16,-4 0-9 0,4 3-2 0,-6-3 0 15,3 0 4-15,-3 1 1 0,0-1 0 0,-3-5 0 16,3-1 50-16,-3 1 9 0,-3-2 3 0,3-4 0 0,0-2 36 16,-3 0 7-16,0-3 1 0,3-5 1 15,0 0 53-15,0 0 10 0,0 0 3 0,0 0 0 16,0 0-15-16,0 0-2 0,-3-2-1 0,0-6 0 15,0 0-25-15,0-3-4 0,0-5-2 0,3 0 0 0,0-2-30 0,0-3-7 0,0 0-1 16,3-6 0-16,0 3-12 0,0 1 11 16,3-4-11-16,-3 3 10 0,6 0-10 0,-3 3 0 15,6 0 0-15,-3 0 0 16,3 2-28-16,0 1-7 0,3 2-1 0</inkml:trace>
  <inkml:trace contextRef="#ctx0" brushRef="#br0" timeOffset="96536.055">19705 17654 1579 0,'-6'5'32'0,"3"-5"10"0,3 0-34 0,0 0-8 0,0 0 0 0,0 0 0 15,0 0 35-15,0 0 5 0,0 0 0 0,0 0 1 16,0 0-15-16,0 0-3 0,0 0-1 0,0 0 0 16,3 3-22-16,3-3 0 0,3 0 0 0,-1 3 8 15,1-1 32-15,0 1 6 0,0-3 2 0,3 5 0 16,-3-2-26-16,0 0-5 0,3-1-1 0,0 3 0 15,0-2-16-15,0 0 0 0,0 2 0 0,5 0 0 16,-2 1 0-16,6-4 0 0,0 4 0 0,0-1 0 16,3 0 0-16,-1-2 0 0,-2 2 0 0,6 0 0 15,-3-2 38-15,0 0 4 0,-4-1 1 0,1-2 0 16,0 3-69-16,-3-3-14 0,0 3-2 16,-3-3-1-16,0 0 35 0,-3 0 8 0,2 0 0 15,-2 0 0-15,-3 0-53 0,3-3-9 0,-3 0-2 0</inkml:trace>
  <inkml:trace contextRef="#ctx0" brushRef="#br0" timeOffset="96987.468">20124 17535 1554 0,'0'0'32'0,"-6"3"8"0,6-3-32 0,-6 2-8 0,6-2 0 0,0 0 0 15,-6 3 48-15,6-3 8 0,0 0 1 0,-6 0 1 16,6 0-36-16,-5 0-7 0,5 0-2 0,-6 3 0 16,6-3 32-16,0 0 7 0,0 0 0 0,-3 2 1 15,3-2-33-15,0 0-8 0,-3 6 0 0,3-1-1 16,3 0 23-16,-3 3 5 0,3-3 1 0,3 1 0 15,-4-1-21-15,7 0-4 0,-3 3-1 0,3-3 0 16,0 1-6-16,0-1 0 0,0 0-8 0,0-2 12 16,3 2-12-16,-3 1 0 0,-3-4 0 0,3 4 0 15,-3-1 8-15,3 0-8 0,-3-2 0 0,0 2 0 16,-1 0 0-16,1-2 0 0,-3 2 0 0,0 1 0 16,0-1 0-16,0 0 0 0,-3 3 0 0,0-3 0 15,0 3 0-15,-3 0 0 0,0-2 0 0,0 1 0 16,0 1 0-16,-3 0 0 0,1 0 0 0,-1 0 0 15,0 0 0-15,0 3 0 0,0-6 0 0,0 3 0 16,0 0 0-16,0-3 0 0,0 1 0 0,0-1 0 0,0 0 0 16,6-5 0-16,-6 3 0 0,6-3 0 15,0 0-45-15,0 0-15 0,0 0-4 0</inkml:trace>
  <inkml:trace contextRef="#ctx0" brushRef="#br0" timeOffset="98160.809">21440 17265 1299 0,'0'0'55'16,"0"0"-44"-1,0 0 50-15,0 0 11 0,-3 5 1 0,3-5 1 16,-3 6-8-16,0-1-2 0,0 3 0 0,-3-3 0 16,3 1-11-16,0 1-2 0,-3 1-1 0,3 3 0 15,-3-3-29-15,0 0-5 0,3 2-2 0,-3 1 0 16,-3 0 23-16,3-1 5 0,-2 1 1 0,-1-1 0 16,-3 1-26-16,3 2-5 0,-6-2 0 0,3 2-1 15,0 0-3-15,0-2 0 0,0 2 0 0,-3 3 0 16,3-3-8-16,1-2 12 0,-1 2-12 0,0 0 12 15,3 0-12-15,0 1 0 0,0-4 0 0,0 3 0 16,3-2 0-16,0 0 0 0,3-1 0 0,0-2 0 16,0 0 0-16,0 0 0 0,3-3 0 0,-3 1 0 15,3-6-17-15,0 0 1 0,0 0 0 0,0 0 0 16,3 5-28-16,-3-5-4 0,0 0-2 0,0 0 0 16,0 0 12-16,0 0 2 0,0 0 1 0,6-5 0 15,-3-1-36-15,3 1-7 0,-3 0-2 0</inkml:trace>
  <inkml:trace contextRef="#ctx0" brushRef="#br0" timeOffset="98595.573">21422 17286 1265 0,'0'0'53'16,"0"0"-42"0,0 0 57-16,0 0 12 0,0 0 3 0,0 0 0 15,0 0 13-15,0 0 2 0,0 0 1 0,0 0 0 16,0 0-5-16,0 0-1 0,0 3 0 0,3 2 0 16,0 1-45-16,0 1-10 0,3-1-2 0,-6 2 0 15,3 0-6-15,0 0-2 0,0 2 0 0,0-2 0 16,0 3-28-16,3-3 0 0,-3 2 0 0,0 1 0 15,3-3 57-15,-3 2 6 0,3-2 1 0,0 3 0 16,0-3-52-16,0 2-12 0,-1-2 0 0,1 3 0 16,0-3-21-16,0 0-7 0,3 0-2 0,-3 2 0 15,0-2 30-15,0 0 0 0,0 0 0 0,0 0 0 16,-3-3 0-16,3 3 0 0,-3 0 0 0,0-3 0 0,0 3 0 16,0-2 0-16,0-1 0 0,0 0 0 0,-3 1 0 15,0-6 0-15,3 5 0 0,-3-5 0 0,3 5 0 0,-3-5 0 16,3 3 0-16,-3-3 0 0,0 0 0 0,6 2 0 0,-6-2-10 15,3 3 10-15,-3-3-19 0,6 0 1 16,-6 0 0-16,6 0 0 16,-3-3-38-16,2 1-8 0,-2-1-2 0</inkml:trace>
  <inkml:trace contextRef="#ctx0" brushRef="#br0" timeOffset="118154.554">18300 6401 1094 0,'0'0'23'0,"0"0"5"0,0 5-28 0,0-5 0 0,3 5 0 0,-3-5 0 16,0 6 108-16,0-6 16 0,0 0 3 0,0 5 1 15,0-5-52-15,0 0-9 0,0 0-3 0,0 0 0 16,0 0 0-16,0 0 0 0,0 0 0 0,0 0 0 16,0 0 10-16,0 0 2 0,0 0 0 0,0 0 0 15,0 0-20-15,0 0-3 0,0 0-1 0,0 0 0 16,-6-3 10-16,3-2 2 0,0 0 0 0,0-1 0 15,0 1-52-15,0-3-12 0,3 3 0 0,-3-3 0 16,3 0 24-16,-3-3 1 0,3 1 1 0,3-3 0 16,-3-1-42-16,3 1-8 15,0-3-1-15,0 3-1 0,3-3 72 0,-3 3 14 0,3-3 4 16,0 3 0-16,2 2-74 0,-2 1-14 0,3-1-4 16,-3 3 0-16,3 3 28 0,0-3 0 0,-3 3 0 0,3-1 11 15,-3 4-11-15,0-1 8 0,0 0-8 0,0 3 8 16,-3-2-8-16,-3 2 0 0,6 0 9 0,0 0-9 15,-6 0 0-15,6 5 0 0,-3 0 0 0,3 1 0 16,-3 1 0-16,0 1 0 0,0 0 0 0,0 3 0 16,0 0 0-16,0 2 0 0,-1-3 0 0,1 4-12 15,0-1 0-15,3-3 0 0,-3 1 0 0,0 0 0 16,3-4 0-16,-3 1 0 0,3 0 0 0,-3-2 0 0,3-1 12 16,-3-2 0-16,3 2 0 0,0-2-8 0,-3-3 8 15,3 0 0-15,0-3 0 0,0 3 0 16,3-5 0-16,-3 2 11 0,0-2-1 0,3-1 0 0,-3 1 16 15,3 0 3-15,-4-3 1 0,4 0 0 0,0 0-1 16,0 0 0-16,-3 0 0 0,3 0 0 0,0 0-15 0,-3 0-3 0,3 0-1 0,-3 0 0 31,0 0-33-31,3 3-6 0,-3 0-2 0,0 0 0 0,0-1 31 16,0 4 0-16,0-4 0 0,-3 4 0 0,0-1-15 0,2 0 3 0,-5 3 1 0,3 0 0 31,3-2-193-31,0 2-38 0,0 0-8 0</inkml:trace>
  <inkml:trace contextRef="#ctx0" brushRef="#br0" timeOffset="118803.599">19205 6022 1820 0,'2'-5'76'0,"1"0"-60"15,0-1 141-15,-3 1 29 0,3 2 6 0,-3 3 0 16,-3-5-102-16,-3 0-21 0,4 2-4 0,-7-2-1 16,3 5 0-16,-3-3 0 0,-3 3 0 0,0 0 0 15,-3 0-51-15,0 3-13 0,0 0 0 0,-3-1 0 16,3 4 11-16,1 1-1 0,-1 1 0 0,0 0 0 15,0 3-10-15,3 0 0 0,0-1 0 0,0 1 0 16,3-1 0-16,3 4 0 0,0-4 0 0,3 1 0 16,0-1 0-16,0-2 0 0,3 3-9 0,0-3 9 15,3 2-8-15,3-2 8 0,0 0-12 0,0 0 12 16,3 0 0-16,0-3 0 0,0 3 0 0,3-2 0 16,-3-1 0-16,3 0 0 0,0 0 0 0,0 1 0 15,0 2 0-15,-1-3 0 0,1 0 0 0,-3 1 0 16,0 1-24-16,0-1 3 0,-3-1 0 0,0 3 0 15,0 0 33-15,-6-3 8 0,3 1 0 0,-6 1 1 16,3 1-21-16,-6 0 0 0,3 0 0 0,-6 0 0 16,0 0 0-16,0-3 0 0,-3 6 0 0,-2-6 0 15,2 1 0-15,-3 2 0 0,3-3 0 0,-3-2 0 16,0 2 0-16,0 0-16 0,0 0 2 0,-3 1 1 16,4-1 13-16,-1-2 8 0,3-1 0 0,-3 1-8 0,3-3 12 15,0 3-12-15,3-3 12 0,0 0-12 16,3 0-44-16,6 0-16 0,-3-3-4 0</inkml:trace>
  <inkml:trace contextRef="#ctx0" brushRef="#br0" timeOffset="124295.056">19752 6496 1337 0,'0'0'28'0,"0"0"6"0,0 0-34 0,0 0 0 0,0 0 0 16,-3-5 0 0,3-1 109-16,-3 1 15 0,0 0 4 0,0-3 0 15,0 0 0-15,3 0 0 0,-3-3 0 0,0 1 0 0,0-3-52 0,0 2-9 0,0-5-3 0,0 0 0 16,0-2 0-1,1-1 0-15,-1-2 0 0,0-5 0 0,3 4-64 0,-3-1 0 0,3-1-11 0,-3-3 1 16,3 6 26-16,0-3 6 0,-3 0 1 0,3 3 0 16,0-2 9-16,3-1 1 15,-3-3 1-15,3 3 0 0,-3-2-6 0,3 2 0 0,0 0-1 16,0 1 0-16,-1-1-7 0,4 5-2 16,-3-2 0-16,3 5 0 0,0-2-18 0,3 4 8 0,-3 1-8 0,3 3 0 15,-3-1 0-15,3 3 0 0,0-3 0 16,0 6 0-16,0 0 0 0,0 0 0 0,0-1 0 15,0 1 0-15,0 2 0 0,-4 3 0 0,4-5 0 0,0 5 0 16,-3 0 0-16,0 0 0 0,0 0 0 16,-6 0 0-1,6 5-23-15,-6-5-5 0,3 6 0 0,-3 2-1 0,0 2 29 0,-3 1 0 16,-3-3 0-16,0 5 0 0,0 3 0 0,-3 0 0 0,0 2 0 0,-5-2 0 16,2 3 0-16,0-1 0 0,0 3 0 0,-6-2 0 15,3-1 0-15,-3-2 0 0,-3 3 0 0,1-3 0 16,-1-1-57-16,0-1-6 0,-3-1-1 0,3 0 0 15,0 0 64-15,4-2 26 0,-1 0-2 0,0-3 0 16,3 2-38-16,0-2-8 0,6-3-2 0,-3 3 0 16,6-2 24-16,0 1 0 0,0-4 0 0,3 2 0 15,3-5 0-15,0 0 0 0,0 0 0 0,3 8 0 16,0-2 0-16,0-4 0 0,3 1 0 0,0 0 0 0,0-1 0 16,3 1 0-16,0-3 0 0,0 3 0 0,3-3 47 0,0 0 13 15,0 0 4-15,3 0 0 0,-1 2-55 0,1-2-9 16,0 0 0-16,3 3 0 0,0-1 0 0,-3-2 0 0,3 3 0 0,-3 0 0 15,2-3 0-15,-2 2 0 0,0-2 0 0,0 0 0 16,0 0 40-16,-3 0 2 16,3-2 1-16,0 2 0 15,0 0-31-15,-1 0-12 0,-2 0 8 0,3 2-8 0,-3-2 0 16,-3 0 0-16,3 3 0 0,-3-3 0 0,0 3 0 0,-3-3-9 0,3 2 0 16,-3-2 0-1,3 3-23-15,-3 0-5 0,-1-3-1 0,4 2 0 16,-3-2-123-16,0 0-25 0,3 3-5 0</inkml:trace>
  <inkml:trace contextRef="#ctx0" brushRef="#br0" timeOffset="125111.743">20598 5972 1743 0,'0'0'49'0,"0"0"11"0,-3-5-48 0,3 5-12 0,-3-6 0 0,3 6 0 0,0 0 102 0,-3-2 18 0,3 2 3 15,0 0 1-15,0 0-36 0,0 0-8 0,0 0 0 0,0 0-1 32,0 0-20-32,0 0-4 0,-6-3-1 0,6 3 0 15,-6 3-34-15,0 2-6 0,0-2-2 0,0 2 0 16,0 3 42-16,-3 3 8 0,0-1 2 0,0 3 0 0,-3-2-52 16,-3 2-12-16,3 0 0 0,-5 1 0 15,-1-1 0-15,0 0 0 0,-3 0 0 0,0 1 0 0,0 1 0 16,1 1 0-16,2 0 0 0,0 0 0 0,0-3-14 0,3 3-6 0,0 0 0 0,3-3-1 15,0 0-3-15,3-2 0 0,0 0 0 0,1-3 0 16,2 0-47-16,-3-3-9 16,3 0-3-16,0-2 0 0,3-1-112 0,-3-2-22 15</inkml:trace>
  <inkml:trace contextRef="#ctx0" brushRef="#br0" timeOffset="125391.476">20190 6041 1728 0,'-3'-11'36'0,"3"1"8"16,-3 2-35-16,3 2-9 0,0-2 0 0,0 3 0 16,0 0 73-16,0 5 13 0,0 0 2 0,0 0 1 15,0 0-20-15,0 0-4 0,0 0-1 0,6 0 0 16,-3 3 0-16,3 2 0 0,0 0 0 0,-3 0 0 16,3 3 0-16,0 0 0 0,-1 0 0 0,4 3 0 15,0-3-51-15,0 2-13 0,0-2 0 0,0 3 0 16,3-1 0-16,0-2 0 0,0 3 0 0,0 0 0 15,3-1 0-15,0 3 0 0,-1-2 0 0,4 2 0 0,-3 0 0 0,3 1 0 16,-3-1 0-16,3 3 0 0,-6-6 0 0,3 1 0 0,-1-1 0 16,-2 1 0-16,0-3 0 15,0 0 0-15,-3-3 0 0,0-2 0 0,-3 0 12 0,0-1-1 16,0 1 0-16,-3-3 0 16,-3 0-120-16,6 0-24 0,-3-5-5 0</inkml:trace>
  <inkml:trace contextRef="#ctx0" brushRef="#br0" timeOffset="125779.184">20740 5914 2262 0,'3'-8'64'0,"-3"0"14"16,0 3-62-16,3-3-16 0,-3 2 0 0,0 1 0 16,3 0 107-16,-3 5 18 0,0-5 4 0,0 5 1 15,0 0-104-15,0 0-26 0,0 0 0 0,0 0 0 16,0 0 44-16,0 0 4 0,3 5 1 0,-3 5 0 16,3 1-27-16,0 2-6 0,-3 0 0 0,3 3-1 15,-3-2-15-15,3 1 9 0,-3 1-9 0,3 0 8 0,-3 0-8 16,0 0 8-16,0-3-8 0,0 3 8 15,0-3-8-15,0 3 8 0,0-3-8 0,0 3 8 0,0 0-8 0,0 0 0 0,0 0 9 16,0 2-9-16,0 1 0 16,-3-1-20-16,3-2 4 0,0 3 1 15,0-6 15-15,-3 3 0 0,3-3 0 0,0-2 0 16,-3-1 0-16,3 1 0 0,0-6 0 0,-3 1 0 0,3-6-12 0,0 0 1 16,0 0 0-16,0 0 0 15,0 0-187-15,0 0-38 0</inkml:trace>
  <inkml:trace contextRef="#ctx0" brushRef="#br0" timeOffset="126789.694">18127 5998 2032 0,'0'0'42'0,"0"0"10"0,0 0-41 0,0 0-11 0,0 0 0 0,0 0 0 16,0 0 106-16,0 0 19 0,0 0 4 0,0 0 1 16,0 0-54-16,3 8-10 0,0-2-2 0,0 4-1 15,-3 4-21-15,3-4-4 0,-3 3-1 0,0 6 0 16,0-1-12-16,0 4-2 0,-3 1-1 0,3 6 0 15,-3 1-8-15,3 4-2 0,0 0 0 0,-3 3 0 16,3-2-3-16,3-3-1 0,0-3 0 0,0 2 0 16,0-4-8-16,3-3 0 0,0 0 9 0,0-1-9 15,3 1 0-15,0-3 8 0,0 0-8 0,2 1 0 16,4-4 0-16,0 1-15 0,3-3 3 0,0-1 0 16,3-1 12-16,-3-4 0 0,2 1 0 0,-2-3 0 15,0-3 0-15,3-2 0 0,-3-1 0 0</inkml:trace>
  <inkml:trace contextRef="#ctx0" brushRef="#br0" timeOffset="135651.303">22413 5731 1751 0,'-6'-10'36'0,"6"10"9"0,0 0-36 0,0-6-9 0,0 6 0 0,0 0 0 15,0 0 106-15,-3 0 19 0,3 0 4 0,0 0 1 16,-6 0-51-16,0 0-11 0,-2 3-1 0,2 5-1 16,-3 3-40-16,0 4-8 0,0 4-2 0,0 2 0 15,0 6-1-15,0-1-1 0,0 6 0 0,0 0 0 16,3-1-2-16,3-2-1 0,-3 0 0 0,6 1 0 15,0-1-2-15,0-3 0 0,3 3 0 0,0 0 0 16,6-2-9-16,0-1 10 0,0 3-10 0,3-2 10 16,3-3-10-16,0-3 0 0,3 0 9 0,2-5-9 15,-2 0 8-15,3-3-8 0,0-2 8 0,0-3-8 16,0-1 0-16,-4-1 9 0,4-1-9 0,0-2 0 16,-6-3-15-16,3 0-9 0,-3 0-3 0</inkml:trace>
  <inkml:trace contextRef="#ctx0" brushRef="#br0" timeOffset="136132.799">22869 5845 1956 0,'6'-8'40'0,"0"3"11"0,-3-3-41 0,0 0-10 15,3 3 0-15,-3-3 0 0,-1 2 98 0,1 1 18 0,-3 0 3 0,0 5 1 16,0-5-52-16,0 5-11 0,-3-3-1 0,1-2-1 16,-4 2-28-16,0 3-6 0,-3 0-1 0,-3 3 0 15,0-1-20-15,-3 4 9 0,-3 1-9 0,0 4 0 16,0 0 0-16,4 2 0 0,-4 3 0 0,3 0 0 15,3-1 0-15,0-1 0 0,3 2 0 0,0 2 0 16,6-5 0-16,0 1 0 0,3-1 0 0,3 0 0 16,0-2 0-16,3-1 0 0,6 3-10 0,-3-2 10 15,6-3 0-15,0 0 0 0,3 0 0 0,-1-3 0 16,1 3 0-16,3-3 0 0,0 1 0 0,-3 2 0 16,0-3 0-16,-3 0 12 0,-4 0-12 0,1 1 12 15,-3-1-4-15,-3-2-8 0,0 2 12 0,-6-5-4 16,0 0 0-16,-3 5 0 0,-3 1 0 0,0-1 0 0,-3-3 1 15,-3 4 0-15,1-4 0 0,-4 4 0 16,-3-4-9-16,3 4 8 0,-6-4-8 0,3 4 8 16,0-4-8-16,0 1 0 0,1 0 9 0,-1 2-9 15,3-3 0-15,3 1 0 0,0 0 0 0,0-1 0 16,3 1-25-16,0-3-10 0,3 0-1 0</inkml:trace>
  <inkml:trace contextRef="#ctx0" brushRef="#br0" timeOffset="137223.496">23533 6223 1193 0,'0'8'50'0,"0"0"-40"16,2-2 106-16,-2 1 22 0,0-1 4 0,0-6 1 15,0 5-23-15,0-5-5 0,0 5-1 0,0-5 0 16,0 0-28-16,0 0-6 0,0 0 0 0,0 0-1 15,0 0-14-15,0 0-2 0,0 0-1 0,0 0 0 16,0 0-9-16,3-5-1 0,0-3-1 0,-3 0 0 16,0-2-11-16,0-1-3 0,-3 0 0 0,3-2 0 15,-3-3-9-15,1 3-1 0,-1-3-1 0,-3 0 0 16,3 0-13-16,0-2-2 0,-3-1-1 0,0-4 0 16,3-1-10-16,-3-3 0 0,0-2 9 0,-3-3-9 15,6 1 0-15,-3-4 0 0,3 1 0 0,-3-3 0 16,6 5 0-16,-3 3 0 0,3 3 0 0,-3-1 0 15,6 3 0-15,-3 0 0 0,3 3 0 0,0-2 0 16,3 1 0-16,0 1 0 0,0 3 0 0,3-4-8 16,3 7 8-16,3-4-8 0,-1 3 8 0,4 3-8 15,0 2 8-15,0 1 0 0,0 2 0 0,0 8-8 0,0-5 8 0,-1 5-10 16,-5 5 10-16,0-5-10 0,0 5-2 0,-3 3-1 0,-3 3 0 16,-3-1 0-16,0 6 3 0,-3-3 1 0,-3 6 0 0,-3-1 0 15,0-2 9-15,-6 3 0 0,0-1-9 0,-6 4 9 16,-2-4-19-16,-1 1 1 0,0 2 0 0,-6 0 0 15,3-3-10-15,1 6-3 16,-1 0 0-16,0 0 0 0,0-3 10 0,0 0 1 0,-2 3 1 16,2-3 0-16,-3-2 19 0,3 2 0 15,-3-5 8-15,4 2-8 0,-1-2 0 0,3-3-12 0,3-2 1 0,3 0 0 16,0-1 11-16,6-2 0 0,0 3 0 0,3-3 0 16,3-3 0-16,0 0 0 0,3-5 0 0,3 8 0 15,0-5 0-15,0 2 0 0,3-2 0 0,3-1 0 16,3 1 20-16,0-3 0 0,6 0 0 0,0 0 0 15,0 0 11-15,5 0 1 0,-2 0 1 0,3 0 0 16,0-3-5-16,0 1-2 0,-3-1 0 0,2 0 0 16,1 1-6-16,3-1-2 0,0 0 0 0,3 1 0 15,-4-1-7-15,4 3-2 0,0 0 0 0,0-2 0 16,-4 2-9-16,-5 0 0 0,0 0 0 0,0 0 8 16,-6 0-8-16,0 0 0 0,-3 0 9 0,-3 0-9 15,-1 0 25-15,-2 0 1 0,0 0 0 0,-3 0 0 16,-3 0-44-16,0 0-9 0,0 0-1 0,0 0-1 15,0 0-5-15,6 2-1 0,-6-2 0 0,0 0 0 16,0 0-23-16,3 5-5 0,-3-5-1 0,0 0 0 16,0 0-154-16,0 0-31 0</inkml:trace>
  <inkml:trace contextRef="#ctx0" brushRef="#br0" timeOffset="137809.09">24295 5744 1773 0,'0'0'36'0,"0"0"11"0,2-2-38 0,1-3-9 0,0 2 0 0,-3 3 0 15,0 0 111-15,0 0 20 0,0 0 4 0,0 0 1 16,0 0-40-16,0 0-8 0,0 0-2 0,0 0 0 15,0 0-29-15,0 0-5 0,0 0-2 0,-6 3 0 16,1 2-25-16,-4 3-5 0,3 2 0 0,-6 1-1 16,3 5-19-16,-3-3 0 0,-3 6 8 15,0-1-8-15,0 3 0 0,-3-2 0 0,-2 2 8 0,-1 0-8 16,0 0 0-16,0-5 0 0,-3 3 0 0,3-3-9 16,1-1-11-16,-1 1-1 0,3-2-1 0,-3-1 0 31,6-3-18-31,0 4-3 0,0-4-1 0,1-2 0 0,2 0-104 0,3 0-20 0,0-3-5 15</inkml:trace>
  <inkml:trace contextRef="#ctx0" brushRef="#br0" timeOffset="138119.218">23919 5771 1698 0,'0'-16'72'15,"0"3"-58"-15,3 0 106 16,-3 2 20-16,0 0 5 0,3 3 1 0,-3 3-46 0,0 0-8 0,3 0-3 0,0-1 0 15,-3 6-28-15,3-2-5 0,3 2-2 0,-3 0 0 32,3 2-30-32,3 1-5 0,-3 2-2 0,3 3 0 15,0 0 0-15,3 5 0 0,-3-2 0 0,3 7 0 16,3 1-6-16,-3 2-2 0,2 3 0 0,1 0 0 0,0 2-9 16,0-2 0-16,0 0 0 0,0 0 8 0,0-3-8 0,0 3 0 0,-4-6 9 15,4 3-9-15,-3-2 17 0,0-3-1 0,-3-3 0 0,3 0 0 16,-3 0-16-1,-3-2 0-15,3 0 0 0,-3-3 0 16,0 2 0-16,0-2-17 0,0 0 3 0,-3-3 1 16,3 3-31-16,-3-2-5 0,0-1-2 0,-1 0 0 15,-2-5-117-15,0 0-23 0,6 3-5 0</inkml:trace>
  <inkml:trace contextRef="#ctx0" brushRef="#br0" timeOffset="138872.746">24491 5816 1242 0,'-6'0'52'0,"6"0"-41"15,-6 0 93-15,6 0 20 0,-6 0 3 0,6 0 1 16,0 0-24-16,-6 0-5 0,6 0-1 0,0 0 0 16,0 0-10-16,0 0-1 0,-3-5-1 0,3 5 0 15,-3-3-14-15,3 3-4 0,-3-5 0 0,3-1 0 16,3 1-18-16,-3 0-4 0,6 0-1 0,-3-1 0 15,3 1-13-15,3 0-2 0,-3-1-1 0,3 1 0 16,3 0-5-16,-3-1-2 0,3 4 0 0,-3-1 0 16,2 1-6-16,1-1-2 0,0 0 0 0,0 1 0 15,-3 2-6-15,0-3 0 0,0 3-8 16,0 0 12-16,-3 0-12 0,0 0 11 0,0 0-11 0,0 0 10 16,-3 0-10-16,-3 0 0 0,6 3 0 0,-6 2 8 15,3 3-8-15,-3 0 0 0,-3 2 0 0,0 4 8 16,0-1-8-16,0 3 0 0,-3 2 0 0,0 1 0 15,-3-1 0-15,0 1-12 0,-3-1 2 0,3 3 1 16,-3-2-2-16,-3-3 0 0,3 2 0 0,-2-2 0 0,2-3 11 16,0 1 0-16,0-1-9 0,0 0 9 0,0-2 0 0,6-3 0 15,0-3-9-15,3 3 9 0,3-3 0 16,0 1 0-16,3 1 0 0,0-4 0 0,0 2-9 16,6-2 9-16,-3 0 0 0,6-1-9 0,-3 1 9 15,6 0 0-15,-3-3 0 0,2 0 0 16,1 0 0-16,0 0 0 0,0 0 0 0,3 0 8 15,-3-3-8-15,0 0 0 0,3 1 0 0,-4-1 0 0,1 0 0 0,3 1 8 0,0-1-8 0,0 0 0 16,-3-2 0-16,0 3-20 0,0-1 4 0,-1 0 1 31,-2-2-124-31,0 0-25 0,-3-1-4 0</inkml:trace>
  <inkml:trace contextRef="#ctx0" brushRef="#br0" timeOffset="139137.768">24729 5504 2553 0,'-3'-6'72'15,"0"-2"16"-15,3 8-70 0,0 0-18 0,3-2 0 0,6 2 0 16,0 2 76-16,6 6 11 0,3 0 2 0,0 3 1 16,-1 2-22-16,7 0-5 0,-3 6-1 0,0 2 0 15,-3-2-15-15,0 2-3 0,0 3-1 0,-7-1 0 16,1 6-15-16,-3 1-2 0,-3 4-1 0,0 0 0 15,-3 1-13-15,-3-1-4 0,0 1 0 0,-6-1 0 16,3-2-8-16,-6-3 0 0,3-3 0 0,-6 1 8 16,1-3 5-16,-7 2 1 0,3 0 0 0,-3 1 0 15,-3-1-62-15,3-2-13 0,-3 3-3 0,1 2 0 16,-1-8-52-16,0-3-12 0,3 1-1 0</inkml:trace>
  <inkml:trace contextRef="#ctx0" brushRef="#br0" timeOffset="141761.164">20827 5694 2030 0,'0'0'57'0,"0"0"14"0,0 0-57 0,0 0-14 0,0 0 0 0,0 0 0 15,0 0 69-15,0 0 11 0,6-2 3 0,0 2 0 16,0 0-31-16,3 2-7 0,-1 1-1 0,4 2 0 16,-3 8-13-16,3-5-3 0,3 6-1 0,-3 1 0 15,0 4-7-15,0 2-2 0,-3 6 0 0,3-1 0 16,-3 3-6-16,3 3 0 0,-4 0-1 0,1-1 0 16,0 1-11-16,-3-3 8 0,0 0-8 0,0 6 8 15,0-1-8-15,-3 3 10 0,-3 0-10 0,0 3 10 16,-3-3-10-16,0-5 0 0,0 2 0 0,-3-2 0 15,0 0 0-15,-6-6 0 0,3 1 0 0,-2-4 0 16,-4 1 10-16,0-3 0 0,-3 0 0 0,0 1 0 16,-3-4-18-16,0-2-4 0,3 3-1 0,-2-4 0 15,-1-4-24-15,3 2-5 0,0-5-1 16,0 3 0-16,3-6-133 0,0-2-28 0,4-3-4 0</inkml:trace>
  <inkml:trace contextRef="#ctx0" brushRef="#br0" timeOffset="143870.42">21538 5800 1659 0,'0'0'34'0,"0"0"10"0,0 0-36 0,0-5-8 0,0-1 0 0,0-1 0 16,0 7 107 0,0-6 19-16,3 1 4 0,-3 5 1 0,0-5-35 0,3 2-8 0,-3 3 0 0,0-5-1 15,0 5-19-15,0 0-4 0,0-6-1 0,0 6 0 16,0 0-18-16,0 0-3 0,0-5-1 0,0 5 0 16,0 0-13-16,0 0-2 0,0-5-1 0,0 5 0 15,0 0-5-15,0 0 0 0,0 0-1 0,0 0 0 16,0 0-7-16,0 0-2 0,0 0 0 0,0 0 0 15,0 0-10-15,0 0 8 0,0 0-8 0,0 0 8 16,0 0-8-16,0 0 0 0,0 0 0 0,0 0 8 16,0 0-8-16,3 5 0 0,-3 3 0 15,3 0 8-15,-3 0-8 0,3 3 0 0,-3-1 9 0,0 1-9 16,3-1 0-16,-3 3 0 0,0 1 0 0,0-1 8 16,3 0-8-16,-3 0 0 0,0 1 0 0,3-1 0 15,-3 0 0-15,0 0 0 0,3 1 0 0,-3-1 0 16,0 0 0-16,3 0 0 0,-3-2 0 0,0-1 0 15,0 1 0-15,0-3 0 0,0 3 0 0,0-1 0 16,0 1 0-16,0-3 0 0,0 0 0 0,0 2 0 16,0-2 0-16,0 0 0 0,0 3 0 0,0-1 0 15,-3 1 0-15,3-1 8 0,0-2-8 0,0 6 0 16,-3-4 0-16,3 1 0 0,0-1 0 0,0 4 8 16,0-4-8-16,0 1 0 0,0-1 0 0,0 3 0 15,0-5 0-15,0 3 0 0,3 0 0 0,-3-1 0 16,0 1 0-16,3-3 0 0,-3 0 0 0,3 2 0 0,-3-2 0 15,3 3 0-15,0-3 0 0,-3 0 0 0,3-3 0 16,-3 3 0-16,3-3 0 0,-3 3 0 16,3-3 0-16,-3 1 0 0,3-1 0 0,-3-2 0 15,3 2 0-15,-3 0 0 0,0 3 0 0,3-3 8 16,-3 1-8-16,0-1 0 0,0-5 0 0,0 5 8 0,0 1-8 0,0-1 0 16,0 0 0-16,0 3 0 0,0-5 0 0,0 2 0 0,0 0 0 15,0 1 0-15,0-6 0 0,0 5 0 0,0 0 0 0,0-5 0 16,0 8 0-16,0-5 0 0,0 2 0 0,0-5 0 15,0 8 0-15,0-8 0 0,3 5 0 0,-3-5 0 16,0 6 0-16,0-6 0 0,0 5 0 0,0-5 0 16,3 5 0-16,-3-5 0 0,0 5 0 0,0-5 0 15,0 0 0-15,0 0 0 0,0 0 0 0,0 0 0 16,0 0 0-16,0 0 0 0,0 0 0 0,0 0 0 16,0 0 0-16,0 0 8 0,0 0-8 0,0 0 0 15,0 0 0-15,0 0 9 0,0 0-9 0,0 0 0 16,0 0 10-16,0-5-10 0,-3-3 8 0,3 3-8 15,0 0 8-15,-3-3-8 0,3 2 0 0,-3 1 8 16,3-3-8-16,0 0 12 0,-3 0-12 0,3 0 12 16,0 0-4-16,0-2 0 0,0-1 0 0,0-2 0 15,0 2-8-15,0-2 10 0,0 0-10 0,0 0 10 16,0-3-10-16,3 0 12 0,-3 0-12 0,0-2 12 16,0 2-12-16,0-3 12 0,0 1-12 0,-3 2 12 15,3-3-12-15,0 1 12 0,0 2-12 0,-3 0 12 16,3 0-12-16,-3 3 0 0,3 0 9 0,-3 2-9 15,3 1 0-15,-3-4 0 0,3 6 0 0,0-5 8 16,-3 5-8-16,3-2 0 0,-3-1 0 0,0 0 0 0,3 1 0 16,-3-1 0-16,0 1 0 0,0-1 8 0,3-2-8 0,-3 2 0 15,0-2 0-15,0 2 8 0,3-2-8 16,-3 3 0-16,0-4 8 0,3 1-8 0,-3 3 0 0,0-4 0 0,3 1 0 0,-3 3 8 16,3-1-8-16,-3 3 0 0,0-3 0 0,3 1 0 15,0 2 0-15,-3 0 0 16,3 0 0-16,0 3 0 0,0-3 0 0,-3 3 0 0,3-1 0 0,0 1 0 15,0 0 0-15,-3 2 0 0,3-2 0 0,0-1 0 16,0 6 0-16,0-2 0 0,0 2 0 0,0-5 0 16,0 5 0-1,0-3 0-15,0 3 0 0,0 0 8 0,0 0-8 0,0-5 0 0,0 5 0 0,0 0 0 16,0 0 0-16,0 0 0 0,0 0 0 0,0 0 0 16,0 0 0-16,0 0 0 0,0 0 0 0,0 0 0 15,0 0 0-15,0 0 0 0,0 0 0 0,0 0 0 16,0 0 0-16,0 0 0 0,0 0 0 0,0 0-8 15,0 0 8-15,6 5 0 0,-3-2 0 0,3 2 0 16,-3 3 0-16,0-3 0 0,0 3 0 0,0 3 0 16,0-1 0-16,0 3 0 0,0 1 0 0,0 1 0 15,-3 1 0-15,3 0 0 0,0 3 0 0,-3-1 0 16,0 1 0-16,3-3 0 0,-3 0 0 0,3-1-8 16,-3-1 8-16,0-1 0 0,3 0 0 0,-3 0 0 15,0 1 0-15,0-4 0 0,0 1 0 0,0-1 0 16,0 1 0-16,0 0 0 0,0-1 0 0,0 1 0 15,0-1 0-15,-3 3 0 0,3-2 0 0,0 2 0 0,0 1 0 16,-3 1 0-16,3 1 0 0,0 0 0 16,0 0 0-16,-3 0 0 0,3 2 0 0,0 1 0 0,-3-6 0 15,3 0 0-15,0 1 0 0,-3-1 0 16,3 0 0-16,0-2 0 0,-3-1 0 0,3 1 0 16,0-3 0-16,-3 0 0 0,3 0 0 0,0 0 0 0,0 0 0 15,0-3 0-15,0 3 0 0,3-3 0 0,-3 0 0 0,0 1 0 16,0-6 0-16,3 5 0 0,-3-5 0 0,0 5 0 0,3 1 0 0,-3-6 0 15,0 5 0-15,3 0 0 0,-3-5 0 0,3 5 0 16,-3-5 0-16,0 3 0 0,0-3 0 0,3 5 0 16,-3-5 0-16,3 6 0 0,0-4 0 0,-3-2 0 15,3 6 0-15,-3-6 0 0,0 0 0 0,3 2 0 16,-3-2 0-16,0 6 0 0,0-6 0 16,0 0 0-16,3 2 0 0,-3-2 0 0,0 0 0 0,3 5 0 15,-3-5 0-15,0 0 0 0,0 0 0 0,0 0 0 16,0 0 0-16,0 3 0 0,0-3 0 0,0 0 0 15,0 0 0-15,0 0 0 0,0 0 0 0,0 0 0 16,0 0 0-16,0 0 0 0,0 0 0 0,0 0 0 16,0 0 0-16,0 0 0 0,0 0 0 0,0 0 0 15,0 0 0-15,0 0 0 0,3-3 0 0,-3-2 8 16,3 0-8-16,-3 0 0 0,0-1 0 0,0-2 0 16,0 0 0-16,0-2 8 0,0 2-8 0,0-3 0 15,0-2 8-15,0 0-8 0,0 0 10 0,-3-3-10 16,3-3 11-16,0-2-11 0,0 0 12 0,0-6-12 15,0 4 9-15,-3-1-9 0,0-3 0 0,3 1 9 16,-3 5-9-16,0 0 8 0,3 5-8 0,-3-3 8 16,0 3-8-16,3 0 0 0,-3 3 9 0,0 3-9 15,0-4 0-15,0 1 0 0,0 0 0 0,0-3 8 0,3 3-8 0,-3-3 0 16,0 0 0-16,0 0 0 0,3 0 0 0,-3 0 0 0,0 1 0 0,0 1 8 16,0-2-8-16,0 3 0 0,3-3 0 0,-3 3 0 15,3 2 0-15,-3 1 0 0,3 2 0 0,-3 0 0 16,3 3 0-16,0-1 0 0,-3 1 0 0,3 0 0 15,0 5 0-15,0 0 0 0,0 0 0 0,0 0-8 16,0 0-11-16,0 0-1 0,0 0-1 0,0 0 0 31,0 0-31-31,0 0-5 0,0 0-2 0,0 0 0 16,6 3-140-16,0 2-28 0</inkml:trace>
  <inkml:trace contextRef="#ctx0" brushRef="#br0" timeOffset="148825.72">13067 8385 1545 0,'0'0'32'0,"0"0"8"0,0 0-32 0,0 0-8 0,0 0 0 0,0-5 0 16,0 5 112-16,0 0 20 0,0 0 4 0,0 0 0 16,0 0-58-16,3-3-12 0,-3 3-2 0,0 0-1 15,6-2-19-15,-3 2-3 0,3 0-1 0,0 0 0 16,0 2-7-16,-1 1-1 0,4 2-1 0,0-2 0 16,0 2-13-16,3-2-2 0,0 2-1 0,3-2 0 15,0-1-15-15,0 1 11 0,3 0-11 0,-1-1 10 16,1-2-10-16,-3 0 12 0,3 0-12 0,0-2 12 15,-3-1 4-15,0 0 0 0,0 1 1 0,-1-1 0 16,1-2 3-16,0-3 1 0,0 0 0 0,-3 0 0 16,-3 0 5-16,0 0 1 0,0-3 0 0,-3 1 0 15,-3-1-1-15,0 1 0 0,-3-1 0 0,0 1 0 16,-6-1 2-16,0 0 1 0,0 1 0 0,-3-1 0 16,-3 1-11-16,3 2-2 0,-3 0-1 0,-3 0 0 15,3 3-7-15,-3-1-8 0,4 4 11 0,-4-1-11 16,0 3 8-16,0 0-8 0,-3 0 0 0,3 0 0 0,0 3 0 0,0 2 0 0,4 3 0 15,-1 0 0-15,0 0 0 0,3 5-11 16,0 0 11-16,3 3-10 0,3 0 10 16,0 2-12-16,0 1 12 0,3-1-12 15,3 1-4-15,3-3 0 0,0 0-1 0,3 0 0 0,0-3 1 0,0 0 0 0,3 0 0 0,2 1 0 16,-2-4-4-16,3-2 0 0,0 3 0 0,3-3 0 16,-3-3 0-16,0 0-1 0,0 0 0 0,-1-2 0 31,1-3-34-31,0 0-6 0,3 0-2 0,0-3 0 15,0 1-149-15,3-3-29 0,-3-3-7 0</inkml:trace>
  <inkml:trace contextRef="#ctx0" brushRef="#br0" timeOffset="149743.946">13680 8356 1337 0,'-3'-13'56'16,"0"-3"-44"-16,0 3 92 0,0 2 20 0,0-2 3 0,0 0 1 16,-3 2 16-16,6 1 4 0,-3-1 1 0,3 3 0 15,0 0-66-15,0 0-14 0,0 3-2 0,3 0-1 16,-3-1-24-16,0 6-5 0,6-2-1 0,-3 2 0 15,3 0-19-15,0 2-4 0,0 1-1 0,0 2 0 16,-3 6-2-16,3-1-1 0,0 4 0 0,-3 1 0 16,3 1-9-16,-3 3 0 0,0 2 9 0,0 0-9 15,0 0 0-15,0-2 9 0,-3-1-9 0,3-2 0 16,-3 3-11-16,0-3-9 0,-3 0-1 0,3-1-1 16,-3-4 22-16,3 2 0 0,-3 0 0 0,0-5 0 15,0 3 0-15,3-6 0 0,0-5 0 0,-3 8 0 16,3-8 0-16,0 0 0 0,0 0 0 0,0 0 0 15,0 0 47-15,-6-2 13 0,3-4 4 0,0-2 0 16,3 0-52-16,3 0-12 0,-3-2 0 0,3-3 0 16,0 2 0-16,0-2 0 0,3 0 0 0,-3-1 0 15,3-4 54-15,0 2 8 0,-1-3 2 0,1 4 0 0,0-1-52 0,3 0-12 0,0 0 0 16,-3 0 0 0,3 5 0-16,0 1 0 0,0 2 0 0,0 0 0 0,0 5 0 0,-3 1 0 0,3 2 0 0,-3 2 0 15,0 4 0-15,3 2 0 0,-3 2 0 0,-1 3 0 16,1 1-12-16,0 2-6 0,0-1-1 0,-3 4 0 31,0-6-21-31,3 3-4 0,-6-3 0 0,3 3-1 0,0-3 36 0,-3-2 9 0,0 2 0 0,0-2 0 16,0-1 0-16,-3-2 0 15,0-2 0-15,0 2 0 0,0-3-13 0,3-5-7 16,0 0-2-16,0 0 0 0,0 0-18 0,0 0-3 16,0 0-1-16,-3-5 0 0,3-1 44 0,0-2 19 0,3-5-2 0,-3 2 0 15,6-4-27-15,-3-4-6 0,3 1 0 0,3-4-1 16,0-4 17-16,3-3 0 0,-3-3 0 0,3-2 0 15,0 2 0-15,3 3 0 0,-4 0 0 0,4 0 0 16,3 2 0-16,-3 1 0 0,3-3 0 0,-3 5 0 16,0 0 48-16,-3 3 12 0,-3 0 4 0,2 2 0 15,-2 3-52-15,0 3-12 0,0 0 0 0,0 2 0 16,0 3 0-16,-3 3 0 0,3 2 0 0,-3 1 0 16,0 4 30-16,0 4 3 0,0-4 1 0,0 9 0 15,0 2-23-15,0 0-11 0,0 3 10 0,0 3-10 16,0-1 0-16,-4 3 8 0,4 1-8 0,-3-1 0 15,0 0 0-15,0 3 8 0,-3 0-8 0,3 5 0 16,-3 0 0-16,0 5 0 0,3-2 0 0,-3 2 0 16,0-2-31-16,0-3-9 0,0-2-1 15,0-4-1-15,0 1 34 0,0-5 8 0,0-1 0 0,-3-2 0 0,3 0-9 0,0-5 0 16,0-1 0-16,0-2 0 0,0-3 9 16,0-5 0-16,0 0 0 0,0 0 0 0,0 0 0 0,0 0 8 15,6 0-8-15,0-5 11 0,0 0 12 0,0-3 2 0,0 0 1 16,-3 0 0-16,3-3-6 0,-3 1 0 15,0-1-1-15,-3-2 0 0,3 0 2 0,-3-3 1 0,-3-3 0 0,0 1 0 16,0 2-22-16,-3-3 0 0,0 1 0 0,0-1 0 16,-3 6 0-16,-3 0 0 0,3 0 0 0,-2 5 0 15,-4 5 40-15,3 1 3 0,-3-1 1 0,0 8 0 16,3-2-35-16,0 5-9 0,0 0 0 0,3 5 0 16,-3 0 0-16,6 0 0 0,-2 3 0 0,5 0 0 15,-3-3 0-15,6 3-8 0,-3-5 8 0,6 2 0 16,-3-2-8-16,3-1 8 0,3 1-8 0,-1-1 8 15,1-2 0-15,0-2-10 0,3-1 10 0,-3 0 0 16,6 0-8-16,-3-5 8 0,3 3 0 0,0-3 0 16,3 0-33-16,3-3 0 15,2-2 0-15,1 0 0 0,3-3-171 0,0-3-35 0,3 1-6 16</inkml:trace>
  <inkml:trace contextRef="#ctx0" brushRef="#br0" timeOffset="151074.316">14501 8142 2066 0,'0'0'43'0,"0"0"10"0,0 0-42 0,0 0-11 0,0 0 0 0,0 0 0 16,0 0 53-16,0 0 9 0,0 0 2 0,0 0 0 15,0 0 0-15,0 0 0 0,0 0 0 0,0 0 0 16,0 0 0-16,0 0 0 0,6 5 0 0,0 0 0 16,-3 1-52-16,3-1-12 0,0 3 0 0,0 0 0 15,0 5 0-15,-3-2 0 0,3 2 0 0,0 3 0 16,0 0 0-16,0-1 0 0,-3 1 0 0,3 3 0 15,-3-3 0-15,0-3 0 0,-3 3 0 0,3 0 0 16,-3-3 0-16,0-2 0 0,0-1 0 0,-3-2 0 16,3 0 0-16,-3 3 0 0,0-6 0 0,0 3 0 15,3-8 0-15,0 0 0 0,0 0 0 0,0 0 0 16,0 0 0-16,0 0 0 0,0 0 0 0,0 0 0 0,0 0 0 16,0 0 0-16,-3-5 0 0,-3-1 0 15,6-2 0-15,-3 0 0 0,3 0 0 0,0-5 0 0,0 3 0 16,3-4 0-16,-3 1 0 0,3-3 0 0,0 0 0 0,0 0 0 15,3 1 0-15,-3-1 0 0,3 0 54 0,0 3 8 0,0-3 2 16,0 5 0-16,3 1-52 0,-3-1-12 0,-1 3 0 16,4 0 0-16,-3 3 0 0,3 0 0 0,0 2 0 0,0 3 0 15,0-3 0-15,0 3-13 0,0 0 2 16,0 3 1-16,0 0 10 0,0 2 0 0,-3 0 0 0,3 3 0 16,0 0 0-16,-3 3 0 0,-1 2 0 0,1 0-8 15,3 0 8-15,-3 3 0 0,-3-3 0 0,3 3 0 16,-3-3 0-16,0 1-8 0,0-1 8 0,0 0 0 15,-3-2 0-15,0-1 19 0,0 1-3 0,0-3-1 16,-3-3-15-16,0 0 0 16,3-5 0-16,-3 6 0 0,3-6 0 0,0 0 0 0,0 0 0 0,-6 2 0 15,6-2 0-15,0 0 0 0,-6 0 0 0,6 0 0 16,-3-5 0-16,-3 2 0 0,3-2 0 0,0 0 0 16,0-3 0-16,3-3 0 0,0 1 0 0,-3-1 0 15,3-2 27-15,3 0 2 0,-3-3 1 0,0 3 0 16,3-3-13-16,3 0-2 0,0 0-1 0,0 3 0 15,0 0-2-15,3 2-1 0,-3-2 0 0,3 5 0 16,0 0-11-16,-3 0 12 0,3 3-12 0,0-1 12 16,0 1-12-16,0 0 8 0,0 2-8 0,0 0 8 15,-4 3-8-15,4-2 0 0,-3 2 9 0,0 0-9 16,0 2 0-16,0 1 0 0,-3 2 0 0,3 1 8 0,-3 2-8 0,0 0 0 0,0 2 0 16,0 3 0-16,3 1 0 0,-3 1 0 0,0 1-11 0,-3 3 11 15,3-3 0-15,0 2-9 0,0-2 9 0,-3 3 0 31,3-3-55-31,0-3-5 0,3 3-2 0,-3-3 0 0,0-3 42 0,3 1 9 0,0 0 2 0,0-3 0 32,0-3-39-32,-1 0-7 0,1 0-1 0,0-2-1 0,3-3 29 0,-3 0 5 0,0-3 2 15,3 1 0-15,0-3 21 0,-3-1 0 0,3-2 0 0,0 0 0 16,0-2 19-16,0-1 1 0,0-2 1 0,0-3 0 16,-3 3 35-16,3-3 6 0,-4-3 2 0,1 1 0 15,0 2-27-15,0-2-5 0,-3 2 0 0,3 0-1 16,-3 0 5-16,0 5 0 0,3 1 1 0,-3 2 0 15,-3 0-15-15,3 3-3 0,-3 2-1 0,0 3 0 16,0 0-9-16,0 0-1 0,0 0-8 0,0 0 12 16,0 8-12-16,-3 5 0 0,0-2 0 0,3 5 0 15,0 2 0-15,0 1 0 0,0-1 0 0,3 3-10 16,0-2 10-16,0-1-12 0,0 1 12 0,3-3-12 16,0-3-5-16,3 0-2 0,-3 0 0 0,3-2 0 15,0-3 19-15,3-3 0 0,-3 1 0 0,2-4 0 16,1 1-19-16,-3-1 0 0,3-2 0 0,0-2 0 15,-3-1 19-15,0 1 0 0,0-1 0 0,0-2 0 16,0-1 0-16,0-2 14 0,0 0-2 0,0-2-1 16,-3-1 9-16,2-2 1 0,-2 0 1 0,0 0 0 15,-3-3 3-15,0 0 1 0,-3 0 0 0,0 0 0 0,0 0-2 0,-3 3 0 0,0-3 0 16,0 3 0-16,-6 2-24 16,3 1 0-16,-2 2-9 0,-1-3 9 0,-3 6-12 0,0 0 4 0,0 2 8 15,-3-2-13 1,-3 5-21-16,0-3-4 0,-3 0-1 0,4 1 0 15,-4 2-117-15,3 2-24 0,-3-2-5 0</inkml:trace>
  <inkml:trace contextRef="#ctx0" brushRef="#br0" timeOffset="152684.581">15752 7957 2135 0,'3'-8'44'0,"3"0"11"0,-3 2-44 0,3-2-11 0,-4 3 0 0,1 0 0 15,0 2 92-15,0-2 16 0,-3 5 3 0,0 0 1 0,0 0-38 16,0 0-7-16,0 0-2 0,0 0 0 16,0 0-28-16,0 0-5 0,0 0-2 0,3 8 0 0,0 2-12 0,0 4-2 0,-3-4-1 0,0 6 0 15,3 0-15-15,-3 2 0 0,0-2 0 0,3 6 0 16,-3-1 0-16,0 0 0 0,0 0 0 0,0 3 0 15,0 0 0-15,-3-1 0 0,3 4-13 0,0 2 4 32,0-5-26-32,0 0-5 0,0 2 0 0,0-5-1 15,0-2 33-15,0-1 8 0,3-4 0 0,-3-1 0 0,0-3 0 16,3-2 0-16,-3-2 0 0,0-1 0 0,0-5 0 0,0 0 0 0,0 0 0 0,0 0 0 16,0 0 0-16,0 0 0 0,3-5 0 0,-3-3 0 15,0 2 0-15,0-4 0 0,0-1 0 0,-3 1 0 16,0-4 42-16,0 1 10 0,0-5 3 0,0 2 0 15,-3 0-37-15,0 0-7 0,1 0-2 0,-4 3 0 16,0-3-9-16,0 3 0 0,-3 2 0 0,0 1 0 16,0 2 0-16,-3 2 0 0,-3 1 0 0,3 0 0 15,-2 2 25-15,-1 3 3 0,0 0 1 0,3 3 0 16,0-1-29-16,0 1 0 0,3 5 0 0,0 0 0 16,3 0 0-16,3 5-8 0,0 0 8 0,1 3 0 15,2 3-17-15,3-3 3 0,3 5 1 0,0-3 0 16,2 1-10-16,4-3-1 0,0 0-1 0,3 0 0 15,0-3-4-15,3-3-1 0,0 4 0 0,3-4 0 16,0-2 7-16,-1-3 2 0,4 1 0 0,-3-1 0 16,0-5 12-16,0 3 9 0,0-3-12 0,0-3 12 15,-3 3 0-15,-1-3 0 0,4-2 0 0,-3 0 0 16,3-1 0-16,-3-1 0 0,0-1 12 0,0 0-3 0,0-3 44 16,-4-2 9-16,1 2 2 0,0-5 0 15,-3 0-36-15,0 1-6 0,0-4-2 0,-3 1 0 0,0 2 16 16,0 0 4-16,0 0 0 0,-3 0 0 0,0 3-12 15,0 0-3-15,-3 2 0 0,3 0 0 16,-3 3-5-16,0 1-2 0,0 1 0 0,-3 1 0 0,3 5-6 0,0 0-2 16,0 0 0-16,0 0 0 0,0 0-10 0,0 0 0 0,0 0 0 0,0 0 0 15,0 5 0-15,0 3 0 16,0 3 0-16,0-3 0 0,0 5-11 0,3-2 11 0,0 2-8 0,0 0 8 16,0 3-17-16,0-3 1 0,3-2 1 15,0 2 0-15,0-3-21 16,2 1-4-16,-2-3 0 0,3 0-1 0,0-3 5 0,-3-2 0 0,3-3 1 15,0 0 0-15,-3 0 26 0,0-3 9 0,3-2 0 0,-3 0-9 16,0-1-3-16,0-2 0 0,-3 0 0 0,3 3 0 16,-3-5 61-16,0 2 12 0,-3-3 3 0,3 1 0 15,0-1-52-15,-3 3-12 0,0-5 0 0,3 5 0 16,-3-3 16-16,0 1 0 0,0 2 0 0,0 0 0 16,0 2-26-16,0 1-5 0,0 3-1 0,0 2 0 15,0 0 16-15,0 0 0 0,0 0 0 0,0 0 0 16,0 0 0-16,0 5 0 0,0 3 0 0,3 2 0 15,-3 1 0-15,3 2 0 0,0 0 0 0,-1 3 0 16,1 0 0-16,0 0 0 0,0 3 0 0,0-4 0 16,3 1 0-16,-3-2 0 0,3-1 0 0,0 0 0 15,-3 0 0-15,3-5 0 0,0 0 0 0,3 0 0 16,-3-3 0-16,0-2 0 0,3 2 0 0,-3-5 0 16,0 0 0-16,6 0 0 0,-3-2 0 0,0-1 0 0,-1-2 0 15,4-1 0-15,-3-4 0 0,3-1 0 0,0-2 0 0,0-3 0 16,0-2 0-16,0-1 0 0,-3-2 0 0,3-3 0 15,0 0 0-15,-3 0 0 0,-1 1 48 0,4-1 13 0,-3 0 3 16,0-2 0-16,0 2-52 0,0-3-12 0,-3 1 0 16,0-1 0-16,0-2 0 0,-3 0 0 15,3 0 0-15,-6 0 0 16,0 5 0-16,0 0 0 0,-3 6 0 0,0-1 0 0,0 3 22 16,-3 6 2-16,0-1 0 0,0 3 0 0,0 0-24 0,0 6 0 15,0-1 0-15,0 0 8 0,-3 6-8 0,3 0 0 0,0-1 0 0,0 9 0 16,1 2-12-16,-1 3 2 0,0 5 1 0,0 3 0 15,3 0 1-15,-3 2 0 0,3 3 0 0,3 1 0 16,-3-1 8-16,3-6-13 0,0 1 5 0,0 0 8 16,3 0 0-16,0-3 0 0,0 0 0 0,0 0 0 15,3 3-56-15,0-3-6 16,0 1-2-16,0-1 0 0,2 0 52 0,1-5 12 0,0 0 0 0,0-1 0 16,3-4 0-16,0 0 0 0,0-6 0 0,3 3 0 15,-3-5 0-15,0-3 0 0,3 0 0 0,-4 0 0 16,4-6 0-16,0-2 0 0,0 0 0 0,3-5 0 15,-3 0 0-15,3-3 0 0,0 0 0 0,2-2 0 16,-2 2 0-16,0 0 13 0,0 0-2 0,0 0-1 16,-3 3 8-16,0 0 2 0,-4-1 0 0,-2 4 0 15,0-3 4-15,0 2 0 0,-3 0 1 0,-3 4 0 16,0-1-4-16,-3 2-1 0,0-2 0 0,-3 6 0 16,0-4-7-16,0 4-1 0,-3-1-1 0,-3 3 0 15,-3 0-11-15,1 3 0 0,-4-1 0 0,-3 1 8 16,3 2 26-16,-3 3 5 0,3 0 1 0,-3 3 0 15,3-1-84-15,4 1-16 0,-1 2-3 0,3 3-1 16,3 0 52-16,3 2 12 0,0-2 0 0,3 6 0 16,3-1 0-16,3 0 0 0,3 0 0 0,3 0 0 15,-1-2 0-15,4-1 0 0,3-2 0 0,0 0 0 0,3-3 0 0,0-2 15 0,3-1-3 16,-1-2-1-16,-2-2-11 0,0-1-16 0,3 0 4 0,-3-2 1 16,0 2 11-16,-4-5 0 0,4 3 0 0,-3-3 0 15,0 0 0-15,3-3 0 0,-6 3 0 0,3 0 0 16,-4-5-120-16,1 2-21 15,-3 1-5-15</inkml:trace>
  <inkml:trace contextRef="#ctx0" brushRef="#br0" timeOffset="157594.297">25265 5834 1773 0,'0'0'36'0,"0"0"11"16,0 0-38-16,0 0-9 0,-6-2 0 0,0-1 0 15,6 3 104-15,-6 0 18 0,-3 0 4 0,3 3 1 16,0-1-69-16,0 4-14 0,0-4-2 0,0 4-1 15,0-1-17-15,3 0-3 0,-3 3-1 0,3-3 0 16,1 1-4-16,-1-1-2 0,3-5 0 0,0 5 0 16,0-5 8-16,0 0 2 0,0 0 0 0,0 0 0 15,0 0 23-15,0 0 5 0,0 0 0 0,0 0 1 0,0 0 7 16,0 0 0-16,0 0 1 0,0 0 0 0,-3-5-19 16,3 0-4-16,0-3-1 0,3 3 0 0,-3-3-21 15,3 0-5-15,-1 0-1 0,1 0 0 16,0 0-10-16,0 0 0 0,3 3 0 0,-3-1 0 15,0 1-19-15,3 2-5 0,-3 1-2 0,-3 2 0 16,3 0-126-16,3 5-26 0,0-2-5 0</inkml:trace>
  <inkml:trace contextRef="#ctx0" brushRef="#br0" timeOffset="157940.566">25167 6163 2142 0,'0'0'44'0,"0"0"12"15,0 0-45-15,0 0-11 0,0 0 0 0,0 0 0 16,0 0 104-16,0 0 20 0,0 0 3 0,0 0 1 16,0 0-44-16,0 5-8 0,0 3-1 0,3 0-1 15,-3 0-20-15,0 0-4 0,3 2-1 0,-3 1 0 16,0-1-12-16,-3 4-2 0,3-1-1 0,-3 3 0 16,0-3-15-16,0 3-3 0,-3 0-1 0,-3 0 0 15,0-3-15-15,0 3 9 0,-3-3-9 0,0 3 8 0,0-3-8 16,0 0-17-16,0 0 4 0,1 1 1 15,-4-4-91-15,3 1-17 0,-3 2-4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53:43.20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10712 3538 2206 0,'0'0'63'0,"0"0"13"15,0 0-61-15,0 0-15 0,0 0 0 0,0 0 0 16,0 0 63-16,0 0 9 0,0 0 3 0,-6 8 0 0,3-6-52 0,0 9-11 0,0-1-1 0,0 4-1 16,0-4-10-16,0 3 0 15,0 3 9-15,0 3-9 0,3-6 0 0,-2 3 0 16,2 0 0-16,2 5 0 15,1-5 0-15,3 5 0 0,0-5-10 0,3 5 10 16,3-8-34-16,0 3 0 0,3 0 0 0,0-11 0 16,0 3-18-16,0 0-4 0,3-5-1 0,-4 2 0 15,1-5 21-15,0-5 5 16,-3 2 1-16,-3-5 0 0,0 3 30 0,0 0 0 0,-3-3 11 0,0 0-3 16,-3-3 32-16,0 3 8 0,0-2 0 0,-3-1 1 0,0 1 63 0,0-1 13 0,0 3 3 0,-3-2 0 15,0 2-103-15,3-3-25 0,-3 3 0 0,3-3 0 16,-3 6 56-16,0 0 7 0,3 0 1 0,0 5 0 15,0 0-52-15,0 0-12 0,0 0 0 0,0 0 0 16,0 0 0-16,0 0 0 0,0 0 0 0,0 5 0 16,0 3 0-16,3 5 0 0,0-5 0 0,0 5 0 15,0 3 0-15,3-5-15 0,0 5 3 0,0-3 1 16,0 3 11-16,-1-3 16 0,4 0-4 0,0-2-1 16,0-1-11-16,0-2 0 0,0-5 0 0,0 2 0 15,0-2-49-15,0-1-12 0,0-2-3 0,-3-2 0 16,3-1 103-16,-3-2 20 0,-3-3 4 0,3 0 1 15,-3-3-52-15,0-2-12 0,0 0 0 0,-3-3 0 16,3 0 54-16,-3-2 8 0,0 2 2 0,2 0 0 16,-2 0-52-16,3-2-12 0,-3 2 0 0,0-3 0 15,0 6 0-15,0-3 0 0,0 3 0 0,0-6 0 16,0 3 0-16,0 1 0 0,3 1 0 0,-3-2 0 16,6 3-51-16,-3 3-9 0,3-6-3 0,0 5 0 15,3 1-121-15,0 2-24 0,0 2-4 0</inkml:trace>
  <inkml:trace contextRef="#ctx0" brushRef="#br0" timeOffset="216.252">11269 3501 1997 0,'0'0'41'0,"0"8"11"0,3-6-41 15,-3-2-11-15,0 6 0 0,0-6 0 0,0 5 111 0,3 3 20 0,-3-8 4 0,0 8 1 16,3-6-50-16,-3 6-10 0,3-2-1 0,0-1-1 16,-3 3-59-16,3 0-15 0,0 0 0 0,-3-3 0 15,3 6 54-15,0-4 8 0,-3 4 2 0,3 0 0 16,-3 2-64-16,3-5 0 0,-3 2-16 0,0 4 3 15,0-1 13-15,0 0 0 0,-3 3 0 0,3 3 0 16,-3-1 9-16,0-5-9 0,3 3 0 0,-3 0 9 16,0 0-9-16,0-3 0 0,3 0 0 0,-3 3 0 15,0-8-20-15,0 0-4 0,0-3 0 0,0 3 0 16,3-8-109-16,0 0-23 0,0 0-4 16</inkml:trace>
  <inkml:trace contextRef="#ctx0" brushRef="#br0" timeOffset="383.507">11308 3220 1998 0,'-3'-8'84'16,"0"3"-67"0,3 5 73-16,0 0 14 0,0-5 4 0,0 5 0 0,0 0-70 0,0 0-14 0,0-6-2 0,0 6-1 31,0 0-54-31,6 3-11 0,-3 0-3 0</inkml:trace>
  <inkml:trace contextRef="#ctx0" brushRef="#br0" timeOffset="772.375">11400 3530 2176 0,'0'0'62'0,"0"0"13"0,0 0-60 0,0 0-15 15,0 0 0-15,3 0 0 0,3 0 74 0,0 0 12 0,0 0 2 0,3 0 1 16,-3 0-20-16,0 2-4 0,2-2-1 0,1 6 0 16,-3-6-45-16,3 2-10 0,0 4-1 0,3-4-8 15,-3 6 0-15,0-2 0 0,0 1-10 0,0 7 10 16,0-6 0-16,0 5 0 0,0-3 0 0,-3 4 0 16,0 2 0-16,-1-3 0 0,1 3 0 0,-3 0 0 15,0 2-28-15,-3-2-2 0,3-3 0 16,-3 3 0-16,-3-3 19 0,3 3 11 0,-3-5-12 0,3-1 12 15,-3 1 0-15,0-3 0 0,0 0 0 0,0-6 0 16,3-2 42-16,0 0 6 0,0 0 0 0,0 0 1 16,-5-2-1-16,-1-1-1 0,0-5 0 0,3 0 0 15,0-5 13-15,3 0 4 0,0 0 0 0,0-3 0 16,3 0-37-16,3 0-7 0,0 0-2 0,0-2 0 16,2-1-18-16,1 0 8 0,0 1-8 0,3-1 0 15,-3 1 0-15,3 5 0 0,-3-8 0 0,3 5 0 16,-3 2-20-16,0 1-8 0,-3 3-2 0,3-4 0 15,0 4-110-15,-1 2-21 0,-2 3-5 0</inkml:trace>
  <inkml:trace contextRef="#ctx0" brushRef="#br0" timeOffset="1199.18">11778 3694 1986 0,'0'0'41'0,"0"0"11"0,3 2-42 0,3-2-10 0,0 0 0 0,0 3 0 16,3-3 70-16,0 0 12 0,-3 0 2 0,2 0 1 16,4 0-17-16,-3-3-3 0,3 3-1 0,-3-2 0 15,6-1 0-15,-3 1 0 0,6-1 0 0,-3 3 0 16,0-8-53-16,-1 3-11 0,1 2 0 0,-3-5 0 16,0 3 22-16,0-1 10 0,0 4 1 0,0-6 1 15,-3 0-1-15,-3 0 0 0,0 3 0 0,0-3 0 16,-3 2 6-16,0-1 1 0,-3-4 0 0,0 6 0 15,-3-3-10-15,0 2-2 0,0-1 0 0,-6 1 0 16,0 1-10-16,0 5-2 0,-6-3-1 16,0 6 0-16,-3 0-27 0,0-1-6 0,-2 4-1 0,-1 1 0 15,0 7 19-15,-3-6 0 0,3 7 0 0,0 1 0 16,4 3 0-16,2-3 0 0,0 5 0 0,3-3 0 16,6 9 0-16,0-6 0 0,0 6 0 0,6-4 0 15,3 4 0-15,0-6 0 0,6 3 0 0,0-3 0 0,3-3 0 16,6-2 0-16,-4-2 0 0,7-4 0 15,-3 3 0-15,0-5 0 0,6-5 0 0,-3 5 0 0,-3-5-23 16,2-1-1-16,-2 4 0 0,3-6 0 16,-3 0 24-16,3-6 0 0,-3 4 0 0,-1-1 8 0,4 0-24 15,-3-2-6-15,3-3-1 0</inkml:trace>
  <inkml:trace contextRef="#ctx0" brushRef="#br0" timeOffset="5759.636">11724 8372 1968 0,'0'0'41'0,"0"-5"9"0,3-1-40 0,-3 1-10 0,6 0 0 0,-3 2 0 31,0-2 74-31,3 0 13 0,-3 2 2 0,3 0 1 0,3 1-21 0,-3-1-4 0,3 3-1 0,0 0 0 16,3 0-11-16,0 5-2 0,0-2-1 0,-1 5 0 16,1 0-29-16,3 2-5 0,3 1-2 0,-3 2 0 15,3 0-14-15,-3 1 0 0,0 2 0 0,2-1 0 16,-5 1 11-16,3 3-1 0,-6-1 0 0,3-2 0 16,0 3-10-16,-6-3 0 0,3-1 0 0,-3-1 0 15,-3-1-15-15,3-3 5 0,-3 4 1 0,0-6 0 16,0 0 9-16,-3-3 0 0,0-5 0 0,0 0 0 15,0 0 12-15,0 0-1 0,0 0-1 0,0 0 0 16,-6-3 30-16,3-5 7 0,-3 0 1 0,0 0 0 16,3-2 0-16,0-3 1 0,0-1 0 0,0 1 0 15,3-5-18-15,0-1-4 0,0 1-1 0,3-4 0 16,0 1-16-16,0-3-10 0,3 1 12 0,0-1-12 0,0 0 0 16,3 3 0-16,-3 2 0 0,6 1 0 0,-4-1 0 0,1 6 0 15,0-3-11-15,0 6 11 16,0-1-112-16,3 0-16 0,0 3-4 0</inkml:trace>
  <inkml:trace contextRef="#ctx0" brushRef="#br0" timeOffset="6208.407">12293 8435 1580 0,'6'0'67'0,"0"0"-54"16,0 0 92-16,0-2 19 0,0 2 3 0,3 0 1 15,-1-3-46-15,4 1-9 0,-3-1-1 0,3 0-1 16,0-2-34-16,3 2-6 0,-3-2-2 0,3 2 0 16,0-2 0-16,0 0 0 0,-1-3 0 0,-2 3 0 15,0-1-8-15,-3 1-1 0,0-3-1 0,0 3 0 16,-3-3 20-16,0 2 4 0,0 1 1 0,-3-3 0 15,0 3-36-15,-3 0-8 0,0-3 0 0,-3 5 0 16,0-2 53-16,-3-1 9 0,0 4 2 0,0-1 0 16,-3 1-49-16,-3-1-15 0,0 3 8 0,0 0-8 15,-5 3 0-15,-1-1 0 0,0 3 0 0,-3 1 0 16,0 2 0-16,3 0 0 0,-3 2 0 0,1 1 0 16,2 2 0-16,0 0 0 0,3 1 0 0,3 1 0 15,3-4 0-15,0 2 0 0,6 0 0 0,0-2 0 0,3 2-21 16,0-2 1-16,3-1 1 0,3-2 0 0,0 3 19 15,3-3 0-15,0 0 0 0,3-3 0 16,3 3 0-16,0-3 0 0,0-2 0 0,2 2 0 0,1-2 0 16,0 0 0-16,0-3 0 0,0 2 0 0,0-2 16 0,0-2 1 0,-1 2 0 15,1-3 0 1,-3 0-167-16,3 1-34 0,0-4-6 0</inkml:trace>
  <inkml:trace contextRef="#ctx0" brushRef="#br0" timeOffset="6652.362">12855 8279 1615 0,'0'0'68'16,"0"0"-55"-1,-6 3 71-15,6-3 13 0,0 0 3 0,-3 5 1 16,1 3-45-16,2-3-10 0,-3 1-2 0,6-1 0 16,-3 3-18-16,2 0-4 0,4-3-1 0,-3 3 0 15,6-3-3-15,-3 1-1 0,3 2 0 0,0-3 0 16,0 0-17-16,0-2 0 0,0 2 0 0,3-2 0 16,0 0 0-16,0-3 0 0,0 0 0 0,2 0 0 0,1-3 55 15,0 0 7-15,0-2 2 0,-3 0 0 0,3-1-52 16,-6-2-12-16,3 0 0 0,-3 1 0 15,0-1 54-15,-3 0 8 0,-1 0 2 0,-2-3 0 16,0 3 0-16,0-2 0 0,-3 2 0 0,-3-3 0 16,0 3-24-16,-2 0-4 0,-1 0 0 0,0 0-1 15,-3 3-5-15,-3 0-1 0,0-1 0 0,-3 4 0 0,0-3-29 0,0 5 0 16,0 0 0-16,-3 2 0 0,1 1 0 0,-1-1 0 0,0 4 0 0,0-1 0 31,0-2-45-31,3 5-15 0,-3-3-4 0,4 3 0 0,5 0 52 0,0 0 12 0,0 0 0 0,6 5 0 31,0-3-156-31,3 1-29 0,3 2-6 0</inkml:trace>
  <inkml:trace contextRef="#ctx0" brushRef="#br0" timeOffset="7043.322">13058 8308 1911 0,'9'-10'84'0,"-9"10"19"16,0-5-83-16,0 5-20 0,0-6 0 0,-3 1 0 16,3 5 168-16,-6-5 30 0,3 2 6 0,-3 3 0 15,6 0-112-15,-6-3-22 0,0 3-5 0,6 0-1 16,-6 3-51-16,0 2-13 0,3 1 0 0,0-1 0 15,0 5 54-15,0 1 8 0,3 0 2 0,0 2 0 16,3 0-52-16,-3 0-12 0,3 3 0 0,0 0 0 16,3 0-48-16,-3 0-13 0,0 2-3 0,3-2 0 15,0 3 52-15,-3-1 12 0,3-2 0 0,0 5 0 16,0-2 24-16,-3 5 8 0,3-3 2 0,0 5 0 16,0 1-34-16,-3-1 0 0,0 1 0 0,-3 2 0 15,0-3 8-15,0-2-8 16,0 0 0-16,-3-3 0 0,0 0 0 0,-3-2 0 0,3-1 0 0,-6 1 0 15,3-6 0-15,-3 3 0 0,0-3 0 0,0-2 0 16,0-1 8-16,-3-2-8 0,3 0 9 0,0 0-9 0,-3-5 24 16,0-3-2-16,4 0 0 0,-4-3 0 0,0-2 7 15,0-3 2-15,0 0 0 0,0-5 0 0,0-1-9 0,0-4-2 16,3-1 0-16,0-2 0 0,0-3-9 16,3 1-3-16,3-6 0 0,1 2 0 0,4 1-8 0,1 2 0 0,0-3 0 0,3 4 8 15,3-1-8 1,0 5 0-16,3 1 0 0,-3-1 0 0,3 6 0 15,0 0 0-15,3-1 0 0,0 4 0 0,3-1 0 0,-1 3 0 0,4 0 9 0,0 0-9 16,3 1-53-16,3-1-15 16,2 0-4-16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54:27.04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14138 8576 1337 0,'0'0'28'0,"0"0"6"16,0 0-34-16,0 0 0 0,0 0 0 0,0 0 0 15,0 0 58-15,0 0 5 0,0 0 1 0,0-6 0 16,0 6 0-16,0-5 0 0,0 5 0 0,0-3 0 15,0 3 0-15,0 0 0 0,-3-5 0 0,3 5 0 16,0 0 0-16,0 0 0 0,-3-2 0 0,3 2 0 16,-3-3-52-16,3 3-12 0,-6-3 0 0,0 1 0 15,4-1 54-15,2 3 8 0,-6 0 2 0,0-3 0 16,0 3-52-16,0 0-12 0,0 0 0 0,-3 0 0 0,3 0 0 0,0 0 0 0,0 3 0 0,-3 0 0 16,3-3 0-16,0 2 0 0,-3-2 0 0,0 6 0 15,3-6 0-15,-3 2 0 16,0 3 0-16,1-2 0 15,-1 0 0-15,0 2 0 0,0 0 0 0,3 1 0 0,-3-1 0 0,3 0 0 16,-3 3 0-16,3 0 0 16,0-3 0-16,0 3 0 0,3 0 0 0,0 0 0 0,0 0 0 0,0 0-12 15,0 3 3-15,0-3 0 16,3 0-37-16,0 2-7 0,-3-2-2 0,3 0 0 0,0 0 44 0,3 0 11 0,-3 0 0 0,3 0 0 16,0 0 0-16,0 0 0 0,0 0 0 0,3-3 0 15,-3 0 0-15,3 0 0 0,-3-2 0 0,3 2 0 16,0-2 0-16,3 0 0 0,-3-1 0 0,0 1 0 15,3-3-53-15,-3 0-9 0,0 0-2 16,3-3 0-16,-4 1 103 0,4 2 20 0,0-3 4 0,0-2 1 16,3-1-52-16,-3 4-12 0,0-6 0 0,0 3 0 15,0-3 0-15,-3 2 0 0,3-2 0 0,0 0 0 16,-3 1 0-16,0-4 0 0,3 3 0 0,-6-3 0 16,2 3 0-16,-2-2 0 0,0-1 0 0,0 3 0 15,-3-2 54-15,3 2 8 0,0 0 2 0,-3 3 0 16,0-3 0-16,0 0 0 0,0 2 0 0,0 1 0 15,0 0-52-15,0 0-12 0,0 5 0 0,0 0 0 16,0-3 0-16,0 3 0 0,0-5 0 0,0 5 0 16,0 0 0-16,0 0 0 0,0 0 0 0,0 0 0 0,0 0 0 15,0 0 0-15,0 0 0 0,0 0 0 16,0 0 0-16,0 0 0 0,0 0 0 0,0 0 0 16,0 8 0-16,0-1 0 0,0 4 0 0,0 0 0 0,0-3 0 15,0 2 0-15,3 3 0 0,-3 1 0 16,3-1 0-16,-3 0 0 0,3 0 0 0,-3 1 0 15,3 1 0-15,0-1 0 0,-3-1 0 0,3-3 0 0,0 4 0 0,3-4 0 16,-3 1 0-16,0-1 0 16,3-2-48-16,-3-2-13 0,0 2-3 0,3-3 0 0,0 0 52 0,-3 1 12 0,3-4 0 0,0 1 0 15,-3-1 0-15,3-2 0 0,0 0 0 0,0 0 0 16,0-2 0-16,3 2 0 0,-4-3 0 0,1-2 0 16,0 0 0-16,0-3 0 0,0 2 0 0,0-4 0 15,0 2 48-15,0-5 13 0,3 2 3 0,-3-2 0 16,0 0-52-16,0-6-12 15,0 1 0-15,-3-4 0 0,3 4 0 0,-3-3 0 0,3-1 0 16,0 1 0-16,-3 0 54 0,0 3 8 0,3-1 2 0,-3 3 0 16,0 0-52-16,0 0-12 0,0 1 0 0,-3-1 0 15,0 2 0-15,0 1 0 0,0 0 0 0,-3 2 0 16,0 1 0-16,3-1 0 0,-3 1 0 0,0 2 0 16,0-3 54-16,-3 3 8 0,3 0 2 0,0 3 0 15,0 0-52-15,0-1-12 0,-3 1 0 0,6 5 0 16,0 0-13-16,0 0-6 0,0 0-1 0,0 0 0 15,0 0 20-15,0 0 0 0,0 0 0 0,-3 8 0 16,0 0-10-16,0 3 10 0,3-1-8 0,0 3 8 16,0-2-10-16,0 2 10 0,0 0-12 0,0 1 12 15,0-1-11-15,0 0 11 0,3 3-10 0,-3-3 10 16,0 0-12-16,0 1 3 0,3-4 1 0,-3 6 0 0,0-3-10 16,3 3-2-16,-3-3 0 0,3 3 0 0,0 0 20 0,0 0 0 15,3 0 0-15,0 0 0 0,-3 0 0 0,3 0 0 0,0-3 0 16,-3 3 0-1,2-3 0-15,1-2 0 0,0 2 0 0,0-5 0 16,0 0 0-16,0 0 0 0,0 0 0 0,0-3 0 0,-3 0 0 16,3 0 0-16,0 1 0 0,0-4 0 0,-3 1 0 15,3-3 0-15,0 3 0 0,0-3 0 0,-3 0 0 16,3 0 0-16,0 0 0 0,-3-3 0 16,0 0-208-16,0-2-39 0</inkml:trace>
  <inkml:trace contextRef="#ctx0" brushRef="#br0" timeOffset="828.478">14612 8552 1812 0,'0'0'76'0,"0"0"-60"16,0 0 92-16,-3-3 18 0,0-2 4 0,3 5 1 15,0 0-3-15,-3-3 0 0,3 3 0 0,0 0 0 16,-6 0-102-16,6 0-26 0,-3 0 0 0,-3 3 0 15,3 2 0-15,-3 1 0 0,3 1 0 0,0 1 0 16,0 3 0-16,0 0 0 0,0 4 0 0,0-1 0 16,3 2 0-16,-3-1 0 0,3 4 0 0,3-1 0 15,-3-2 0-15,3 0 0 0,3 0 0 0,-3 0 0 16,3-5 0-16,-3 2 0 0,3-5 0 0,3 2 0 16,-3-4 0-16,3-1 0 0,0-2 0 0,-1-1 0 15,1-2 0-15,0-2 0 0,0-1 0 0,3-2 0 16,-3-1 0-16,-3-2 0 0,3 0 0 0,-3 0 0 15,3-2 0-15,-3-1 0 0,0 1 0 0,-3-3 0 16,0-1 56-16,0 1 7 0,0 0 1 0,-3 0 0 16,3-1-52-16,-3 4-12 0,0-3 0 0,0 2 0 15,0 3 54-15,0 0 8 0,0 0 2 0,0 5 0 16,0-2-52-16,0 5-12 0,0 0 0 0,0 0 0 16,0 0-11-16,0 0-5 0,0 0 0 0,0 0-1 0,3 8 17 0,0 3 0 15,0-3 0-15,3 5 0 0,-3 0 0 0,2 0 0 0,1 3-8 16,0-3 8-1,3 3-8-15,-3 0 8 0,3-3-12 0,-3 1 12 16,3-1-38-16,0-3-1 0,0-2 0 0,0 0 0 0,0-2 39 16,0-1 0-16,0 0 0 0,0-2 0 15,0 0 0-15,-4-3 0 0,4 0 0 0,-3 0 0 0,0-3 0 0,-3 0 0 0,3 1 0 16,-3-4 0-16,0 1 28 0,0-6 14 0,-3 3 2 0,3-2 1 16,0-1-21-16,-3-2-4 15,3 0 0-15,-3 0-1 0,3-3-19 0,-3 0 0 0,3 3 0 0,0-3 0 16,-3 3 0-16,0 2 0 0,3 0 0 0,-3 1 0 15,0 2 0-15,0 0 0 0,0 3 0 0,0-1 0 16,-3 1-99-16,3 5-23 0,0 0-5 0</inkml:trace>
  <inkml:trace contextRef="#ctx0" brushRef="#br0" timeOffset="1573.199">15347 8586 1646 0,'0'0'47'0,"0"0"9"0,0 0-44 0,0 0-12 0,3-2 0 0,-3 2 0 16,0-6 96-16,0 1 18 0,3 0 3 0,-3-1 1 16,0 6-28-16,0-5-6 0,0 0 0 0,0 5-1 15,0-5 9-15,-3-1 1 0,0 4 1 0,3-4 0 16,-3 1-75-16,0 2-19 0,0-2 0 0,0 2 0 16,-3-2 48-16,0 3 7 0,0-1 1 0,0 0 0 15,-3 1-27-15,0 2-5 0,0-3 0 0,-3 3-1 16,1 3-12-16,-1-3-3 0,-3 2 0 0,3 4 0 15,0-4-24-15,-3 6-6 0,3-3-1 0,-3 3 0 16,3 0 35-16,3 3 8 0,0-1 0 0,1 4 1 16,2-1-21-16,0 0-20 0,3 3 4 0,0 3 1 15,3-4-44-15,3 4-9 0,0-3-1 0,3 0-1 16,0 0 14-16,2-6 4 0,1 1 0 0,0-1 0 16,0-4-8-16,3-1 0 0,0-5-1 0,-3 3 0 15,3-6 38-15,-3 0 8 0,0 1 2 0,0-4 0 16,0-2 25-16,0 3 6 0,-3 0 1 0,-1-3 0 15,1 0 33-15,0 0 8 0,-3 0 0 0,0 0 1 16,0 0-12-16,0 0-2 0,0 0-1 0,-3 0 0 0,0 0 21 16,3 0 4-16,-3 1 1 0,3 1 0 0,-3-2-13 0,3 6-3 15,-3-4 0-15,0 6 0 0,0 0-56 16,0 0-14-16,0 0-2 0,0 0 0 0,0 0 16 0,6 3 0 0,-3 2 0 0,0 1 0 16,0-1 12-16,3 3 3 0,-3 0 0 15,3 2 0-15,-3 1-15 0,0 2 0 0,3 0 0 0,-3 1 0 16,0-1 0-16,3 3 0 0,-3-3 0 0,3 3 0 15,0 0-48-15,0-3-13 16,0 0-3-16,0 0 0 0,-1 1-13 0,1-4-3 16,3 1-1-16</inkml:trace>
  <inkml:trace contextRef="#ctx0" brushRef="#br0" timeOffset="3126.012">15481 8449 1963 0,'0'0'40'0,"0"-6"12"0,0 1-42 0,-3 2-10 0,3-2 0 0,0 5 0 16,0-5 87-16,0 5 15 0,0-5 3 0,0 5 1 16,0 0-46-16,0 0-8 0,0 0-3 0,0 0 0 15,0 0 12-15,0 0 3 0,0 0 0 0,0 8 0 16,0-1-52-16,3 4-12 0,-3 0 0 0,0 2 0 15,3 0 0-15,0 0 0 0,0 1 0 0,0-4 0 16,3 3 0-16,0 1 0 0,0-4 0 0,2 3 0 16,1-2-48-16,3-3-13 0,0 2-3 0,0-2 0 15,3-2 52-15,0-1 12 0,0-2 0 0,3-1 0 16,-3 1 0-16,-1-3 0 0,1 0 0 0,0-3 0 16,-3 1 0-16,0-1 0 0,-3-2 0 0,0-1 0 15,-3 1 0-15,0 0 0 0,0 0 0 0,-3-3 0 16,-3 2 51-16,3-2 13 0,-3 0 2 0,0 1 1 15,-3-1-6-15,3 0-1 0,-3-3 0 0,0 3 0 16,0 0-14-16,0 0-3 0,0 0-1 0,0 3 0 0,-3 0-14 0,3-1-4 16,3 6 0-16,0 0 0 0,-6-2-12 0,6 2-2 15,0 0-1-15,-6 2 0 16,0 1-9-16,3 2-14 0,-3 3 3 0,3 0 1 0,0 3 10 0,0 2 11 16,-3 0-3-16,3 3 0 0,0 3-8 0,0 2-11 15,0 3 3-15,0 2 0 0,0 1 8 16,0 2 0-16,3 2 0 0,-3-1 0 0,0-1-14 0,0-6-1 0,0 1 0 0,-2 0 0 15,2-5 2-15,0 2 0 16,-3-5 0-16,3 2 0 0,-3-2-3 0,0 0 0 0,0-3 0 0,0 3 0 31,3-5-16-31,0 2-3 0,-3-3-1 0,3-2 0 0,0 0-72 0,0-2-16 16,3-6-2-16,0 0-1 0,0 0-113 0,6-6-24 0</inkml:trace>
  <inkml:trace contextRef="#ctx0" brushRef="#br0" timeOffset="3529.411">15966 8531 1824 0,'6'-11'38'0,"0"3"8"15,0 0-37-15,0 0-9 0,-3 0 0 0,0 0 0 16,0 3 128-16,0 0 23 0,-3 0 5 0,3-1 0 16,-3 6-47-16,0 0-9 0,0 0-3 0,0 0 0 15,0 0-31-15,0 0-6 0,0 0-2 0,-9 0 0 16,3 0-25-16,0 3-5 0,-3 0 0 0,0 2-1 15,3 0-37-15,-3 0-7 0,0 3-2 0,0 0 0 16,0-2 43-16,0 2 8 0,3-1 1 0,3 1 1 16,0 0-34-16,0 0 0 0,3 0 0 0,0 3 0 15,3-1-23-15,3 1-8 0,0 0-1 0,3-1-1 16,0 1 33-16,3-1 0 0,0 1 0 0,0-1 0 0,3 4 0 0,-3-4 0 0,0 1 0 0,0-1 0 16,-1 4 0-16,-2-6 0 0,0 2 0 0,0 1 0 15,-3-3 16-15,0 2 9 0,-3-2 3 0,0 0 0 31,-3 0-28-31,0 0 8 0,-3 0-8 0,-3 0 0 16,0 0 9-16,-3 0-9 0,0-3 10 0,-3 3-10 0,1 0 0 0,-4-3 8 0,0 1-8 16,-3 2 0-16,3-3 0 0,-3 3 0 0,-3-3 8 15,3 0-8-15,4 1 0 0,-1 2 0 0,0-3 0 0,0 0 0 16,3 0 0-16,0 1-12 0,0-1 3 0,3-2 0 16,0 2-23-16,0 0-5 0,3-2-1 15,-2 2 0-15,5-2-116 0,3-3-23 0,0 0-5 16</inkml:trace>
  <inkml:trace contextRef="#ctx0" brushRef="#br0" timeOffset="5119.305">16889 8499 1226 0,'3'-8'25'0,"-3"8"7"0,0 0-32 0,0-3 0 0,3-2 0 0,-3 5 0 15,0-3 79-15,0-2 9 0,0 5 1 0,0-3 1 16,0 3-14-16,0 0-2 0,0-5-1 0,0 5 0 16,0 0-16-16,0 0-3 0,0-5-1 0,0 5 0 15,-3-3-9-15,3 3-3 16,-6-2 0-16,0-1 0 0,3 0-10 0,-3 3-3 0,0-2 0 0,0 2 0 16,0 0-14-16,0 0-3 0,0 0-1 0,0 0 0 15,-3 2-10-15,0-2 8 0,0 3-8 0,0 0 8 16,-2-1-17-16,2 1-4 0,-3 2-1 0,0-2 0 15,3 2 23-15,0 0 5 0,-3-2 1 0,3 2 0 16,0 1-24-16,0-1-5 0,0 0-1 0,0 3 0 16,3-3 15-16,-3 1 0 0,4-1 0 0,-4 0 0 15,3 3 0-15,3-2 0 0,-3-1 0 0,3 0 0 16,-3 0 0-16,3 3 0 0,3-2 0 0,-3-1 0 16,0 0 0-16,3 3 0 0,0-3 0 0,0 3 0 15,0-2 0-15,0 2 0 0,0-3 0 0,0 0 0 16,3 3 0-16,0-3 0 0,0 1 0 0,3-4 0 15,-3 4-54-15,3-4-8 0,0 1-2 0,0 0 0 16,0-3 52-16,2-3 12 0,1 0 0 0,3 1 0 16,-3-1 0-16,3-2 0 0,0-1 0 0,3-1 0 15,-3-1 0-15,3 2-9 0,0-2 9 0,-1 0 0 16,-2 0 0-16,0 1 0 0,0-1 0 0,0 0 0 0,-3 0 11 16,-3 0 7-16,3 0 2 0,-3 3 0 15,0-3 21-15,-3 0 5 0,0 2 1 0,0 1 0 0,0 0 13 0,-3 0 4 16,0-1 0-16,0 6 0 15,0 0-52-15,-3-5-12 0,3 5 0 0,0 0 0 0,-3-3 54 0,3 3 8 0,0 0 2 0,-6-2 0 16,6 2-64-16,-6 2-16 0,0-2-2 0,0 6 0 16,0-4 29-16,3 4 5 0,0-1 2 0,0 3 0 15,0 0-30-15,0 0-7 0,0 0-1 0,3 2 0 16,-3 1 20-16,3 2 0 0,0-2 0 0,0 4 0 16,3-1 10-16,0 2 9 0,0-3 1 0,0 3 1 15,3 0-68-15,-3-3-13 0,3 3-4 0,0-3 0 16,0-3 52-16,0-2 12 0,3 3 0 15,-3-3 0-15,3 0 0 0,-3-6 0 0,0 4 0 0,2-4 0 16,-2-2 0-16,3 0 0 0,-3 0 0 0,3-2 0 16,0-4 0-16,-3 4 0 0,3-6 0 0,0 0 0 15,0-3 0-15,0 1 0 0,-3-1 0 0,3-2 0 16,0-3 0-16,-3 0 0 0,3 0 0 0,-1-2 0 16,1 2 23-16,-3-3 7 0,3 4 2 0,-3-4 0 15,0 3-8-15,0-2 0 0,-3 2-1 0,0-3 0 16,0 1-11-16,-3-1-3 0,0 3 0 0,-3-5 0 15,0 3-9-15,0-1 0 0,-3-2 0 0,0 2 0 16,0-2 32-16,-3 3 4 0,0 2 0 0,0 0 1 16,-2 3-8-16,2 0-1 0,-3 2-1 0,3 0 0 0,-3 1-27 15,-3 2 0-15,0 0 0 0,0 3 0 0,0-1 0 16,-2 1 0-16,-1 2 0 0,-3 1 0 0,0-1 0 16,0 3 0-16,0 0 0 0,0 0 0 0,-2 3 0 0,2 2 0 15,-3-2 0-15,3 5 0 0,0 0 0 16,0 5 0-16,1 0 0 0,2 0 0 15,0 3-46-15,0 3-14 0,3-1-4 0,-3 1 0 0,0-1 52 16,4 3 12-16,-4-2 0 0,0 2 0 16,3-2 0-16,-3-1 0 0,3 1 0 0,0-1 0 15,3 1 0-15,4-1 0 0,-1-2 0 0,0 3 0 0,3-4 0 16,0 7 0-16,3-4 0 0,0 3 0 0,3 0 0 0,3 1 0 0,0-1 0 0,0 0 0 16,3 0 0-16,3-2 0 0,0-1 0 0,-1-2 0 15,4 0 0-15,0-3 0 0,0-2 0 0,0 2 0 16,3-5 0-16,0 3 0 0,-3-1 0 0,3-2 0 15,-3 0 0 1,2-3 0-16,-2 3 0 0,0-5 0 0,0 2 0 0,0 0 0 0,0-2 0 0,3 0 0 16,-3-1 0-16,0-2 0 0,3 3 0 0,-4-3 0 15,4 0 0-15,-3 0 0 0,0-3 0 0,0 3 0 16,0-2-54-16,0 2-8 0,0-3-2 0</inkml:trace>
  <inkml:trace contextRef="#ctx0" brushRef="#br0" timeOffset="10604.217">17541 8144 1579 0,'0'-10'32'0,"0"10"10"0,0 0-34 0,-3-5-8 0,3-1 0 0,0 6 0 15,0 0 129-15,0 0 24 0,0-5 5 0,0 5 1 16,0 0-62-16,0 0-12 0,-6-3-2 0,6 3-1 15,-6 3-2-15,0-3-1 0,0 5 0 0,0 1 0 16,-3 7-79-16,3 0-23 0,-3 3-1 0,0 5 0 16,0 5 39-16,0 4 7 0,0 1 2 0,0 4 0 15,3-1-24-15,0-2 0 0,1 2 0 0,2-2 0 16,0 0-14-16,0 0-7 0,3-3-2 0,3 2 0 16,0-2 23-16,0 1 0 0,5-1 0 0,1 0 0 15,3-5 0-15,0-1 0 0,0-1 0 0,3-4 0 16,3-2 0-16,0-3 0 0,0 0 0 0,-1-2 0 15,1 0 12-15,0-6-2 0,0 3-1 16,0-3 0-16,0-2-9 0,0 2 10 0,-4-2-10 0,4-1 10 16,-3 1-10-16,-3-3 12 0,3 0-12 0,-3 0 12 15,-3 0-215-15,0 0-42 0</inkml:trace>
  <inkml:trace contextRef="#ctx0" brushRef="#br0" timeOffset="17445.056">18300 8221 1568 0,'0'0'32'0,"0"0"9"0,-3-5-33 0,3 5-8 0,0 0 0 0,-3-3 0 16,3 3 106-16,-6-2 19 0,0-1 4 0,0 3 1 16,0 3-52-16,0-3-10 0,-3 5-3 0,3 0 0 15,-3 0-13-15,3 3-2 0,-3 3-1 0,0 0 0 16,-3-1-21-16,3 3-5 0,1 3-1 0,-7 0 0 16,3 0-12-16,-3 0-2 0,3 2-8 0,-3-2 12 15,0 0-12-15,0 0 0 0,3 0 0 0,-3-3 0 16,1 3-9-16,2-3-5 0,0-2-1 0,0 2 0 15,3-2-30-15,-3-1-7 0,3-2 0 0</inkml:trace>
  <inkml:trace contextRef="#ctx0" brushRef="#br0" timeOffset="17731.465">17913 8176 1824 0,'0'0'76'16,"0"0"-60"0,0 0 89-16,0 0 19 0,0 0 3 0,0 0 1 0,0 0-65 0,0 0-13 0,0 5-2 0,0 3-1 15,6 3-24-15,-3 0-5 0,3-1-1 0,2 6 0 16,1-3 17-16,0 6 3 0,3-3 1 0,0 5 0 16,0-5-21-16,0 5-4 0,3-3-1 0,0 1 0 15,0-1-2-15,-1-2-1 0,1 0 0 0,0 0 0 16,0 0-1-16,0-3 0 0,0 3 0 0,0-3 0 15,0 0-8-15,-3-2 0 16,-3 0 9-16,2-1-9 0,-2-2 0 0,0 0 0 0,0 3-10 0,0-6 10 16,-3 3 0-16,0-3 0 0,0 0 0 0,0 1 0 15,3-1-58-15,-3-2-5 16,0 2-1-16</inkml:trace>
  <inkml:trace contextRef="#ctx0" brushRef="#br0" timeOffset="18171.076">18556 8234 2030 0,'0'-5'57'0,"-3"2"14"0,3 3-57 16,0-5-14-16,0 0 0 0,0 5 0 0,0-3 105 0,0 3 19 0,0 0 3 0,0 0 1 16,0 0-52-16,0 0-9 0,0 0-3 0,0 0 0 15,0 0-6-15,0 0-2 0,0 0 0 0,0 0 0 16,3 5-26-16,0 3-6 0,-3 3 0 0,0 0-1 15,3 2-10-15,-3 3-1 0,0-3-1 0,3 5 0 16,-3-2-2-16,0 3 0 0,3-1 0 0,-3 1 0 16,2-1 16-16,-2 1 3 0,0-1 1 0,3 1 0 15,-3-1-37-15,0-2-8 0,0 0-2 0,0 0 0 16,3-3 18-16,-3 1 0 0,3-1 0 0,-3-3 0 16,0 4 0-16,0-4 0 0,0 1 0 0,3-1 0 15,-3-2-11-15,0 0-5 0,3 0 0 0,0-3-1 16,-3-5-88-16,3 6-18 0,0-4-3 15</inkml:trace>
  <inkml:trace contextRef="#ctx0" brushRef="#br0" timeOffset="21575.896">19169 8319 1892 0,'0'-8'53'0,"3"3"13"15,-3-1-53-15,3 1-13 0,-3 0 0 0,0 5 0 16,0-5 84-16,0 5 13 0,-3-6 3 0,3 6 1 15,-3-2-21-15,-3-1-5 0,6 3-1 0,-6 0 0 16,0 3-26-16,0-1-4 0,0 4-2 0,0 2 0 16,-3-1-24-16,3 4-5 0,-3 2-1 0,0 1 0 15,3-1-12-15,-3 3 0 0,3 0 0 0,1-1 0 0,2 1 0 16,-3 0 0-16,3 0 0 0,3 0 0 16,-3 0 0-16,3-3 0 0,3 0 0 0,0 0 0 0,0-2 0 0,3 0 0 15,2-3 0-15,-2 0 0 16,3-3-48-16,3 0-13 0,0-2-3 0,0-1 0 0,3-2 64 0,0-2 21 15,0-1 0-15,0 0 0 16,-1 1 18-16,1-3 3 0,-3-1 1 0,0-2 0 0,0 0-35 0,-3 0-8 16,0-2 0-16,-3-1 0 0,0 1 53 15,-3-1 9-15,0-2 2 0,0 0 0 0,-6-1 0 0,3 1 0 0,-3 0 0 0,-3-3 0 16,0 3-52-16,0-3-12 0,-3 0 0 16,0 0 0-16,-3 3 0 0,3 0 0 0,-3 2 0 0,0-2 0 15,4 5-12-15,-4-3-6 0,0 3-1 0,3 3 0 16,-3 0-15-1,3 0-3-15,3 2-1 0,-3 3 0 0,3-3-92 0,6 3-18 16,-6 0-4-16,6 0-1 0,0 0-68 0,0 0-14 0,0 6-2 16</inkml:trace>
  <inkml:trace contextRef="#ctx0" brushRef="#br0" timeOffset="21920.27">19228 8271 1515 0,'27'0'67'0,"-15"0"14"16,-3 0-65-16,3-2-16 0,0 2 0 0,0 0 0 15,3 0 127-15,-7 0 21 0,4 0 5 0,0 0 1 16,-3 0-50-16,0 2-11 0,3-2-1 0,-3 3-1 15,0 0-31-15,0 2-7 0,0 0-1 0,0 1 0 16,0 1-19-16,3 1-4 0,-4 0-1 0,1 3 0 16,0 2-14-16,0-2-3 0,0 2-1 0,-3 0 0 15,0 0-10-15,0 1 8 0,3-1-8 0,-6 0 8 16,3-2-8-16,-3 2 0 0,-3-2 0 0,3 2 0 16,-3-3 0-16,0 1 0 0,0 0 0 0,0-1 0 15,-3-2 0-15,3 0 0 0,0 0 0 0,-3-3 0 0,3-5-17 0,0 6-6 0,0-6-1 16,0 0 0-16,0 0 71 0,0 0 13 15,0 0 4-15,0 0 0 0,0 0-13 0,0 0-3 0,0 0 0 16,-3-6 0-16,3-2-25 0,3 0-6 0,-3 0-1 0,6-2 0 16,-3-3 12-16,3-1 3 0,3 1 0 0,-3-3 0 15,3 3-16-15,0-3-3 0,2-2-1 0,-2-1 0 16,0 3-11-16,3-5 0 0,-3 3 0 0,3-1 8 16,-3 0-8-16,0 4 0 0,0-1 0 0,0 3 0 31,0 2-21-31,3-2-7 0,-3 2 0 0,-1 3-1 0,4 3-147 15,-3-3-30-15,3 3-6 0</inkml:trace>
  <inkml:trace contextRef="#ctx0" brushRef="#br0" timeOffset="22406.319">20464 8147 1997 0,'0'0'41'0,"0"0"11"0,0 0-41 0,0 0-11 0,0 0 0 0,0 0 0 16,0 0 108-16,-3-3 19 0,3 3 4 0,-6-2 1 15,6 2-57-15,-9 0-11 0,3 0-3 0,0 2 0 16,-3 4-22-16,0-1-5 0,0 3-1 0,0 2 0 16,-3 1-17-16,0 5-4 0,0 2-1 0,-2 4 0 15,-1-1-11-15,-3 0 0 0,3 3 0 0,-3 2 0 16,0-5-14-16,3-2-2 0,0 2 0 0,-2-2 0 16,2-1-23-16,-3 1-5 0,0-3 0 15,0-1-1-15,0 1-88 16,3-5-18-16,-3-1-3 0</inkml:trace>
  <inkml:trace contextRef="#ctx0" brushRef="#br0" timeOffset="22681.688">20172 8240 1580 0,'0'-16'67'16,"3"3"-54"-1,-3 2 143-15,0 3 29 0,3 0 6 0,-3 0 1 16,0 8-73-16,0 0-15 0,0 0-2 0,0 0-1 0,0 0-36 0,0 0-7 0,0 0-2 0,3 5 0 15,0 3-16-15,3 0-4 0,-3 3-1 0,3 2 0 16,0 3-35-16,0 0 0 0,0 0 0 0,2 5 0 16,1-3 0-16,0 1 0 0,0 2 0 0,3-2 0 15,0-1 0-15,-3-2 0 0,3 0 0 0,0 2 0 16,0-4 0-16,0 2 0 0,3-3 0 0,-4 0 0 16,1 0 12-16,0-2-12 0,0-1 12 0,-3 1-12 31,0-3-33-31,0 0-14 0,0 0-2 0,-3-3-1 15,-3 3-130-15,3-5-25 0,-6-3-6 0</inkml:trace>
  <inkml:trace contextRef="#ctx0" brushRef="#br0" timeOffset="23050.564">20612 8258 2310 0,'0'-10'48'0,"3"-1"11"0,0 0-47 0,0 3-12 0,0 1 0 0,0-1 0 15,3 0 91-15,-3 2 16 0,3 1 3 0,0 0 1 16,0-1-28-16,0 4-6 0,0-1-1 0,0 1 0 16,3 2-28-16,-3 0-5 0,3 2-2 0,-3 1 0 15,0-1-20-15,3 4-4 0,-3-1-1 0,0 0 0 16,-3 3-16-16,2 3 8 0,-2-1-8 0,0 4 0 16,0-1 0-16,-3 3 0 0,0 2 0 0,-3 1 0 0,0-3-11 15,0 2-5-15,0 1-2 0,-2-3 0 16,-1 0-14-16,0-1-4 0,0 1 0 0,0-5 0 15,0 2 36-15,0 0 0 0,0-2 0 0,3-1 0 16,0 1 0-16,0-3 0 0,3 3 0 0,0-6 0 16,0 0 0-16,3 0 0 0,-3-5 0 0,3 6 0 15,3-4 0-15,0 1 0 0,3 0 0 0,0-1 0 0,0-2 24 0,0 0 12 0,2 0 3 16,-2 0 0-16,3 0-27 0,0 0-12 0,0-2 10 16,0 2-10-16,0-3 0 0,0 3 8 0,0-3-8 15,0 1 0-15,0-1 0 0,-1 0 0 0,-2 1-12 16,0-1 12-1,3-2-101-15,0 0-14 0,0-1-2 0</inkml:trace>
  <inkml:trace contextRef="#ctx0" brushRef="#br0" timeOffset="23771.407">21520 8176 1766 0,'0'0'36'0,"0"0"10"0,-6-3-37 0,6 3-9 0,-3 0 0 0,3 0 0 16,-6-2 120-16,0 2 21 0,6 0 5 0,-5 0 1 16,2 0-51-16,3 0-11 0,-6 0-1 0,0 2-1 15,0-2-31-15,0 3-5 0,3 0-2 0,-3 2 0 16,0 0-18-16,3 1-4 0,-3-1-1 0,0 3 0 16,0 2-14-16,3 1-8 0,-3 0 10 0,0 5-10 15,3-3 8-15,-3 3-8 0,3-3 0 0,0 3 0 16,0 2 0-16,0-5 0 0,3 3 0 0,-3 0 0 15,3-3 0-15,0 1 0 0,0-4 0 0,3 1 0 16,0-1 0-16,0 1 0 0,3-3 0 0,0 0 0 16,-3-3 0-16,3 3 0 0,0-3 0 0,3-2 0 15,0 0 0-15,-3-1 0 0,3-2 0 0,3-2 9 16,-3-1-9-16,3 0 8 0,-1 3-8 0,1-5 8 16,0 0 3-16,-3 0 0 0,3-1 0 0,0-2 0 0,0 0 19 15,-3 0 4-15,0-2 1 0,0-3 0 16,0-1 5-16,-3 1 0 0,0-5 1 0,-1 2 0 15,-2-3-13-15,0-2-4 0,-3 3 0 0,0-1 0 16,0 1-12-16,-6 2-2 0,3 0-1 0,-5 0 0 16,2 3-9-16,-3 2 0 0,-3 0 9 0,0 1-9 15,0 2 0-15,0 3 0 0,-3-1 0 0,3 1 0 0,-3 2-12 0,3 1-4 16,-2 2-1-16,2 0 0 16,0 0-37-16,0 2-7 0,0 1-2 0,0 0 0 15,0-1-144-15,0 4-29 0</inkml:trace>
  <inkml:trace contextRef="#ctx0" brushRef="#br0" timeOffset="24233.506">21717 8134 1892 0,'0'0'40'0,"0"0"8"15,0 0-39-15,0 0-9 0,0 0 0 0,3-5 0 16,-3 5 102-16,6-3 18 0,-3 0 4 0,3 3 1 16,3 0-49-16,-3 0-9 0,2 3-3 0,1 0 0 15,0-1-20-15,0 1-5 0,0-1-1 0,0 4 0 16,0-1-16-16,-3 3-3 0,3-3-1 0,-3 1 0 16,3 4-18-16,-3 1 10 0,0-3-10 0,3 5 8 15,-3 0-8-15,0 0 0 0,-1 3 0 0,-2 3 8 16,3-3-8-16,-3-1 0 0,3 1 0 0,-3 0 0 15,0 0 0-15,0-3 0 0,0-2-9 0,0 2 9 0,-3-5 0 0,3 3 0 16,-3-1-8-16,0-2 8 0,0-2-9 0,-3 1 9 16,3-4-13-16,0-3 5 0,0 0 8 0,0 0 0 0,0 0 0 15,0 0 0-15,0 0 0 0,0 0 0 0,0 0 0 16,0 0 0-16,0 0 49 0,-6-3 12 0,3-2 3 0,-3-3 0 16,6 0 0-16,-3-5 0 0,3 0 0 0,3 0 0 15,-3-3-41 1,3-3-8-16,3-2-2 0,-3 0 0 0,3 0-5 15,3-3 0-15,-3 3-8 0,3 0 12 0,0 2-12 0,0 3 0 0,0 0 0 16,0 0 0-16,0 6 0 0,0-3 0 0,3 2 0 0,-4 0 0 16,1 3-23-16,0 1-1 0,0-1 0 0,-3 2 0 31,3 1-113-31,-3 0-23 0,6-1-5 0</inkml:trace>
  <inkml:trace contextRef="#ctx0" brushRef="#br0" timeOffset="25019.416">22806 8060 1976 0,'0'-8'41'0,"-3"2"9"0,3 4-40 0,0 2-10 0,-3-5 0 0,3 5 0 15,-3-6 82-15,3 6 14 0,-6-2 4 0,0-1 0 16,6 3-51-16,-6-3-9 0,3 3-3 0,3 0 0 15,-6-2-17-15,1 2-3 0,-1 0-1 0,0 0 0 16,0 0 4-16,0 0 0 0,0 0 0 0,0 0 0 16,0 0 18-16,0 0 4 0,0 0 1 0,0 0 0 15,-3 0-43-15,0 0 0 0,0 0 0 0,0 0 0 16,-3 2 0-16,3-2 0 0,-2 3 0 0,-4 2 8 16,0 1-8-16,-3-1 0 0,-3 0 0 0,0 3 0 15,3 0 14-15,1 0 1 0,-4 3 0 0,3-4 0 16,0 4-24-16,3 0-5 0,0-3-1 15,0 2 0-15,6 1 15 0,0-1 0 0,1 1 0 0,5 2 0 0,0-2 0 16,3-1 8-16,3 4 0 0,0-4-8 0,5 1 0 16,1 2 0-16,3-2 0 0,3-1 0 0,0 3 0 0,3-2 0 15,0-1 0-15,0 1 0 0,0-3 0 0,-1 0 0 16,1 0 0-16,0 0 0 0,-3-3 0 0,-3 3 0 16,0 0 0-16,0-3 0 0,-3 1 0 0,-3-1 0 15,2 0 0-15,-5 3 0 0,0-3 0 0,0-2 0 16,-3 2 0-16,0 1 0 0,0-6 0 0,-3 5 0 0,-3 0-11 15,1 1 11-15,-1-1 0 0,-3 0 0 16,0 0 0-16,0-2 0 0,-3 2 0 0,0-2 0 0,-3 0 0 0,3-1 0 16,-3 1 0-16,0-3 0 0,4 0 0 0,-4 3 0 15,0-3 0-15,3 0 0 0,0-3 0 0,-3 3 0 16,3 0 0-16,0-3 0 0,3 3 0 0,-3 0 0 16,3-2-72-16,4-1-7 0,-4 0-1 15</inkml:trace>
  <inkml:trace contextRef="#ctx0" brushRef="#br0" timeOffset="25499.25">22970 7978 2098 0,'-6'-8'60'0,"0"0"12"0,0 0-58 15,0 0-14-15,0 0 0 0,3 0 0 0,-3 3 99 0,3-1 17 0,0 1 3 0,3 5 1 16,0-5-40-16,0 5-7 16,0 0-1-16,0 0-1 0,0 0-24 0,0 0-5 0,0 0-1 0,0 0 0 15,0 0-20-15,6 0-4 0,0 3-1 0,0-1 0 16,3 6-16-16,0-3-12 0,0 6 1 0,0 0 1 15,0-1 33-15,0 6 6 0,0-3 2 0,0 3 0 16,0 3-23-16,-1-1-8 0,1 1 0 0,-3-1 9 16,0 1-9-16,0 2 0 0,-3-3 0 0,0 4 0 15,0 1 0-15,-3 1 0 0,-3 3 0 0,0 2 0 16,0-5-25 0,-3 2-7-16,-3 1-2 0,0-1 0 0,-2-2 34 0,-4 0 0 0,-3-1 0 0,0-1 0 15,0-1 0-15,0-3 0 0,0-2 0 0,-5 3 0 16,5-3 44-16,-3-1 16 0,3-1 4 0,-3-1 0 15,0 0-52-15,3 0-12 0,4 1 0 0,-4-1 0 16,3 0 0-16,0-2 0 0,3-3 0 0,0 0 0 16,0-1-24-16,3-1-7 15,-3-1-1-15,3 0-1 0,0-2-25 0,4 0-5 0,-4 2-1 0,0-2 0 16,3-1-160-16,-3 1-33 0</inkml:trace>
  <inkml:trace contextRef="#ctx0" brushRef="#br0" timeOffset="30043.333">16612 9676 1958 0,'0'0'87'0,"0"0"17"0,0 0-83 0,0 0-21 0,0 0 0 0,0 0 0 16,0 0 107-16,-3 6 17 0,3-6 3 0,0 0 1 15,0 5-52-15,-3 3-9 0,3-3-3 0,0 3 0 16,0 0-51-16,0 0-13 0,0 3 0 0,0-1 0 15,3-2 0-15,-3 3 0 0,0-1 0 0,3 4 0 16,-3-1 0-16,0 0 0 0,0 3 0 0,0 0 0 16,0 0 0-16,0 0 0 0,0-1 0 0,0 1 0 15,0 0 0-15,0-3 0 0,0 3 0 0,0-3 0 16,0-2 0-16,-3 0 0 0,3-1 0 0,-3 1 0 16,3-3 0-16,0-3 0 0,0-5 0 0,-3 8 0 31,3-8-48-31,-3 5-13 0,3-5-3 0,0 0 0 0,0 0-102 0,0 0-21 0,0 0-4 0,-6 0-1 0</inkml:trace>
  <inkml:trace contextRef="#ctx0" brushRef="#br0" timeOffset="30275.835">16686 9422 1792 0,'0'0'51'0,"-3"-5"10"0,-3 0-49 0,3 2-12 0,0-2 0 0,0 0 0 15,3 2 105-15,0 3 19 0,0-5 3 16,0 5 1-16,-3-6-21 0,3 6-4 0,0 0-1 0,0 0 0 16,0 0-61-16,0 0-12 0,0 0-2 0,0 0-1 15,0 0-26-15,0 0 0 0,0 0 0 0,0 0 0 16,0 0 0-16,0 0 0 0,0 0 0 0,0 0 0 31,0 0-108-31,3 6-26 0,-3 2-6 0,0 0-896 0</inkml:trace>
  <inkml:trace contextRef="#ctx0" brushRef="#br0" timeOffset="30722.752">17067 9504 2347 0,'0'0'52'0,"-3"-8"10"0,3-2 2 0,0 2 2 0,0-5-53 0,0 5-13 16,0-3 0-16,-3 3 0 15,3 0 70-15,-3 3 11 0,3-3 3 0,-3 3 0 0,0 0-16 0,0 2-4 0,3 3 0 0,-3-3 0 16,3 3 0-16,-5-2 0 0,-1 2 0 0,0 2 0 15,3 1-51-15,-3 0-13 0,0 2 0 0,0 5 0 16,3-2 0-16,-3 6 0 0,3-1 0 0,-3 5 0 16,3 1 0-16,-3 2 0 0,3 0 0 15,0 3 0-15,3-3 0 0,0 3 0 0,0-3 0 0,3 3 0 16,-3-3 0-16,0 3 0 0,3-3 0 0,-3 6 0 16,3-4 0-16,-3 1 0 0,3 3 0 0,0-1 0 15,0 1-12-15,-3-1-4 16,3 0-2-16,-3 1 0 0,0-3 18 0,3-3-12 0,-3-3 12 0,0 4-10 15,0-6-8-15,-3 2-2 0,3-2 0 0,-3 0 0 32,-3 0-13-32,3-3-3 0,-3 0-1 0,0 0 0 15,0-2-74-15,0-3-14 0,0 0-3 0,0 0-631 0,0-3-125 0</inkml:trace>
  <inkml:trace contextRef="#ctx0" brushRef="#br0" timeOffset="30934.417">16904 9848 2239 0,'0'-5'49'0,"0"-3"11"0,3 0 1 0,0 0 2 0,-3 0-51 0,3 0-12 16,0 0 0-16,2 1 0 0,-2-1 76 0,3 2 12 15,0 1 2-15,3 0 1 0,-3-1-34 0,0 1-6 16,3 3-2-16,-3-4 0 0,3 4-22 0,-3 2-5 16,6-3-1-16,-3 0 0 0,0 3-12 0,0 0-9 15,0 0 12-15,2 0-12 0,1 0 0 0,3 0 0 16,-3 0-12-16,3 0 3 15,3 0-183-15,-3 0-36 0,23-5-7 0,-8 0-1 0</inkml:trace>
  <inkml:trace contextRef="#ctx0" brushRef="#br0" timeOffset="31979.548">18249 9441 1839 0,'0'0'40'0,"3"-5"9"0,-3-3 2 0,3 0 1 0,-3 0-42 0,3 0-10 16,-3 0 0-16,0 0 0 0,0 0 80 0,-3 0 13 15,0 3 3-15,0-3 1 0,0 3-26 0,0 2-6 0,-3-2-1 0,0 2 0 16,0 0-4-16,0 3 0 0,-3 0-1 0,0 0 0 16,0 0-35-16,-2 6-6 15,-4-4-2-15,0 4 0 0,0-1-8 0,0 3-8 0,0 2 12 0,0 1-12 16,3 0 0-16,0 2 0 0,4 3 0 0,2 0 0 16,0 2 0-16,3 1-20 15,3 2 2-15,0 0 1 0,6-3 17 0,0 4 14 0,2-4-2 16,1-2-1-16,3 0-11 0,0 0-16 15,3-3 4-15,3 3 1 0,-3-3 11 0,0 0 12 0,-3 1-2 0,0-1-1 16,-4 0-9-16,4-2-12 0,-3-1 2 0,0 1 1 16,0-1 9-16,-6-2 0 0,3 0 0 0,-3 3 0 15,0-3 0-15,-3 0 0 0,0 0 0 0,-3 0 0 16,0 0 0-16,-6 2 0 0,3-2 0 0,-3 0 0 16,-3-3 0-16,0 3 0 0,-2-2 0 0,-4-1 0 15,0-3 0-15,0 4 0 0,0-4 0 0,0 1 0 16,-3 0 0-16,4-3 0 0,-4 0 0 0,3 0 0 15,0 0 0-15,3-3 0 0,0 0 0 0,3 1 0 16,-3-1 0-16,4 0 0 0,2-2 0 0,0 3 0 16,3-4-28-16,0 4-3 15,0-4-1-15,3 4 0 0,0-4-102 0,3 4-21 0,0-1-4 0</inkml:trace>
  <inkml:trace contextRef="#ctx0" brushRef="#br0" timeOffset="32541.027">18630 9608 1270 0,'0'0'28'0,"0"0"5"0,0 0 2 0,0 0 1 0,0 0-28 0,-6 0-8 15,6 0 0-15,0 0 0 0,0 0 100 0,-6 0 20 16,6 0 3-16,0 0 1 0,0 0-20 0,0 0-3 16,0 0-1-16,0 0 0 15,0 0-55-15,0 0-11 0,0 0-2 0,0 0-1 16,0 0 43-16,6 2 9 0,3 1 1 0,0 0 1 0,0-1-37 0,3-2-8 15,0 3-2-15,3-3 0 0,-1 0-15 0,1 2-3 16,3-2-1-16,0 0 0 0,0 0-8 0,3 0-2 16,-3 0 0-16,-1 0 0 0,4-2-1 0,-3 2-8 15,0 0 12-15,0-3-4 0,0 3-8 0,-3-2 0 0,0-1-12 16,-1 0 12-16,-5 3-27 0,3-2 3 0,-3-1 0 0,0 3 0 31,-3-3-32-31,3 3-7 0,-3 0-1 0,-3-2 0 16,3 2-117-16,-6 0-24 0,0 0-5 0,0 0-1 0</inkml:trace>
  <inkml:trace contextRef="#ctx0" brushRef="#br0" timeOffset="32946.589">18698 9830 1728 0,'0'0'38'16,"0"0"8"-16,0 0 2 0,0 0 0 0,0 0-39 0,0 0-9 0,0 0 0 0,0 0 0 16,0 0 84-16,0 0 16 0,0 0 2 0,0 0 1 0,6 0-11 0,3 0-3 0,-3 0 0 0,3-3 0 15,3 3-43-15,-3 0-9 0,3-2-1 0,0 2-1 16,3 0 0-16,0-3 0 16,0 3 0-16,-1 0 0 0,1 0-15 0,0 0-4 0,0-3 0 15,0 3 0-15,0 0-6 0,0 0-2 16,0-2 0-16,0 2 0 0,-4 0-16 0,4 0-4 0,-3-3-1 15,0 0 0 1,0 3-89-16,-3-2-18 0,3-1-3 0,-3-2-957 0</inkml:trace>
  <inkml:trace contextRef="#ctx0" brushRef="#br0" timeOffset="33327.565">19395 9629 1661 0,'0'0'47'0,"0"0"10"16,0 0-45-16,0 0-12 0,0 0 0 0,0 0 0 0,0 0 109 0,0 0 20 15,0 0 4-15,3 0 1 0,3 0-33 0,-3 0-6 16,3 0-2-16,0 0 0 0,3 0-74 0,-3 0-19 16,0-3 0-16,0 3 0 0,3 0 0 0,-3 0 0 15,2 0 0-15,1 0 0 0,0 0 55 0,0 0 7 16,0-3 2-16,0 3 0 0,0 0-52 0,3 0-12 16,-3-2 0-16,0 2 0 0,0-3 0 0,0 3 0 15,0-2 0-15,-1 2 0 0,4-3 0 0,-3 3 0 16,0 0 0-16,0-3 0 15,-3 3-48-15,-6 0-13 0,9 0-3 0,-9 0 0 16,9-2-22-16,-9 2-5 0,0 0-1 0,0 0 0 16,0 0-108-16,0 0-23 0,0 0-4 0,0 0-1 0</inkml:trace>
  <inkml:trace contextRef="#ctx0" brushRef="#br0" timeOffset="33685.385">19428 9862 1638 0,'0'0'46'0,"0"0"11"0,0 0-45 0,0 0-12 16,0 0 0-16,0 0 0 0,0 0 137 0,0 0 26 15,0 0 5-15,0 0 0 0,0 0-83 0,0 0-17 16,0 0-3-16,0 0-1 15,0 0 0-15,0 0 0 0,6 0 0 0,-3 0 0 0,3 0-51 0,0 0-13 16,0 0 0-16,2 0 0 0,-2-3 54 0,3 3 8 16,0-3 2-16,0 3 0 0,0 0-52 0,3-2-12 15,-3-1 0-15,3 0 0 0,0 1 9 0,0-1-1 0,0 0 0 0,0 3 0 16,2-2-8-16,-2-1 0 16,0 1 0-16,3-1 8 0,-3 0-8 0,0 3-14 15,0-2 3-15,0 2 1 16,0 0-43-16,-3-3-9 0,-1 0-2 0,1 3 0 15,0 0-100-15,0-2-21 0,-3 2-4 0</inkml:trace>
  <inkml:trace contextRef="#ctx0" brushRef="#br0" timeOffset="34448.709">20163 9581 1501 0,'0'0'32'0,"0"0"8"0,0 0 0 0,0 0 4 0,0-5-36 0,0 5-8 0,0-5 0 0,-3-1 0 16,3 6 93-16,0-5 17 0,0 5 3 0,-3-5 1 16,3 5-24-16,0 0-5 0,0 0-1 0,0 0 0 15,-3-3-20-15,3 3-4 0,0 0 0 0,0 0-1 16,0 0-15-16,0 0-2 0,-6 0-1 0,3 3 0 15,-3 2-15-15,3 0-3 0,-3 1-1 0,3 2 0 16,-3 2-10-16,0 1-3 0,0 2 0 0,0 0 0 16,3 0-9-16,-2-2 0 0,-1 2 9 0,3 0-9 15,0 3 0-15,0-2 0 0,3-1 0 0,-3 0 0 16,3-2 0-16,3-1 0 0,0 3 0 0,0-2 0 0,3 0 0 16,-1-4 0-16,1 1 8 0,3 0-8 0,0 0 0 15,3 0 0-15,0-2 0 0,3-1-12 16,-3-3 12-16,3 1 0 0,-3 0 0 0,0-6 0 0,2 0 0 0,1-2 0 15,0 3 0-15,0-6 0 0,3 2 0 0,-3-2 0 16,0 0 8-16,0 0-8 0,-3 1 20 16,2-1 0-16,-2 0 0 0,0-3 0 0,-3 3 15 0,0-2 2 15,0-4 1-15,-3 1 0 0,-3 3-1 0,0-4 0 16,-3 4 0-16,-3-4 0 0,3 1-15 0,-6 0-3 16,0-3-1-16,0 3 0 0,-3-3-10 0,-3 3-8 15,0 2 12-15,-3-2-12 0,1 0 0 0,-1 5 0 16,3-3 0-16,-3 6-9 0,0-3-8 0,0 3-2 15,0 2 0-15,0 3 0 16,3-3-86-16,-2 3-18 0,-1 0-3 0,-3 3-699 0,3 0-140 0</inkml:trace>
  <inkml:trace contextRef="#ctx0" brushRef="#br0" timeOffset="34848.987">20577 9332 1792 0,'-9'-5'51'0,"9"5"10"0,-6-3-49 0,6 3-12 16,-6 0 0-16,6 0 0 15,0 0 112-15,-6 0 20 0,6 0 4 0,0 0 1 16,0 0-45-16,0 0-8 0,0 0-3 0,0 0 0 0,0 0-36 0,0 6-7 15,3-1-2-15,0 3 0 0,3 0 2 0,0 0 0 16,0 2 0-16,3 1 0 0,0 0-9 0,0 5-1 16,2-1-1-16,-2 4 0 0,3 2-1 0,-3 0 0 15,3 3 0-15,0 0 0 0,0 2-41 0,-3-2-8 16,3-3-1-16,-3 0-1 0,0-2 51 0,-3 0 10 16,-3-1 3-16,0 1 0 0,0-4-11 0,-3 4-3 0,-3-3 0 15,0 2 0-15,0-2-34 0,-3 3-7 16,0-1-2-16,0 1 0 0,-3-1 29 0,0 4 5 15,0-4 2-15,-3 1 0 16,0-1-52-16,0 1-10 0,0-4-3 0,-6 4 0 16,1-3 4-16,-4-3 1 0,-3 3 0 0,0 0 0 15,-3-6-100-15,-2 4-20 0,2-4-4 0,-3 1-560 0,3-1-112 0</inkml:trace>
  <inkml:trace contextRef="#ctx0" brushRef="#br0" timeOffset="35454.292">17868 9330 1868 0,'0'0'41'0,"0"0"9"0,0 0 2 0,0 0 0 0,0 0-42 0,0 0-10 0,0 0 0 0,0 0 0 16,0 0 73-16,0 0 13 0,0 0 2 0,-6 2 1 15,0 4-20-15,-3 2-4 0,3 0-1 0,-3 5 0 16,3 0 0-16,-3 6 0 0,3 2 0 0,-2 3 0 16,2 5-51-16,-3 0-13 0,6 3 0 0,-3 2 0 15,3 0 0-15,3-2 0 0,-3 5 0 0,6-2 0 16,-3-4 0-16,6 4 0 0,-3-1 0 0,6 0 0 16,0 1 0-16,-1-3 0 0,4-1 0 0,3-2 0 15,0-2 0-15,0-3 0 0,3-6 0 0,0 1 0 16,0-3 0-16,-1-3 0 0,4-3 0 0,0 1 0 15,-3-3 24-15,3-3 3 0,-3 1 0 0,3-4 0 16,-4-2-223-16,1-2-45 16</inkml:trace>
  <inkml:trace contextRef="#ctx0" brushRef="#br0" timeOffset="46698.099">18237 10677 2310 0,'-3'-16'48'0,"0"10"11"0,3 1-47 0,-3 0-12 0,3-3 0 0,-3 3 0 16,0 2 53-16,0-2 9 0,0 2 2 0,-3 0 0 16,0 1 0-16,0 2 0 0,-3-3 0 0,4 3 0 15,-4 3 0-15,0-3 0 0,-3 5 0 0,0-2 0 16,0 5-52-16,0 0-12 0,0-1 0 0,0 7 0 15,0-1 0-15,0 5 0 0,3 4 0 0,-2 1 0 16,2 1 0-16,0 0-16 0,0 3 3 0,3-1 1 16,3-2 12-16,0 2 0 0,0-2-10 0,3 0 10 15,0-3 0-15,0 3-11 0,3-3 11 0,0 3-8 16,0 0-30-16,0 0-6 0,3 2 0 0,-3 0-1 16,0-2 36-16,0 3 9 0,0-3 0 0,0-3 0 15,0 0 0-15,-3 0 0 0,0-2 0 0,0-1 0 16,-3 1-53-16,0-4-9 0,0-1-2 0,-3 2 0 15,0-6 0-15,-3 3 0 0,3-2 0 0,-3 0 0 16,0-4-102-16,0-1-21 0</inkml:trace>
  <inkml:trace contextRef="#ctx0" brushRef="#br0" timeOffset="46905.918">17901 11015 2067 0,'0'0'87'0,"-3"-5"-70"16,3 5 89-16,0-5 18 0,0 5 3 0,0-3 1 16,3-2-52-16,0-1-9 0,3 4-3 0,0-1 0 15,0 1 0-15,3 2-1 0,-1 0 0 0,7-3 0 16,-3 3-50-16,6 0-13 0,0 0 0 0,0 3 0 16,0-3 0-16,5 0 0 0,-2 2 0 0,3-2 0 15,0-2-152-15,3 2-36 0,-3-3-8 0</inkml:trace>
  <inkml:trace contextRef="#ctx0" brushRef="#br0" timeOffset="47399.823">18800 10867 1579 0,'0'0'32'0,"0"0"10"0,0 0-34 0,-6 5-8 0,6-5 0 0,0 0 0 16,0 0 120-16,0 0 21 0,0 0 5 0,-3 3 1 16,3-3-31-16,0 0-5 0,0 5-2 0,3 1 0 15,3-1-36-15,0-2-7 0,0-1-2 0,3-2 0 16,2 3-13-16,1-3-3 0,3 0-1 0,3-3 0 15,-3 3-24-15,3 0-5 0,0-2-1 0,0-1 0 16,-1 3-17-16,1-3 0 0,0 1 0 0,0-1 0 16,0 0 0-16,3-2 0 0,-3 2 0 0,2 1 0 15,1-1 32-15,-3-2 4 0,0 2 0 0,0 1 0 16,0-1-60-16,-6 3-12 0,2-3-3 0,-5 3 0 16,0-2-120-16,-3 2-24 0,-6 0-5 0</inkml:trace>
  <inkml:trace contextRef="#ctx0" brushRef="#br0" timeOffset="47617.045">18853 11060 2030 0,'0'0'57'0,"0"0"14"16,0 0-57-16,0 0-14 0,0 0 0 0,0 0 0 0,6 0 97 0,0 3 17 0,3-3 3 0,0-3 1 15,3 3-26-15,3 0-6 0,-3-2-1 0,3-1 0 16,0 0-26-16,-1 1-6 0,4-4-1 0,-3 4 0 15,3-4-40-15,0 4-12 0,0-3 0 0,3 2 0 16,-4 0 0-16,4 1 0 0,-3-4 0 0,3 6 0 16,-3-2 18-16,3 2-1 0,-4-3 0 0,4 3 0 15,-3-3-130-15,0 3-27 16,3-2-4-16</inkml:trace>
  <inkml:trace contextRef="#ctx0" brushRef="#br0" timeOffset="48016.415">20154 10640 1824 0,'-18'-3'38'0,"12"3"8"0,6 0-37 16,0 0-9-16,0 0 0 0,0 0 0 0,-6 0 94 0,6 0 17 0,0 0 3 15,-6-3 1-15,6 3-36 0,-6 0-7 16,6 0-2-16,-6 3 0 0,6-3-15 0,-3 3-3 0,-3-1-1 0,1 3 0 15,2 1-16-15,-3-1-3 16,0 0-1-16,-3 3 0 0,3 0-11 0,-3 3-3 0,0 2 0 0,-3 3 0 16,0 0-17-16,-3 2 0 0,3 4 0 0,-6-1 0 31,4-3-21-31,-4 1-5 0,3-3-1 0,-3 2 0 0,3-2 27 0,0-3-10 0,0 3 10 0,0-3 0 16,1 1-63-1,2-4-5-15,-3 1-2 0</inkml:trace>
  <inkml:trace contextRef="#ctx0" brushRef="#br0" timeOffset="48298.476">19758 10640 2576 0,'-9'-16'73'0,"0"2"15"16,3 4-70-16,0-3-18 0,3 5 0 0,0 0 0 15,0 2 49-15,3 1 7 0,0 5 0 0,0 0 1 16,0 0-15-16,0 0-3 0,6-2-1 0,-3 2 0 15,3 2-8-15,3 1-2 0,-3 2 0 0,3 0 0 16,-3 6-28-16,3-3-15 0,0 3 2 0,3-1 0 16,-3 6 13-16,3 0 0 0,3 0 0 0,-1 2 0 0,1 3 21 15,0 3 7-15,3-3 2 0,0 6 0 16,-3-6-30-16,3 0 0 0,0 0 0 0,-1 1 0 16,1-4-18-16,-3 1-10 0,3-4-1 0,-3 1-1 0,3 0 30 0,-6-3 0 0,3 1 0 15,-1-1 0-15,-2-3-23 16,0-2 2-16,0 0 0 0,0-2 0 15,0-1-171-15,0 0-35 0,-3-2-6 0</inkml:trace>
  <inkml:trace contextRef="#ctx0" brushRef="#br0" timeOffset="50810.915">20437 10592 1963 0,'-3'-5'40'0,"0"-1"12"0,3 1-42 0,0 5-10 0,0-5 0 0,0 5 0 16,0 0 106-16,0 0 19 0,-3-6 4 0,3 6 1 15,0 0-30-15,0 0-5 0,0 0-2 0,0 0 0 16,0 0-29-16,0 0-7 0,0 0-1 0,0 0 0 15,3 6-18-15,0 2-4 0,0 0-1 0,0 0 0 16,-3 5-17-16,3 0-3 0,-3 0-1 0,0 6 0 16,3-1-12-16,-3 3 9 0,0 3-9 0,3 0 8 15,-3 0-8-15,0 0 0 0,0 0 0 0,0-1 0 16,0-1 0-16,0-4 0 0,0 3 0 0,0-2 0 16,0-1 0-16,0-5 0 0,0 3 0 0,0-2 0 15,-3-4 0-15,3 1 0 0,0-1-12 0,-3-2 12 16,3 0-45-16,0 0-2 0,0-3 0 0,0 3 0 15,0-8-125-15,0 0-24 0,0 0-6 0</inkml:trace>
  <inkml:trace contextRef="#ctx0" brushRef="#br0" timeOffset="51123.361">20967 10624 2263 0,'0'0'47'0,"0"0"12"0,0 0-47 0,3-6-12 0,-3 6 0 0,0-2 0 16,0 2 112-16,3-6 21 0,-3 6 4 0,0-2 1 15,0 2-38-15,3-5-8 0,-3 5-2 0,0-3 0 16,0 3-38-16,0-5-7 0,0 5-1 0,3-3-1 15,-3 3-27-15,0 0-4 0,0-5-2 0,0 5 0 16,0 0-10-16,3-3 0 0,-3 3 0 0,0 0 0 16,0 0 0-16,0 0 0 0,0 0 0 0,0 0 0 15,0 0-20-15,0 0-7 0,0 0-1 0,6 0 0 16,-6 0-172-16,2 5-36 0,4 1-6 0</inkml:trace>
  <inkml:trace contextRef="#ctx0" brushRef="#br0" timeOffset="51429.018">21002 10894 2211 0,'0'0'46'0,"0"0"10"15,0 0-44-15,0 0-12 0,0 0 0 0,0 0 0 16,0 0 104-16,0 0 20 0,0 0 3 0,0 0 1 15,0 0-40-15,6 2-8 0,0 1-2 0,-3 0 0 0,0 2-24 16,0 0-5-16,3 0-1 0,-3 3 0 0,-3 0-18 0,3 0-4 0,0 0-1 0,-3 3 0 16,0-1-5-16,0 4-2 0,-3-4 0 0,0 3 0 15,0 3-6-15,-3 0-2 0,0 3 0 0,-3 2 0 16,0-3-10-16,-2 3 8 0,2 1-8 0,-3-1 8 31,0 3-29-31,-3-6-7 0,0 3 0 0,-3-2-1 0,0-1 29 0,3 1 0 16,-2-3 0-16,-4 0 0 15,6-3-160-15,-3 3-25 0,0-3-6 0</inkml:trace>
  <inkml:trace contextRef="#ctx0" brushRef="#br0" timeOffset="54268.639">16407 12264 1690 0,'0'0'35'0,"0"0"9"0,0 0-36 0,0 0-8 0,0 0 0 0,0 0 0 16,0 0 86-16,0 0 15 0,0 0 3 0,0 0 1 15,0 0-37-15,0 0-8 0,0 0-2 0,0 0 0 16,2 5-46-16,1-2-12 0,0 2 0 0,0-2 0 16,3 2 53-16,-3-2 9 0,3 0 2 0,0-1 0 15,0 4-52-15,3-4-12 0,0-2 0 0,0 6 0 16,0-6 0-16,0-3 0 0,3 3 0 0,0-3 0 16,-3 1 0-16,2-4 0 0,-2 4 0 0,3-6 0 15,-3 2 0-15,3-2 0 0,-3 1 0 0,-3-1 0 16,3 0 40-16,-3 2 6 0,-3-2 1 0,3 1 0 15,-6 1-24-15,3-2-5 0,-3 0-1 0,0 3 0 16,-3 0 16-16,0-1 3 0,-3-1 1 0,0 1 0 16,0 4-17-16,0-4-3 0,-3 4-1 0,0-1 0 0,0 0-16 15,-3 3 0-15,3-2 8 0,-2 2-8 0,-1 2 0 0,0-2 0 16,-3 3 8-16,3 2-8 0,0 1 0 0,-3-1 0 16,3 3 0-16,3 0 0 15,0 0-8-15,0 0 8 0,1 2-13 0,2 3 5 16,0 1-32-16,3 2-7 0,0-1-1 0,3 7 0 0,0-4 39 0,0 3 9 0,0 0 0 15,3 3 0-15,3-5-20 0,-3 2-3 0,3-3 0 0,2-2 0 32,-2-2-2-32,3-1-1 0,3 0 0 0,0-5 0 0,0 0 9 0,0 0 1 15,3-3 1-15,0 0 0 0,-3-2 1 0,3-3 0 0,-4 0 0 0,1 0 0 16,3-3 14-16,-3-2 0 0,3 0 0 0,-3 0 0 16,3-6 0-16,0 3 18 0,-3-5-2 0,2 0-1 15,1-3-15-15,-3 0 0 0,0-3 0 16,-3-2 0-16,3 0 54 0,-3 0 8 0,0-3 2 0,-3 3 0 15,0 0 0-15,-3-1 0 0,3 1 0 0,-3 0 0 16,-3 3-52-16,3-4-12 0,-3 1 0 0,0 3 0 16,0-1 44-16,-3 1 5 0,0-1 2 0,0 3 0 15,0 0-31-15,0 1-5 0,-3 1-2 0,0 1 0 16,3 3-13-16,0-1 0 0,-3 3 0 0,3 3 0 16,0-1 0-16,0 1 0 0,3 5 0 0,0 0 0 15,0 0 12-15,0 0 0 0,-6 8 0 0,3 3 0 16,3 2-12-16,-3 3-16 0,3 2 3 0,-3 1 1 15,3 2 12-15,0 0 0 0,0 0 0 0,-3 0 0 16,3 1-54-16,0-1-8 0,-3 0-2 0,3 0 0 16,0 3 0-16,-3 0 0 0,3 2 0 0,0-2 0 15,0 0 52-15,0-3 12 0,0 0 0 0,0 0 0 0,3-5 0 0,0 0 0 16,0-3 0-16,0 1 0 16,3-6-54-16,0-1-8 0,3-1-2 0,-3-4 0 15,6-2 52-15,-3 0 12 0,3-2 0 0,0-1 0 0,-1-5 0 0,1 0 0 0,3-2 0 16,-3-1 0-16,3-2 48 0,0-3 13 0,0-3 3 0,0 4 0 15,-3-1 0-15,0-3 0 0,-4 1 0 0,1 2 0 16,0-3-52-16,0 6-12 0,-3 0 0 0,0 0 0 16,-3 2 54-16,0 3 8 0,0-3 2 0,-3 6 0 15,0-3-52-15,0 6-12 0,0 2 0 0,-3-6 0 16,3 6 0-16,-6 0 0 0,6 0 0 0,-9 0 0 16,0 3 0-16,3 0 0 0,-3 2 0 0,0 0 0 15,4 3 0-15,2-3 0 0,-3 3 0 0,3 3 0 16,0-1 0-16,3 1 0 0,3 0 0 0,0 2 0 15,0 0 0-15,3 0 0 0,2 1 0 0,-2-1 0 16,3 0 0-16,-3 0 0 0,3 1 0 0,0-1 0 16,0-3 0-16,0 4 0 0,0-4 0 0,0 1 0 15,-3-1-13-15,0 1-6 0,-3-3-1 0,0 2 0 16,0-2-19-16,-3 0-4 0,0-2-1 0,0 4 0 16,-3-2 36-16,-3-3 8 0,3 3 0 0,-6-2 0 15,3 2-26-15,-3-3-3 0,0 0-1 0,0-2 0 16,0 2-3-16,-3-5-1 0,0 3 0 0,3-3 0 15,-2 0 22-15,2 0 12 0,3 0-12 0,-3 0 12 16,6-3-13-16,3 3 4 0,-6-5 1 0,6 2 0 16,0-5 8-16,6 3-12 0,0-3 12 0,0 3-12 0,3-3 12 15,0 0 0-15,2 0-9 0,1 0 9 0,3 0 14 0,-3-3 7 0,3 3 2 16,3-2 0-16,-3-1-23 0,3 1 0 0,-1-4 0 16,1 4 0-1,0-3 0-15,0 2 0 0,0-2 0 0,0 2 0 16,0 1 56-16,-4-1 6 0,4 1 2 0,-3-1 0 0,-3 3-52 0,0-3-12 0,-3 3 0 15,0 1 0-15,-3-1 54 0,0 0 8 0,0 2 2 16,-3 1 0-16,0 0-52 0,-3-1-12 0,0 1 0 16,0 0 0-16,-3 2 28 0,0 1 4 0,0-1 0 15,-3 0 0-15,-3 1 0 0,3 4 0 0,-3-2 0 0,-3 3 0 16,3 0-32-16,-3-1 0 0,0 4 0 0,0 1 0 16,4 1-9-16,2 0-8 0,-3 3-2 0,6 2 0 15,0 0 19-15,3 1-10 16,3 2 10-16,3-3-8 0,0 3 8 0,3-3-10 0,2 0 10 0,1 0-10 15,0 1 10-15,3-7 0 0,0 4 0 0,0 0 0 16,3-6 0-16,-3 3 0 0,2-5 0 0,-2 2 0 16,3 0 0-16,-3 0 0 0,0 1 0 0,0-1 0 15,0-2 0-15,-3-1 0 0,6 1 0 0,-7-3 0 16,4 3-13-16,0-3 2 0,-3-3 1 0,3 3 0 16,0-3-114-16,-3-2-24 0,6 0-4 0</inkml:trace>
  <inkml:trace contextRef="#ctx0" brushRef="#br0" timeOffset="54940.191">18395 12550 2314 0,'0'0'65'0,"0"0"15"16,0 0-64-16,-6-3-16 0,6 3 0 0,-6-2 0 15,0 2 96-15,0 0 16 0,0 0 4 0,0 2 0 0,0 1-75 0,3 2-14 0,-3 1-3 0,0-1-1 16,0 3 14-16,3 2 3 0,-3 1 1 0,3 2 0 15,0 3-33-15,1 3-8 0,-1-1 0 0,3 6 0 16,0 2 0-16,0 1 0 0,0 2 0 0,0 3 0 16,3-3 0-16,-3-3 0 0,2 3 0 0,1-2 0 15,-3-1 0-15,0 1 0 0,3-3 0 0,-3 5 0 16,0-3 0-16,0 1 0 0,0 2 0 0,-3 2 0 16,3-1 0-16,-3-4 0 15,1 3 0-15,-1-5 0 0,0 0-14 0,0-6-2 16,0 1 0-16,-3-1 0 15,0-2-24-15,0-3-6 0,0-2-1 0,0 0 0 16,0-1-65-16,-3-5-12 0,6 3-4 0</inkml:trace>
  <inkml:trace contextRef="#ctx0" brushRef="#br0" timeOffset="55134.81">18228 12965 2310 0,'-3'-5'48'0,"3"0"11"15,0 5-47-15,0-5-12 0,3-1 0 0,-3 1 0 16,0 5 53-16,3-5 9 0,3 2 2 0,-3 0 0 16,0 1 0-16,3-1 0 0,3 0 0 0,0 3 0 15,0 0-52-15,3-2-12 0,0 2 0 0,0 0 0 16,2 0 27-16,4 0 2 0,-3-3 1 0,3 3 0 16,3-3-52-16,0 3-10 0,0-2-3 0</inkml:trace>
  <inkml:trace contextRef="#ctx0" brushRef="#br0" timeOffset="55524.573">18910 12862 2310 0,'0'0'48'0,"0"0"11"16,0 0-47-16,6 0-12 0,3-2 0 0,-3-1 0 15,3 0 69-15,0 3 12 0,2-2 3 0,-2-1 0 16,3 0-29-16,3 3-6 0,0-2-1 0,0-1 0 16,3 0-12-16,3 1-4 0,-4-1 0 0,4 0 0 15,3 1-18-15,-3-3-4 0,0 2-1 0,0 0 0 16,-1 1-9-16,1-1 0 0,-3 0 0 0,-3 3 8 16,0-2-17-16,0 2-4 0,-3 0-1 0,0 0 0 15,0 0-118-15,-7 0-23 0,4 2-5 0</inkml:trace>
  <inkml:trace contextRef="#ctx0" brushRef="#br0" timeOffset="55748.061">18993 13047 2204 0,'0'0'46'0,"0"0"10"0,0 0-45 0,0 0-11 0,0 0 0 0,0 0 0 16,6-2 76-16,0-4 12 0,0 1 4 0,3 0 0 15,0 0-20-15,3 2-3 0,3-5-1 0,0 5 0 16,2-2-6-16,1 0-2 0,0 2 0 0,3-2 0 16,0 2-60-16,0 1-8 0,-1-1-4 0,4 0-1 15,-3 1 13-15,0-4 0 0,-3 4 0 0,3-4 0 16,0 4-33-16,-4-1-4 0,1-2-1 0</inkml:trace>
  <inkml:trace contextRef="#ctx0" brushRef="#br0" timeOffset="56165.966">20178 12688 1964 0,'0'0'83'16,"0"-6"-67"-16,0 6 59 0,0 0 11 0,0-5 2 0,0 5 1 15,0 0-19-15,0 0-4 0,0 0-1 0,0 0 0 16,0 0-9-16,0 0-3 0,0 0 0 0,0 0 0 16,-6 3-20-16,0 2-4 0,-3 0-1 0,0 3 0 15,0 3-13-15,-3-1-3 0,0 1-1 0,-6 5 0 16,4 0-11-16,-4 2 0 0,0 3 9 0,-3 1-9 16,3-1-20-1,-3-3-8-15,1 1-1 0,-1 2-1 0,3-3 30 0,-3 1 0 0,3-1 0 0,3-2 0 16,0-2-211-16,0-1-36 15,1 0-7-15</inkml:trace>
  <inkml:trace contextRef="#ctx0" brushRef="#br0" timeOffset="56428.08">19877 12690 1991 0,'0'-13'84'0,"3"2"-68"31,0 1 106-31,-3-1 21 0,3 3 4 0,0 3 1 0,0 0-76 0,0 2-16 0,-3 3-2 0,0 0-1 15,6-3-2-15,-3 6-1 0,3-3 0 0,0 5 0 16,0 3-20-16,0 0-4 0,0 3-1 0,0 2 0 16,3 3-25-16,3 2 0 0,-1 4 0 0,1 1 0 15,0-1 19-15,3 1-2 0,0 1 0 0,0-3 0 16,0 1-17-16,3-1 0 16,0-3 0-16,-4 1 0 0,4-1 0 0,-3-2 0 0,-3-3 0 15,3 3 0 1,-3-5-19-16,0-1-7 0,0-2-2 0,-3 0 0 0,0-5-173 15,-1 0-35-15,1-1-8 0</inkml:trace>
  <inkml:trace contextRef="#ctx0" brushRef="#br0" timeOffset="56782.06">20380 12563 2131 0,'0'-8'90'16,"3"3"-72"-1,0 0 75-15,0-3 15 0,0 5 4 0,3-2 0 16,0 2-29-16,3-2-6 0,0 2-1 0,0 1 0 16,0 2-14-16,3 0-3 0,-3 0-1 0,3 2 0 15,2 1-58-15,-2 2 0 0,0 0 0 0,-3 3-11 16,3 0 60-16,-3 3 12 0,-3-1 3 0,3 4 0 16,-6-1-74-16,0 3-14 0,0 0-4 0,-3 2 0 15,0-2 14-15,-3 5 2 0,-3-2 1 0,0 2 0 16,0 0-8-16,-3 0-1 0,0 0-1 0,0 1 0 15,3-4 5-15,-3 1 2 0,0-1 0 0,3-2 0 16,0-3 14-16,4 1-11 0,-1-4 11 0,0 1-10 0,3-3 10 16,3 0 0-16,0-3 0 0,2 0-8 15,1 0 8-15,3-5 0 0,0 3 0 0,0-3-8 0,3 0 8 16,0 0 14-16,0-3-3 0,3 1-1 0,-3-1-2 0,3-2-8 0,-4 0 12 16,1-1-4-16,3 1-8 0,-3 0 0 0,3-1 0 15,0-2 8 1,0 3-116-16,0-3-24 0,3 0-5 0</inkml:trace>
  <inkml:trace contextRef="#ctx0" brushRef="#br0" timeOffset="57219.963">21175 12632 2066 0,'3'-5'43'0,"0"2"10"0,0 0-42 16,-3 3-11-16,3-5 0 0,-3 2 0 0,0 3 156 0,3-2 28 0,-3-3 7 0,0 2 1 16,3-2-103-16,-3 2-20 0,0-2-4 0,0 2-1 15,0-2-51-15,0 5-13 0,0-6 0 0,0 1 0 16,0 5 54-16,3-5 8 0,-3 2 2 0,0 3 0 15,3-5-52-15,-3 5-12 0,0 0 0 0,0 0 0 32,3-3-48-32,-3 3-13 0,3-2-3 0,-3 2 0 0,0 0-51 0,0 0-10 15,0 0-3-15</inkml:trace>
  <inkml:trace contextRef="#ctx0" brushRef="#br0" timeOffset="57532.092">21300 12873 2305 0,'0'0'48'0,"0"0"12"0,0 0-48 0,3 5-12 0,0 0 0 0,0 1 0 0,0 2 105 0,-3-3 19 0,3 0 4 0,-3 6 1 15,3-3-52-15,-3 0-10 16,0 0-3-16,0 5 0 0,-3-3-51 0,3 4-13 0,-3-1 0 0,0 0 0 16,-3 3 54-16,0-3 8 0,0 0 2 15,-3 3 0 1,0 0-64-16,-3 3 0 0,0-3-9 0,-2 2 0 0,-1 1 9 0,-3-1 12 0,0 1-2 16,0-1-1-1,0-2-58-15,0 0-12 0,-2-3-3 0,2 3 0 16,-3-3-102-16,3-2-21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2:58:45.47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15347 9846 1406 0,'3'-16'29'0,"-3"11"7"0,0-1-36 15,0 1 0-15,3 0 0 0,-3-3 0 0,3 2 95 0,-3 1 12 0,0-3 2 0,3 3 1 16,-3 0-37-16,0-1-7 0,0-2-2 0,0 3 0 16,-3 0 0-16,3 0 0 0,-3-1 0 0,0 1 0 15,-3 0-15-15,3-1-3 0,-3 4-1 16,-3-4 0 0,-3 4-16-16,0-1-3 0,-3 1-1 0,-3-1 0 0,-2 0-25 0,-1 1 0 0,-3 2-9 15,-3 0 9-15,0 0 0 0,-2 2 0 0,-1 1 0 16,-3 0 0-16,0 2 0 0,4 0 8 0,-1 0 0 15,-3 1 1-15,3-1-9 0,1 0-12 16,-1 1 2-16,0-1 1 0,3 0 9 0,0 0 0 0,1 1 0 0,5 2 0 16,0-3 0-16,3 0 0 0,0 1 0 0,6 1 0 15,0-4 0-15,4 2 0 0,2 1 0 0,0-4 0 16,3 4 0-16,3-6 0 0,0 5 0 0,0-5 0 16,0 5 0-16,3 3 0 0,-3-3 0 0,3 3 0 15,0 0-10-15,3 0 0 0,-4 0 0 16,1 0 0-16,3 3 10 0,-3-3 0 0,0 5 0 0,0-3 0 15,0 4 8-15,-3 2 1 0,0-3 0 0,0 3 0 16,0 0-9-16,0 2-14 0,0-2 3 0,-3 3 1 16,0 2 10-16,0-3 0 0,0 3 0 0,0 3 0 15,0 0 0-15,-2 2 0 0,2 1 0 0,-3 5 8 16,3-1-8-16,-3 1 12 0,3 5-4 0,0 0 0 16,0-2-8-16,0-4-8 0,3 4 8 0,-3-3-12 15,0 2 12-15,3 0 0 0,0 1 10 0,0 2-10 16,0 0 0-16,0 0 8 0,0 0-8 0,3 0 0 15,0-3 0-15,0-2 0 0,0 3 0 0,0-1 0 0,0 0 0 16,3 3 0-16,-3-2 0 0,3 4 0 0,-1-2 54 0,1 1 8 16,0 1 2-16,3 1 0 15,-3-3-75-15,0-3-14 0,3 1-3 0,-3 4-1 0,0-2 29 0,3 3 0 0,-3 0 0 16,0 2 10-16,3-2-10 0,-3-3 12 0,0-3-12 0,3 1 12 16,-3-1 0-16,0-2 0 0,3 0 0 0,-4 2 0 15,1 0 5-15,3 1 2 0,-3 2 0 0,0-3 0 16,3-2 1-16,-3 0 0 0,3-6 0 15,-3 3 0-15,0-5-8 0,0 0 0 16,0 0-1-16,0 0 0 0,0-1-3 0,0-1-8 0,0 1 12 16,0-1-4-16,-3-1-8 0,0-3 10 0,3 3-10 0,-3 1 10 15,2-7-2-15,-2 1-8 0,0 3 12 0,0-6-4 16,0 0 0-16,0 1-8 0,0-4 12 0,0 1-4 16,0-3-8-16,-3-3 8 0,3 3-8 0,0-3 8 15,0-2-8-15,-3 2 0 0,3-2 0 0,0 2 8 16,-3-5-8-16,0 0 8 0,0 0-8 0,0 0 8 15,0 0 0-15,3-3 0 0,-3 3 0 0,6-2 0 16,-3 2 0-16,3-3-8 0,-3 3 12 0,3-3-4 16,0 1-8-16,3-1 10 0,0 1-10 0,0-1 10 15,3 0-10-15,2 1 10 0,1-1-10 0,0 0 10 16,3 1-10-16,3-1 0 0,3-2 0 0,0 2 8 16,-1 0-8-16,4-2 0 0,3 0 0 0,-3 0 0 15,3-1 0-15,-1 1-17 0,4-3 4 0,3 3 1 16,2-6-125-16,7 1-25 0,6-1-5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2T19:55:46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18803 7435 364 0,'-18'-2'16'16,"3"-4"-16"15,0 4 0-31,3-4 0 0,0 1 0 0,0 2 0 0,3-2 15 0,0 3 0 0,4-4 0 0,-1 4 0 16,-3-1-15-16,3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3:04:25.49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17913 5514 1552 0,'0'0'44'0,"0"0"10"16,0 0-43-16,0 0-11 0,0 0 0 0,6 0 0 16,3 0 104-16,-1 0 20 0,7-2 3 0,-3-1 1 15,3 0-42-15,3-2-8 0,0-3-2 0,6 3 0 16,-1-6-8-16,1 3-1 0,3-5-1 0,6 2 0 15,3 1-13-15,-1-9-2 0,7 3-1 0,6-2 0 0,-1 2 11 0,1 0 3 16,2 0 0-16,10-2 0 0,-6-1-52 16,5 1-12-16,4-1 0 0,2-2 0 0,-8 3 0 0,2-4 0 15,-2 1 0-15,2 0 0 0,-5 0 0 0,-1 2 0 16,1-2 0-16,0 0 0 0,-10 3 0 0,-2 2 0 0,-3 0 0 16,-4 0 0-16,-5 3 0 0,0 2 0 0,-3 3 0 15,-4-8 0-15,-2 8 0 0,-3 3 0 0,-6-3 0 0,0 3 0 16,-3 2 0-16,-6 0-12 15,-3 3 3-15,0 0 0 16,0 0-37-16,-6 0-7 0,0 0-2 0,-9 3 0 16,0 0-161-16,-3 5-33 0</inkml:trace>
  <inkml:trace contextRef="#ctx0" brushRef="#br0" timeOffset="530.381">18198 5146 1956 0,'0'0'56'0,"0"0"11"0,0 0-54 16,0 0-13-16,0 0 0 0,0 0 0 0,0 0 70 0,0 0 11 0,0 0 3 0,0 0 0 16,0 0-16-16,0 0-4 0,-6 0 0 0,1 3 0 15,2 2-32-15,-3 1-6 0,3 2-2 0,-3 2 0 16,0 3-10-16,-3-2-2 0,0 5-1 0,-3 0 0 15,0 0 14-15,-3 0 3 0,0-1 1 0,-3 4 0 16,4-1-29-16,-7 4 0 0,3-1 0 0,0 0 0 16,0 0 0-16,3 3 0 0,0-3 0 0,0 0 0 15,4 0 0-15,-1-5 0 0,3 0 0 0,3 0 0 16,3-3 0-16,0-2 0 0,0 2 0 0,6-5 0 16,0 3 0-16,0-3 0 0,3 0 0 0,0-1 0 15,3 1 24-15,3-2 0 0,2 2-1 0,1-3 0 16,0 0-37-16,3 0-7 0,0 1-2 0,0-1 0 15,3 0 23-15,-1-2 0 0,1 0 0 0,0-1 0 16,-3 1 0-16,3 0 0 0,0-3 0 0,-1 5 0 16,1-5 0-16,0 0 0 0,0 3 0 0,3-3 0 15,-3 2-209-15,-1 1-38 0,1-3-7 0</inkml:trace>
  <inkml:trace contextRef="#ctx0" brushRef="#br0" timeOffset="5394.476">20202 4242 1877 0,'0'0'79'0,"0"0"-63"15,-3-3 61-15,3 3 13 0,0 0 2 0,0 0 1 16,0 0-17-16,0 0-4 0,0 0-1 0,0 8 0 16,3 0-46-16,-3 5-9 0,3 3-1 0,-3 5-1 15,3 0-14-15,-3 6 0 0,3 2 0 0,-3 5 0 16,0-5 0-16,0 8 0 0,0 0 0 0,-3 6 0 15,3-1 0-15,0-2 0 0,-3 5 0 0,3 0 0 16,-3-6 0-16,0 1 0 0,0 2 0 0,-3 1 0 16,0-1-68-16,0-5-17 15,0 0-3-15</inkml:trace>
  <inkml:trace contextRef="#ctx0" brushRef="#br0" timeOffset="5892.926">19978 4858 2030 0,'-3'-11'57'0,"0"1"14"16,1-1-57-16,2 3-14 0,0 0 0 0,0 0 0 0,5-2 105 16,1 5 19-16,0-3 3 0,3 2 1 15,3-2-78-15,3 6-15 0,0-9-3 0,3 6-1 16,3 0 1-16,-1-1 1 0,4 4 0 0,0-4 0 15,0 1-33-15,0 2-12 0,0 1 0 0,2 2 0 16,1 0 12-16,3 0 16 0,0 0-3 0,-1 0-1 16,1 2-21-16,-3 1-5 0,-3 2-1 0,0 1 0 0,-4-4 5 0,-5 6 1 15,0-2 0-15,-3 7 0 0,-6-5 9 0,0 2-12 0,-6 1 12 16,0 2-12-16,-6 0 12 0,0 1 0 0,-3 1 0 16,-3 1-8-16,0-2 8 0,0 1 0 0,-2 4 0 0,2-6 0 15,3 3 0-15,-3 0 0 0,3 0 0 16,3 0 0-16,3 0 0 0,0-1-8 15,3-1 8-15,3-1 0 0,3-2 0 0,0-1 0 16,3-2 0-16,3-3-8 0,0-2 35 16,3-3 7-16,2-3 2 0,1 3 0 0,0-8-55 0,-3 0-10 0,3 1-3 15,-3 1 0-15,0-7 44 0,-3 0 9 0,2 2 2 0,-5-7 0 16,3 4-11-16,-3-1-3 0,-3-1 0 0,3 0 0 16,-6 3 42-16,0-3 8 0,0 2 1 0,-3 1 1 15,-3 0-37-15,0 0-8 0,-3 2-2 0,0-2 0 16,-3 5-14-16,-3-3 0 0,3 3 0 0,-6 1 0 15,4-1 0-15,-7 2-13 0,0 1 1 0,0 0 0 16,0-1-39-16,3 4-7 0,-3 2-2 0,4-5 0 16,-1 2-138-16,6 3-28 0,0 0-6 0</inkml:trace>
  <inkml:trace contextRef="#ctx0" brushRef="#br0" timeOffset="6416.986">20868 4728 1789 0,'33'-5'37'0,"-21"5"9"0,-3 0-37 0,-3 0-9 0,3 0 0 0,-6 0 0 0,3 3 109 0,-6-3 20 0,0 0 4 0,0 0 1 16,3 2-63-16,-3 4-13 0,3-1-2 0,-3 0-1 16,0 3-23-16,0 3-4 0,3-3 0 0,-3-3-1 15,0 8-13-15,0 0-2 0,0 1-1 0,0-1 0 16,0 5-11-16,3-2 12 0,-3 0-12 0,3 5 12 16,-3-2-12-16,3 2 0 15,0-2 0-15,0 4 0 0,0-1 28 16,0-1 3-16,0-3 1 0,0 3 0 0,3-2-45 15,-4-3-9-15,1 2-2 0,3-7 0 0,-3 0 32 0,0 4 7 0,3-9 1 0,-3 4 0 16,0-4-7-16,0-1-1 0,-3-5 0 0,0 0 0 16,0 0 35-16,0 0 6 0,0 0 2 0,0 0 0 15,3-5-7-15,0-3-2 0,-3 0 0 0,3-6 0 16,-3 1-15-16,0-3-3 0,0-7-1 0,0 1 0 16,0 1-10-16,-3-8-1 0,3 3-1 0,0-3 0 15,0 5-11-15,0-3 10 0,3 3-10 0,-3 1 10 16,3-1-10-16,0 0 0 0,0 5 9 0,3-2-9 15,0 3 8-15,0-6-8 0,0 5 8 0,3 1-8 16,3-1 0-16,0 1 8 0,3 2-8 0,-1 3 0 16,4 2 0-16,0 1 0 0,3-1 0 0,0 6 8 15,0 2-18-15,-3 0-3 0,-1 3-1 0,1 3 0 16,0 0 14-16,0 5 0 0,-3 0 0 0,-3 2 0 16,0 1 0-16,-3-1 0 0,-3 4 0 0,-1-1 0 15,-2 0 0-15,-3 0 0 0,0 1 0 0,-3-1 0 16,-2 0 0-16,-4-2 0 0,0 2 0 0,-6-3 0 15,-3-2 8-15,0 3 5 0,0-3 1 0,-3 0 0 16,1-3-14-16,-1 3 0 0,0-3 0 0,-3 6 0 0,6-11 0 0,-3 3-13 16,4-1 2-16,-1 1 1 15,3-3-23-15,3 0-5 0,0-3-1 0,3 1 0 16,3-1-94-16,3-8-19 0,-3 1-4 0</inkml:trace>
  <inkml:trace contextRef="#ctx0" brushRef="#br0" timeOffset="8255.434">21916 4165 2156 0,'0'0'48'0,"0"0"9"16,3-5 3-16,0-1 0 0,0-2-48 0,3 3-12 0,-3 0 0 0,0-1 0 15,3 4 60-15,-3-4 11 0,0 1 1 0,3 3 1 16,-3-1-7-16,0 0-2 0,3 3 0 0,-6 0 0 15,0 0 0-15,6 0 0 0,-6 0 0 0,3 6 0 0,3-1-51 16,-3 5-13-16,0 1 0 0,0 5 0 16,0 2 0-16,0 9 0 0,0-6 0 0,-3 8 0 0,3 0 0 15,0-2 0-15,-3 2 0 0,2 3 0 0,-2-3 0 0,0-3 0 16,3 3 0-16,-3 3 0 0,0-3 0 0,0 3 0 16,0 2 0-16,3-2 0 15,-3 0-48-15,0-6-13 0,3 1-3 0,-3-1 0 0,3-5 52 16,0 0 12-16,0-5 0 0,0 3 0 0,0-6 0 0,3-2 12 0,0 2-3 15,0-8 0-15,3 3-9 0,0-3-11 16,3 1 3-16,0-4 0 0,0-2 8 0,3 0-8 0,0-2 8 16,2-4-8-16,-2 1 8 0,3-5 0 0,0-1 0 0,-3 0 8 15,3-2-8-15,-3 0 0 0,-1-3 0 0,4 3 0 16,-3-3 0-16,0 3 0 0,0-6 0 0,-3 1 0 16,0 2 52-16,-3 0 10 0,0 0 2 0,-3 3 0 15,-3 0-52-15,0-1-12 0,-3 4 0 0,0 4 0 16,-3-4 31-16,-3 2 3 15,0 3 1-15,0-1 0 0,-3 4-26 0,-3 2-9 0,0 0 0 0,0 5 9 16,-3-2-9-16,3 5 0 0,-3 0 0 0,3 2 0 16,1 1 0-16,-1 5 0 0,0-3 0 0,3 0 0 15,0 3 0-15,3 0-9 0,3 2 9 0,0-2 0 16,0 3-12-16,3-6 4 0,3 3 8 0,0-3-13 16,3 0-11-16,0-2-1 0,0-1-1 0,3 1 0 15,3-6 6-15,0 1 0 0,-1-1 1 0,4-2 0 16,0-3-21-16,0 0-4 0,3-3 0 0,0 3-1 15,0-8 36-15,0 5 9 0,-1-5 0 0,1 3 0 16,-3-3 0-16,0 3 0 0,-3-6 0 0,0 1 0 16,0 2 0-16,-3-5 0 0,0 2 0 0,-3 0 0 0,-3-2 49 0,3 0 12 15,-3 0 3-15,-1-1 0 0,1 4-52 0,0-3-12 16,0 2 0-16,-3 0 0 0,0 3 0 0,3 1 0 0,-3-4 0 16,0 6 0-16,3-1 0 0,-3 6 0 0,3-2 0 0,-3 2 0 15,0 0 0-15,6 0 0 0,-3 2 0 0,3 4 0 16,0-1 0-16,-3 6 0 15,3-4 0-15,0 1 0 0,0 3 0 16,0 0 0-16,0 2 0 0,0 0 0 0,3-2 0 16,-3 2-18-16,0-3 4 0,3 4 1 0,-3-6 13 0,0 2-12 0,2 1 12 0,-2-3-12 15,0-3 12-15,0 0-12 16,3 1 12-16,-3-4-12 0,0 1 12 0,0-3 0 0,0 0 0 0,-3 0 0 16,3 0 0-16,0-3 0 0,-3 1 0 0,0-4 0 15,3 1 17-15,-3 0 7 0,0-1 0 0,3-4 1 16,-3 2-25-16,0 0-9 0,0-3 0 0,0 1 0 15,0-1 9-15,0 1 0 0,3-1 8 0,-3 0-8 16,3 1 8-16,-1 5-8 0,-2-6 10 0,3 3-10 16,0 3 0-16,0-1 0 0,3 1 0 0,0 3 0 15,0-6 0-15,3 5 0 0,0-2 0 0,0 2 0 16,3 0 0-16,0 1 0 0,-1-1 0 0,4 3 0 16,-3-3 0-16,3 3 0 0,0 0 0 0,-3-5 0 15,0 3 0-15,0-1 0 0,-1-2 0 0,-2 2 0 16,0-2 0-16,-3 2 0 0,3-2 0 0,-3-1 0 15,-3-2 0-15,0 3 0 0,0 0 0 0,0 0 0 16,-6-1 0-16,0 6 0 0,0-5 0 0,0 5 0 16,-3-3 57-16,-3-2 6 0,0 2 1 0,0 1 0 15,-3 2-52-15,0 0-12 0,0 2 0 0,0 1 0 16,0 2 0-16,0-2 0 0,1 2 0 0,-1 1 0 0,0 2 0 0,3 2 0 16,0 1 0-16,0 2 0 0,3 0 0 15,0 0 0-15,3 1 0 0,3 1 0 16,0-1 0-16,0 2 0 0,6-3 0 0,-3-3 0 15,3 4-48-15,2-4-13 0,1 1-3 0,0-3 0 0,3 0 52 16,3-6 12-16,0 4 0 0,0-4 0 0,6-2 0 0,-1-2 13 0,1-1-2 0,3-2-1 16,0-3-10-16,-3-3 8 0,2 1-8 0,1-4 8 15,-3-2-8-15,-3 1 0 0,0-4 9 0,-1 1-9 16,1-6 26-16,0 3 1 0,0-6 0 0,0 3 0 16,-3-2 4-16,0-1 1 0,2 1 0 0,-2-1 0 15,-3-2-8-15,0-2-2 0,-3 1 0 0,-3-1 0 16,0 7 0-16,-6-5 0 0,0 2 0 0,-3 9 0 15,-3-3-5-15,-3 5-1 0,0 5 0 0,-3 1 0 16,0 4-8-16,0 6-8 0,0 0 12 0,-3 3-12 16,-3 8 0-16,3 4 0 0,-2 1 0 0,-1 11 0 15,3-6 0-15,0 5 0 0,3 1 0 0,-3 2 0 16,6 0 0-16,0-2 0 0,3-1 0 0,0 3-9 16,0 0 9-16,6 0 0 0,-3 0 0 0,6 1 0 15,0 1 0-15,0-2 0 0,3 3 0 0,0-3-8 16,0-5-6-16,0-3-1 0,3 0 0 0,-3-5 0 15,2 3-65-15,-2-6-12 0,3 0-4 0,0-2 0 16,3-3-111-16,-3-3-22 0</inkml:trace>
  <inkml:trace contextRef="#ctx0" brushRef="#br0" timeOffset="9594.316">21047 5697 2269 0,'3'-5'64'0,"3"-3"15"0,-3 5-63 0,3-2-16 0,-3-1 0 0,0 4 0 15,-3 2 54-15,6 0 8 0,-6 0 2 0,6 2 0 16,-3 1 0-16,3 5 0 0,-3-3 0 0,3 6 0 16,-3-1-52-16,0 1-12 0,0 5 0 0,0 0 0 15,0 2 0-15,2 1 0 0,-2 2 0 0,-3 3 0 16,3-3 0-16,-3 0 0 0,3-2 0 0,-3-1 0 16,0 1 0-16,3-6 0 15,-3 3 0-15,0-6 0 0,0 1 0 0,0-3 0 0,0 0 0 0,0-8 0 16,0 0 0-16,0 0 0 15,0 0 0-15,0 0 0 0,0 0 53 0,0-5 8 16,3-1 2-16,0-4 0 0,0-4-50 0,0-1-13 0,3-4 0 0,0-2 0 16,0 0 0-16,0-3 0 0,3-3 0 0,0 4 0 15,0-1 0-15,0 3 0 0,3-1 0 0,0 1 0 16,-3 3 19-16,2 2-2 0,-2 0 0 0,3 3 0 16,0 0-27-16,-3 5-6 0,0-3 0 0,3 3-1 15,-6 3 17-15,3 0 17 0,3-1-3 0,-6 4-1 16,3 2-13-16,-3 0 0 0,3 2 0 0,-4 1 0 15,1 2 0-15,0 0 0 0,0 3 0 0,0 3 0 16,-3-3-9-16,3 2 9 0,-3 1 0 0,0 0-9 16,0-1 9-16,0 1 0 0,0-1-9 0,-3 4 9 15,3-6 0-15,-3 2 0 0,0 1-9 0,0-3 9 0,0 0 0 16,-3 0 0-16,3 0 0 0,0-8 0 0,-3 5 0 0,3-5 0 16,0 0 0-16,0 0 9 0,0 0-9 0,0 0 10 0,0 0-10 15,0 0 10-15,-6-5 0 0,3-3 0 0,3-3 0 0,0 3 0 31,0-3-2-31,3 1-8 0,0-3 12 0,0 2-4 0,3-2-8 16,-3 2 0-16,6-2 0 0,0 0 8 0,0 2-8 0,0 1 0 16,3-1 0-16,-3 0 0 0,3 4 0 0,-1 1 0 0,4-2 0 15,-3 6 0-15,0-1 0 16,0 0 0-16,-3 3 0 0,3 0 0 0,-3 0-22 16,-3 6-6-16,0-4-2 0,-3 4 0 0,3 2 30 0,-3 2 0 0,0 1 0 0,0-1 0 15,0 3 12-15,-3-2 9 0,2 2 2 0,-2 1 0 16,3 1-37-16,-3-1-7 0,3 2-2 0,0 2 0 15,0-2-8-15,3 0-1 16,0 2-1-16,0-2 0 0,0-3 1 0,3 1 1 0,0-4 0 16,0-2 0-16,3-3 6 0,0-2 1 0,0 0 0 0,3-6 0 15,-3 0 24-15,2 1 16 0,-2-3-3 0,3-1 0 16,-3-4-1-16,0-1-1 0,0-2 0 0,0 0 0 16,-3-3 42-16,3 3 9 0,0-3 2 0,-4 2 0 15,1 1-16-15,-3 0-2 0,3 2-1 0,-3 1 0 16,-3-1-21-16,0 6-4 0,0-3 0 0,0 3-1 15,-3 5-19-15,0 0 0 0,0 0 0 0,0 0 0 16,0 0 0-16,-6 2 0 0,-3 4 0 0,3-1 0 16,0 3 0-16,0 2 0 0,0 4 0 0,3-1 0 0,1 0 0 15,-1 3 0-15,3 3 0 0,0-1 0 16,0-2 0-16,3 2 0 0,2 1 0 0,4-3 0 16,-3 0 0-16,6-3 0 0,0 0 0 0,0-5 0 15,3 0 0-15,0 0 0 0,0-5 0 0,3 2 0 16,-4-5 0-16,4-3 0 0,0 1 0 0,-3-4 0 15,3 1 0-15,-6-3 0 0,3 0 0 0,-3-2 0 0,-3-1 13 0,-1-2-1 16,-2 2 0-16,0-5 0 0,-3 3 8 0,0-3 0 0,0 3 1 0,-3-3 0 16,0 3-9-16,-3 0-1 0,-3-1-1 0,3 1 0 15,-6 3-10-15,4-1 0 0,-4 0 0 0,-3 3 0 16,0 3 0-16,0 0 0 0,-3 0 0 0,0-1 0 16,3 4-35-16,-3-1-5 15,0 0-2-15,4 1 0 0,-1-1-69 0,0 0-13 16,3 3-4-16</inkml:trace>
  <inkml:trace contextRef="#ctx0" brushRef="#br0" timeOffset="10888.906">22288 5456 2021 0,'33'-32'42'0,"-21"22"10"16,3-1-42-16,-3 1-10 0,3-1 0 0,-3 0 0 15,-1 3 114-15,4-2 21 0,-3 2 4 0,-3 3 1 16,3-1-61-16,-3 1-12 0,-3 2-3 0,3-2 0 15,-3 5 0-15,3-3 0 0,-3 3 0 0,0 0 0 16,0 3-40-16,0 0-9 0,0-1-2 0,-4 6 0 16,4 0-5-16,0 3 0 0,-3 2-8 0,3 3 12 15,0 2-12-15,-3 4 8 0,3-1-8 0,-3 5 0 16,0-2 0-16,0 0 0 0,0 0 0 0,0 2 0 16,-3-2 0-16,0 0 0 0,0 0 0 0,-3-1 0 0,0 1 0 15,0-3-10-15,0 1 0 0,0-1 0 0,-3-5-2 16,3 2-1-16,0-2 0 0,-3 0 0 0,3-3 13 15,0-2 0-15,0-1 0 0,3-2-9 16,-3-2 9-16,3-6 0 0,0 0 0 0,0 0 0 0,0 0 0 16,0 0 12-16,0 0-4 0,0-6 0 0,0-2 1 0,0 0 1 15,0 0 0-15,0-2 0 0,-3-1 2 16,3-2 1-16,-3 0 0 0,-2 0 0 0,2 2-3 0,-6-2-1 0,0 0 0 16,0 2 0-16,0 3 14 0,-3 0 2 0,0 0 1 0,-3 3 0 15,0 2-38-15,0 1-7 0,-2-1-1 0,2 0-1 16,0 6 21-16,0-3-9 0,0 3 9 0,3 2 0 15,0 3-11-15,3 2 11 0,0-4-10 16,0 4 10-16,6 3-12 0,0 1 12 0,0-1-13 0,6 3 5 16,0 0-14-16,3 2-2 0,3-2-1 0,3 0 0 15,0-3 25-15,3 0-10 0,0-2 10 0,3-3 0 16,3 0-58-16,-1-3-5 0,-2-2-1 0,3-1 0 16,0-2 55-16,-3-2 9 0,3-1 0 0,-4 1 8 15,1-4-8-15,-3 1 0 0,0-3 0 0,0 0 0 16,0-3 16-16,-3 1 1 0,0-3 1 0,-3 2 0 15,3-5 18-15,-4 0 4 0,1 0 1 0,0 1 0 16,-3-1-1-16,0 2-1 0,0-1 0 0,-3 1 0 16,0 4-7-16,0-3-2 0,0 5 0 0,-3-3 0 15,3 6-7-15,-3-3-2 0,0 2 0 0,0 4 0 16,0 2-10-16,0 0-3 0,0 0 0 0,0 0 0 16,0 0-8-16,0 0 0 0,0 0 0 0,-6 5 8 15,3 0-8-15,3 3 0 0,0 0 0 0,0 0 0 16,0 3-20-16,3-3 3 0,0 2 1 0,0 1 0 15,3 0 0-15,0 2 0 0,0-3 0 0,3 1 0 16,0 0-39-16,0-4-7 0,0-1-2 0,3 2 0 0,-4-6 52 16,4 1 12-16,0-3 0 0,-3-3 0 0,3 1 0 0,-3-1 0 0,0-2 0 0,-3-1 0 15,3-1 0-15,-3-1 0 0,0 0 0 0,0 0 0 16,0 0 0-16,-3 0 0 0,0-3 0 0,0 1 0 16,-3 4 48-16,0-2 13 0,0 0 3 0,0 6 0 15,0-3-52-15,0 5-12 0,0 0 0 0,0 0 0 16,0 0 0-16,0 0 0 0,0 0 0 0,0 0 0 15,0 0 0-15,-3 5 0 0,0 3 0 16,3 2 0-16,0-4 0 0,0 2 0 0,0 2 0 0,3 1 0 16,0-1 0-16,3 1 0 0,0-3 0 0,-1 2 0 15,4 1 0-15,0-3 0 0,3-3 0 0,-3 3 0 16,3-5-48-16,0 2-13 16,0-2-3-16,0-3 0 0,0 0 52 0,0-3 12 0,0-2 0 0,2-3 0 15,-2 0 48-15,3-3 13 0,-3 1 3 0,3-3 0 16,0-1-52-16,3 1-12 0,-3 0 0 0,2-3 0 15,-2 0 12-15,0-2-1 0,0-1 0 0,0-2 0 16,-3-3 13-16,3-2 4 0,-3-3 0 0,0-1 0 16,-1 1-11-16,-2-2-1 0,-3-1-1 0,0 0 0 15,0 8-6-15,-6 0-1 0,3 3 0 0,-6 5 0 16,3 1 0-16,-6 4-8 0,3 0 12 0,-3 3-4 16,0 3-8-16,-2 2 0 0,2 3 0 0,-3 0 8 15,0 6-8-15,-3-1 0 0,3 6 0 0,-3 2-11 0,3 8 11 0,-3 0-13 16,3 6 5-16,-3 4 8 0,3-1 0 15,0 1 0-15,3 1 0 0,1 0 0 16,-1-3-46-16,3-3-14 0,0 3-4 0,3-2 0 0,0-3 51 16,3-3 13-16,0 0 0 0,3 0 0 15,2-2-29-15,1-3-1 0,3-3 0 0,3-3 0 0,0-2 20 16,3-2 10-16,3-1-10 0,0-2 10 0,2-3 0 0,1-3 0 16,0-2 0-16,0-3 0 0,0 0 12 0,-1-5 1 0,-2 2 1 0,3-5 0 15,0 0 9-15,0 3 1 0,0-6 1 0,-1 4 0 16,-2-1 1-16,-3 0 0 0,0-3 0 0,-3 6 0 15,-3 0-6-15,0 2 0 16,-6 1-1-16,-3-1 0 0,0 3-5 0,-6 6-1 0,0-4 0 0,-3 4 0 16,-3 4-3-16,-3-2-1 0,0 6 0 0,-3-1 0 15,3 3-9-15,-3 0 0 0,3 2 0 0,0 1 0 16,3 2 0-16,4-2 0 0,-1 2-8 0,3 0 8 16,3 0-8-16,3 1 8 0,0-1-10 0,2 0 10 15,4 0-9-15,0 1 9 0,3-4-8 0,3 3 8 16,3-2 0-16,0 0-10 0,3-4 10 0,2 1 0 15,1 0-12-15,-3-2 4 0,3 2 8 16,0-3-13-16,3-3-15 0,-7-2-2 0,4 0-1 16,0 0 0-16,0-2-103 0,0-3-21 0,2-1-4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0T23:00: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20470 11862 1138 0,'0'0'32'0,"0"0"8"0,0 0-32 0,0 0-8 0,0 0 0 0,0 0 0 31,0 0 60-31,0 0 10 0,0 0 2 0,0 0 1 0,0 0-13 0,0 0-2 0,0 0-1 0,0 0 0 16,0 0-12-16,0 0-2 0,0 0-1 0,0 0 0 15,0 0-31-15,0 0-11 0,0 0 0 0,0 0 9 16,0 0-9-16,6 0 0 0,-1 0 0 0,4 0 0 15,0 0 53-15,3 0 9 0,0-3 2 0,0 3 0 16,3-2-64-16,0-1 0 0,3 0-14 0,0-2 2 16,5 2 12-16,1-2 16 0,3 0-4 0,6 0-1 15,-4-1-11-15,7 1 0 0,0 0 0 0,3-1 0 16,-4 4 0-16,-2-6 0 0,0 3 0 0,3-1 0 16,-4-2 27-16,1 3 3 0,0 0 1 0,0-1 0 15,-4 4-50-15,1-3-9 0,-3 5-3 0,0-3 0 16,-4 3 31-16,1 0 0 0,0 0 0 0,-3 3 0 15,-3-3-108-15,0 2-16 0,-4 1-4 0</inkml:trace>
  <inkml:trace contextRef="#ctx0" brushRef="#br0" timeOffset="532.043">21907 11981 1579 0,'0'0'32'0,"0"0"10"0,-3 3-34 15,3-3-8-15,0 0 0 0,-6 5 0 16,3 0 76-16,0-2 14 0,-3 2 2 0,3 3 1 0,0-5-50 16,3-3-11-16,-2 8-1 0,-1-3-1 0,0 0-20 0,0 3-10 0,0 0 10 0,3 0-10 15,-3 0 0-15,3 3 0 0,0-1 0 0,0 4 0 16,0 1 0-16,0 1 0 0,3 0 0 0,-3 3 0 31,3-1 0-31,0 1 0 0,0 2 0 0,0 0 0 0,-1 3 0 0,1 0 0 0,0 2 0 0,3 1 0 31,-3-1 0-31,0-2 0 0,0 0 0 0,3-1 0 16,-3 1-45-16,3-3-15 0,-3-2-4 0,3 2 0 16,0-5-102-16</inkml:trace>
  <inkml:trace contextRef="#ctx0" brushRef="#br0" timeOffset="1172.702">22184 13301 1348 0,'0'0'28'0,"0"0"7"16,0 0-35-16,0 6 0 0,0-1 0 0,0 0 0 15,0 3 80-15,3-2 10 0,-3 1 2 0,0 1 0 16,3 3-24-16,0 0-5 0,-3 2-1 0,3 0 0 15,-3 3-29-15,3-3-5 0,-3 3-2 0,0 3 0 16,0-4-16-16,0 7-10 0,0-1 12 0,0 0-12 16,-3 3 9-16,3 0-9 0,0-1 0 0,-3 4 9 15,3-6-9-15,0 3 0 0,-3 0 0 0,3-1 0 16,-3-1 0-16,3-1 0 0,-3-3 0 0,3 3 0 16,-3-2-20-16,3-3-5 0,0 0-2 0,-3 2 0 15,3-5-49-15,0 3-9 0,0-2-3 0</inkml:trace>
  <inkml:trace contextRef="#ctx0" brushRef="#br0" timeOffset="1618.558">21988 14249 1578 0,'-6'2'44'0,"-3"1"12"0,-3 0-45 0,3-3-11 0,0 2 0 0,-3 1 0 31,0 2 45-31,3-2 7 0,-3 2 2 0,-3 0 0 16,4 1-25-16,-4 2-5 0,3 0 0 0,-6 0-1 0,3-1-5 0,-3 4-1 15,0 0 0-15,-3-1 0 16,1 1 8-16,-4 2 2 0,3 0 0 0,-3 1 0 0,0-1-36 0,4 0-7 0,-1 3-2 0,-3-3 0 15,6 0 18-15,-3-2 0 0,3-1-8 0,0 1 8 32,4-3-39-32,-1 0-4 0,3 0-1 0,-3-3 0 15,6 0-16-15,-3 3-3 0,0-5-1 0</inkml:trace>
  <inkml:trace contextRef="#ctx0" brushRef="#br0" timeOffset="2218.388">20609 13600 999 0,'-3'6'42'0,"-2"-4"-34"15,2 4 91-15,-3-1 17 0,3 0 4 0,-3 1 1 16,3 1-20-16,3-1-4 0,-3 2-1 0,3 0 0 15,0 0-25-15,0 2-6 0,0 1-1 0,0-3 0 16,3 5-51-16,-3-2-13 0,3-1 0 0,0 1 0 16,0 2 0-16,3 0 0 0,-3 3 0 0,0-3 0 31,2 3 0-31,-2-3 0 0,3 3 0 0,0 3 0 0,0-1 0 0,0 1 0 0,-3-1 0 0,3 3 0 16,0-2 0-16,0 2 0 0,0-2 0 0,0-1 0 15,0 1 0-15,0-3 0 0,0-1 0 0,0-1 0 31,-3-1-48-31,3-2-13 0,-6-4-3 0</inkml:trace>
  <inkml:trace contextRef="#ctx0" brushRef="#br0" timeOffset="2795.065">20193 12322 855 0,'0'0'36'15,"0"0"-36"1,0 0 75-16,0 0 8 0,0 0 1 0,0 0 1 16,0 0-34-16,0 0-7 0,0 0-2 0,0 0 0 15,0 0 46 1,-3 8 8-16,3-2 3 0,0-1 0 0,0 0-28 0,0 1-6 0,3-1-1 0,-3 0 0 0,3 0-28 0,0 3-7 16,-3-2-1-16,3 2 0 15,-3 0-28-15,3-1 8 0,0 4-8 0,3 0 0 0,-3 2 0 0,0-3 0 0,2 4 0 0,-2 2 0 16,0-3 0-1,3 3 0-15,0-3 0 0,-3 3 0 0,3 0 0 0,-3 2 0 0,3-2 0 0,-3 0 0 32,3 0-15-32,-3 0-5 0,3 0-2 0,-3 2 0 15,3-2-62-15,0 0-12 0,-3 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3:07:01.72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10144 1871 1292 0,'0'0'27'0,"0"0"5"16,0 0-32-16,0 0 0 0,0 0 0 0,0-6 0 16,0 6 104-16,0-2 13 0,0 2 3 0,0 0 1 15,3-8-30-15,-3 8-7 0,0-5 0 0,0 5-1 16,3-3 5-16,-3 3 2 0,3-5 0 0,-3 5 0 16,3-3-42-16,-3 3-8 0,6 0-1 0,0 0-1 15,-6 0 21-15,3 0 4 0,2 0 1 0,1 3 0 0,0 2-52 16,0-2-12-16,0 2 0 0,0 3 0 0,-3 0 0 15,3 0 0-15,0 0 0 0,0 0 0 0,-3 2 0 0,3-2 0 0,-3 3 0 0,3 2 0 16,-3-8 0-16,0 6 0 16,3-3 0-16,-3 0 0 0,0 2 0 0,0-2 0 0,0 0 0 15,-3 0 0-15,3-5 0 16,-3 2 0-16,0-5 0 0,0 8 0 0,0-8 0 16,0 0 0-16,0 0 0 0,0 0 0 0,0 0 0 0,0 0 0 0,0 0 0 15,0 0 0-15,0 0 12 0,0 0-1 0,-6 0 0 0,6 0 0 16,-3-3-11-16,0-2-16 0,0 0 4 15,0-3 1-15,3 0 11 0,0 0 0 0,0 0 0 0,0-5 0 16,3 2 16-16,0-2 4 0,0 0 2 0,0 2 0 16,3-2-35-16,0 0-7 0,0 2-2 0,3-2 0 15,-3 0 69-15,2 2 13 0,-2 0 4 0,3 1 0 16,0 2-76 0,0 0-16-16,-3 3-2 0,0-1-1 0,3 4 50 0,-3-4 9 0,0 4 3 0,3 2 0 15,-3 0-46-15,0 0-9 0,0 2-1 0,0 4-1 16,3-4 42-16,-3 9 8 0,-1-3 1 0,4 0 1 15,-3 0-26-15,0 5 0 0,0-5 0 0,0 2 0 16,0-2 0-16,0 6 0 0,-3-6 0 0,3 5 0 16,-3 0 0-16,0-5 0 0,0 0 0 0,0 5 0 15,0-5 0-15,0 0 0 0,0 0 0 0,-3 0 0 16,0-3 0-16,0 3 0 0,0-5 0 0,0-3 0 16,0 0 0-16,0 5 0 0,0-5 0 0,0 0 0 15,0 0-8-15,0 0-8 0,0 0 0 0,0 0-1 16,0 0 27-16,0 0 6 0,0 0 0 0,0 0 1 15,0 0-17-15,0 0-11 0,-3-5 2 0,0-3 0 16,0 0 9-16,3 0 0 0,0 0 8 0,0 0-8 0,0 0 8 16,0-5-8-16,3 5 10 0,0-5-10 0,0 0 15 0,3 2-3 15,-3-2-1-15,3 5 0 0,-3-5-11 0,3 2-16 0,-3 0 4 16,6 1 1-16,-3 2 11 16,0 0 0-16,-1-3 0 0,1 9 0 0,0-6 0 0,0 2 0 0,0 4 0 0,0-3 0 15,0 2 49-15,-3 3 12 0,3 0 3 0,0 0 0 16,-3 0-52-16,3 0-12 0,0 3 0 0,0 2 0 15,0-5 0-15,0 8 0 0,0-6 0 0,-3 6 0 16,3 3-20-16,0-3-8 0,-3 2 0 0,3 4-1 16,0-1 29-16,-3-3 0 0,0 4 0 0,2-1 0 15,-2-2 0-15,0 2 0 0,-3 0 0 16,3-5 0-16,-3 5 0 0,3-5 0 0,-3 3 0 0,0 2 0 16,0-8-34-16,0 3-1 15,0 0 0-15,0 0 0 0,-3-3 35 0,3 3 0 0,0-5 0 0,0 5 0 16,0-8-90-16,0 5-11 0,0-5-3 15,6 3 0-15,0 2-143 0,0-5-29 0</inkml:trace>
  <inkml:trace contextRef="#ctx0" brushRef="#br0" timeOffset="390.521">10918 1868 2048 0,'0'0'43'0,"0"0"9"0,0-5-42 15,0 5-10-15,0 0 0 0,0 0 0 0,0 0 101 0,0 0 19 0,0 0 3 0,0 0 1 16,0 0-56-16,0 0-10 0,0 0-2 0,0 0-1 16,0 5-21-16,0 3-4 0,0 0-1 0,0 0 0 31,-3 0-13-31,3 0-4 0,0 5 0 0,0-5 0 0,0 5-12 0,0-2 0 0,0 2 0 16,0 0 0-16,3-5-13 0,-3 3-9 0,3-3-2 0,0 2 0 15,0-2 24-15,0 0 0 0,2-5 0 0,1 2 0 16,-3-2 0-16,3 2 0 0,3 0 0 0,-3-5 0 15,0 0 0-15,3 0 0 0,-3 0 0 0,3 0 0 16,0-5 25-16,0 0 10 0,0 2 1 0,0-2 1 16,0 2-2-16,-3-5-1 0,3 3 0 0,-3-3 0 15,-1 0-5-15,1 0-1 0,-3 0 0 0,0 0 0 16,-3-2-1-16,0-1-1 0,0 3 0 0,-3-5 0 16,-3 5-14-16,3-5-4 0,-5 2 0 0,2 1 0 15,-3 2-8-15,-3-3 0 0,3 3 0 0,-3 3 0 16,0-3 0-16,0 0 0 0,-3 3-9 0,3 2 9 15,0-2-45-15,0-1-3 0,1 6 0 16,-1 0 0-16,0 0-112 0,0 0-24 0,3 6-4 0</inkml:trace>
  <inkml:trace contextRef="#ctx0" brushRef="#br0" timeOffset="2010.409">11352 1590 1579 0,'0'0'32'0,"0"0"10"0,0-2-34 15,0-4-8-15,0 6 0 0,3-5 0 0,0 2 131 0,-3 3 24 0,0-8 5 0,3 3 0 16,-3 5-61-16,0 0-13 0,3 0-2 0,-3 0-1 15,0 0-20-15,0 0-4 0,6-3-1 0,-6 3 0 16,0 0-18-16,3 3-4 0,3 2-1 0,-6-5 0 16,6 3-10-16,-3 5-1 0,0-3-1 0,-3 3 0 15,3 0 1-15,-3 5 0 0,3-5 0 16,-3 6 0-16,0-4-24 0,0 3 0 0,0 3 0 0,0 5 0 16,0 1 0-16,0-1 0 0,0 3 0 0,0-3 0 15,0 0 0-15,0 3-10 0,0-3 1 0,0-3 0 16,0 1 9-16,3-3 12 0,-3 5-2 0,0-10-1 15,0 2-9-15,3 0 0 0,-3-2 0 0,0-1 0 16,0-2 0-16,3 0 0 0,-3-8 0 0,0 0 0 16,0 0 0-16,0 0 0 0,0 0 0 0,0 0 0 15,0 0 0-15,0 0 0 0,0 0 0 0,0 0 0 16,0 0 0-16,0 0 0 0,0-8 0 0,0 3 0 16,0 2 0-16,-3-7 0 0,3 2 0 0,-6 0 0 15,3 0 12-15,-3 0 0 0,-3 0 0 0,0-5 0 16,3 5-12-16,-3 0 0 0,0 3 9 0,0-3-9 15,-3 5 0-15,4-5-20 0,-1 8 4 0,-3-5 1 16,0 2 15-16,0 0 0 0,0 3 0 0,0 0 0 0,0 3 0 16,3 0 13-16,0 2-2 0,0-5-1 0,3 8-10 0,0-5-14 0,0 2 3 15,1 3 1-15,2-3 10 16,0 3 0-16,0-5 8 0,3 5-8 0,0 0 0 16,0 2 0-16,3-2 0 0,-3 0 0 15,6 0 0-15,-3 5-8 0,2-10 8 0,-2 10-8 0,6-5 8 16,-3-3-8-16,3 3 8 0,3 0-8 0,-3 0 8 15,3 0-12-15,-3-3 12 0,3 3-12 0,0-5 12 0,0 2-13 0,3-2 5 0,-4 2 8 16,1-5 0-16,3 0 0 0,-3 0 0 0,0 0 0 16,3 0 8-16,-3-5 8 0,3 2 3 0,-3-2 0 15,0 2-19-15,-1-2 0 0,-2 0 0 0,0 2 0 16,0-5 0-16,0 3 0 0,0-3 0 0,-3 0 0 16,3 0 0-16,-3 0 0 0,0 0 0 0,-3-5 0 15,3 5 28-15,-3-5 3 0,0 2 0 0,0-2 0 16,-3 5-8-16,3-5-2 0,-3 5 0 0,0-5 0 15,0 2-7-15,0 0-2 0,0 3 0 0,0-2 0 16,0 2 0-16,0 3-1 0,0-3 0 0,0 2 0 16,0 4-11-16,0 2 0 0,0 0 0 0,0 0 8 15,0 0-8-15,0 0 0 0,0 0 0 0,0 0 0 16,0 0 0-16,0 8 0 0,0 0-11 0,0 5 11 16,0-5 0-16,0 0 0 0,0 5 0 0,0-2-8 15,0 2 8-15,0-5 0 0,3 5 0 0,0-2 0 16,0 2 0-16,0 0 0 0,0-5 0 0,3 5-8 15,-1-5 8-15,1 0 0 0,0 0 0 0,3-3-8 0,0 3-2 16,-3-5 0-16,3 2 0 0,0-2 0 16,0-3 10-16,0 0 9 0,0 0-1 0,0 0-8 15,0-3 0-15,-3-2 0 0,3 2-10 0,-3-2 10 0,0-3 0 16,-1 3 0-16,1-3 9 0,-3 0-1 0,0 0-8 16,0-5 8-16,-3 5-8 0,3-3 8 0,0 1 5 0,-3-1 2 0,0 3 0 15,0-5 0-15,3 5-3 0,-3 0-1 0,0-5 0 0,0 5 0 16,0 0-11-16,0 3 0 0,0 2 9 0,0 3-9 15,0 0 0-15,0 0 0 0,0 0 0 0,0 0 0 16,0 0 0-16,0 0 0 0,3 8-11 0,-3 0 11 16,3 0-8-16,0 0 8 0,-3 5 0 0,3-5-9 15,0 5 9-15,0-5 0 0,0 3 0 16,0 2 0-16,0-5 0 0,0 5 0 0,3-5 0 16,0-3 0-16,-3 3 0 0,3 0 0 0,0-5 0 0,0 2 0 15,3-2 0-15,-3 2 0 0,3-5 0 0,-3 5 0 16,0-5 0-16,2-5 0 0,-2 5 0 0,3-3 0 15,-3 1 0-15,0-1 8 0,3-2-8 0,-3-3 8 16,0 5-8-16,0-10 8 0,0 5-8 0,0 0 8 16,0-8 18-16,0 3 4 0,-3 0 1 0,0-3 0 15,3 0-31-15,-3-5 0 0,0-3 0 0,0-2 0 16,0 2 0-16,0-5 0 0,0 5 0 0,0-3 0 16,-3 6 0-16,3 3 0 0,0-4 0 0,-3 7 0 15,0 1 0-15,0 1 0 0,0 3 0 0,0 2 0 16,0-3 0-16,-3 8 0 0,3-2 0 0,0 5 0 15,0 0 18-15,0 0-2 0,0 0-1 0,0 0 0 0,0 0-15 16,0 0 0-16,-3 5-9 0,0 9 9 0,3-6-9 0,-3 2 9 16,3 3-8-16,0 1 8 0,0 1 0 0,0 7-8 0,0-4 8 0,3 9 0 15,-3-6-8 1,3 8 8-16,0-5-8 0,0 0 8 16,-1 2 0-16,1-8 0 0,0 4 0 0,0-1 0 15,0 0-56-15,3-5-7 0,-3-3-1 0,3 3 0 0,0-3 52 16,0-5 12-16,0 3 0 0,3-3 0 0,0 2 12 0,0-7 6 15,0 2 1-15,3-2 0 0,0 2-19 0,0-5 0 0,-1-5 0 16,1 2 0-16,3-2 0 0,-3 2 0 0,3-7 8 0,-3-1-8 16,3 3-13-16,-3-5-7 0,3 0 0 0,0-3-1 15,-1 0 51-15,-2 0 10 0,3-5 3 0,-3-3 0 16,-3 6-19-16,3-4-4 0,-3-1-1 0,0 7 0 16,-3-5-19-16,0 5 0 0,0 0 8 0,-3 3-8 15,-3 5 0-15,0 0 0 0,-3 0 0 0,-3 2 0 16,0 1 55-16,0 5 7 0,-3 0 2 0,0 5 0 15,0-5-80-15,-3 8-15 0,3 6-3 0,-3-4-1 16,0 3 23-16,3 3 12 0,1 3-12 0,-1-1 12 16,3 1-8-16,3-1 8 0,0 1 0 0,0-1 0 15,3 1-8-15,0-3 8 0,3 0 0 0,0 0 0 16,0-3 0-16,3 0 0 0,0 3 0 0,-1-8 0 16,1 5 0-16,0-5 0 0,3 0 0 0,0 0 0 15,0 0-12-15,3-3-9 0,-3 3-2 0,3-5 0 16,0-1 23-16,3 1 0 0,-3 2 0 0,3-2 0 15,-1-3 0-15,1 0 0 0,3 0 0 0,0 0 0 16,0-3-209-16,3 3-38 0,2-5-7 0</inkml:trace>
  <inkml:trace contextRef="#ctx0" brushRef="#br0" timeOffset="8477.846">13120 1752 1751 0,'-6'-14'36'0,"6"14"9"0,0 0-36 0,0 0-9 0,-6-2 0 0,6 2 0 15,0 0 68-15,0 0 12 0,0 0 3 0,-6 0 0 16,3 8-18-16,-2 0-3 0,2 0-1 0,0 5 0 16,-3 3-46-16,3-3-15 0,0 5 8 0,-3 4-8 0,3-1 22 0,-3 0 1 15,3-5 0-15,-3 5 0 16,3 0-12-16,0-5-3 0,0 0 0 0,0 0 0 16,0 0-31-16,0-3-6 0,0 0-2 0,0-2 0 0,0-1 31 0,3-2 0 0,-3 0 0 15,3 0 0-15,0-8 23 16,0 0 10-16,0 0 3 0,0 0 0 0,0 0-8 0,0 0 0 0,0 0-1 0,0-8 0 15,3-5-27-15,3 2 0 0,-3-2 8 0,3-3-8 16,0-2 0-16,0-1 0 0,0-2 0 0,0 0 0 16,3-8 53-16,0 0 9 15,-3 0 2-15,3-3 0 0,-1 3-64 0,4 0 0 16,-3-1-16-16,0 7 3 0,3 2 27 16,-3-3 6-16,0 5 0 0,0 3 1 0,0 3 1 0,0 2 0 0,0-2 0 0,0 5 0 15,-3 0-4-15,0 3-1 16,2 2 0-16,-2 3 0 0,0 0-9 0,0 0-8 0,0 0 12 0,0 8-12 15,0-5 8-15,0 8-8 0,0-3 0 0,0 7 0 16,3-1 0-16,-3 2 0 0,3-1 0 0,-3 7 0 16,0-1 0-16,0 3 0 0,0-1 0 0,-3 4 0 15,3-3 0-15,-3 5 0 0,0-8 0 0,0 8 0 16,-3-5-16-16,3-3-3 0,-3 3-1 0,-3-3 0 16,0 0-20-16,0-5-4 0,0 0 0 0,-3 0-1 15,3-3-58-15,-3 0-11 0,0-2-2 16,-3-1-1-16,3-2-60 0,0-5-12 0,-3 2-3 0</inkml:trace>
  <inkml:trace contextRef="#ctx0" brushRef="#br0" timeOffset="8682.022">13156 1921 1606 0,'-24'-16'33'0,"15"11"9"0,0 5-34 0,0-8-8 0,1 8 0 0,2-5 0 0,0 2 111 0,3 3 20 0,3 0 4 0,0 0 1 15,0 0-70-15,0 0-14 0,0 0-2 0,0 0-1 16,3-5 17-16,6 5 3 0,-1-3 1 15,1 3 0-15,3 0-61 16,3 0-9-16,0-5 0 0,3 5-12 0,0-3 52 0,0 0 10 0,2 1 2 0,-2 2 1 16,0 0-41-16,0 0-12 0,0 0 0 15,3 0 8 1,-3 0-139-16,2 0-27 0,-2 0-6 0</inkml:trace>
  <inkml:trace contextRef="#ctx0" brushRef="#br0" timeOffset="9125.951">13588 2109 1530 0,'0'0'32'0,"0"0"8"16,0 0-32-16,-3-3-8 0,3 3 0 0,-6 0 0 0,6 0 116 16,-3-5 23-16,3 5 4 0,0 0 1 0,0 0-60 0,0 0-11 0,0 0-2 15,0 0-1-15,0 0-12 0,0 0-2 0,0 0-1 0,0 0 0 16,0 0-39-16,3-3-7 0,3 3-1 0,0-5-8 15,0 5 0-15,0 0 0 0,2 0-10 0,1 0 10 16,0 0 20-16,0 0 12 0,0 0 3 0,0 0 0 16,0 0-26-16,3 0-9 0,0-3 0 0,0 3 9 15,0 0-9 1,-3 0 0-16,3 0 0 0,-4 0 8 16,1-5 13-16,0 5 3 0,0-3 0 0,0 3 0 0,-3 0-24 0,0 0 0 0,0 0 0 15,-6 0 0 1,6-5-47-16,-6 5-13 0,3 0-4 0,-3 0 0 15,0 0 0-15,0 0 0 0,6 0 0 0</inkml:trace>
  <inkml:trace contextRef="#ctx0" brushRef="#br0" timeOffset="10502.95">14043 1709 1234 0,'0'0'25'0,"0"-2"7"0,3-4-32 0,-3 4 0 0,0-9 0 0,3 9 0 15,-3-4 93-15,0 4 12 0,3-6 3 0,-3 8 0 16,3-6-14-16,-3 6-2 0,0-2-1 0,0 2 0 16,3-6-23-16,-3 6-4 0,0 0 0 0,0 0-1 15,3-5-15-15,-3 5-2 0,0 0-1 0,0 0 0 16,0 0-12-16,0 0-2 0,0 0-1 0,0 0 0 16,0 0-11-16,0 0-3 0,0 0 0 0,0 11 0 15,3-3-8-15,-3 2-8 0,0 3 12 0,0 3-12 16,0 0 8-16,0 3-8 0,3 2 0 0,-3-3 0 15,0 4 0-15,3-1 0 0,-3 0 0 0,0-3 0 16,3 4 0-16,-3-4 0 0,3 1 0 0,-3-1 0 16,3-2 8-16,-3 0-8 0,3-3 0 0,-3-2 0 15,0 2 0-15,0 0 0 0,0-5 8 0,0 3-8 16,-3-1 0-16,3-2 8 0,0-5-8 0,-3 5 0 16,3-8 8-16,0 5-8 0,0-5 0 0,0 0 0 15,0 0 0-15,0 0 8 0,0 0-8 0,0 0 0 16,0 0 23-16,0 0-3 0,0 0 0 0,0 0 0 0,-3-5 6 0,0 2 1 0,3-5 0 15,-3 0 0-15,3-2 2 16,-3-1 1-16,3-2 0 0,0-3 0 0,0 0-10 0,-3-5-1 16,3-3-1-16,-3 3 0 0,3-5-18 0,0-4 10 15,-3 4-10-15,3 0 8 0,-3 2-8 0,0 0 8 0,-3-3-8 16,3 6 8-16,-3 5 3 16,3 1 0-16,-3-1 0 0,0 2 0 0,0 1-11 0,3 5-14 0,-3-2 3 15,0 4 1-15,3-2 31 0,0 0 7 0,0 1 0 0,1 1 1 16,2 6-21-16,0 0-8 0,0 0 0 0,0 0 0 15,0 0-19-15,0 0-9 0,2-2-3 0,1-4 0 16,0 6 31-16,3 0 0 0,0 0 0 0,0 6 0 16,0-4 0-16,3 4 0 0,0-4 0 0,3 6 0 15,-3-3 17-15,3 3 10 0,0 0 1 0,0 6 1 16,0-7-29-16,-1 1 0 0,1 0 0 0,0 6 0 16,0-4 0-16,0 1 0 0,-3 5 0 0,3-6 0 15,0 3 0-15,0 3 0 0,-3-2 0 0,3 1 0 16,-3-1 0-16,-1-1 0 0,1 3 0 0,-3-3 0 15,0-2 8-15,0 2-8 0,0 0 0 0,-3-2 0 16,0-3 8-16,-3 2-8 0,0 1 0 0,-3-3 9 16,0 0-9-16,0 2 10 0,-3-2-10 0,0 0 10 15,-3 0-10-15,3 0 10 0,-2 0-10 0,-4-3 10 16,3 3-10-16,0 0 8 0,0-5-8 0,0 2 8 16,0 0-8-16,0 3 0 0,3-8 0 0,-3 8 0 0,3-8 0 15,0 3 0-15,6-3 8 0,-6 5-8 0,3-5 0 16,3 0 0-16,-6 3 0 0,6-3 0 0,-6 5-10 0,6-5-1 15,0 0 0-15,0 0 0 16,0 0-41-16,0 0-8 0,0 0-1 0</inkml:trace>
  <inkml:trace contextRef="#ctx0" brushRef="#br0" timeOffset="11063.696">14716 1588 1792 0,'-3'-11'51'0,"0"8"10"0,3-5-49 15,-3 3-12-15,0 2 0 0,0-2 0 0,3 5 105 16,-3-5 19-16,0 2 3 0,3 3 1 16,-6-5-46-16,6 5-9 0,-6-3-1 0,0 3-1 0,6 0-11 0,-6 0-3 0,0 0 0 0,-3 3 0 31,3 5-45-31,-3 2-12 0,0 1 0 0,1 2 0 0,2 1 0 0,-3 1 0 0,0 7 0 0,0-4 0 16,0 9 0-16,3-4 12 0,-3 6-12 0,6 1 12 15,-3 1-3-15,6 4 0 0,-3-6 0 0,6 3 0 16,0-3-9-16,0 0 0 0,3 0 0 0,3-5 0 15,0 2-12-15,3-5-2 0,0 3 0 0,2-3 0 16,-2-2 14-16,6-1 0 0,-3 1 0 0,3-1 0 16,0-2 0-16,-3-2 0 0,3 1 0 0,-4-7 0 15,4 6 0-15,-3-6 0 0,0-6 0 0,0 3 0 16,0-2 0-16,-3 2 0 0,3-5 0 0</inkml:trace>
  <inkml:trace contextRef="#ctx0" brushRef="#br0" timeOffset="24205.515">15371 1672 1675 0,'0'0'35'0,"0"0"8"0,0 0-35 0,0 0-8 0,0 0 0 0,0 0 0 16,0 0 86-16,0 0 15 0,0 0 3 0,0 0 1 15,0 0-52-15,0 0-10 0,0 0-3 0,-6 6 0 16,0-4-14-16,0 4-3 0,0 1-1 0,0-1 0 15,-3 4-6-15,0 4 0 0,0-1-1 0,0 3 0 16,-3 0-7-16,0-1 0 0,0 7-8 0,-2-1 12 16,-1 0-12-16,3-5 8 0,-3 5-8 0,0-5 0 15,0-3-14-15,0 3-9 0,0 0-1 0,0-3-1 16,4 3 33-16,-1-8 8 0,0 5 0 16,0-5 1-16,3 0-53 0,-3-3-12 0,3 3-1 15</inkml:trace>
  <inkml:trace contextRef="#ctx0" brushRef="#br0" timeOffset="24473.588">15070 1596 2138 0,'-9'-6'60'0,"3"6"15"0,0 0-60 15,6 0-15-15,-6 0 0 0,6 0 0 0,0 0 31 0,-3 6 3 0,3-6 1 0,0 7 0 16,0 1 22-16,3 0 5 0,0-2 1 0,3 4 0 15,3 3-25-15,0 1-5 0,0-4-1 0,3 6 0 16,3 3 1-16,0-3 0 0,-1 5 0 0,4 0 0 16,-3-3-33-16,3 1 0 0,0-1 0 0,-3 1 0 15,3-1 9-15,-3 1-9 0,2-3 0 0,-2-3 9 16,0 3-9 0,-3-5 0-16,0 2 0 0,0 0 0 0,0-5 0 0,0 5 0 15,-3-5 0-15,3 3 0 0,-3-3-36 16,-1-3 0-16,4 0 0 0</inkml:trace>
  <inkml:trace contextRef="#ctx0" brushRef="#br0" timeOffset="24716.941">15594 1916 1930 0,'0'0'55'0,"0"0"11"15,6 0-53-15,0 5-13 0,-3-5 0 0,3 3 0 16,-3 2 81-16,0-2 14 0,0 2 2 0,0 3 1 0,-3-3-49 0,3 3-9 16,-3 0-3-16,-3 5 0 0,3-5-21 15,-3 0-5-15,0 3-1 0,0-1 0 16,-3 1-10-16,0 2 0 0,0-5 0 0,0 5 0 16,0-2-28-16,0-1-7 0,0 6-1 0,0-8-1 15,0 5-103-15,3-2-21 0,-3-3-4 0</inkml:trace>
  <inkml:trace contextRef="#ctx0" brushRef="#br0" timeOffset="30194.011">15942 1662 1580 0,'0'-6'67'0,"3"-2"-54"15,-3 3 83-15,0 3 17 0,3-6 3 0,-3 8 1 16,0-6-25-16,0 4-6 0,0 2-1 0,0 0 0 16,3-6-19-16,-3 6-4 0,0 0-1 0,0 0 0 15,0 0-3-15,0 0-1 0,0 0 0 0,0 0 0 16,0 0-47-16,0 0-10 0,3 6 0 0,3-4 0 15,-3 4 0-15,3 4 0 0,0-2 0 0,0 5 0 16,0 1 0-16,3 1 0 0,0-1 0 0,0 2 0 16,2-3 0-16,1 3 0 0,3-3 0 15,0 3 0-15,-3-8 0 0,3 0 0 0,0 0 0 0,-3-3 0 16,3-2-48-16,0-3-14 0,-1 0-2 16,1-3-1-16,-3-2 53 0,0 2 12 0,0-8 0 0,-3 3 0 15,0-2 0-15,0 2 0 0,0-5 0 0,-6-1 0 16,3 1 48-16,-3 3 14 0,-3-6 2 0,3 5 1 15,-3 1-52-15,-3-4-13 0,3 6 0 0,-3 0 0 16,3-5 54-16,-3 5 8 0,0 0 2 0,0 3 0 16,0-3-52-16,0 5-12 0,3 3 0 0,-3-5 0 15,3 5 46-15,0 0 6 0,0 0 2 0,0 0 0 16,0 0-41-16,0 0-13 0,-3 5 8 0,0 3-8 0,0 6 9 16,0-4-1-16,0 6-8 0,-3 5 12 0,3 0-12 0,0 3-12 15,0 5 3-15,0-2 0 0,-3 2 9 0,3-5 12 0,0 5-2 0,0-5-1 16,0 2-9-16,-3-2-12 0,3-3 2 0,-3 3 1 15,3-3 9-15,0 0 0 0,-3 3 0 0,3-8 0 16,-3 5 0-16,3 0 0 0,1-5-9 0,-1 5 9 16,0-7-14-16,0 1 2 0,3-4 0 0,-3 2 0 31,3 0-20-31,0-5-4 0,0-5-1 0,0 8 0 16,3-9-83-16,-3-2-16 0,6 0-3 0</inkml:trace>
  <inkml:trace contextRef="#ctx0" brushRef="#br0" timeOffset="30525.673">16606 1995 1579 0,'0'0'32'0,"0"0"10"0,0 0-34 15,0 0-8-15,3 0 0 0,0-8 0 16,-3 8 156-16,0 0 28 0,6 0 7 0,-6 0 1 16,0 0-103-16,3 0-20 0,-3 0-4 0,0 0-1 0,0 0 0 0,3 3 0 0,0 2 0 15,0 3 0 1,-3 0 0-16,-3 0 0 0,3 5 0 0,-6-5 0 0,3 8-51 0,-6 0-13 0,3 2 0 15,-3 1 0-15,0 2 0 0,0 5 0 16,-3-7 0-16,0 7 0 16,0-4-68-16,-2-4-16 0,-1 9-3 0</inkml:trace>
  <inkml:trace contextRef="#ctx0" brushRef="#br0" timeOffset="39444.441">17273 1744 1552 0,'0'0'44'0,"3"-6"10"15,-3 6-43-15,6-2-11 0,-3-4 0 0,-3 6 0 16,0-5 104-16,3 3 20 0,-3 2 3 0,-3-8 1 15,3 2-52-15,-3 4-9 0,0-6-3 0,-3 2 0 16,0 1 0-16,0 3 0 0,0-4 0 0,-3 4 0 16,3 2 0-16,-3-6 0 0,-3 4 0 0,3 2 0 15,-3 0-51-15,0 0-13 0,0 0 0 0,-2 2 0 16,2 4 0-16,0 2 0 0,-3-1 0 0,0-1 0 16,3 4 0-16,-3 4 0 0,6-1 0 0,-3 3 0 15,3-3 0-15,1 3 0 0,2 0 0 0,0-3 0 16,0 3 0-16,6-3 0 0,-3 3 0 0,6-6 0 15,0 1-48-15,3-3-13 0,0 0-3 0,2 0 0 16,4-3-51-16,0-5-10 0,3 0-3 0,3 0 0 0,-3-5 92 16,3 0 17-16,0 2 4 0,-3-5 1 0,-1 0 14 0,-2-5 0 0,0 5 0 15,0-5 0 1,-3-1 62-16,-3 4 12 0,0-3 2 0,0 5 1 16,-3-6-10-16,0 4-3 0,0-3 0 0,-3 5 0 15,0-6 0-15,0 6 0 0,0 1 0 0,0-1 0 0,-3 2-51 16,3 6-13-16,0-2 0 0,0 2 0 0,0 0 54 0,0 0 8 15,0 0 2-15,0 0 0 0,0 8-52 0,0 0-12 0,0 5 0 0,0-3 0 16,3 9 0-16,0-3 0 0,0 5 0 0,0 3 0 16,0-8 0-16,3 5 0 0,-3-5 0 0,3 5 0 15,0-5-48-15,0 0-13 0,-1 2-3 16,1-2 0-16,3-3-51 0,-3-5-10 0,3 3-3 16</inkml:trace>
  <inkml:trace contextRef="#ctx0" brushRef="#br0" timeOffset="39654.978">17564 1916 1824 0,'0'0'38'0,"0"0"8"0,0 0-37 0,0 0-9 0,0 0 0 0,0 0 0 16,0 0 104-16,0 0 20 0,0 0 3 0,-3 5 1 15,-3-2-65-15,3 5-13 0,3-3-2 0,-2 3-1 16,-1 0-15-16,0 5-2 0,0-5-1 0,0 5 0 15,0-5-29-15,0 3-13 0,0-1 1 0,-3 1 0 16,3 2 60-16,0 0 13 0,0-5 3 0,0 8 0 16,3-3-103-16,-3-2-20 0,3 2-4 0</inkml:trace>
  <inkml:trace contextRef="#ctx0" brushRef="#br0" timeOffset="40197.372">17877 1662 2055 0,'-6'-6'43'0,"3"-2"9"0,0 3-41 0,3-3-11 0,-3 6 0 0,0-6 0 16,3 2 107-16,-3 1 19 0,3 2 4 0,0 3 1 15,0 0-54-15,0 0-10 0,0 0-3 0,0 0 0 16,0 0-51-16,0 0-13 0,0 0 0 0,0 0 0 15,0 0 0-15,0 8 0 0,3-2 0 0,-3 4 0 16,0 3 0-16,0 3 0 0,0 6 0 0,0-7 0 16,0 7 12-16,0 1-1 0,0 4 0 0,3-3 0 15,-3-3-11-15,0 0-16 0,3 3 4 0,0-3 1 16,-3-5 11-16,0 0 0 0,3-3 0 0,-3 3 0 16,0-3 0-16,3-2 0 0,-3-1 0 0,0 1 0 15,3-3 0-15,-3-3 0 0,0-5 0 0,0 5 0 16,0-5 0-16,0 0 0 0,0 0 0 0,0 0 0 15,0 0 0-15,0 0 0 0,0 0 0 0,0 0 0 0,0 0 0 16,3-5 0-16,0-3 0 0,0 0 0 0,0 0 0 0,3-2 0 16,-3-1 0-16,3 3 0 0,0-5 28 0,0 5 7 15,0-5 1-15,3 5 1 16,-1 0-8-16,1-5-1 0,0 5-1 0,-3 0 0 0,3 0-27 16,3 2 0-16,-3-1 0 0,0 4 0 15,0 3 0-15,0-5 0 0,-3 5 0 0,3 5 0 0,-3-5-10 16,0 8-7-16,0-6-2 0,0 6 0 0,-4 3 19 0,1-3 0 15,0 0 0-15,-3 0 0 0,0 5 0 0,-3-5 9 0,0 3-1 16,-2 2 0-16,-4 0 3 0,0-2 0 0,0-1 0 0,-3 1 0 16,-3 2-11-16,3-8 0 0,-3 6 0 0,3-3 0 15,0 0-49 1,0 0-12-16,1 2-3 0,5-7 0 0,0 5-106 0,0-3-22 0,6-5-4 16</inkml:trace>
  <inkml:trace contextRef="#ctx0" brushRef="#br0" timeOffset="40405.219">18291 1950 1824 0,'0'0'76'16,"0"0"-60"-1,0 0 114-15,0 0 23 0,0 0 5 0,0 0 1 16,0 0-50-16,0 0-9 0,0 0-3 0,0 0 0 16,0 0-77-16,0 0-20 0,0 0 0 0,-3 8 0 15,0-5 0-15,0 5 0 0,0 2 0 0,-3-2 0 16,3 0 0-16,0 3 0 0,0-1 0 0,-3 1 0 15,3-3 0-15,-3 2 0 0,3 1 0 0,0-3 0 16,-3 5 0-16,3-8 0 0,0 6 0 0,0-3 0 16,-3 0-201-16,3 2-44 0</inkml:trace>
  <inkml:trace contextRef="#ctx0" brushRef="#br0" timeOffset="40717.267">18743 1699 1824 0,'-3'-11'76'15,"0"9"-60"1,0-6 89-16,0 0 19 0,-3 2 3 0,0 4 1 16,0-4 0-16,0-2 0 0,0 8 0 0,-2-5 0 15,-1 5-103-15,0 0-25 0,0 0 0 0,-3 5 0 16,3-2 0-16,-3 8 0 0,0-3 0 0,3 0 0 15,0 2 20-15,0 3 0 0,0 3-1 0,3 3 0 16,-3-3-19-16,7 0 0 0,-1 5 0 0,0 0 0 16,0-5-8-16,6 5 8 0,-3-5 0 0,3 5-9 15,2-5-3-15,4-3-1 0,-3 3 0 0,3-3 0 16,3 3 13-16,-3-8 0 0,3 5 0 0,3-5 0 16,0 0 0-16,0-5 0 0,3 2 0 0,2-5 0 15,-2 3-170-15,3-3-31 0,3 0-7 0</inkml:trace>
  <inkml:trace contextRef="#ctx0" brushRef="#br0" timeOffset="40911.298">19017 1900 1941 0,'0'0'55'0,"0"0"12"16,0 0-54-16,0 0-13 0,0 0 0 0,0 0 0 0,0 0 80 0,-6 5 14 0,3-2 2 0,0 2 1 15,0 3-33-15,0 0-8 0,0 0 0 0,0 5-1 16,0-5-12-16,0 3-3 0,0 2 0 0,-3 0 0 15,0-2-24 1,0-1-4-16,-3 1-2 0,1 2 0 0,2 0-10 0,-3-2 0 0,0 2 0 0,3 0 0 31,-3-5-136-31,3 3-25 0,0-1-6 0</inkml:trace>
  <inkml:trace contextRef="#ctx0" brushRef="#br0" timeOffset="41688.935">19446 1588 1751 0,'0'-14'36'0,"0"14"9"0,0 0-36 0,0-5-9 16,0 5 0-16,0 0 0 0,0-3 120 0,0 3 21 0,0 0 5 0,0 0 1 15,0 0-67-15,0 0-12 0,0 0-4 0,0 0 0 16,-3 3-51-16,3 5-13 0,0 3 0 0,-3-3 0 15,0 2 28-15,3 3 4 0,-3 3 0 0,0 0 0 16,0 3 0-16,-3 4 0 0,3-1 0 0,0 7 0 16,0-8-48-1,0 5-8-15,0 1-3 0,0-3 0 0,0-3 43 0,3 3 9 0,0-6 2 0,-3 6 0 16,3-11-40-16,0 3-8 0,-3 0-2 0,3-3 0 16,0-2 37-16,0-3 7 0,0-3 2 0,0 0 0 15,0-5-23-15,0 0 0 0,0 0 0 0,0 0 0 16,0 0 0-16,0 0 0 0,0 0 0 0,6 0 0 15,-3-10 0-15,0 7 0 0,0-10 0 0,-3 5 0 16,0-5 40-16,0 2 4 0,0-5 1 0,-3 3 0 16,0-3-28-16,0-2-5 0,0 2-2 0,-3 2 0 0,0-1-2 15,-3 4 0-15,0-2 0 0,0-3 0 16,0 8-8-16,-3-3 0 0,1 3 0 0,-1 6 0 16,0-6 0-16,0 8 0 0,0 0 0 0,3 0 0 15,-3 2 0-15,3 4 0 0,0 2 0 0,0 0-11 0,3 5 1 0,0-3 0 16,0 4 0-16,0 2 0 15,6-1 10-15,-2-1-8 0,2 2 8 0,2 2-8 0,1-7 8 0,3 7-8 0,0-7 8 16,3 5-8-16,0-6 8 16,0 1 0-16,3 2 0 0,0-5 0 0,0 0 0 0,3 0 0 0,0-3 0 0,0 3 0 31,-1-5-37-31,1-1-3 0,0 1 0 0,0 2 0 0,-3-10-172 16,3 5-36-16</inkml:trace>
  <inkml:trace contextRef="#ctx0" brushRef="#br0" timeOffset="41930.125">19791 1974 2269 0,'0'0'64'0,"0"0"15"15,0 0-63-15,0 0-16 0,0 0 0 0,0 0 0 16,0 0 54-16,0 0 8 0,0 0 2 0,0 0 0 15,-3 5 0-15,0 3 0 0,-3-5 0 0,3 5 0 16,-3 0-64-16,3 2 0 0,-3-2-16 0,-3 0 3 16,3 0 13-16,-3 0 0 0,3 5 0 0,-3-5 0 15,1 0-17-15,2 5-4 0,-3-5-1 0,3 3 0 16,0-1-103-16,3-2-21 0,-3 0-4 0</inkml:trace>
  <inkml:trace contextRef="#ctx0" brushRef="#br0" timeOffset="42379.233">20041 1791 1824 0,'0'0'76'15,"0"0"-60"1,6 0 38-16,0 0 8 0,0 0 2 0,0 0 0 16,3 0-24-16,0 0-4 0,3 0 0 0,-4 0-1 15,4-2-5-15,0 2-1 0,3-6 0 0,-3 4 0 16,0 2-29-16,0-8 0 0,0 3 0 0,-3 2 0 16,3-8 57-16,-3 3 6 0,-1 0 1 0,1 0 0 15,-3 1 0-15,0-1 0 0,0 0 0 0,-3 2 0 16,0-2-52-16,-3 1-12 0,-3 1 0 0,0 4 0 15,-3-6 0-15,0 2 0 0,0 4 0 0,-3 2 0 16,1 0 54-16,-4 0 8 0,0 0 2 0,0 0 0 16,-3 0-103-16,0 8-20 0,0-6-4 0,-3 4-1 15,3 2 52-15,1 5 12 0,-1-3 0 0,0 4 0 16,3 1 0-16,0 7 0 0,3-7 0 0,0 7 0 16,6-1 0-16,0 0 0 0,3-5 0 0,0 5 0 15,3-5 0-15,3 0 0 0,0 0 0 0,3 2 0 16,0-7 0-16,3 2 0 0,3 0 0 0,0-2 0 0,-1-3 0 15,1 0 0-15,3 2 0 0,0-7 0 16,0 2-105-16,3-5-19 0,-3 0-3 0</inkml:trace>
  <inkml:trace contextRef="#ctx0" brushRef="#br0" timeOffset="42579.292">20651 1900 1869 0,'0'0'39'0,"-6"0"9"0,6 0-39 0,-6 0-9 0,0 0 0 0,0 0 0 15,6 0 99-15,-6 0 17 0,0 5 4 0,0 3 1 16,3-5-40-16,-2 5-8 0,-1 0-1 0,0 2-1 16,0-2-27-16,0 0-4 0,-3 3-2 0,3-1 0 15,-3-2-24-15,0 3-5 0,3-1-1 0,-3 1 0 16,0-3-8-16,3 5-16 0,0-8 4 0,-3 6 1 16,3-3-57-16,0 0-11 0,3 2-2 0</inkml:trace>
  <inkml:trace contextRef="#ctx0" brushRef="#br0" timeOffset="42928.419">21136 1611 2149 0,'3'-29'44'0,"-3"21"12"0,-3 0-44 15,3 0-12-15,-3-5 0 0,-3 5 0 0,3 0 96 0,-3 3 18 0,1-3 3 0,-1 3 1 16,-3 2-53-16,3 3-10 0,0-5-3 0,-3 5 0 16,0 0-23-16,3 5-5 0,-3-2 0 0,0 7-1 15,3-2-23-15,-3 3 0 0,3 2 0 16,-3 8 8-16,3-5-8 0,0 0 0 0,0 3-8 0,3-1 8 16,0 3 0-16,1 3-10 0,2 3 10 15,-3 2 0-15,3-5 0 0,0 5 0 0,0 0 0 0,3 0 0 16,-3 0 0-16,0-5 0 0,2 0 0 0,-2 2 0 15,0-5 0-15,0 3 0 0,0-8 0 0,0 5 0 16,-2-8 0-16,-1 3-10 0,0 0 10 0,-3 0-12 16,0-3-24-16,0 0-6 0,0-5-1 0,0 3 0 15,0-1-109-15,-3-7-23 0,0 5-4 0</inkml:trace>
  <inkml:trace contextRef="#ctx0" brushRef="#br0" timeOffset="43102.593">20874 1876 1531 0,'3'-11'64'16,"0"3"-51"-1,3 1 88-15,-3 4 18 0,3-5 3 0,3 3 1 16,0-1-32-16,0 4-7 0,0-4 0 0,0 4-1 0,3 2-28 0,0 0-6 0,0 0-1 0,2-5 0 31,-2 5-28-31,6 0-5 0,-3 0-2 0,3 5 0 16,0-5-77-16,0 2-15 0,0 4-3 0</inkml:trace>
  <inkml:trace contextRef="#ctx0" brushRef="#br0" timeOffset="43316.121">21357 1966 2218 0,'0'0'46'0,"0"0"11"0,0 0-45 15,0 0-12-15,0 0 0 0,0 0 0 0,0 0 109 0,0 0 20 0,0 0 4 0,0 0 1 16,-3 8-51-16,0-3-11 0,3-5-1 0,-3 3-1 15,0 2-26-15,0 3-6 0,0-5-1 0,0 2 0 16,0 0-21-16,-3 3-5 0,0 0-1 0,0-5 0 16,0 5-10-16,0 0 0 0,-3 2 9 0,3-2-9 15,-3 0-14-15,0 5-7 0,0-5-2 0,0 3 0 16,3 2-169-16,-2-5-35 0</inkml:trace>
  <inkml:trace contextRef="#ctx0" brushRef="#br0" timeOffset="44310.71">21699 1754 1758 0,'0'0'50'0,"0"0"10"0,0 0-48 0,-6 6-12 0,3-1 0 0,3-5 0 15,-3 3 70-15,0 2 11 0,3 3 3 0,3-6 0 16,-3 4-45-16,3 2-9 0,3-3-2 0,-3-2 0 15,3 2 0-15,3-2-1 0,-3 2 0 0,3-3 0 16,3-2 2-16,-3 0 1 0,2 0 0 0,1 0 0 16,-3-2 11-16,0 2 3 0,3-8 0 0,-3 3 0 15,0 2 4-15,0-2 0 0,0-3 1 0,-3 0 0 16,0 0-1-16,0 0 0 0,0 3 0 0,-3-3 0 16,0 0-10-16,-3 0-2 0,0 2-1 0,-3-1 0 15,0 1-15-15,-3 4-2 0,0-4-1 0,-3 4 0 0,-3 2-9 16,0-6-8-16,-3 6 9 0,0 0-9 0,0 0 0 15,0 6 0-15,1-6-13 0,-4 0 4 16,3 2-17-16,3-2-3 0,-3 6-1 0,3-4 0 16,3 4-34-16,0 1-6 0,3-1-2 0,0-4 0 15,3 6-122-15,3 0-25 0,3-2-5 0,3 2 0 16,3-3-31-16,3-3-5 0,0 4-2 0,24-6 262 31,5-8 64-31,-8 3 7 0,-9 2-57 0,-3-2-14 0,-6 5 0 0,-3-8 0 16,-6 8 163-16,0-6 29 0,-3 4 7 15,-3 2 1-15,0 0-55 0,0 0-10 0,0 0-3 0,0 0 0 16,0 0-58-16,0 0-12 0,0 0-2 0,0 0-1 16,-6 0-34-16,6 0-6 0,-6 2-2 0,3 6 0 15,0-2-17-15,0 7 0 0,3-5 0 0,0 2 0 16,0 9 0-16,3-9 0 0,0 9 0 0,3-3 0 16,-3 5 0-16,3-5 0 0,-4 5 0 0,4-5 0 15,0 5 0-15,-3-5 0 0,3 5 0 0,-3-2 0 16,3-1 9-16,-3 3-9 0,0 3 0 0,0-3 9 15,0 3-9-15,0-3 0 0,-3 3 0 0,0-3 0 16,0 0 26-16,-3 1 0 0,0-4 0 0,0 1 0 16,-3-3-34-16,0-6-8 0,0 3 0 0,0 1-1 15,0-6 27-15,-2-1 6 0,-1-1 0 0,3 2 1 16,-3-8-17-16,0 2 0 0,0-2 0 0,3-2 0 16,-3 2 0-16,3-6 0 0,0 4 0 0,0-6 0 15,0 3 0-15,3-9 0 0,0 6 0 0,0-2 0 0,0-3 55 0,3-1 7 0,3 1 2 16,-3-3 0-16,6 6-52 0,0-9-12 15,0 3 0-15,3 0 0 0,0 0 0 0,0-2 0 16,3-1 0-16,0 6 0 16,3-3-48-16,2-2-13 0,1 7-3 0,0-7 0 15,3 7-52-15,0-5-12 0,3-2-1 0</inkml:trace>
  <inkml:trace contextRef="#ctx0" brushRef="#br0" timeOffset="44598.289">22259 1455 1854 0,'-9'-5'78'16,"0"2"-62"0,0 3 77-16,3-5 16 0,0 5 3 0,6 0 1 15,0 0-24-15,-3 8-5 0,0-3 0 0,3 3-1 16,3 3-29-16,0 7-6 0,3-2 0 0,0 0-1 16,3 5-7-16,0-5 0 0,2 5-1 0,1 3 0 15,6 3-18-15,-3 2-3 0,3-3-1 0,0 9 0 16,0-4-17-16,0 4 10 0,-1-4-10 0,-2 6 8 15,0-7-8-15,-6 4 8 0,3-5-8 0,-3-5 8 16,-6 5-8-16,0-5 0 0,0 2 9 0,-3-2-9 16,-6-3 9-16,0 3-9 0,0 0 12 0,-6 2-12 15,-3-4 8-15,0-7-8 0,-5 7 0 0,2-7 0 16,-3-1 0-16,0-4-16 0,0 3 2 0,0-5 0 16,0 0-16-16,1 0-3 0,-1-2-1 0,3-4 0 15,-3 4-103-15,3-6-21 0,0 0-4 0</inkml:trace>
  <inkml:trace contextRef="#ctx0" brushRef="#br0" timeOffset="44908.197">22931 1723 2097 0,'0'0'44'0,"0"0"9"0,0 0-42 16,0 0-11-16,-3-6 0 0,3 6 0 0,-3-2 124 0,0-6 22 0,3 8 5 0,0-6 1 16,0 6-52-16,-3-2-11 0,3-4-1 0,0 6-1 15,0-5-35-15,0 5-6 0,0-2-2 0,0-6 0 16,0 8-24-16,0-6-6 0,0 4-1 0,0 2 0 15,0 0-13-15,0 0 0 0,3-6 0 0,-3 6 0 16,0 0-13-16,0 0-6 0,0 0-1 0,0 0 0 16,0 0-161-16,0 0-33 0,0 6-6 0</inkml:trace>
  <inkml:trace contextRef="#ctx0" brushRef="#br0" timeOffset="45128.806">22839 2069 2263 0,'0'0'47'0,"0"0"12"0,6 3-47 15,0 2-12-15,-3 0 0 0,3-2 0 16,-3 2 112-16,0-2 21 0,3 2 4 0,-3 3 1 0,-3 0-54 0,3-3-12 0,-3 3-1 0,0 0-1 16,0 3-36-16,-3-1-7 0,-3 1-2 0,0 2 0 15,-3 1-13-15,0 1-2 0,0 1-1 0,-3 5 0 16,0-5-9-16,-3 0 0 0,3 3 0 0,-5-1 0 15,2 1-72-15,-3-3-20 16,0 0-4-16</inkml:trace>
  <inkml:trace contextRef="#ctx0" brushRef="#br0" timeOffset="47233.083">13046 2786 1804 0,'0'0'37'0,"0"0"10"0,-3-2-38 0,3 2-9 0,0 0 0 0,0 0 0 15,-3-6 108-15,3 6 20 0,0 0 4 0,0 0 1 16,0 0-45-16,0 0-10 0,0 0-2 0,0 0 0 16,0 0-40-16,0 0-9 0,0 8-2 0,0 0 0 15,0 0-9-15,0 3-3 0,3-1 0 0,-3 4 0 16,3-4-13-16,-3 3 11 0,0 3-11 0,3 3 10 16,-3-3-10-16,0-1 0 0,0 7 0 0,-3-6 0 15,3-1 0-15,0 1 0 0,-3-2-12 0,0-1 12 16,3 0-142-16,0-5-21 0,-3 0-4 0</inkml:trace>
  <inkml:trace contextRef="#ctx0" brushRef="#br0" timeOffset="47396.986">13195 2622 2014 0,'-9'-13'42'0,"0"5"9"0,0 0-41 0,3 0-10 16,-3 0 0-16,3-2 0 0,3 2 58 0,-3 5 10 0,3-5 1 0,3 8 1 15,0 0-51-15,0 0-11 0,0 0-8 0,0 0 12 32,0 0-100-32,0 0-19 0,3 8-4 0</inkml:trace>
  <inkml:trace contextRef="#ctx0" brushRef="#br0" timeOffset="47832.843">13233 2823 1862 0,'0'0'39'0,"0"0"8"16,0 0-38-16,0 0-9 0,0 0 0 0,0 0 0 16,0 0 85-16,0 8 15 0,3-2 4 0,-3 1 0 15,3-4-48-15,0 8-8 0,0-3-3 0,0 0 0 16,0-1-23-16,0 1-5 0,0 6-1 0,0-4 0 16,0 1-16-16,-3 5 8 0,3-8-8 0,0 5 0 15,-3-3 10-15,0 4-10 0,0-4 8 0,0 1-8 16,0-1 0-16,0-2 0 0,0 3 8 0,-3-8-8 15,3 5 9-15,0-3 0 0,0-5 0 0,0 0 0 16,0 0 44-16,0 0 9 0,0 0 2 0,0 0 0 16,0 0-52-16,0 0-12 0,-6-5 0 0,3-3 0 15,0 0 16-15,0 0 0 0,3 0 0 0,-3-5 0 16,3-1-3-16,3 4 0 0,-3-3 0 0,3-1 0 16,3 4-3-16,0-6-1 0,3 3 0 0,-3 5 0 0,3-6-1 15,-3 6-8-15,3 1 12 0,-3-1-4 0,3 2-8 0,0 4 0 16,-3-6 0-16,3 5 8 0,0 0-8 0,-4 3 0 15,4-5 0-15,-3 5 0 0,3 5 8 0,-3-5-8 0,3 3 0 16,-3 0 8-16,0 5-8 0,0 0 0 16,0 0 0-16,0-1 0 0,0 7 15 0,-3-4-3 15,3 4 0-15,-3 1 0 0,0 4-12 0,0-1 0 16,0-2 0-16,0 3 0 16,-3-1-48-16,3 1-13 0,-3-3-3 0,0-3 0 15,3-2-51-15,-3-1-10 0,3 1-3 0</inkml:trace>
  <inkml:trace contextRef="#ctx0" brushRef="#br0" timeOffset="48340.799">13653 2979 1990 0,'-6'-10'41'0,"6"10"11"0,-3-8-42 0,-3 3-10 0,3 2 0 0,0 0 0 16,3 3 109-16,-6-2 20 0,6 2 4 0,0 0 1 16,0 0-61-16,0 0-12 0,0 0-2 0,0 0-1 15,0 0-30-15,0 0-7 0,0 0-1 0,0 5 0 16,0 6-11-16,0-4-9 0,3 7 12 0,0-4-12 15,0 4 8-15,0-1-8 0,3 3 0 0,-3-1 0 16,3-1 0-16,-3 2 0 0,3-1 0 0,-3 4 0 16,0-6 0-16,0 3 0 0,0-5 0 0,0 2 0 15,0 0 0-15,-3-2 0 0,0-1 8 0,0-2-8 16,0 0 0-16,0 0 0 0,0-8 0 0,0 5 0 16,0-5 12-16,0 0-4 0,0 0 0 0,0 0-8 15,0 0 35-15,0 0 0 0,-3-5 0 0,0 0 0 0,0-3 0 0,0-3 0 16,0 1 0-16,0-1 0 15,0-5 5-15,0 3 0 0,3-3 1 0,-3 3 0 0,3-8-33 0,0 0-8 16,0-3 0-16,0 0 0 0,3 3 0 0,-3-3 0 0,3 5 0 16,0-2 0-16,3 3 8 0,-3 5-8 0,3-3 8 0,0 0-8 15,0 5 8-15,0 1-8 0,0 2 0 0,0 0 8 16,0 2-8-16,0-1 0 0,3 1 0 16,-3-2 0-16,2 6 0 0,-2-1 0 0,3-2 0 0,0 5 0 15,0 0 0-15,0 0 0 0,3 2 0 0,-3 4 0 16,0-4 0-16,0 4 0 0,0 2 0 0,-3-1 0 15,0-1 0-15,0 2 0 0,-3 0 0 0,0 2 0 16,-3 1 0-16,-3 5 0 0,0-6 0 16,0 3 0-16,-3 3 0 0,0-2-11 0,-3 1 11 0,0-1-12 15,0-1-9-15,0 3-3 0,0-8 0 0,0 5 0 16,3-5-12 0,-3 2-4-16,3-2 0 0,3-2 0 0,-3-1-29 0,6-5-7 0,0 0 0 0,0 0-1 15,0 0-186-15,0 0-37 0</inkml:trace>
  <inkml:trace contextRef="#ctx0" brushRef="#br0" timeOffset="48824.065">14049 2823 2120 0,'6'-5'60'0,"-3"0"13"16,0-1-58-16,0 1-15 0,-3 2 0 0,0 3 0 0,0-7 120 0,0 7 22 0,0 0 4 0,0 0 1 16,-3-6-57-16,3 6-11 0,0 0-3 0,0 0 0 15,-6 0-38-15,6 0-8 0,0 0-2 0,-6 6 0 16,0-4-17-16,0 6-11 0,3-3 12 0,-3 3-12 15,0 6 0-15,3-6 0 0,-3-1 0 0,3 7 0 16,3-4 0-16,-3 6 0 0,3 3 0 0,0-3 0 16,0 5 0-16,3-5 0 15,0 5 0-15,0-5 0 0,3 5 0 0,0-8-9 16,0 6 9-16,3-6-12 16,0 0-10-16,0-5-2 0,0 0-1 0,3-3 0 0,-3 0 5 0,3-2 0 0,0 0 1 15,-4-3 0-15,4-3 19 0,-3-2 0 0,3 0 0 0,-3-3 0 16,0-3 0-16,0 0 0 0,0 1-10 0,0-3 10 15,-3-1 12-15,0 4 7 0,0-9 1 0,0 9 1 16,-3-6 15-16,0-3 2 0,0 9 1 0,-3-9 0 16,0 9-10-16,3-4-1 0,-3 4-1 0,0-1 0 15,0 3-5-15,-3 0-1 0,3 0 0 0,0 3 0 16,0-3-8-16,0 6-1 0,3-4-1 0,-3 6 0 16,0 0-11-16,0 0 0 0,0 0 9 0,0 0-9 15,0 0 0-15,0 0 0 0,0 0 0 0,0 0 0 16,3 6-18-16,0 1-8 0,-1-4-2 0,-2 8 0 15,3-1 28-15,-3 3 0 0,3 1 0 0,-3-4 0 16,3 6 0-16,-3 3 0 0,3-6 0 0,0 3 0 16,-3 2 0-16,3-4 0 0,0 1 0 0,0-4 0 15,0 0-56-15,3-3-7 0,-3-1-1 0,0-1 0 16,3-6 0-16,0 0 0 0,0 0 0 0,0-6 0 16,3 4-204-16,0-11-42 0,3 2-8 0</inkml:trace>
  <inkml:trace contextRef="#ctx0" brushRef="#br0" timeOffset="49069.176">14490 2837 1753 0,'14'-45'77'0,"-11"26"17"0,0 3-75 16,0 0-19-16,0-5 0 0,-3 0 0 0,0 5 100 0,0 0 17 0,0 0 3 0,0 3 1 16,-3 5 6-16,0 0 1 0,0 0 0 0,0 0 0 15,0 6-52-15,3 2-11 0,0 0-1 0,0 0-1 16,0 0-50-16,-3 5-13 0,1 8 0 0,-1-5 0 16,3 5 56-16,-3 3 7 0,3-3 1 0,3 6 0 15,-3 0-52-15,3-1-12 0,-1 1 0 0,1 4 0 16,0-7 0-16,0 5 0 0,0 1 0 0,0 1 0 15,3 1 0-15,-3 3 0 0,0 2 0 0,0-5 0 16,0-1 0-16,0 4 0 0,0-9 0 0,0 4 0 16,-3-4-48-16,0-2-13 0,3 0-3 0,-3-3 0 15,0 3 0-15,0-8 0 16,0 5 0-16,0-5 0 0,0-5-136 16,0-3-27-16,0 5-5 0</inkml:trace>
  <inkml:trace contextRef="#ctx0" brushRef="#br0" timeOffset="49295.65">14537 2969 1493 0,'-12'-11'63'16,"0"1"-51"0,3 2 112-16,-2 0 21 0,2 0 5 0,3 3 1 15,0-1-19-15,3 4-3 0,0-6-1 0,0 2 0 16,3 6-51-16,0 0-10 0,6-2-3 0,0 2 0 16,3-6-7-16,0 4-1 0,2-1-1 0,1 0 0 0,6 3 14 15,-3-5 3-15,3 3 1 0,0-4 0 0,3 4-58 0,-1-4-15 16,4 4 0-16,3-4 0 0,-3 4 0 0,3 2 0 0,-3 0 0 0,2 0 0 15,1-3 0-15,-3 3 0 0,-3-3 0 0,0 3 0 32,-1 0-22-32,-5-5-7 0,0 3-2 0,0 2 0 15,-6-8-167-15,0 2-34 0</inkml:trace>
  <inkml:trace contextRef="#ctx0" brushRef="#br0" timeOffset="50810.846">15912 2762 2073 0,'0'0'43'0,"0"0"11"0,0 0-43 0,0 0-11 0,0 0 0 0,0 0 0 16,0 0 100-16,0 0 17 0,0 0 4 0,-9 0 1 15,4 0-55-15,-1 3-11 0,0 2-3 0,0 3 0 0,-3-2-34 0,0 4-7 0,0 3-2 16,0-2 0-1,-3 2-10-15,0 3 0 0,-3 3 9 0,3-4-9 0,-3 1 0 16,1 6 0-16,-1-9 0 0,0 5 0 0,-3-4 0 0,3 1-10 0,0-1 1 0,0-1 0 31,0-3-26-31,3 1-5 0,1-3 0 0,-4 0-1 16,3 0-131-16,3-8-27 0,0 0-5 0</inkml:trace>
  <inkml:trace contextRef="#ctx0" brushRef="#br0" timeOffset="51042.066">15612 2818 1796 0,'-3'-11'37'0,"0"3"10"0,0 1-38 0,0-4-9 0,0 3 0 0,0 5 0 16,3 3 102-16,0 0 18 0,0 0 4 0,0 0 1 15,0 0-56-15,0 0-11 0,0 0-2 0,0 0-1 16,6 3-15-16,3 5-4 0,0 3 0 0,0-4 0 16,0 1-7-16,2 3-1 0,1 0-1 0,0 4 0 15,0-1-11-15,0-4-1 0,3 3-1 0,0 1 0 16,-3 2-14-16,3-3 8 0,-3 3-8 0,-1-3 0 15,4 3 0-15,-3 0 8 0,0-6-8 0,3 4 0 16,-3-1 0-16,3 0 0 0,-3 3 8 0,3-8-8 16,-3 0-151-16,-1 0-33 0,-2 0-6 0</inkml:trace>
  <inkml:trace contextRef="#ctx0" brushRef="#br0" timeOffset="51255.152">16153 2995 2030 0,'0'0'57'0,"0"0"14"15,0 0-57-15,0 0-14 0,0 0 0 0,0 0 0 16,0 0 105-16,0 0 19 0,0 0 3 0,-2 6 1 16,-4-1-52-16,3 3-9 0,0 0-3 0,0 0 0 0,-3 5-51 15,3-5-13-15,-3 0 0 0,0 0 0 0,0 5 0 0,0-5 0 0,0 2 0 0,0 1 0 16,0-3 10-16,3 0-1 0,-3 0 0 0,3 0 0 31,0 0-58-31,0-3-12 0,0 3-3 0</inkml:trace>
  <inkml:trace contextRef="#ctx0" brushRef="#br0" timeOffset="51933.181">16555 2736 2310 0,'-3'-3'48'0,"0"-5"11"0,0 3-47 16,3-3-12-16,-3 3 0 0,3 2 0 0,0-2 68 0,0 5 11 0,0 0 2 0,0 0 1 15,0 0-33-15,0 0-6 0,0 0-2 0,0 0 0 16,0 0-28-16,0 0-5 0,3 5-8 0,-3 8 11 16,3-5-11-16,0 3 0 0,-3 2 0 0,3 3 0 15,3-3 0-15,-3 1 0 0,3 1 0 0,0-1 0 32,0 2-52-32,3-9-10 0,0 7-2 0,0-6 0 0,3 0-51 0,3-1-10 0,-3-7-3 0,2 6 0 15,1-6 52-15,0 0 9 0,-3 0 3 0,3-3 0 16,-3 0 51-16,-3 3 13 0,0-7 0 0,-3 1 0 15,0 4 48-15,0-6 13 0,-3 0 3 0,-3 2 0 16,0-1 51-16,0-1 10 0,-3-3 3 0,0 3 0 16,0-3-52-16,-3 4-9 0,3-1-3 0,-3 2 0 15,0-2 0-15,3 0 0 0,-3 3 0 0,0 2 0 16,3-4-39-16,3 7-8 0,0 0-1 0,0 0-1 16,0 0-24-16,0 0-5 0,-6 7-1 0,3-4 0 15,-3 10 15-15,3-5 0 0,0 8 0 0,-3 0 0 16,3 3 8-16,0-4 4 0,-3 7 0 0,3-1 1 15,-3 3-13-15,3 5-18 0,-3 0 4 0,3-3 1 16,-2 1 13-16,2 2 0 0,0-5 0 0,0-1 0 16,0 4 0-16,-3-6 0 0,3-2 0 0,0 2 0 15,0-5-54-15,-3 2-8 0,3-5-2 0,0 3 0 16,-3 0-120-16,3-8-24 0,0 5-4 0</inkml:trace>
  <inkml:trace contextRef="#ctx0" brushRef="#br0" timeOffset="52194.276">17091 2773 2553 0,'-15'-8'53'0,"9"5"12"0,6 3-52 0,-3-5-13 0,3 5 0 0,-3-3 0 16,3-4 71-16,-3 4 11 0,3 0 2 0,0 3 1 15,0-8-33-15,0 3-8 0,0 5 0 0,3-3-1 16,0-2-35-16,-3 2-8 0,3-4 0 0,-3 7 0 16,6-3 0-16,-3 0 0 0,-3 3 0 0,6 0 0 15,-6 0 0-15,3 0 0 0,3 0 0 0,0 0 0 16,-3 3-213-16,3 2-45 0,-3 3-9 0</inkml:trace>
  <inkml:trace contextRef="#ctx0" brushRef="#br0" timeOffset="52415.801">17088 3141 2078 0,'0'0'88'16,"0"0"-71"-16,-3 5 87 0,3 3 16 0,0-5 4 0,0 5 1 16,0-8 3-16,0 5 0 0,-3 0 0 0,3 3 0 15,-3 0-52-15,0-3-9 0,-3 1-3 0,3 4 0 16,-3-2-51-16,-3 0-13 0,3-3 0 0,-2 6 0 15,-1-3 0-15,-3 5 0 0,3-5 0 0,-3 5 0 16,-3-5 0-16,3 3 0 0,3-3 0 0,-3 5 0 16,0-2 0-16,-3-3 0 0,4 2 0 0</inkml:trace>
  <inkml:trace contextRef="#ctx0" brushRef="#br0" timeOffset="54655.624">13189 3855 2112 0,'0'0'60'0,"0"0"13"0,0 0-58 0,-3 0-15 0,-3 0 0 0,0 0 0 16,0 0 86-16,0 3 14 0,-3 2 4 0,3-5 0 15,-3 5-50 1,-3 3-10-16,3 0-1 0,-3 3-1 0,4-3-14 0,-4 5-4 16,0 0 0-16,0-2 0 15,3 7-24-15,0-7 0 0,0 8 0 0,0-6 0 0,3 3 0 0,0 0 0 0,3-6 0 0,0 3 0 16,3 1 0-16,3-1 0 0,0-3 0 0,0 4 0 16,3-9 0-16,3 3 0 0,0 0 0 0,3 0 0 15,0-6 0-15,0 1 0 0,3-3 0 0,-1 0-11 16,4 0 11-16,-3-3 0 0,3 1 0 0,0-6 0 15,0 2 0-15,-3-1 16 0,0-1-4 0,-1 0-1 16,-2 0 37-16,-3-3 8 0,3 3 2 0,-6-2 0 16,0-1-46-16,0-2-12 0,-3 2 0 0,0 1 0 15,-3-4 53-15,-3 6 9 0,0-7 2 16,-3 4 0-16,0 0-52 0,0 1-12 0,-3-1 0 16,0 3 0-16,-3 0 0 0,3-5-12 0,-2 5 3 0,-1 3 0 15,0-3 9-15,0 5-8 0,0-5 8 0,0 3-8 16,0 2-12-16,3 1-3 0,0-1 0 0,0 3 0 15,3 0-34-15,6 0-7 0,0 0-2 0,0 0 0 16,0 0-39-16,0 0-8 0,6 5-2 0,0-2 0 16,6 0-11-16,3-3-2 0,0 0-1 0,3-3 0 15,3 0 54-15,-1 1 11 0,4-1 3 0,-3-5 0 16,0 3 50-16,-3 2 11 0,0-5 0 0,-3 3 0 16,-1 0 71-16,-2 2 11 0,0-5 2 0,-3 3 1 15,0 2-17-15,0-5-3 0,-3 6-1 0,0-4 0 0,-3 4 52 16,3-1 9-16,-3-2 3 0,-3 5 0 0,0-3-52 0,0 3-9 0,3 0-3 0,-3 0 0 15,0 0-51-15,0 0-13 0,0 0 0 0,0 0 0 16,0 0 54-16,0 0 8 0,0 0 2 0,3 3 0 31,0 2-103-31,-3 3-20 0,3 5-4 0,-3-5-1 0,0 5 52 0,-3 3 12 16,3 0 0-16,-3 0 0 0,3 3 28 0,-3-4 8 16,3 4 1-16,0-3 1 0,-3 2-30 15,3-4-8-15,3 4 0 0,-3-2 0 16,3-3-29-16,3 0-7 0,-3-2-2 0,3 2 0 0,3-5 28 0,-3 3 10 0,3-3 0 15,-1 0-9-15,1 0-7 0,3-6 0 0,0 1-1 0,0 0 0 16,0-3 2-16,3-3 1 0,0 0 0 0,0 1 0 16,-3-4-13-16,5-2-2 15,-5 0-1-15,3 0 0 0,-3 1 30 0,0-9 0 0,0 2 0 0,-3-1 0 16,0-1 0-16,0 2 0 0,-3-7 0 0,0 5 0 16,-3-5 45-16,0 5 15 0,0-7 4 0,0 1 0 15,-3 4-52-15,0-3-12 0,0 2 0 0,0 1 0 16,0 2 0-16,-3-3 0 0,0 6 0 0,3 0 0 15,0 0 54-15,-3 2 8 0,3 3 2 0,0-5 0 16,0 8-52-16,0-3-12 0,0 5 0 0,0 3 0 16,0 0-48-16,3-5-13 0,-3 5-3 0,0 0 0 15,0 0 103-15,0 0 20 0,0 0 4 0,6 5 1 16,-3-2-103-16,-1 2-20 16,4 0-4-16,-3 6-1 0,0 2 52 0,0 0 12 0,0 3 0 0,0 3 0 15,-3-1 0-15,0 1 0 0,0 2 0 0,0 5 0 0,0-7 16 16,0 2 7-16,0-3 1 0,0 6 0 0,0-8-37 15,0 5-7-15,0-5-2 0,0 3 0 16,0-6-35-16,0 6-7 0,0-9-2 0,3 1 0 16,-3-1-106-16,0 1-22 0,3-3-4 0</inkml:trace>
  <inkml:trace contextRef="#ctx0" brushRef="#br0" timeOffset="55277.527">13989 3593 1926 0,'0'-5'81'0,"0"5"-65"16,0-3 120-16,0 3 23 0,0 0 5 0,0 0 0 15,0 0-81-15,0 0-17 0,0 0-3 0,0 0-1 16,0 0-23-16,3 6-5 0,0 2-1 0,-3 5 0 16,3 0-17-16,0 3-3 0,-3 0-1 0,3 8 0 15,-3-3-12-15,3 5 9 0,0 1-9 0,-3 2 8 16,3 0-8-16,-3-3 0 0,3 3 0 0,-3-2 0 15,3-1 16-15,0-4 0 0,-3 1 1 0,3-1 0 16,0-4-67-16,-3 1-14 0,0-9-2 0,3 3-1 16,-3 1-90-16,0-4-19 0,0 1-3 0</inkml:trace>
  <inkml:trace contextRef="#ctx0" brushRef="#br0" timeOffset="55920.716">14004 4014 1579 0,'-12'-8'32'0,"1"-3"10"0,-1 4-34 15,3-4-8-15,-3 6 0 0,0-1 0 16,3-2 104-16,0 3 20 0,3 0 3 0,0 0 1 0,0 2-52 0,6 3-9 0,0-5-3 0,0 5 0 16,3-6-34-16,3 6-7 0,3-5-2 0,0 2 0 15,3 3-4-15,0 0-1 0,3-5 0 16,0 5 0-16,-1-3 2 16,1 3 0-16,3-2 0 0,0 2 0 0,-3 0-18 0,3-3 0 0,-3 3 8 0,0 0-8 15,-4 0 0-15,1 0 0 0,0 0 0 0,-3 3 0 16,0-3 0-16,-3 0 0 0,3 2 0 0,-3 1 0 15,0-3 12-15,-3 5-12 0,-3-5 12 16,0 0-12-16,3 0 0 0,-3 0 0 0,6 3 0 0,-3 2 0 16,0-5 37-16,-3 0 1 0,3 6 0 0,0-1 0 15,0 0-28-15,0 0-10 0,0 3 0 0,0 0 9 16,3-2 11-16,-3 2 3 0,0 2 0 0,3 1 0 16,-4-3-38-16,4 2-7 0,-3 4-2 0,0-7 0 15,0 4 24-15,0 0 0 0,3-3 0 0,-6 2 0 16,3-2 0-16,0 3 0 0,-3-3 0 0,0 2 0 15,3 1 17-15,-3-3 5 0,0-6 1 0,0 6 0 16,-3-2-32-16,3-6-7 0,0 5 0 0,0-5-1 16,0 0 27-16,0 0 6 0,0 0 0 0,0 0 1 15,0 0-17-15,0 0 0 0,0 0 0 0,-6-5 0 16,3-1 55-16,-3-2 7 0,3 0 2 16,0-2 0-16,-3 2-52 0,3-3-12 0,1-2 0 0,-1 0 0 15,0 2 0-15,0-5 0 0,3 3 0 0,0-3 0 16,0 3 34-16,0-3 4 0,0 3 1 0,3 2 0 0,0-7-28 0,2 5-11 15,-2 2 8-15,3-2-8 16,0 0 0-16,3 2 0 0,-3 0 8 0,3 1-8 0,3 2 0 0,-3 0 0 16,3 5 0-16,-3-5 0 0,3 3 20 0,0 2 0 15,0 3-1-15,-1 0 0 0,-2 3-19 16,0 0 0-16,0-1 0 0,0 6 0 16,0 0-12-16,-3 0-7 0,0 0-1 0,-3 5 0 0,0-5 20 0,0 3 0 15,0 2 0-15,-3 0 0 0,-3 1 0 0,0 1 0 0,0-4 0 16,-6 0 0-16,3 4 15 0,-3-4 3 0,-3 0 1 0,3-1 0 15,-3 1-67 1,1-3-12-16,-1 0-4 0,0 0 0 0,0 0 51 0,3-3 13 0,-3 0 0 0,3 0 0 16,3-2-107-16,0 0-16 0,0-1-3 0</inkml:trace>
  <inkml:trace contextRef="#ctx0" brushRef="#br0" timeOffset="56853.554">14609 3876 1789 0,'-3'-5'76'16,"0"0"-61"0,0 2 97-16,0-5 20 0,0 8 4 0,3 0 1 15,0 0-8-15,0-8-1 0,0 8-1 0,0 0 0 16,0 0-63-16,0 0-13 0,0 0-3 0,0 0 0 16,0 0-24-16,0 0-6 0,0 0-1 0,-3 8 0 15,3 0-17-15,0-3 0 0,0 6 0 0,0 2 0 16,0-2 0-16,0 2 0 0,0 0 0 0,3 1 0 15,-3 1 0-15,3-1 0 0,0 2 0 0,0-6 0 16,3 3 0-16,-3 1 0 0,3-4 0 0,0-2 0 16,2 0-50-16,-2 3-10 0,3-9-3 0,0 6 0 0,3-5 51 0,-3-3 12 15,3 2 0-15,-3-4 0 0,3 2 0 16,0-3 0-16,-3 1 0 0,3-6 0 16,-3 2 0-16,2-4 0 0,-2 2 0 0,-3 3 0 0,3-9 0 0,-3 4 0 15,-3-4 0-15,3 7 0 0,-3-9 50 16,0 2 13-16,0 1 2 0,-3 0 1 0,3 2-3 0,-3-7-1 15,0 2 0-15,0 3 0 0,0 2-50 0,0-5-12 0,0 3 0 16,0 5 0-16,0 0 0 0,0 0 0 16,3 0 0-16,-3 8 0 0,0 0 0 0,0 0 0 0,0 0 0 15,0 0 0-15,3 8 0 0,0-5 0 0,-3 5 0 0,3 2 0 16,-3 6 0-16,3-5 0 16,-3 5 0-16,0-3 0 0,3 3 0 0,-3 2 0 0,0-7 0 0,3 5 0 15,-3-3-8-15,0 3-5 0,3-3-1 0,0-2 0 16,0-1-21-16,0-2-4 0,0 0-1 0,3 0 0 15,0-5-9-15,0-1-3 0,3 1 0 0,-1 0 0 16,4-6 3-16,-3 0 0 0,3-2 0 0,0 3 0 16,0-6 15-16,0-6 3 0,3 4 1 0,0-3 0 15,-3-3 18-15,-1 2 12 0,1-1-13 0,-3 1 5 16,3-7 8-16,-3 5 0 0,0-10 0 0,-3 7 0 16,3-7 49-16,-3 2 12 0,0 0 3 0,0 3 0 15,-3-3 0-15,0 6 0 0,0-1 0 0,-3 6 0 0,3 0-14 16,-3 2-2-16,-3 6-1 0,3-3 0 15,-3 3-24-15,3 5-5 0,0 0-1 0,0 0 0 0,0 0 2 16,-3 5 0-16,0 3 0 0,0 2 0 0,0 4-31 0,0-1-5 16,0 8-2-16,3-2 0 0,-3 7 31 15,3-2 7-15,0 2 1 0,0 6 0 0,0-3-20 16,3 0 0-16,-3 0 0 0,3-2 0 16,0-3 0-16,0 2-9 0,0-5 9 0,0 3-12 15,0-3-16-15,0-2-3 0,0-3-1 0,0 0 0 16,0-1-10-16,0-4-2 0,0 0-1 0,0 2 0 0,0-11 36 0,0 4 9 0,-3-6 0 0,0 0 0 15,6 0 0-15,-3-8 0 0,2 3 0 0,-2-1 0 16,-3-2 0-16,3 0 0 0,-3-2 0 0,0-1 0 16,-3 1 0-16,0-4 0 0,0 1 0 0,1 3 0 15,-4-6 0-15,0 0 0 0,0 3 0 0,0-1 0 16,0 1 49-16,-3 3 12 0,3-6 3 0,0 5 0 16,3 0-52-16,0 1-12 0,0 2 0 15,3 0 0-15,0 0 0 0,3 3-10 0,3-1 2 0,3 1 0 16,0 0 8-16,3 2 0 0,6-2 8 0,-1 2-8 15,1-2 12-15,6 2-1 0,0 1-1 0,0-1 0 16,-3 0-10-16,2 3 0 0,1-2-12 0,0-1 12 16,0 3 0-16,0-5 0 0,-4 5 0 0,4-3 0 15,0 3 0-15,-3-5 0 0,0 5 0 0,0-3 0 16,-4 3 18-16,1-5 11 0,-3 2 3 0,-3 3 0 16,-3-2-32-16,0 2 0 0,0-3 0 0,-6 3 0 15,-3 0-22-15,0 0-4 0,0 0-1 0,0 0 0 16,0 0-95-16,0 0-19 0,0 0-4 0</inkml:trace>
  <inkml:trace contextRef="#ctx0" brushRef="#br0" timeOffset="57783.727">16579 3863 1978 0,'0'-5'56'0,"0"-3"12"0,0-3-54 0,0 3-14 0,-3 3 0 0,3-3 0 15,-3 0 73-15,0 0 12 0,-3 3 3 0,0-3 0 16,0 3-39-16,-3 2-7 0,0-5-2 0,-2 3 0 15,-1 2-9-15,0 1-3 0,-3-4 0 0,-3 6 0 16,3 0-6-16,-3 3-2 0,0 0 0 0,1-1 0 16,-1 6-8-16,0 0-3 0,-3 3 0 0,3-1 0 15,3 1-9-15,0 5 0 0,3-3 0 0,1 3 0 16,-1-3-9-16,6 3 9 0,-3-5-12 0,6 2 12 16,0 0-29-16,3-2 1 0,0 2 0 15,3-3 0-15,3-2-23 0,0-2-4 0,3-1-1 0,0-2 0 16,2-1 16-16,1-2 4 0,3-2 0 0,-3-1 0 15,3-2 26-15,0 2 10 0,0 0 0 0,0-5-9 16,-3 0 21-16,0 1 4 0,-1-1 0 0,-2 2 1 0,0-2 35 16,-3-2 8-16,0 2 0 0,-3 0 1 0,0 0 3 15,0 0 1-15,-3 0 0 0,0 0 0 16,3 0-13-16,-3 3-2 0,0 2-1 0,3-5 0 16,-3 8-17-16,3-5-3 0,-3 5-1 0,0 0 0 0,3 0-16 0,-3 0-4 0,6 0-8 0,0 5 12 15,0 3-12-15,0 0 0 16,0 0 0-16,0 0 0 0,0 5 0 0,0 1 0 15,0-1 0-15,0 5 0 0,0-4 0 0,-4 1 0 0,1 1 0 0,0 5 0 16,0-7 0-16,0 4-15 0,0-2 3 0,-3 3 1 16,3-6-196-16,0 3-39 15,-3 0-8-15</inkml:trace>
  <inkml:trace contextRef="#ctx0" brushRef="#br0" timeOffset="57997.371">16868 4040 2269 0,'0'-7'64'0,"3"1"15"16,0-2-63-16,-3 3-16 0,0 0 0 0,0 5 0 15,0 0 54-15,0 0 8 0,0 0 2 0,0 0 0 16,0 0 0-16,0 0 0 0,0 0 0 0,-3 2 0 16,-3 1-52-16,0 8-12 0,-3-9 0 0,3 9 0 15,-3-3 0-15,0 2 0 0,0 4 0 0,-3-7 0 16,3 4-48-16,1 2-13 0,2-2-3 0,-3 5 0 15,3-6-153-15,0 1-31 0</inkml:trace>
  <inkml:trace contextRef="#ctx0" brushRef="#br0" timeOffset="58488.954">17389 3831 2066 0,'9'-37'43'0,"-6"24"10"0,0 0-42 0,-3 0-11 0,3 2 0 0,-3-2 0 16,0 5 92-16,0 0 17 0,-3 0 3 0,3-3 1 16,-3 6-41-16,3 0-8 0,0 0-1 0,0 5-1 15,0 0-22-15,0 0-5 0,0 0-1 0,0 0 0 16,-3 8-23-16,0-1-11 0,0 4 10 0,0 5-10 16,3-3 0-16,-3 3 0 0,3 3 0 0,-3 2 0 15,3-3 0-15,0 3 0 0,0 3 0 0,0-3 0 16,3 1 0-16,-3 1 0 0,3-4 0 0,-3 2-10 15,-3-2-1-15,3-1 0 0,0-2 0 0,0 3 0 16,0-6 0-16,0-3 0 0,0 4 0 0,0-7 0 16,3 1 11-16,-3 0 0 0,0-2-9 0,0-6 9 15,0 0 0-15,0 0 0 0,0 0 0 0,0 0 8 16,0 0-8-16,0 0 0 0,0 0 0 0,0 0 0 16,6-6 0-16,-3 1 0 0,3 0 0 0,0-3 0 15,0 3 8-15,0-3-8 0,-1-6 8 0,4 4-8 16,-3 5 0-16,3-9 0 0,0 4 0 0,3 2 0 15,0 2 0-15,0-1 0 0,0-1 0 0,0 2 0 16,0 1 53-16,3 2 9 0,-4 3 2 0,1-5 0 16,0 5-52-16,-3 0-12 0,0 5 0 0,0-5 0 15,-3 3 0-15,0 0 0 0,0 2 0 0,0 0 0 16,-6 3 0-16,3 0 0 0,-3 3 0 0,0-3 0 16,-3 2 0-16,0 1 0 0,-3 2 0 0,-3-2 0 0,0-1 0 0,-3 1 0 15,0-1 0-15,-3 4 0 16,0-4-48-16,1 1-13 0,-4-1-3 0,3 1 0 15,0-3-39-15,3 2-8 0,3-2-1 0</inkml:trace>
  <inkml:trace contextRef="#ctx0" brushRef="#br0" timeOffset="58702.5">17945 4043 2149 0,'6'-8'44'0,"-6"8"12"0,0 0-44 15,0 0-12-15,3-2 0 0,-3 2 0 0,0 0 132 0,0 0 24 0,0 0 4 0,0 0 2 16,0 0-70-16,0 0-13 0,0 0-3 0,-6 2-1 16,-3 3-42-16,4 1-8 0,-4 2-1 0,0 0-1 15,-3 0-39-15,3-1-8 0,-3 1-2 16,0 6 0-16,0-6 36 0,0 5 7 0,-3-3 2 0,3 4 0 16,3-1-133-16,-2 3-26 0,2-6-6 0</inkml:trace>
  <inkml:trace contextRef="#ctx0" brushRef="#br0" timeOffset="59691.734">18419 3898 1571 0,'0'0'44'0,"3"-3"11"15,3 0-44-15,-3-2-11 0,0 2 0 0,3-5 0 16,-3 3 90-16,-1 0 16 0,4-3 3 0,-3 5 1 15,3-5-29-15,-3-2-5 0,0 2-2 0,0 0 0 16,-3 0-19-16,3 5-4 0,-3-7-1 0,-3 2 0 16,0 5-15-16,0-5-3 0,-3 3-1 0,-3 0 0 15,1 2-19-15,-1 0-4 0,-6 1-8 0,3 2 12 16,-3 0-12-16,-3 2 0 0,0 4 0 0,0-1 0 16,0 3-14-16,1 0-6 0,-1 2 0 0,0 6-1 15,0-3 21-15,3 3 0 0,3 0 0 0,0 0 0 0,3 0 0 16,0 0 0-16,4 2 0 0,2-2 0 0,0 0-12 15,6 0 0-15,0-3-1 0,2 3 0 0,4-3 2 0,0 1 1 16,3-7 0-16,0 1 0 0,6 0 10 0,0-2-12 0,3 2 12 0,0-6-12 16,-1 1 12-16,4 2 0 0,0-5 0 0,0 3-8 31,0-3-30-31,-1 0-6 0,4 0 0 0</inkml:trace>
  <inkml:trace contextRef="#ctx0" brushRef="#br0" timeOffset="59950.822">18889 4035 1721 0,'0'0'72'15,"0"0"-57"1,0 0 68-16,0 0 13 0,0 0 4 0,0 0 0 15,0 8-13-15,-3-3-3 0,0 1 0 0,0 2 0 16,0 0-47-16,-3-3-9 0,0 0-3 0,0 3 0 16,-3 3-17-16,0-3-8 0,0 0 0 0,1 5 8 15,-1-5 0-15,-3 0-8 0,3 2 12 0,-3 1-4 16,3-3-64-16,3 0-14 0,-3 0-2 0,3 0-1 16,0-1-139-16,0-1-28 0</inkml:trace>
  <inkml:trace contextRef="#ctx0" brushRef="#br0" timeOffset="60461.281">19413 3569 2014 0,'0'0'84'0,"-3"-2"-67"15,3 2 49-15,0 0 10 0,-3-8 1 0,3 8 1 16,0 0-11-16,0 0-3 0,0 0 0 0,0 0 0 16,0 0 0-16,0 0 0 0,-3 8 0 0,0 2 0 15,0 1-64-15,0 5-14 0,0-3-2 0,0 6-1 16,0-4 17-16,3 4 0 0,-3 0 0 0,0 2 0 16,0 0 0-16,0 3 0 0,0 2 0 0,0-5 0 15,0 3 0-15,3 0 0 0,-3-3 0 0,0 3 0 16,0-6 0-16,3 1-8 0,0-3 8 0,-3 2 0 15,3-4-12-15,0 1 4 0,0-7 8 0,0 3-13 16,0 0 13-16,3-9 0 0,-3-2-10 0,0 0 10 16,0 0 0-16,0 0 0 0,0 0 0 0,0 0 0 15,0-2 0-15,0-9 0 0,0 3 0 0,0-3 0 16,-3 4 10-16,3-9-10 0,-3 2 12 0,-3 1-12 16,0 0 15-16,1 2-4 0,-1-5-1 0,-3 3 0 15,0 5 1-15,-3-8 0 0,3 6 0 0,-3-1 0 0,0 3-11 16,0 0 0-16,0 3 0 0,0 0 0 0,0 5 0 0,1 0 0 15,-1 0 0-15,0 5 0 0,0-2 0 0,3 5 0 16,3 2 0-16,0-2 0 0,0 3 0 0,3 2 0 0,0 0 0 0,3 0 0 16,0 3 0-16,3-5 0 0,3 2 0 15,0 0 0-15,3-2 0 0,0 2 0 0,3 0 0 16,3-5 0-16,-4 3 0 0,7 0 0 0,-3-3 0 16,0-3 0-16,6 3-125 15,0-3-27-15,0-2-6 0</inkml:trace>
  <inkml:trace contextRef="#ctx0" brushRef="#br0" timeOffset="60674.602">19815 3980 1824 0,'-6'0'38'0,"0"0"8"0,0 0-37 0,-3 0-9 0,0 2 0 0,0 4 0 16,0-6 104-16,0 2 20 0,3 3 3 0,-6-5 1 15,3 6-103-15,3-1-25 0,1 0 0 0,-4 3 0 16,3 0 56-16,-3-2 7 0,3 1 1 0,-3 1 0 15,3 0-52-15,-3 0-12 0,0 3 0 0,0-3 0 16,0 2 0-16,0 4 0 0,0-4 0 0,0 1 0 16,0-1-48-16,0 1-13 0,4 5-3 0,-1-8 0 15,0 0-109-15,0 0-23 0</inkml:trace>
  <inkml:trace contextRef="#ctx0" brushRef="#br0" timeOffset="61095.589">20133 3831 1698 0,'3'-2'72'0,"0"-1"-58"16,0 3 70-16,3-5 13 0,0 2 3 0,0 3 1 15,3-5-27-15,-3 2-6 0,3-2 0 0,0 2-1 16,0 1-31-16,0-1-5 0,3-2-2 0,-1 2 0 15,1-2-13-15,3 2-2 0,0-5-1 0,0 0 0 16,0 0-1-16,0 3-1 0,-3-3 0 0,0 3 0 16,-1-3 6-16,-2 3 2 0,0 2 0 0,-3-5 0 15,0 0 8-15,-3 3 1 0,-3-1 1 0,0-1 0 16,-3 4-1-16,-3-2-1 0,-3 2 0 0,0-2 0 16,0 2-14-16,-2 3-2 0,-1-5-1 0,-3 5 0 15,0 0-10-15,0 5 0 0,0-5 9 0,-3 8-9 16,3-5 0-16,1 2 0 0,-1 0 0 0,0 3 0 15,0 3-8-15,0 2 8 0,3-5-8 0,3 5 8 16,0 0 0-16,0 3 0 0,3 0 0 0,3 0 0 16,0 5 0-16,3-8-13 0,3 6 5 0,0-3 8 15,0-3 0-15,3 3 0 0,3-6 0 0,0 6 0 16,0-10-8-16,0 4 8 0,3 3 0 0,0-5 0 16,3-5-9-16,-3 5 9 0,2-5-12 0,4 5 12 15,3-8-116-15,0 0-16 0,3 0-3 0</inkml:trace>
  <inkml:trace contextRef="#ctx0" brushRef="#br0" timeOffset="61286.26">20732 3879 1941 0,'-6'-3'40'0,"0"3"10"0,3-2-40 16,-3 2-10-16,0 0 0 0,0 2 0 0,3-2 101 0,-3 3 19 0,0 2 3 0,0-2 1 15,0 2-48-15,0 1-8 0,0 1-3 0,0 1 0 16,0 3-25-16,0-3-4 0,-3 0-2 0,0 2 0 15,3 1-20-15,-3 0-4 0,1-1-1 0,-4 3 0 16,3-5-9-16,0 3-12 0,0 0 2 0,0-1 1 31,0-2-122-31,0 3-24 0,3-3-5 0</inkml:trace>
  <inkml:trace contextRef="#ctx0" brushRef="#br0" timeOffset="61856.249">21294 3458 2017 0,'6'-10'42'0,"3"-1"10"0,-3 1-42 0,-3 2-10 0,3 0 0 0,-6 2 0 15,3-2 100-15,-6 3 17 0,3 5 4 0,-3-2 1 16,-3-4-55-16,-3 6-11 0,0-2-3 0,0 4 0 16,-3 4-29-16,0 1-7 0,0 1-1 0,1-2 0 15,-4 10-8-15,3-1-8 0,0 1 12 0,-3 5-12 16,3 1 0-16,0-1 0 0,0 5 0 0,3 1 0 15,0-6 0-15,0 3 0 0,3 0 0 0,1 2 0 16,2 0 0-16,0 4 0 0,0 1 0 0,0 1 0 16,3-3 0-16,0 0 13 0,-3 0-1 0,3 0 0 15,0-2-12-15,-3-1-12 0,3-2 3 0,-3 0 0 16,0-3 9-16,0-2 0 0,0-3 0 0,-3 2 0 16,3 1-8-16,-3-6 0 0,0 3 0 0,0-3 0 15,0 0-39-15,0-2-7 0,0-1-2 0,-3-2 0 16,3 0-101-16,0-2-21 0,0-1-4 0</inkml:trace>
  <inkml:trace contextRef="#ctx0" brushRef="#br0" timeOffset="62052.059">21020 3863 1580 0,'0'-5'67'0,"3"-3"-54"15,0 5 91-15,0-7 19 0,0 4 3 0,3 1 1 16,0 0-40-16,0 2-8 0,3-2-2 0,0 2 0 15,3 3-25-15,0-8-6 0,0 6-1 0,0-1 0 16,2 0-30-16,1 1-7 0,0 2 0 0,0-3-8 16,0 3 0-16,0 0 0 0,3 3 0 0,0-3 0 31,-1 0-198-31,-2 0-46 0</inkml:trace>
  <inkml:trace contextRef="#ctx0" brushRef="#br0" timeOffset="62485.728">21741 3696 1907 0,'0'0'40'0,"0"0"8"0,0 0-38 0,0 0-10 0,0 0 0 0,0 0 0 16,0 0 70-16,0 0 12 0,3-2 2 15,3-1 1-15,-1 3-50 16,4 0-11-16,-3-2-1 0,3 2-1 16,0 0-3-16,0 0-1 0,0-3 0 0,3 3 0 0,-3 0 2 15,3-5 0-15,0 2 0 0,3 3 0 0,-3-5 5 0,-1 2 2 0,4 3 0 0,-3-8 0 16,-3 5 4-16,3-2 1 0,-3 2 0 0,0 1 0 15,-3-3 4-15,0 2 0 0,-3-2 1 0,0 2 0 16,-3 3-8-16,-3-5-1 0,0-1-1 0,-3 1 0 16,0 2-15-16,-3 1-2 0,0 2-1 0,-3-6 0 15,-3 6-9-15,0 0-9 0,0 0 9 0,-2 0-13 32,-1 6-15-32,3-6-4 0,-3 2 0 0,0 4 0 0,0-1-12 0,3 0-2 15,1 1-1-15,2-1 0 0,3 3-33 0,0-6-6 0,3 6-2 16,0 3 0-16,3-8-132 0,3 5-28 15,0 0-4-15</inkml:trace>
  <inkml:trace contextRef="#ctx0" brushRef="#br0" timeOffset="62863.466">21851 3715 1422 0,'12'-5'63'0,"0"2"13"0,-7-2-61 0,4-1-15 0,-3 1 0 0,0 3 0 16,-3-1 129-16,0-2 23 0,-3 2 5 0,0 3 1 16,0-5-51-16,0 5-11 0,0 0-1 0,0 0-1 15,0 0-37-15,0 0-7 0,0 0-2 0,0 0 0 16,0 0-24-16,0 0-4 0,0 0-2 0,-6 5 0 15,3-2-18-15,0 5 8 0,0-1-8 0,3 4 0 16,-3 0 11-16,3 2-11 0,0 3 10 0,0 0-10 0,0 2 13 16,0 3-3-16,0 3-1 0,0-3 0 0,3 0-9 0,-3 3 0 15,0-5 9-15,0 2-9 0,0 0 0 16,0-2 0-16,0 4 0 0,0-7 8 16,0 0-8-16,-3 3 0 0,3-3 0 0,-3-3 8 15,0 0-8-15,-2 0 0 0,2 1 0 0,-3-1 0 0,0-5 8 0,-3 2-8 16,3-2 8-16,0 3-8 0,0-3 0 0,0-8 0 0,0 2 0 0,0 1 8 15,-3-3 0-15,3 0 0 0,-3-3 0 16,0 1 0-16,3-6 12 0,-3 0 2 0,3 0 1 16,0-3 0-16,-2 3 1 0,5-5 1 15,-3 3 0-15,3-4 0 0,0 1-13 0,3 3-2 0,0-6-1 0,0 0 0 16,3 3-9-16,0-1 0 0,0-2 0 0,3 1 0 16,-1 1 0-16,4 1 0 0,0-3 0 0,3 0 0 15,-3 3-23-15,3 0-3 0,0-3-1 16,3 3 0-1,0 2-126-15,6-7-26 0,-4 7-5 0</inkml:trace>
  <inkml:trace contextRef="#ctx0" brushRef="#br0" timeOffset="63060.454">22330 3649 2322 0,'0'0'66'0,"0"0"14"0,0 0-64 0,0 0-16 0,0 0 0 0,0 0 0 15,0 0 77-15,0 0 13 0,0 0 2 0,0-5 1 16,0 2-55-16,3-2-11 0,3-1-3 0,-3 1 0 16,3 2-24-1,0 1 0-15,-3-1 0 0,3 0 0 16,0 3-74-16,-3 0-20 0,3 0-4 0</inkml:trace>
  <inkml:trace contextRef="#ctx0" brushRef="#br0" timeOffset="63316.541">22357 3913 2062 0,'0'0'43'0,"0"0"10"0,0 0-42 0,0 8-11 0,3-5 0 0,0 5 0 16,-3-3 104-16,3 1 18 0,0-1 4 0,0 0 1 15,0 0-38-15,-3 3-7 0,0-2-2 0,0-1 0 16,0 6-17-16,-3-4-4 0,3-1-1 0,-6 2 0 15,3 0-26-15,-6 2-4 0,3-2-2 0,-6 3 0 16,3-1-17-16,-3 4-9 0,0-4 10 0,0 3-10 16,-3 1 0-16,0-1-8 0,-2 3-1 0,-1-3 0 15,0 3-39-15,-3-3-7 16,-3 3-1-16,0 2-1 0,1-2-152 0,-1 3-31 16</inkml:trace>
  <inkml:trace contextRef="#ctx0" brushRef="#br0" timeOffset="71600.621">17076 14193 1661 0,'-15'-3'47'15,"0"3"10"-15,1-2-45 0,2-1-12 0,0 1 0 0,0-4 0 0,-3 4 10 0,3-1 0 0,-3 0 0 0,0 1 0 16,-3-4-10-16,1 4 0 0,-1-1 0 0,-6 0 0 16,3 1 17-16,-3-1 8 15,0 1 2-15,-2 2 0 0,-1 2-16 0,0 1-3 0,3-1-8 0,-5 4 12 16,5-4 29 0,0 6 6-16,0 0 1 0,0 3 0 0,0-3-10 0,4 2-2 15,-1 1 0-15,0 0 0 0,0 2-24 0,3-3-4 0,0 4-8 0,4 1 11 16,-1 4-11-16,0-1 0 0,0 6 0 0,0 0 0 15,3 3-29-15,0 2-2 16,0 2 0-16,0 1 0 0,3 0 31 0,3-3 0 0,-2 3 0 0,5 0 0 16,-3-3 0-16,3 0 0 0,0 3 0 0,3-3 0 15,3 2 0-15,0-2 0 0,3 3 0 0,2 0 0 16,1-6 0-16,6 1 0 0,0-3 0 16,3 0 0-16,0-3 12 0,3 0 8 0,0 0 1 0,2-2 1 15,4-4-22-15,0 1 0 0,0-2 0 0,3-4 0 16,-1-2-13-16,1-3-7 0,3 1-2 0,3-4 0 15,-1 1 37-15,1-3 7 0,0-3 2 0,2 1 0 16,1-4-39-16,0-4-7 0,-1 2-2 0,1-5 0 16,-3-3 48-16,0 0 8 0,2-3 3 0,-2-2 0 15,0 0-24-15,-7-3-11 0,4 0 10 0,0-2-10 16,-6-1 25-16,0-2-1 0,-4 0 0 0,1-3 0 16,-3 3 3-16,0 0 0 0,-3-2 0 0,0-1 0 15,-7 0-6-15,1 0-1 0,-3-2 0 0,-3-3 0 0,-3 2-2 16,-3 1-1-16,0-3 0 0,-6 3 0 0,0 2 15 15,-3 5 2-15,-2 1 1 0,-4 2 0 0,0 0 4 16,0 0 1-16,-6 3 0 0,0 0 0 16,-3 3 10-16,1-1 2 0,-4 3 1 0,-3 0 0 0,0 3-42 0,-3 3-11 15,1-4 0-15,-4 6 0 16,3 6-20-16,-2-1-7 0,2 3-1 0,-6 5 0 16,6 3-6-16,-2 6-2 0,-1 1 0 0,0 4 0 0,6 2-22 15,-2 3-5-15,5 2-1 0,-3 9 0 0,6-1-120 0,1 6-25 16</inkml:trace>
  <inkml:trace contextRef="#ctx0" brushRef="#br0" timeOffset="72400.587">16880 16641 1507 0,'-15'5'31'0,"9"-2"9"0,0-3-32 0,6 0-8 15,-3-3 0-15,-3 0 0 0,0-2 33 0,3 0 6 0,0-1 1 0,0 4 0 16,0-3-8-16,0-3-2 0,0 2 0 0,0-2 0 16,3 3 6-16,-3-3 2 0,0-2 0 15,0 2 0-15,0-3 1 0,0 0 0 0,0-2 0 0,0 3 0 16,-3-1-39-16,1 0 0 0,-1-2 0 0,-3 5-8 15,0-2 16-15,0 2 4 0,-3 0 1 0,0 3 0 16,0-1 15-16,-3 4 2 0,0-1 1 0,-3 3 0 16,4 0-6-16,-1 3-1 0,-3 2 0 0,0 0 0 15,3 3 1-15,-3 0 0 0,0 3 0 0,0-1 0 16,4 1-1-16,-4 5-1 16,0-3 0-16,0 5 0 0,0-2-23 0,0 3 8 0,3 2-8 0,-2 0 0 15,-1 3 0-15,0 0 0 0,0 0 0 0,3 5 0 16,-3 2 12-16,3 1 4 0,0 3 0 0,4 2 1 15,2-3-17-15,-3-2 0 0,3-3 0 0,3 3 0 16,3-3-16-16,0 0-6 0,0-3-2 0,6 1 0 16,-3-3 24-16,6-1-9 0,0 1 9 0,0 3 0 15,3-6-9-15,3 0 9 0,0 0 0 0,-1-2-9 16,4-1 9-16,0 1 0 0,3-3-9 0,3-3 9 16,0 0 0-16,0-2-11 0,2-3 11 0,1-3-8 15,3-2 8-15,-3 2-10 0,0-5 10 0,2-3-10 16,1 1 10-16,-3-6 0 0,3 0 0 0,3-6 0 15,-4-1-22-15,4-1 1 0,0-5 0 0,0-3 0 16,-1 3 33-16,1-6 8 0,0 1 0 0,-3-1 1 16,-3-2-33-16,-1 0-8 0,-2-3 0 0,0 0-1 0,-3-2 68 0,0 2 13 15,-3-5 4-15,-1 0 0 0,1 3-52 0,-3-6-12 0,-3 3 0 16,3-5 0-16,-6 5 54 0,0 0 8 16,0-3 2-16,-3 0 0 0,-3 3-52 0,-3-2-12 0,0 2 0 15,-3-1 0-15,-3 4 0 0,-3 5 0 0,0 5 0 0,-3 0 0 16,1 1 0-16,-4 4 0 0,0 0 0 0,-9 4 0 15,3-1 0-15,-6 5 0 0,1 1 0 0,-7 2 0 16,0 2 0-16,-2 4 0 0,-4 2 0 0</inkml:trace>
  <inkml:trace contextRef="#ctx0" brushRef="#br0" timeOffset="76857.831">13189 4771 2166 0,'0'0'45'0,"0"0"10"16,0 0-44-16,0 0-11 0,0 0 0 0,0 0 0 16,0 0 84-16,-3 0 14 0,3 0 3 0,-9 0 1 15,3 2-82-15,-3 4-20 0,3-1 0 0,-3 3 0 0,0 2 0 0,3 1 0 0,-3 0 0 0,0 2 0 16,3-3 0-16,0 1 0 0,1 5 0 0,2-5 0 15,0-1 0-15,3 6 0 0,0-5 0 0,0-1 0 32,3 1-23-32,2-3-2 0,1 0-1 0,0 0 0 0,3-3 2 0,3 0 0 0,0-2 0 0,0-3 0 15,3 0 9 1,0-3 3-16,0-2 0 0,0 0 0 0,-1-1 12 0,-2-2 0 16,0 3 0-16,0-3 0 0,-3 0 48 0,0 0 13 15,0 0 3-15,-3 3 0 0,-3-6-52 0,0 6-12 0,0-3 0 16,-3 3 0-16,3 0 54 0,-3 2 8 0,0 3 2 0,0 0 0 15,0 0-52-15,0 0-12 0,-6-5 0 0,6 5 0 16,0 0 54-16,-6 5 8 0,6-5 2 0,-3 3 0 16,-3-1-52-16,3 6-12 0,0 0 0 0,3 3 0 31,0-3-48-31,3 2-13 0,0-2-3 0,3 5 0 0,-3-2 52 0,3 0 12 0,3-1 0 0,-3-5 0 16,3 3 0-16,-3-2 0 0,3-1 0 0,0-2 0 15,-1-3 0-15,1 0 0 0,3-6 0 0,-3 4 0 16,0-4 16-16,3 1 7 0,-3-3 1 0,0 0 0 15,0 0 12-15,-3-2 4 0,0 2 0 0,-3-3 0 16,3 3-17-16,-3 0-3 0,0-2-1 0,-3-1 0 16,0 3 5-16,0 0 2 0,-3-2 0 0,3 2 0 15,-3-3-14-15,0 3-2 0,0 3-1 0,0-6 0 16,-3 3-9-16,3 3 0 0,0-3 0 0,0 5 8 16,0 1-8-16,3 2-16 0,-3-8 4 0,3 8 1 15,0 0-78-15,0 0-16 0,0 0-3 0,0 0-1 16,-6 0-118-16,6 0-23 0</inkml:trace>
  <inkml:trace contextRef="#ctx0" brushRef="#br0" timeOffset="77060.69">13656 4818 2131 0,'0'0'44'0,"0"0"11"0,0 0-44 0,0 0-11 0,0 0 0 0,0 0 0 15,0 0 92-15,0 0 17 0,0 0 3 0,0 0 1 16,3 8-49-16,0-2-11 0,0-1-1 0,-3 3-1 15,3-3-22-15,0 3-4 0,-3 3-1 0,3-3 0 16,-3 2-14-16,0-2-10 0,0 3 12 0,0 2-12 16,-3-3 9-16,3 4-9 0,-3-4 0 0,0 4 9 15,0-1-9-15,0-3 0 0,0 4 0 0,-3-4 0 16,3 1-20-16,-3-1 0 0,3 1 0 0</inkml:trace>
  <inkml:trace contextRef="#ctx0" brushRef="#br0" timeOffset="77247.788">13731 4675 1824 0,'-6'-10'38'0,"0"5"8"0,3-6-37 16,0 3-9-16,0 3 0 0,0-1 0 0,3 1 89 0,0 3 16 0,0 2 3 0,3-8 1 15,-3 8-83-15,0 0-17 0,6 0-9 0,-6 0 10 31,0 0-161-31,0 0-32 0</inkml:trace>
  <inkml:trace contextRef="#ctx0" brushRef="#br0" timeOffset="77616.487">13805 4818 1792 0,'0'0'51'0,"0"0"10"0,0 0-49 0,0 0-12 0,0 0 0 0,3 6 0 15,-3-6 54-15,6 2 8 0,0 4 2 0,-3-1 0 16,3-2 0-16,0-1 0 0,-3 3 0 0,3 1 0 16,0-1-52-16,-3 0-12 0,3 6 0 0,-1-6 0 15,-2 3 0-15,0 0 0 0,3 3 0 0,-3-1 0 16,-3 1 0-16,3 2 0 0,-3 0 0 0,0 3 0 16,-3 0 0-16,3 0 0 0,0 0 0 0,-3-3 0 15,0 3 0-15,0-5 0 0,0 2 0 0,-2-3 0 16,2 1 0-16,0-6 0 0,0 0 0 0,0 3 0 15,3-8 0-15,0 0 0 0,0 0 0 0,0 0 0 16,0 0 98-16,0 0 17 0,0 0 3 0,-3-8 1 16,3 1-52-16,0-1-11 0,3-3-1 0,0-2-1 15,0 2-28-15,3-5-6 0,2 0 0 0,-2-2-1 16,3 2 11-16,3-2 2 0,0 2 1 0,3-3 0 16,-3 6-21-16,3 0-12 0,-3-3 12 0,3 3-12 15,-4 2 0-15,1 0 0 0,0 1 0 0,0 2 0 16,0-3-22-16,-3 3-11 0,3 3-3 0,-3 0 0 15,-3-1-196-15,0 4-39 0</inkml:trace>
  <inkml:trace contextRef="#ctx0" brushRef="#br0" timeOffset="78092.303">14147 4998 2030 0,'0'0'57'0,"0"0"14"0,6-2-57 0,0-1-14 0,3 0 0 0,-3 3 0 16,3-2 80-16,3-1 12 0,-3 0 4 0,3 1 0 15,3-1-52-15,2-5-9 0,-2 6-3 0,3-4 0 16,3 4 26-16,-3-4 5 0,3-2 1 0,3 6 0 15,-7-1-52-15,4-5-12 0,-3 3 0 0,-3 0 0 16,3-1 54-16,-6 1 8 0,0 0 2 0,-3-1 0 16,-3 1-52-16,-1 2-12 0,-2-2 0 0,-3 0 0 15,0 0 24-15,-3 2 6 0,-2 3 1 0,-4-5 0 16,-3 2-12-16,0 0-3 0,-6 3 0 0,0 0 0 16,-3 3-5-16,-3 0-2 0,1 2 0 0,-4 0 0 15,3 3-9-15,0 0 0 0,0 3 9 0,4 2-9 0,2 0 0 16,3 3 0-16,3 0 0 0,3 2 0 0,0-2 0 15,3 3 0-15,3-3 0 0,3 2-8 0,3-5 8 16,0 3-8-16,6-2 8 0,0-1-8 0,0 0 8 0,6-5 0 0,0 0 0 0,5 0-8 16,-2-3 8-1,3 0 0-15,3-5 0 0,-3 0 0 0,3 0 13 16,-4 0 2-16,1-8 0 0,0 8 0 0,-3-5-25 16,3 0-5-16,-3 0-1 0,0-1 0 15,-1-2-93-15,-2 0-19 0,0 0-4 0</inkml:trace>
  <inkml:trace contextRef="#ctx0" brushRef="#br0" timeOffset="79311.866">15430 4763 1963 0,'3'-13'40'0,"-3"13"12"0,3-6-42 0,-3-2-10 0,3 6 0 0,-3-6 0 16,0 8 111-16,0 0 20 0,0-6 4 0,0 6 1 15,0 0-47-15,0 0-9 0,0 0-1 0,0 0-1 16,-6 3-46-16,0 2-8 0,-3 3-3 0,3 3 0 16,0 0-21-16,-3 4 0 0,3 1 0 0,-2 0 8 15,2 0-8-15,0 3 0 0,3-1 0 0,-3 1-8 16,6-4-8-16,-3 4 0 0,3-3-1 0,3 2 0 16,0-4-13-16,0 4-2 0,3-7-1 0,0-1 0 15,3 1 5-15,-1-6 2 16,4 0 0-16,0-2 0 0,0-3 18 0,3-3 8 0,-3-2-8 0,3 0 8 15,0-3 0-15,0 0 0 0,-1-3 0 0,1 6 0 16,-3-8 20-16,0 2 5 0,0 1 2 0,-3-1 0 16,0 3 19-16,-3-2 4 0,0-1 1 0,0 3 0 15,-3-2-3-15,0 2-1 0,0 0 0 0,-3 2 0 16,3-2-17-16,-3 3-3 0,-3-3-1 0,3 8 0 16,0 0-15-16,0 0-3 0,0 0-8 0,0 0 12 15,0 0-12-15,0 0 0 0,0 0 0 0,0 0 0 16,0 0 0-16,0 8 0 0,0 0 0 0,3 3 0 15,0-1-9-15,0 1 9 0,3-1 0 0,0 4-9 0,0-4-8 16,2 1-2-16,1-1 0 0,3 1 0 0,-3 0 0 16,3-6 0-16,0 3 0 0,0-6 0 0,0 1 19 0,0 0 0 15,-3-6-8-15,0 0 8 0,3 1 10 16,-4-1 6-16,1-7 0 0,0-1 1 16,0 3-17-16,-3 0 0 0,3-5 0 0,0 2 0 0,-3 1 0 15,-3-4 0-15,3 4 0 0,-3-3 0 0,-3-1 66 0,3 1 10 16,-3 0 1-16,3-3 1 0,-3 3-42 0,0-6-9 15,-3 3-2-15,3-2 0 0,-3 5-13 0,3-6-4 16,0 1 0-16,-3 2 0 0,3 0-8 0,-3 3 0 16,3-1 0-16,-3 6 0 0,3 1 0 0,-3-1 0 0,3 2-12 0,0 6 12 15,0 0-75-15,0 0-7 16,0 0-2-16,0 0 0 0,-3 8-88 16,0 5-17-16,3-5-4 0</inkml:trace>
  <inkml:trace contextRef="#ctx0" brushRef="#br0" timeOffset="79870.828">16198 4697 2318 0,'0'0'48'0,"0"0"11"0,-6-6-47 0,3 4-12 0,-3-1 0 0,6 3 0 16,-6 0 76-16,-3 3 14 0,3-1 2 0,0 4 1 15,-2-4-51-15,-1 6-10 0,0 0-3 0,0 0 0 16,0 5-20-16,0-2-9 0,0 5 8 0,0-6-8 16,0 1 8-16,3 5-8 0,0-3 8 0,0 0-8 15,3 3 0-15,3-3 0 0,0 1-12 0,0-4 12 16,3 3-9-16,3 1 9 0,0-4 0 0,0 1 0 16,3 2-9-16,0-8 9 0,0 3 0 0,3 0-9 15,0-5 9-15,-3 0 0 0,6-1 0 0,-4-2 0 16,1-2 0-16,0-4 0 0,0 1 0 0,0 0 8 15,0-1-8-15,0 1 9 0,0-8-9 0,3 5 10 16,-6 0 43-16,2-3 9 0,-2 3 2 0,-3-2 0 16,3 2-16-16,-3-3-2 0,-3-2-1 0,0 3 0 15,0-1-12-15,-3 0-2 0,0-2-1 0,-3 0 0 16,0 2-30-16,-3 1-12 0,0-6 1 0,0 5 0 16,-3 1 28-16,1-4 6 0,-4 4 1 0,3 2 0 15,-3 3-24-15,0-6-12 0,0 6 2 0,0-1 0 16,0 4-27-16,3 2-6 0,-3 0-1 0,0 0 0 15,3 5-124-15,1-2-24 0,-1 5-6 0</inkml:trace>
  <inkml:trace contextRef="#ctx0" brushRef="#br0" timeOffset="80626.605">16692 4916 2109 0,'0'0'88'0,"3"-2"-70"16,-3 2 95-16,3-3 19 0,-3 3 4 0,0 0 1 16,0 0-33-16,0 0-8 0,0 0 0 0,0 0-1 15,0 0-43-15,0 0-8 0,0 5-1 0,-6 3-1 16,3 8-22-16,-6-5-4 0,3 2 0 0,-6 3-1 16,4 2-15-16,-4 1 9 0,0-1-9 0,0 1 8 15,0-1-44-15,0 1-10 0,0-3-2 0,0 2 0 16,-3-2 20-16,0 0 4 0,-2-3 1 0,2 1 0 15,3-1-178-15,0-3-36 0</inkml:trace>
  <inkml:trace contextRef="#ctx0" brushRef="#br0" timeOffset="81559.871">17035 4842 1668 0,'0'0'35'0,"-3"-5"7"0,3 0-34 0,-3-1-8 0,3-2 0 0,0 3 0 16,0 0 86-16,0-1 15 0,0-1 3 0,0 1 1 0,3 1 7 16,-3 0 0-16,0-1 1 0,3 4 0 0,-3 2-43 0,0 0-9 0,0-6-1 0,0 6-1 15,0 0-31-15,0 0-7 0,0 0-1 0,0 0 0 16,0 0 24-16,0 0 4 0,0 0 0 0,0 0 1 15,-3 8-32-15,0 0-6 0,0 3-2 16,-3 2 0-16,3-2-9 0,0 2 0 0,-3 0 0 0,3 3 0 16,0 0 0-16,0-3 0 15,0 0 0-15,3 3 0 0,0-3-19 0,0 3 1 16,0-2 0-16,3 4 0 16,0-7-21-16,0-1-4 0,3 1-1 0,0-1 0 15,3-2-16-15,0-2-3 0,-1-1-1 0,4-2 0 16,-3-3 19-16,3 0 3 0,3-6 1 0,-3 1 0 0,3 0 19 0,-3-3 4 0,0 0 1 0,0 0 0 15,-3-3 43-15,2 3 9 0,-2-2 1 0,-3-1 1 16,0 1 11-16,0 2 1 0,-3-3 1 0,0 1 0 16,0-1-7-16,0 3-2 0,-3 0 0 0,3 0 0 15,-3 0-33-15,0 3-8 0,0 0 0 0,0-1 0 16,0 6 31-16,0 0 4 0,0 0 1 0,0 0 0 16,0 0-36-16,0 0 0 0,0 0 0 0,0 0 0 15,0 0 29-15,-3 11-1 0,3-6 0 0,0 6 0 16,0-1-47-16,3 1-9 0,-3 0-3 0,3 2 0 15,3 0-1-15,0 0-1 0,0 3 0 0,3-3 0 16,0 1 33-16,0-4 0 0,0 1 0 0,3-3 0 16,-3 0-14-16,2-3 4 0,1 0 1 0,-3-2 0 15,0 0 9-15,0-3 0 0,0-3 0 0,0 0-8 0,0 3 17 16,-3-8 4-16,3 0 1 0,-3 0 0 16,3 0 22-16,-3-2 4 0,-3-3 0 0,3 2 1 0,0-2 3 15,-3 2 0-15,-1-2 0 0,1 0 0 0,0 0-13 16,0 2-3-16,0-5 0 0,-3 6 0 0,0-1-16 15,3-5-3-15,-3 3-1 0,0 5 0 0,-3-8-8 16,3 8 0-16,0-3 0 0,-3 1 0 0,0 2-9 0,3 3-7 16,-3-3-2-16,0 2 0 15,3 4-88-15,0 2-18 0,0 0-3 0,0 0-1 16,0 0-136-16,0 0-28 0</inkml:trace>
  <inkml:trace contextRef="#ctx0" brushRef="#br0" timeOffset="81850.355">17672 4763 2169 0,'0'0'45'0,"0"0"11"16,0-8-45-16,0 5-11 0,0 3 0 0,0-5 0 15,0 5 134-15,0 0 25 0,0 0 5 0,0 0 0 16,0 0-80-16,0 0-16 0,0 0-3 0,0 0-1 16,0 0-51-16,0 0-13 0,0 0 0 0,0 0 0 15,3 5 0-15,0 1 0 0,-1 1 0 0,1 4 0 16,-3-3 54-16,3 8 8 0,-3-8 2 0,0 5 0 15,-3 3-52-15,3-6-12 0,0 1 0 0,-3 5 0 16,3-3-10-16,-2 6-5 0,-1-3-1 0,3 5 0 16,-3-3 16-16,0 1 0 0,0-1 0 0,0 3 0 15,3-2 12-15,-3 0 3 0,0-4 0 0,3 4 0 16,-3-3-15-16,0-3 0 0,0 0 0 0,0 0 0 16,0-2 0-16,3-3 0 0,-3-3 0 0,3 3 0 15,0-2-48-15,0 1-13 0,0-7-3 0,0 0 0 16,0 0-114-16,0 0-23 0,3 0-5 0</inkml:trace>
  <inkml:trace contextRef="#ctx0" brushRef="#br0" timeOffset="82181.317">18160 4850 2310 0,'0'0'48'0,"0"0"11"16,0 0-47-16,0-3-12 0,0 3 0 0,0-5 0 15,0 0 108-15,0 5 19 0,0-5 4 0,0-1 1 16,0 6-56-16,0-5-10 0,0 0-2 0,0 5-1 15,0-6-33-15,3 4-6 0,-3-4-2 0,0 6 0 16,3-2-22-16,-3 2 0 0,0 0 0 0,0-5 8 16,0 5-19-16,0 0-3 0,0 0-1 0,0 0 0 15,0 0-127-15,0 0-26 0,6 5-4 0</inkml:trace>
  <inkml:trace contextRef="#ctx0" brushRef="#br0" timeOffset="82433.884">18136 5062 1751 0,'0'2'74'15,"3"4"-59"-15,0-1 111 0,-3 0 22 0,3 1 5 0,0 2 1 16,0-3-42-16,0 3-9 0,0 2-2 0,0-4 0 16,-3 4-29-16,0-2-5 0,3 5-2 0,-3-7 0 15,0 7-25-15,-3-2-4 0,3-1-2 0,-3 1 0 16,0 2-14-16,-3 0-4 0,0 0 0 0,0 1 0 15,-3-1-16-15,-3 0 10 0,0 0-10 0,0 1 8 16,-3 1-34 0,-2 1-7-16,-1 0-2 0,-3 0 0 0,0 3 35 0,0-1 0 0,0 6 0 0,0-8 0 31,1 2-160-31,-1-2-26 0,3 0-5 0</inkml:trace>
  <inkml:trace contextRef="#ctx0" brushRef="#br0" timeOffset="102586.582">13088 5699 1482 0,'0'0'31'0,"0"0"6"0,0 0-29 0,0 0-8 0,0-5 0 0,0 5 0 16,0 0 117-16,-3-5 23 0,3 5 4 0,0 0 0 16,0 0-56-16,-3-5-12 0,3 5-3 0,0 0 0 15,0 0 44-15,-6 0 9 0,6 0 2 0,-6 0 0 16,0 0-104-16,0 2-24 0,0 1 0 0,-3 2 0 15,3 3 0-15,-3 0 0 0,0 3 0 0,0 2 0 16,0 3 0-16,-3 2 0 0,3 1 0 0,0 5 0 16,-2-1 0-16,2 1 0 0,0 0 0 0,0 3 0 15,0-4 0-15,-3-2 0 0,6 1 0 0,-6 1 0 16,3-4-27-16,0-3-11 0,3 0-2 0,-3 0-1 16,0-3-8-16,3-3-2 0,-2 1 0 0,2 0 0 15,3-3-110-15,0-1-23 0,0 1-4 0</inkml:trace>
  <inkml:trace contextRef="#ctx0" brushRef="#br0" timeOffset="102870.018">13269 5721 1820 0,'0'0'38'0,"0"0"8"0,0-6-37 0,0 6-9 0,0 0 0 0,0 0 0 16,0 0 115-16,-3 0 21 0,3 0 4 0,0 0 0 15,0 0-49-15,0 0-11 0,-6-5-1 0,0 10-1 16,0-5-34-16,3 6-6 0,-3 2-2 0,0 0 0 16,-2 5-8-16,-1 0-3 0,0 3 0 0,-3 5 0 15,0 0-9-15,-3 3-3 0,0 2 0 0,-3 4 0 16,3-7-5-16,0 1 0 0,-2 0-8 0,-1 0 12 16,6-3 8-16,-3-2 0 0,3-1 1 0,0 1 0 15,3-4-21-15,0-1 0 0,0 2 0 0,3-3 0 16,0 0-20-16,0 0-8 0,1-2-1 0,2-1-1 15,0 1-94-15,0-3-20 0,3 0-3 0</inkml:trace>
  <inkml:trace contextRef="#ctx0" brushRef="#br0" timeOffset="104593.782">13594 5771 1516 0,'0'0'64'0,"0"0"-52"15,0 0 89-15,0 0 18 0,-6 3 3 0,6-3 1 16,-3 5-47-16,3-5-8 0,-6 3-3 0,3 4 0 15,3-1-35-15,0 2-7 0,0 0-2 0,3 2 0 16,-3-2-11-16,3 0-2 0,3 3-8 0,-3-3 12 16,3 0-12-16,3-1 0 0,-1 4 0 0,-2-6 0 15,6 1 0-15,-3-1 0 0,3-2 0 0,0-1 0 16,3 1 0-16,-3-6 0 0,0 3 8 0,0-5-8 16,-3 0 0-16,2-3 0 0,1 0 0 0,-3 0 0 15,3-3 21-15,-3 1 2 0,0-1 0 0,0-2 0 16,0 0 34-16,-3 2 7 0,0 0 2 0,0 1 0 15,-3-1-8-15,0 1-2 0,0 2 0 0,-3 0 0 16,0 0-14-16,-3 0-3 0,3 3-1 0,-6-1 0 16,3 1-18-16,-3 0-4 0,0 2-1 0,-3 0 0 15,3 3-7-15,-3 0-8 0,-3 0 11 0,0 3-11 16,0 2 0-16,0 3 0 0,1-5 0 0,-4 5 0 16,0 3-8-16,-3-4-9 0,3 7-2 0,-3-4 0 15,6 4-34-15,-3-1-7 0,4 3-2 0,-1-1 0 16,6-1-34-16,0 2-8 0,0-3 0 0,3 0-1 15,6-2-86-15,0-3-17 0,3 0-3 0,0-3-1 16,6-5 128-16,2 0 24 0,1-3 6 0,0-2 1 0,0 0 32 0,3-3 6 16,-3 0 2-16,3-3 0 0,-3 1 52 0,-1-4 10 0,-2 4 3 0,3-4 0 15,-3 4 52-15,-3-1 10 16,3 1 2-16,-6 2 1 0,3 0 1 0,-3 3 0 0,-3-3 0 0,-3 5 0 16,3-2-20-16,-3 5-4 0,0 0-1 0,0 0 0 15,0 0-41-15,0 0-8 0,0 0-1 0,0 0-1 16,0 0-17-16,0 0-3 0,-3 8-1 0,0 5 0 15,3 0-21-15,0 0 0 0,0 3 0 0,0 5 0 16,0-2 0-16,3 5 0 0,-3-3 0 0,3 5 0 16,0-5 0-16,-3 3 0 0,3-3 0 15,0 3 0-15,-3-3 0 0,3 1 0 0,-3-4 0 0,0 6 0 16,0-3 0-16,-3 3 0 0,3 0 0 16,-3 0 0-16,3-1 0 0,-3 4 0 0,0-3 0 0,-3-1 0 15,3-1-47-15,-6-4-13 0,3 1-4 16,0-3 0-16,-3-1 52 0,3-1 12 0,-3-4 0 0,0 1 0 15,-3-1 0-15,3-4 15 0,0-1-3 0,-2 0-1 16,-1-5-11-16,0 0 10 0,0-2-10 0,0-4 10 16,0 1 30-16,0-3 7 0,3-2 1 0,0 2 0 15,0-6-39-15,0-1-9 0,3-1 0 0,1-3 0 16,-1 1 0-16,3-4 0 0,3 4 0 0,0-3 0 16,3 0 0-16,3 5 0 0,-1-3 0 0,1 3 0 15,0 3 0-15,3 0 0 0,0 2 0 0,0 1 0 0,0-1 0 0,3 0 12 16,0 4-12-16,0-1 12 0,0-3-12 0,0 3-14 0,3 0 3 15,-1 0 1 1,1 3-38-16,3-3-7 0,0 0-1 0,0 0-1 16,3 3-123-16,0 0-25 0,-1-3-5 0,1 2-1 15,3 1-7-15,-3 2-2 0,0-2 0 0,-3 0 0 16,2 2 61-16,-2 0 12 0,0-2 3 0,-3 3 0 16,0-1 60-16,-3 0 13 0,0-2 3 0,-3 2 0 0,0-2 208 0,-4 2 41 0,4-2 9 0,-3 2 2 15,0-2-1-15,0 0 0 0,-3 0 0 16,3-1 0-16,0 1-50 15,-3 0-9-15,3-3-3 0,-3 2 0 0,0-1-52 0,3 1-10 16,0-2-3-16,-3-2 0 0,0 4 0 0,3-2 0 0,-3 3 0 0,-3-3 0 16,3 3 0-16,-3-3 0 0,0 3 0 0,-3 2 0 15,3-2-51-15,-3 2-13 16,0-2 0-16,3 5 0 0,-9-3 52 0,3 1 7 0,-3 2 1 0,0 0 1 16,0 0-41-1,-3 2-9-15,0 1-2 0,0 2 0 0,-2-2-9 0,-1 5 8 16,-3 0-8-16,0 2 8 0,3 1-8 0,-3 2 0 0,3 0 0 0,0 3 0 15,4-3 0-15,-1 1-11 0,3-1 11 0,3 0-8 16,3 0-18-16,3 1-3 0,3-4-1 0,0 1 0 31,6-1-27-31,3-2-6 0,2-2-1 0,1 1 0 16,3-4-18-16,0 0-4 16,3-3-1-16,-3-3 0 0,0 0 48 0,-3 1 10 0,-1-3 1 0,1-3 1 0,-3 2 27 15,-3-2 0-15,0 3 0 0,-3-3 11 0,0 3 48 0,0-3 9 0,-3 0 3 0,-3 3 0 16,3-1-6-16,-3 1-1 0,3-3 0 0,-3 8 0 15,0-5 0-15,0 5 0 0,0-5 0 0,0 5 0 0,0 0-51 16,0 0-13-16,0 0 0 0,0 0 0 0,0 0 0 16,0 0 0-16,3 5 0 0,0 0 0 0,0 3 0 0,0 0 0 0,0 3 0 15,0-1 0 1,0 1 9-16,0 2-1 16,3 0 0-16,-3 0 0 0,0-2-8 0,3 0 0 0,-1-1 0 0,-2 3 0 0,3-5-44 0,0 3-2 15,0-3 0-15,0 0 0 0,-3 0-135 0,6-3-27 0,-3 0-6 16</inkml:trace>
  <inkml:trace contextRef="#ctx0" brushRef="#br0" timeOffset="104853.822">14534 5625 2074 0,'-3'-8'88'15,"0"6"-71"1,3 2 97-16,0 0 19 0,0 0 4 0,0 0 1 15,0 0-47-15,-6 2-10 0,3 4-1 0,0 2-1 16,0 0-34-16,0 5-6 0,0-3-2 0,3 4 0 16,0 2-9-16,0 2-3 0,0 1 0 0,0 4 0 15,0 1-15-15,0 3-10 0,0 2 12 0,3 3-12 16,-3-3 9-16,0 0-9 0,3 0 0 0,-3 0 9 16,3 0-24-16,-3-2-5 0,0-4 0 0,-3 1-1 15,3-3-31-15,-3 0-7 0,3 1-1 0,-3-1 0 16,0-3-140-16,0-4-29 0,-2-1-6 0</inkml:trace>
  <inkml:trace contextRef="#ctx0" brushRef="#br0" timeOffset="105020.941">14457 6012 2232 0,'-6'-8'64'0,"0"0"12"0,0 0-60 0,3 3-16 0,0-1 0 0,0 1 0 15,3 0 94-15,0 5 16 0,0-6 3 0,0 6 1 16,3-5-59-16,0 2-12 0,3 1-3 0,0-1 0 15,0-2-25-15,3 2-6 0,0 3-1 0,3-2 0 16,0-1-18-16,-1 0-4 0,1 3-1 0</inkml:trace>
  <inkml:trace contextRef="#ctx0" brushRef="#br0" timeOffset="105751.369">14600 5975 1789 0,'0'0'76'15,"0"0"-61"1,0 0 46-16,0 0 10 0,0 0 1 0,6 0 1 15,0 0-7-15,3 2-2 0,-1-2 0 0,4 3 0 16,3-3 0-16,0 0 0 0,3 3 0 0,-3-3 0 16,6 0-56-16,-3 0-8 0,2 0 0 0,4 0-12 15,-3-3 12-15,0 0 10 0,3-2-2 0,-3 2 0 16,-1-2 0-16,1-3-8 0,-3 3 12 0,3-3-4 16,-3-3 38-16,0 1 7 0,-3-1 2 0,-1 1 0 15,-5-1-44-15,0-2-11 0,0 2 0 0,-6 1 0 0,0-1 0 16,-6 0 0-16,0 3 0 0,-3 1 0 0,0-1 53 15,-6 2 9-15,3 1 2 0,-5 2 0 0,-4 1-48 0,0 4-16 0,0 1 9 16,-3 2-9-16,-3 3 0 0,4 3 0 16,-7-1 0-16,3 4 0 15,0 2 0-15,3 2 0 0,0 1 0 0,1 2 0 16,8-3 0-16,0 1 0 0,3-1 0 0,6 1 0 0,3-3 0 0,3-3 16 0,3 3 0 16,3-3-1-16,0-2-15 0,6-1 0 0,2 1 0 15,1-1 0-15,0-2 0 0,3 0 0 16,3-2 8-16,-3-1-8 0,5-3-11 0,-5-2-5 0,3-2 0 15,0-1-1-15,0-2-140 16,2 0-28-16,-2-1-6 0</inkml:trace>
  <inkml:trace contextRef="#ctx0" brushRef="#br0" timeOffset="106100.864">15558 5840 1930 0,'0'0'55'0,"0"0"11"0,0 0-53 0,0 0-13 0,6-3 0 0,0 3 0 16,-6 0 84-16,6 3 13 0,-3 2 3 0,0 0 1 15,0 3-26-15,0 3-6 0,0-1-1 0,0 4 0 32,-3-1-16-32,0 0-4 0,0 3-1 0,0 0 0 0,-3 0-35 15,3 0-12-15,-3-1 0 0,0 1 9 0,0 0 19 0,0-3 4 0,-3 1 1 16,3-1 0-16,-3 0-1 0,0-2-1 0,3-1 0 0,-3 1 0 31,0-1-76-31,3-2-15 0,-3 0-4 0,3 0 0 16,3-8-153-16,0 0-31 0</inkml:trace>
  <inkml:trace contextRef="#ctx0" brushRef="#br0" timeOffset="106265.426">15665 5699 2322 0,'-6'-7'66'0,"3"-1"14"0,-3 0-64 0,3 2-16 0,0 1 0 0,3 0 0 16,0 5 41-16,0 0 6 0,0-6 1 0,0 6 0 15,0 0-48-15,0 0 0 0,0 0 0 0,0 0 0 16,6 0-160-16,-3 6-28 0,0-1-5 0</inkml:trace>
  <inkml:trace contextRef="#ctx0" brushRef="#br0" timeOffset="107062.974">15698 5874 2017 0,'0'0'42'0,"0"0"10"0,-3-3-42 0,3 3-10 15,0 0 0-15,0 0 0 0,0 0 64 0,0 0 10 0,0 0 2 16,0 0 1-16,0 0 3 0,0 0 1 16,3 0 0-16,3-2 0 15,-3 4-27-15,3 1-6 0,-3 0 0 0,3 2-1 16,-3 0-38-16,3 3-9 0,-3 3 0 0,0 2 0 0,0-2 0 0,0 2 8 16,0 3-8-16,0 0 8 0,-3 0-8 0,3-1 0 0,-3 1 0 15,0 0-11 1,0 0 11-16,-3-3 14 0,3 3-3 0,-3-3-1 0,3-2-10 0,-3 0 0 15,0-1 9-15,0 1-9 0,0-1 12 0,3-2-3 0,-3 0 0 0,0-3 0 16,0 1-25-16,3-6-4 0,0 0-2 0,0 0 0 16,0 0 37-16,0 0 7 0,0 0 2 0,0 0 0 15,0 0-12-15,3-6-3 0,-3-1 0 16,3-1 0-16,-3 0-1 0,3 0 0 0,0-3 0 0,-3 3 0 16,3-2 3-16,0-1 0 0,0 0 0 0,0 1 0 15,0-1 6-15,0 1 2 0,0-1 0 0,0 1 0 16,0-4-5-16,0 4-1 0,0-1 0 0,2 3 0 15,-2-2-13-15,3 2 11 0,0 0-11 0,0 0 10 16,3 2-10-16,-3 1 0 0,3 0 0 0,-3 0 0 16,0 2 0-16,3 3 0 0,-3 0 9 0,0 0-9 15,0 3 0-15,0-1 8 0,0 1-8 16,0 2 0-16,0 3 0 0,-3-3 9 0,3 3-9 0,-3 0 0 16,0 3-20-16,-3-1-10 0,2 1-2 0,-2-3-1 15,3 5 33-15,-3-5 0 0,0 3 0 0,0-1 0 16,3 1 8-16,-3-3 9 0,0 2 2 0,3-2 0 0,-3 0-31 15,0-2-5-15,3 2-2 0,0-3 0 16,0 0-36-16,0-2-7 0,3-1-2 0,3-2 0 16,-3 0 54-16,3 0 10 0,3-5 0 0,0 2 0 15,0-2 0-15,3 0 0 0,0-3 0 0,-1 0 0 0,1-3 0 16,3-2 0-16,-3 0 0 0,3 0 0 0,-3 0 0 0,-3-3 0 16,3 0 0-16,-1 0 0 0,-2 0 40 0,-3 3 12 15,0-3 2-15,0 5 1 0,-3-2-7 16,0 3-2-16,-3-1 0 0,-3 0 0 0,0 3-15 0,0 3-3 0,-3-3-1 15,-3 6 0-15,0-1-27 0,0 0 0 0,0 3 0 0,-3 3 0 16,3 2 35-16,-3 0 1 0,4 1 1 16,-1 2 0-16,0 2-29 15,3 1-8-15,0 2 0 0,0 0 0 16,3-2-28-16,3 5-8 0,0-3 0 0,3 3-1 0,0-3 37 16,2 0 0-16,4 1 0 0,-3-1 0 0,3-3 0 0,0 1 0 0,3 0 0 0,-3-3 0 15,-3-1 0-15,0 1 0 0,0 0 0 0,-3-2 0 16,-3 2 0-16,0-3 0 0,-3 0 0 0,0 3 0 15,-6-3 0-15,0 3 0 0,-3-2 0 0,0 2 0 16,0-3 44-16,-3 3 16 0,-3-3 3 0,3 3 1 16,0-3-103-16,-3 1-20 0,1-1-4 15,-1 0-1-15,3 0 36 0,-3-2 8 0,3 0 0 0,0-1 1 16,3-2-177-16,3 3-36 0</inkml:trace>
  <inkml:trace contextRef="#ctx0" brushRef="#br0" timeOffset="107589.531">16526 5707 2048 0,'0'0'43'0,"0"-2"9"15,0 2-42-15,-3-6-10 0,3 6 0 0,0-5 0 16,0 5 101-16,0 0 19 0,0 0 3 0,0 0 1 16,0 0-40-16,0 0-8 0,0 0-2 0,0 0 0 15,0 0-35-15,-3 5-7 0,3 3-2 0,0 3 0 16,-3 0-8-16,3 4-2 0,0 1 0 0,0 6 0 15,0-1-8-15,0 5-3 0,0 3 0 0,0 0 0 16,3 3-9-16,-3-3 0 0,0 3 0 0,0 0 8 16,0-3-8-16,0-3 0 0,0-2 0 0,0 3 0 15,-3-4 0-15,3 1 0 0,-3 0 8 0,0 0-8 0,0-3 0 16,0-3 0-16,-3 4 0 0,3-6 0 16,-3-3-100-16,3 0-23 0,-3-2-4 0,0-6-1 15,3 0-122-15,3-5-25 0,0 0-5 0</inkml:trace>
  <inkml:trace contextRef="#ctx0" brushRef="#br0" timeOffset="108528.516">16436 6141 1792 0,'-6'-13'51'0,"0"0"10"0,3 2-49 0,-3-2-12 0,3 5 0 0,0-2 0 15,1 2 54-15,2 2 8 0,-3-2 2 0,3 3 0 16,0 2 51-16,0 3 10 0,3-5 3 0,2 3 0 16,1-4-103-16,0 6-25 0,3-2 0 0,0-1 0 15,0 0 56-15,6 3 7 0,0-2 1 0,0-1 0 16,3 3-52-16,-3 0-12 0,5-3 0 0,1 3 0 15,0 0 0-15,3-2 0 0,0-1 0 0,2 0 0 16,4 1 0-16,-3-1 0 0,3-2 0 0,0 0 0 16,-7-1-8-16,1 1-5 0,0-3-1 0,-3 3 0 15,-3-1 14-15,-3-2 0 0,-4 1 0 0,-2-1 0 16,0 0 16-16,-6 0-4 0,3 0-1 0,-6 0 0 16,0 0 41-16,0 0 9 0,0 3 2 0,-6-3 0 15,0 2-31-15,-3 4-7 0,1-1-1 0,-4 1 0 16,-3 4-37-16,0-2-8 0,0 5-2 0,-6 1 0 15,3 2 23-15,-3 2 0 0,-2 1 0 0,2 2 0 0,0 0 0 16,3 1 0-16,0-1 0 0,3 0 0 16,3 0 0-16,3 3 0 0,1-3 0 0,5-2 0 15,0 2-56-15,6-2-6 0,0-1-2 0,3-2 0 16,5 0 0-16,1-2 0 0,3-1 0 0,3-3 0 16,0 1 37-16,0-3 7 0,3 0 2 0,-1-3 0 0,1 3 10 0,-3-5 8 15,0 3-12-15,0-4 12 0,-3 1 12 16,0 0 10-16,-3-1 2 0,-4-2 0 0,1 3 11 0,-3 0 2 0,3 0 1 15,-3-1 0-15,0 1-10 0,-3 0-1 16,3 2-1-16,0 0 0 0,-3 1-26 0,3 2 0 0,0 0 0 16,0 2 0-16,0 1 0 0,-3 2 0 0,3 1 0 0,0 2 0 15,-3-1 0-15,3 1 0 16,0 0 0-16,-3 0 0 0,0 0 0 0,3 0 0 0,-3 0 0 0,-1 0 0 16,1 3 0-16,-3-6 0 0,3 3 0 0,-3-3 0 15,3 0 0-15,-3-5 0 0,0 6 0 0,0-6 0 16,0 0 0-16,0 0 0 0,0 0 0 0,0 0 0 15,0 0 56-15,0 0 7 0,0 0 1 0,0 0 0 16,-3-6-64-16,3 1-28 0,0-3 3 0,0 3 0 16,0-3 25-16,0 0 0 0,3-3 0 0,-3 1 0 15,3-1 17-15,0-2 6 0,0 2 1 16,3-2 0-16,0 0-24 0,0 2 0 0,0-2 0 0,3 3 0 16,0-1 0-16,0 0 0 0,0 1 0 0,0 2 0 15,3 0 0-15,-3 3 0 0,3 2 0 0,-4 0 0 16,1 3 0-16,3 3 0 0,-3 0 0 0,0-1 0 15,0 6 0-15,0-2 0 0,0 1 0 0,-3 4 0 16,0 0 0-16,0-1 0 0,0-2-8 0,-3 5 8 16,0-2 0-16,0 0 0 0,0-1 0 0,-3-2 8 15,3 3-8-15,-3-3 0 0,0 0 0 0,0-3 0 16,0 0 0-16,0-5 0 0,0 0 0 0,-3 5 0 0,3-5 0 0,0 0 0 16,0 0 0-16,0 0 0 0,0 0 0 0,0 0 0 0,0 0 0 0,0 0 0 15,0 0 0-15,-3-5 0 0,3-3 0 16,0 0 0-16,0 3 0 0,3-3 0 0,0-3 0 0,0 4 0 15,3-4 0-15,0 3 0 0,0 0 0 0,-1 0 0 16,4 0 0-16,-3 0 0 0,3 0 0 0,-3 0 0 16,3 3 0-16,-3 2 0 0,3 1 0 15,-3-1 0-15,3 3 0 0,-3 3 0 16,0-3 0-16,0 2 0 16,0 4 0-16,0-1 0 0,0 3 0 0,-3 0 0 0,3 2 0 0,-3 1 0 0,3 2 0 15,-4 1 0-15,1-4 56 0,0 3 6 0,0-2 2 0,0 2 0 16,0-2-103-16,-3 2-20 15,3-2-4-15,0 2-1 0,-3-3 52 0,3 1 12 0,0 0 0 0,-3-1 0 16,3-2-54-16,0-3-8 0,-3 3-2 0,0-8 0 16,0 0-153-1,6 0-31-15</inkml:trace>
  <inkml:trace contextRef="#ctx0" brushRef="#br0" timeOffset="111547.007">17663 5715 1824 0,'-6'-13'38'0,"6"13"8"0,0 0-37 0,0 0-9 0,0 0 0 0,0 0 0 32,3-3 92-32,-3 3 17 0,3-2 3 0,-3 2 1 15,6 0-19-15,0 2-4 0,-1 1-1 0,1 2 0 0,0 3-28 0,0-2-5 0,0 4-2 0,0 3 0 16,0 3-18-16,0 0-4 0,-3 3-1 0,0 5 0 16,3-3-18-16,-6 5-3 0,3 1-1 0,-3-1 0 15,0 3 12-15,-3 0 3 0,0 0 0 0,-3 1 0 16,3-4-24-16,-3 0 0 0,3-2 0 0,-3 3 0 15,0-1-15-15,0-2-7 0,0 2-2 0,-3-2 0 16,4-3-12-16,-1 1-4 16,3-1 0-16,-3-3 0 0,0-4-104 15,0-1-20-15,3-5-5 0</inkml:trace>
  <inkml:trace contextRef="#ctx0" brushRef="#br0" timeOffset="111878.407">17657 6110 1539 0,'-6'-6'64'16,"-3"1"-51"0,0 2 94-16,3-2 18 0,-3 2 4 0,0-2 1 15,3 3-53-15,-3-4-10 0,6 4-3 0,-3-1 0 16,6 3-12-16,0 0-2 0,0 0-1 0,0-5 0 16,3 2-21-16,0 0-4 0,3-2 0 0,3 2-1 15,0 1-11-15,3-1-1 0,0 0-1 0,3 1 0 16,0-1-10-16,2 3 0 0,1 0 0 0,0 0 0 0,0 0 0 0,-3 0 0 15,3-2 0-15,-3 4 0 0,0-2 0 16,-1 0-11-16,1 3 1 0,0-3 0 0,-3 2 10 0,-3-2 0 0,3 0 0 16,-6 3 0-1,3-3 24-15,-3 3 6 0,-3-3 2 0,-3 0 0 0,0 0-7 16,6 5-1-16,-3 0 0 0,-3-5 0 16,3 6-12-16,0-1-4 0,0 0 0 0,0 3 0 15,-3 0-8-15,3-3 0 0,0 3 0 0,-3 0 0 0,0 3 18 0,0-1 2 0,0-2 0 16,0 6 0-16,-3-4-20 0,3 1 0 0,-3 2 0 0,-3-2 0 31,3-1-103-31,0 1-14 0,-3-3-3 0</inkml:trace>
  <inkml:trace contextRef="#ctx0" brushRef="#br0" timeOffset="112042.012">17960 5930 2272 0,'3'-16'48'0,"3"0"9"15,-3 0-45-15,3 3-12 0,3-3 0 0,-3 5 0 16,0 1 58-16,0 2 10 0,0 0 1 0,0 3 1 16,0-1-47-16,0 4-10 0,0-1-1 0,0 0-1 15,-3 3-31-15,3 0-5 0,0 3-2 0</inkml:trace>
  <inkml:trace contextRef="#ctx0" brushRef="#br0" timeOffset="112509.354">18270 6070 1820 0,'6'0'38'0,"0"0"8"15,0 0-37-15,0-3-9 0,0 3 0 0,0-2 0 0,-3-1 94 0,3 0 17 0,-4 1 3 0,-2 2 1 16,3-6-25-16,0 4-5 0,0-4-1 0,0 1 0 16,-3 3-20-16,0-4-5 0,0 1-1 0,-3 0 0 15,0-1 11-15,0 4 3 0,-2-4 0 0,-1 1 0 16,-3 2-27-16,0 1-5 0,-3-1 0 0,0 1-1 15,0 2-25-15,-3-3-5 0,3 3-1 0,-3 3 0 16,0-1-8-16,4 1 12 0,-1 2-12 0,0 0 12 16,0 3-12-16,0 0-9 15,3 0 9-15,0 0-13 0,0 3-5 16,3-1-1-16,0-2 0 0,3 6 0 16,3-4-35-16,3 1-7 0,0-1-2 0,3 1 0 0,3-3-37 0,0 0-8 15,0 0-2-15,3-3 0 16,0 0 4-16,0-5 1 0,3 0 0 0,-4 0 0 0,1 0 65 0,0-2 12 0,-3-1 4 0,0-2 0 15,0 2 48-15,-3-2 11 0,3 2 1 0,-6-2 1 16,0 2 52-16,-3 3 11 0,3-5 1 0,-3 0 1 16,0 5-30-16,0-6-7 0,0 1-1 0,0 5 0 15,0 0 0-15,0 0 0 0,0 0 0 0,0 0 0 16,0 0-51-16,0 0-13 0,0 0 0 0,0 0 0 16,6 3 0-16,0-3 0 0,0 5 0 0,-3 0 0 15,3 3 0-15,-3 0 0 0,3 0 0 0,0 3 0 0,-1 2 0 16,1 0 0-16,0 0 0 0,0 1 0 0,3-1 0 15,-3 0 0-15,0 0 0 0,3-2 0 16,0-1-100-16,-3 1-22 0,3-6-5 0</inkml:trace>
  <inkml:trace contextRef="#ctx0" brushRef="#br0" timeOffset="112782.083">18642 5689 2067 0,'-3'-8'87'0,"-3"0"-70"16,3 3 89-16,-3-1 18 0,3 4 3 0,3 2 1 16,0 0-52-16,0 0-9 0,-6 2-3 0,3 4 0 15,0-1 0-15,0 6 0 0,3-3 0 0,-3 5 0 16,3 3-51-16,0 2-13 0,3 3 0 0,-3 1 0 16,3 4 54-16,-3 0 8 0,3 4 2 0,0 1 0 15,0-4-52-15,0 2-12 0,0-3 0 0,0 3 0 16,0-5 0-16,-3 0 0 0,3 0 0 0,-3 0 0 15,0-1-48-15,0 1-13 0,-3 0-3 16,3 0 0-16,-3-3 30 0,0-2 6 0,0-1 0 0,0-2 1 16,0-3-161-16,0-2-33 0,0-3-7 15</inkml:trace>
  <inkml:trace contextRef="#ctx0" brushRef="#br0" timeOffset="113095.078">18591 6128 1455 0,'0'-8'61'16,"-3"-2"-49"-16,3 2 119 0,-3 0 23 0,3 0 5 15,0 0 1-15,0 3-47 0,0-3-9 0,0 0-1 0,0 2-1 32,3 1-9-32,0 2-1 0,0-2-1 0,3 3 0 0,-3-4-73 15,3 4-18-15,0-1 0 0,0 0 0 0,3-2 0 0,3 5 0 0,-3-3 0 0,3 3 0 16,0-2 0-16,3 2 0 0,-4 0 0 0,4 0 0 16,0 0 0-1,0 0 0-15,0 0 0 0,0 2 0 0,0-2 21 0,0 3 1 0,-3 0 0 16,-1-1 0-16,1 1-22 0,-3 2 0 0,0 1 0 0,0-4 0 15,-3 6 8-15,3-3-8 0,-3 3 8 0,0 0-8 16,0 0 13-16,0 0-1 0,0 0-1 0,0 0 0 16,-3 3-3-16,3-1-8 15,-3 1 12-15,-3-1-4 0,3 4-8 16,-3-4 8-16,0 3-8 0,0 1 8 0,-3-1-8 0,0 0 0 0,0-2 0 0,0-1 0 16,-3 1-16-16,0-3-9 15,0-3-2-15,0 0 0 0,0-2-189 0,6-3-39 16</inkml:trace>
  <inkml:trace contextRef="#ctx0" brushRef="#br0" timeOffset="113258.53">18957 5919 2225 0,'3'-40'46'0,"-3"27"12"16,0 0-46-16,3 2-12 0,-3 1 0 0,3-1 0 15,0 1 82-15,0-1 14 0,0 3 4 0,3 3 0 16,-3-3-54-16,3 3-10 0,-3 2-3 0,3-2 0 15,3 2-13-15,-3 0-2 0,0 1-1 0,-3 2 0 16,-3 0-232-16,6 2-46 0</inkml:trace>
  <inkml:trace contextRef="#ctx0" brushRef="#br0" timeOffset="113963.466">19216 6009 2310 0,'0'0'48'0,"0"0"11"0,-6 3-47 0,1-1-12 0,-1 1 0 0,3 0 0 15,-3-1 104-15,0 4 20 0,-3-4 3 0,3 4 1 16,-3 1-103-16,0-1-25 0,0-1 0 0,0 3 0 16,0 0 56-16,0 0 7 0,-3 0 1 0,3 0 0 15,3 2-52-15,0 1-12 0,3-1 0 0,-2 1 0 16,5 0 0-16,0-1 0 0,3 3 0 0,2-2 0 16,1 0 0-16,6-3 0 0,0-3 0 0,0 3 0 15,3-6-48-15,3 1-13 0,0-3-3 0,0 0 0 16,-4-3 52-16,4 1 12 0,-3-3 0 0,0-1 0 15,-3 1 0-15,0-3 0 0,-3 0 0 0,-3 0 0 16,0-2 0-16,0-1 0 0,-6 0 0 0,3-2 0 16,-6 3 48-16,3-4 13 0,-6-2 3 0,3 3 0 15,-3-3-52-15,0 3-12 0,3-3 0 0,-3 0 0 16,0 0 0-16,3 3 0 0,-3-3 0 0,3 3 0 16,0 0 0-16,3 0 0 0,0-1 0 0,0 4 0 15,3 2 0-15,0 0 0 0,0 0 0 0,3 3 0 16,0 2 0-16,0 3 0 0,3-3 0 0,0 3 0 15,3 3 0-15,0 2 0 0,-1 1 0 0,1-1 0 16,0 3 0-16,0 3 0 0,3-1 0 0,0 1 0 16,0 2 0-16,0 0 0 0,0 0 0 0,0 1 0 15,-1 1 0-15,1-1 0 0,-3 2 0 0,0-1 0 16,-3-1-24-16,3-1-8 0,-6 0-2 0,0 0 0 0,-3 1 24 0,0-4 10 0,-3 3-8 0,0 1 8 16,-3-4 0-16,3 1 0 15,-3-3 0-15,-3 0 0 0,3-3 28 0,-3 0 7 0,0-2 1 16,0 0 1-16,3-6-37 0,-3 0 0 0,0 1-14 0,3-4 4 15,0-2 10-15,0 0 12 0,0-5-2 0,3 3-1 16,3-1 19-16,-3-2 4 0,3 0 1 0,3-3 0 16,-3 0-1-16,6-3-1 15,-3 3 0-15,6-5 0 0,-3 0-31 0,3 0-15 16,0-3 2-16,0 0 0 0,2 3 13 0,-2 3 12 0,3-1-3 0,3 3 0 16,-3 6-9-16,3-1 8 0,-3 3-8 0,0 3 8 15,-1 2-8-15,-2 3 8 0,3 3-8 0,-3 2 8 16,0 3-8-16,-3 0 0 0,0 5 0 0,0 0 8 15,0 1-8-15,-3 4 10 0,0-2-10 0,0 3 10 16,-3-1-10-16,0-2 8 0,0 3-8 0,0-1 8 16,-3-2-8-16,3 0 8 0,-3 0-8 0,0 0 8 15,0-1-8-15,-3 1 0 0,3-2 0 0,0-1 0 16,0 0 0-16,-3 0 0 0,6 0 8 0,-3 1-8 16,0-6-21-16,0 2-7 0,0-2 0 0,0-3-1 15,3 3-119-15,0-5-23 0,0 0-5 0</inkml:trace>
  <inkml:trace contextRef="#ctx0" brushRef="#br0" timeOffset="127299.71">13052 7359 1094 0,'0'0'46'0,"0"0"-37"15,0 0 88-15,0 0 18 0,0 0 3 0,0 0 1 16,0 0 14-16,0 0 3 0,0 0 1 0,0 0 0 16,0 0-60-16,0 0-12 0,-6-6-2 0,3 4-1 15,3 2 3-15,-6-3 1 0,0-2 0 0,3 2 0 16,-3-2-2-16,0 2 0 0,0 0 0 0,0 1 0 15,0-1-51-15,0 3-13 0,-3 0 0 0,3 0 0 16,-2 0 0-16,-1 3 0 0,0-1 0 0,0 1 0 16,0 2 32-16,0 1 3 0,-3 2 1 0,0 0 0 15,0-1-36-15,0 7 0 0,-3-4 0 0,3 6 0 16,4-3-22-16,-1 3-11 0,0 3-3 0,3-1 0 16,0-2 36-16,3 3 0 0,0-3 0 0,3-3 0 15,3 0-58-15,3 0-5 0,0-2-1 0,3-3 0 16,0-3 0-16,2-2 0 0,4-1 0 0,0 1 0 15,0-6 0-15,-3-2 0 0,0 0 0 0,3-3 0 0,-3 0 52 0,0-3 12 16,2-2 0-16,-5 3 0 0,3-4 0 0,-3-2 0 16,0 6 0-16,-3-6 0 15,0 3 100-15,-3-1 22 0,0 1 5 0,0 0 1 16,0 2-52-16,-3 1-9 0,0-1-3 0,0 3 0 16,-3 3-19-16,3 0-4 0,0 5-1 0,0 0 0 0,0 0-19 0,0 0-4 0,0 0-1 0,0 0 0 15,0 0-7-15,0 0-1 0,-3 8-8 0,0 2 12 16,3 4-12-16,0-1 0 0,0 5 0 15,0 1 0-15,0-1 0 0,3 3 0 0,-3-2 0 0,3 2 0 16,0-2 0-16,-3-1 0 0,3-2 0 0,-3 0 0 31,3 0-45-31,-3-3-15 0,3 0-4 0,-3-2 0 0,3-1-51 16,-3 1-10-16,0-3-3 0</inkml:trace>
  <inkml:trace contextRef="#ctx0" brushRef="#br0" timeOffset="127836.574">13421 7173 2032 0,'0'0'42'0,"3"-5"10"0,-3 2-41 15,0 3-11-15,3-5 0 0,0 0 0 0,-3 5 112 0,3-3 20 0,3 3 4 0,0 0 0 16,0 3-57-16,0 2-12 0,-3 0-3 0,3 3 0 15,0 0-51-15,-3 3-13 0,2-1 0 0,-2 1 0 16,0 2 0-16,-3 3 0 0,0-3 0 16,0 6 0-1,0-1 0-15,-3 1 0 0,3 2 0 0,-3 3 0 0,-2 2 0 0,2 6 0 16,0 0 0-16,-3 5 0 0,3-8 27 0,-3 0 2 0,3 0 1 16,0-2 0-1,0-4-48-15,0-1-10 0,0-4-1 0,0-2-1 0,3-3 30 0,-3-2 0 0,3-3 0 0,0 0 0 16,0-3 0-16,0-5 0 0,0 0 0 0,0 0 0 15,0 0 0-15,0 0 0 0,3-5 0 0,0-3 0 16,0 0 0-16,-3-5 0 0,3 2 0 0,-3-5 0 16,0-2 44-16,0-1 16 0,-3 1 2 0,3-6 1 15,-3 0-21-15,-3 3-4 0,3-6-1 16,-3 6 0-16,0 3-8 0,-3-1-1 16,3 6-1-16,-3 0 0 0,-3 5-10 0,3 0-1 0,0 3-1 0,-2 2 0 15,2 3-23-15,0 0-5 0,0 3-1 0,0-1 0 16,-3 3 14-16,3 3 0 0,-3 0 0 0,3 3 0 15,0 2 15-15,0 3 5 0,3 3 2 0,3-1 0 16,-3 1-35-16,6-1-7 0,-3 1-2 0,6 2 0 16,0-3 22-16,0-2 0 0,3 0 0 0,0-3 0 15,3 1 0-15,-3-4 0 0,3 1 0 0,3-1 0 16,-3-2 0-16,0 0 0 0,3-3 0 0,-3-2 0 16,3 0 0-16,-1-3 0 0,4 0 0 0,0-3 0 15,0 0-107-15,3-2-17 0,3-3-3 0</inkml:trace>
  <inkml:trace contextRef="#ctx0" brushRef="#br0" timeOffset="128497.69">13918 7171 1862 0,'3'-3'78'16,"3"-2"-62"-1,-3-1 81-15,0 4 17 0,0-4 3 0,-3 6 1 16,3-2 8-16,-3 2 2 0,0 0 0 0,0 0 0 15,0 0-52-15,0 0-9 0,0 0-3 0,3 5 0 16,-3 3-51-16,3 0-13 0,-3 3 0 0,0 2 0 16,-3 0 8-16,3 3 0 0,-3 0-8 0,0 0 12 15,-3 2-12-15,3-2 8 0,-3 3-8 0,0 4 0 16,0 1 0-16,0 3 8 0,0 2-8 0,3 3 0 16,-3-3 0-16,3 2-15 0,0-1 3 0,0-1 1 15,0-3 11-15,3-5 0 0,-3 0 0 0,3-2 0 16,0-3 0-16,0 0 0 0,3-3 0 0,-3-2 0 15,3-4-8-15,0-1 0 0,-3-1 0 0,0-5 0 0,0 0 8 16,0 0 0-16,0 0 0 0,0 0 0 0,6-3 0 16,-3-2 0-16,-3 0 0 0,3-3 8 0,0 0 3 15,-3-3 1-15,0-2 0 0,3 0 0 16,-3 0 15-16,-3-3 3 0,3-3 1 0,-3 1 0 0,0-3-2 0,0 2 0 0,-3-2 0 16,0 0 0-16,0 5-9 0,0 0-3 0,-2 3 0 15,-1-1 0-15,-3 4-5 0,0 2 0 0,0 3-1 0,-3-1 0 16,3 4-11-16,-3 2 10 0,3 0-10 0,-3 2 10 15,4-2 14-15,-1 6 4 0,0-1 0 0,0 0 0 16,0 3-28-16,3 3 0 0,0-3 0 0,0 2 0 31,3 4-46-31,0 1-14 0,3-1-4 0,0 2 0 0,3-1 52 0,0-1 12 0,3 1 0 16,0-1 0-16,3-1 0 0,0 0 0 0,0-2 0 16,3 2 0-16,-3-2 19 0,0-1 6 0,3-2 2 0,0 3 0 15,0-3-27-15,0-3 0 0,0 3 0 0,-1-3 0 16,4-2-12-16,3-3-7 0,-3 2-1 0,6 1-1 15,-3-3-142-15,6-3-28 0,0 1-5 16</inkml:trace>
  <inkml:trace contextRef="#ctx0" brushRef="#br0" timeOffset="128914.073">14126 7493 1579 0,'0'0'32'0,"0"0"10"0,0 0-34 15,0 0-8-15,0 0 0 0,0 0 0 16,3-5 104-16,-3 5 20 0,6-2 3 0,-6 2 1 0,3 0-52 0,3 0-9 0,0 0-3 0,0 0 0 16,0 2 0-16,0-2-1 0,0 3 0 0,0-3 0 15,0 0-50-15,3 0-13 0,0 0 0 0,0 0 0 16,0-3 56-16,0 1 7 0,0-1 1 0,2 0 0 16,-2-2-52-16,0 0-12 0,0-1 0 0,-3 1 0 15,3 0 0-15,-3-1 0 0,-3-1 0 0,0-1 0 16,-3 2 54-16,0 1 8 0,-3 0 2 0,0-3 0 15,-3 3-52-15,0-1-12 0,-3 4 0 0,0-1 0 16,0 0 42-16,-3 1 6 0,1 2 0 0,-4 0 1 16,3 0-35-1,0 2-14-15,0 4 11 0,0-4-11 0,3 4 0 0,-3 1 0 0,3 1 0 0,0 0 0 16,0 6 0-16,3-4 0 0,3 3 0 0,-2 1 0 16,2 1-14-16,3 4 4 0,-3-3 1 0,3 2 0 15,3 1-3-15,0-3-1 0,0 0 0 0,2 0 0 16,1-1-4-16,3-1-1 0,-3-1 0 0,3 0 0 15,0-5-14-15,3 0-2 0,0-3-1 0,0 1 0 16,3-4-105-16,0 1-22 0,3-3-4 0,-1-3-1 16,1-2-71-16,3 0-14 0</inkml:trace>
  <inkml:trace contextRef="#ctx0" brushRef="#br0" timeOffset="129271.812">14478 7565 2019 0,'3'-16'89'0,"0"0"19"15,-3 0-86-15,3 0-22 0,0 1 0 0,-3-1 0 0,3 0 94 0,0 0 14 16,-1 3 4-16,1-1 0 0,0 4-56 0,0-1-10 0,0 3-2 0,0 0-1 15,3 3-14-15,-3 0-2 0,0 0-1 0,3 2 0 32,-3 0-26-32,-3 3 0 0,6 0-9 0,-3 0 9 0,3 3 44 0,0 0 16 0,0-1 4 0,0 3 0 15,0 3-52-15,0 0-12 0,0 0 0 0,0 6 0 16,0 1 0-16,-3 1 0 0,3 3 0 0,0-1 0 16,0 3 0-16,-3 1 0 0,2 1 0 15,1-1 0-15,-3-4 0 0,3 1 0 0,-3-3 0 0,0-1 0 16,0-1 0-16,-3-1 0 0,0 0 0 0,0-5 0 15,0 0 0-15,-3-3 0 0,3-5 0 0,-3 6 0 16,3-6 24-16,0 0 1 0,0 0 1 0,0 0 0 16,0 0 10-16,-6 0 1 0,3-3 1 0,-3-2 0 15,3-3 4-15,1 0 1 0,2 0 0 16,-3-5 0-16,3 2-18 0,3-5-3 0,-3 0-1 16,5-2 0-16,1-3-9 0,0-3-3 0,3-3 0 0,3 1 0 15,0 2-9-15,0 3 12 0,0 0-12 0,0 0 12 16,3 5-12-16,-3 2 0 0,0 1 0 0,-1 3-11 15,4 2 0-15,-6 0 0 0,3 2 0 0,-3 1 0 16,0 0-120-16,0 2-24 0,0 1-5 0</inkml:trace>
  <inkml:trace contextRef="#ctx0" brushRef="#br0" timeOffset="135599.633">16145 7369 1751 0,'3'-5'74'0,"-3"0"-59"15,0-3 105-15,0 2 22 0,0 1 4 0,-6 0 1 16,3 2-39-16,-3-2-7 0,0 2-1 0,0 0-1 15,-6-2-55-15,0 5-12 0,0-2-1 0,-6 2-1 16,0 0-16-16,0 0-3 0,1 0-1 0,-4 2 0 16,6 1-10-16,-3-1-16 0,3 4 4 0,0-1 1 15,3 0 11-15,3 3 0 0,3 0 0 0,3 0 0 16,3 3 0-16,0-1 0 0,3-2 0 0,6 6 0 16,0-4 0-16,6 1 0 0,0 2 0 0,3 0 0 15,-3-2 0-15,3-1 0 0,3 1 0 0,-4-1 0 16,1-2 0-16,-3 0 0 0,0 3-9 0,-3-3 9 15,0-3 0-15,-3 3 0 0,-3-3 0 0,0 1 0 16,-3 2 0-16,0-3 0 0,-3 0 0 0,0 0 0 16,0 3 0-16,-6-2 0 0,0-1 0 0,0 3 0 15,-3-3 18-15,-3 1-2 0,0-1 0 0,0 0 0 16,-3 0-16-16,0-2 0 0,0 2 0 0,1-2 0 16,-1 0 0-16,3-1-20 0,0 1 2 0,-3 0 1 0,6-3 17 15,0 0 0-15,3 0 0 0,0-3 0 16,6 3-55-16,-6-3-7 0,3 1-2 0</inkml:trace>
  <inkml:trace contextRef="#ctx0" brushRef="#br0" timeOffset="136560.82">16246 7411 1824 0,'0'0'76'0,"0"-5"-60"16,0 5 140-16,3-5 29 0,-3 0 6 0,0 5 1 15,0 0-103-15,0 0-20 0,3-6-4 0,-3 6-1 16,0 0 0-16,0 0 0 0,0 0 0 0,0 0 0 16,0 0-51-16,0 8-13 0,-3-2 0 0,3 1 0 15,-3 4 0-15,3 0 0 0,-3 2 0 0,0 3 0 16,3-3 0-16,0 3 0 0,0 0 0 0,0 2 0 16,3-5 0-16,0 3 0 0,0-2 0 0,0 1 0 15,0-4-11-15,3 0-5 0,0-1 0 0,0-2-1 16,0 0-24-16,2-5-5 0,1 2-1 0,0-5 0 15,3 0 38-15,0 0 9 0,0-3 0 0,-3 1 0 16,3-4-16-16,0 1-2 0,-3-3 0 0,0 0 0 16,0-2 44-16,-3 2 9 0,-1-6 1 0,1 4 1 15,-3-1 12-15,0-2 3 0,0 0 0 0,0-3 0 0,-3 3-1 16,3-3 0-16,-3 3 0 0,0-3 0 0,0 3-16 16,0-1-3-16,0 4-1 0,-3-1 0 0,3 3-17 0,0 3-3 0,0 0-1 15,0 5 0-15,0 0-10 0,0 0 0 0,0 0 0 16,0 0 0-16,0 0 0 0,-3 8 0 0,3 5 0 15,0-3 0-15,0 4 0 0,0 1 0 0,0-1-8 0,0 2 8 16,0-1-24-16,3 1-1 0,0-2 0 16,0 1 0-1,0-4-20-15,0 0-4 0,3-1-1 0,-3-2 0 0,3-3-6 0,3-2 0 16,-3 0-1-16,0-3 0 16,3-3 24-16,0-2 5 0,0-1 0 0,0 1 1 0,-3-5-29 15,3-1-7-15,-4-2-1 0,4 0 0 0,-3-1 103 0,-3-2 20 0,3-2 4 0,-3 2 1 16,0-2-52-16,3-1-12 0,-3 1 0 0,0 2 0 15,0-3 54-15,-3 1 8 0,3 2 2 0,-3 0 0 16,3 0-15-16,-3 0-2 0,0 3-1 0,0 0 0 16,0-1-16-16,0 6-3 0,0-2-1 0,0 2 0 15,0 5-10-15,0 3-1 0,0 0-1 0,0 0 0 16,0 0-6-16,0 0-8 0,0 0 11 0,0 8-11 16,0 0 0-16,0 3 0 0,3-1 0 0,-3 4 0 15,0-1 0-15,3 0 0 0,-3 0 0 0,0 6 0 16,3-1 0-16,-3 3 0 0,0 3 0 0,3 3 0 15,0-1 0-15,-3 1-14 0,3-1 2 0,0 1 1 16,-3-6-5-16,3 0-2 0,-3-3 0 0,3 1 0 16,-3-6 5-16,3 0 1 0,-3-2 0 0,0-3 0 15,0-5 12-15,0-3 0 0,0 0 0 0,0 0 0 16,0 0 8-16,0 0 5 0,0 0 1 0,0 0 0 0,6-6-14 16,-3 1 0-16,3-3-12 0,-3-3 12 0,3-2 0 15,0 0 0-15,0 0 8 0,0-3-8 16,-1 0 0-16,1-2 0 0,3-4 0 0,0 6 0 0,0-2 0 15,3 2 0-15,-3 0 0 0,0 3 0 0,3 2 0 0,-3 3 0 0,0 1 0 16,0-1 0-16,0 2 57 0,3 4 6 16,-4 2 1-16,-2 0 0 0,3 0-52 0,-3 2-12 15,0 4 0-15,0 2 0 0,0-1 0 0,-3 1 0 0,0 6 0 0,0-1 0 16,0-3 0-16,0 6 0 0,-3-2 0 0,0 1 0 16,0 1 0-16,-3 0 0 0,3 0 0 0,-6-3 0 15,3 0-48-15,-3-2-13 0,0 0-3 0,-3 2 0 16,0-5 52-16,0 0 12 0,-2 0 0 0,-1 0 0 15,0-3 0-15,0 0 0 0,0 1 0 0,0-1 0 16,0-3 0-16,0 1 0 0,3-3 0 0,0 0 0 16,0 0 0-16,0-3 0 0,4 1 0 0,-1-3-9 15,0-3-94-15,3 0-18 16,3 0-4-16,0-3-1 0,0-2-104 0,3 0-21 0</inkml:trace>
  <inkml:trace contextRef="#ctx0" brushRef="#br0" timeOffset="136871.424">17064 7205 2204 0,'0'0'92'0,"0"0"-73"16,-6-3 109-16,6 3 23 0,0 0 4 0,0 0 1 16,0 0-59-16,0 0-11 0,0 0-2 0,0 0-1 15,0 0-42-15,0 0-8 0,0 0-1 0,0 0-1 16,0 0-11-16,0 8-1 0,0 0-1 0,3 0 0 15,-3 0-2-15,0 0 0 0,3 0 0 0,0 3 0 16,-3-1-4-16,0 1-2 16,3-1 0-16,-3 4 0 0,0-1-2 0,0 3-8 0,-3 0 12 15,3 2-4-15,0 3-8 16,-3 3 10-16,3 3-10 0,0-1 10 0,-3-2-10 0,3 0 0 16,-3-3 9-16,0 0-9 0,3-3 0 0,-3-2 8 0,3-2-8 0,-3-1 0 15,3 0 0-15,0-5 0 0,-3 0 0 0,3 0 0 16,0-3-33-1,0-5-11-15,0 0-3 0,0 0 0 0,0 0-116 0,0 0-23 0,0 0-5 0</inkml:trace>
  <inkml:trace contextRef="#ctx0" brushRef="#br0" timeOffset="137925.47">17481 7094 1337 0,'0'0'28'0,"0"-3"6"15,3-2-34-15,-3 0 0 0,0-1 0 0,0 6 0 16,3-5 139-16,-3 0 21 0,0 0 4 0,0 5 0 15,3-6-58-15,-3 6-12 0,0-5-2 0,0 5-1 16,0 0 29-16,0 0 7 0,0 0 1 0,0 0 0 16,0 0-103-16,0 0-25 0,-6 5 0 0,0 6 0 15,-3 2 32-15,0 3 0 0,0 5 1 0,0 0 0 16,0 3-17-16,-2 0-3 0,-1 2-1 0,0 1 0 16,3-1-2-16,0 1-1 0,3-1 0 0,-3 3 0 15,3 6-1-15,3-1 0 0,-3 3 0 0,6 3 0 16,0-6-8-16,0 1 10 0,6-4-10 0,-3 1 10 0,3-5 2 0,3-4 0 15,0 1 0-15,0-3 0 0,3 1-4 0,3-4 0 16,-4 1 0-16,4-1 0 0,3 1-8 0,0-3 0 16,0-1 9-16,0 1-9 15,3-3 0-15,-4-2 0 0,4-3 0 0,0 0 0 16,-3-3-108-16,0-2-22 0,0-3-5 0</inkml:trace>
  <inkml:trace contextRef="#ctx0" brushRef="#br0" timeOffset="156949.856">18163 7208 1918 0,'0'0'40'0,"-6"-3"9"0,3-2-39 0,-3 2-10 0,3 0 0 0,-3 1 0 15,0-1 86-15,0 1 15 0,-3 2 3 0,0-3 1 16,3 3-37-16,-3 3-8 0,0-3-2 0,-3 2 0 15,0 3-27-15,1 3-6 0,-4 0-1 0,0 3 0 16,0 0-14-16,0 2-10 0,0 0 12 0,-3 3-12 16,-3 2 0-16,4-2 0 0,-1 5 0 0,0 1 0 15,3-4 0-15,-3 6 0 0,3-3 0 0,0 3-12 16,3-3-24-16,1-2-5 0,-1 2-1 0,0-3 0 16,3-2-102-16,-3 0-21 0,3-5-4 0</inkml:trace>
  <inkml:trace contextRef="#ctx0" brushRef="#br0" timeOffset="157213.327">17803 7292 2206 0,'0'-10'63'0,"-3"-1"13"0,3 3-61 0,-3 0-15 0,3 0 0 0,0 3 0 16,0 5 68-16,0 0 10 0,0 0 2 0,0 0 1 15,0 0-13-15,0 0-4 0,0 0 0 0,6 0 0 16,-1 5 0-16,1-2 0 0,3 2 0 0,-3 3 0 15,3 0-64-15,0 0 0 0,0 3-18 0,0-1 4 16,0 4 22-16,3-4 4 0,-3 3 0 0,3 1 1 16,0 1-13-16,0 1 0 0,2 0 0 0,1 3 0 15,-3-1 0-15,0-2 0 0,3 3 0 0,-3-3 0 16,0-1-19-16,0 1-6 0,-3-2-2 16,3-1 0-16,-4 0-109 0,1-2-21 0,0-4-5 0</inkml:trace>
  <inkml:trace contextRef="#ctx0" brushRef="#br0" timeOffset="157459.137">18315 7504 2310 0,'0'0'97'16,"0"0"-77"-16,2-3 69 0,4 1 15 0,-3 2 2 0,-3 0 1 15,6 0-39-15,-6 0-8 0,3 2-2 0,3 4 0 32,-3-1-33-32,0 3-6 0,-3-3-2 0,3 6 0 0,-3-3-9 0,-3 2-8 0,3 1 12 0,-6 2-12 15,3-2 0-15,-3-1 0 0,0 1 0 0,-3 2 0 32,4-2-41-32,-4 2-15 0,0-2-4 0,-3 2 0 15,3-3-105-15,0 1-22 0,0-3-4 0</inkml:trace>
  <inkml:trace contextRef="#ctx0" brushRef="#br0" timeOffset="158257.035">18654 7157 1941 0,'0'-10'40'0,"0"10"10"0,0 0-40 0,0-5-10 0,0-1 0 0,0 6 0 15,0-2 119-15,0 2 21 0,0-6 5 0,0 6 1 16,0 0-56-16,0 0-11 0,0 0-3 0,0 0 0 16,0 0-42-16,0 8-9 0,-3 0-1 0,3 3-1 15,-3 2-23-15,3 0 8 0,0-2-8 0,3 5 0 16,-3-3 0-16,3 0 0 0,3 3 0 0,-3-3 0 15,6 0-16-15,-3-2-7 0,6 0-1 0,-4-1-1 16,7-2-37-16,0 0-7 0,0-3-2 0,3 1 0 31,0-4 8-31,3 1 2 0,-3-3 0 0,-1-3 0 0,1 3 41 0,-3-5 8 16,0 2 1-16,-3-2 1 0,-3 2 37 0,0-4 7 0,0 1 2 0,-6-2 0 16,0 0 58-16,0-2 12 0,-3-1 2 0,0 1 1 15,-3-1-37-15,3 0-7 0,-3-2-1 0,0 3-1 16,0-1-20-16,0 3-4 0,3 0-1 0,-3 0 0 15,3 8-9-15,0 0-1 0,-3-5-1 0,3 5 0 16,0 0-27-16,0 0 0 0,0 0 0 0,-3 8 0 16,0 0 0-16,-3 5 0 0,3 0 0 0,-3 1 0 0,0 1 0 15,0 1 0-15,0 3 0 0,0-1 0 0,0 3 0 0,-3 3 0 16,0 0 0-16,3 3 0 0,-3 2 0 0,1 0 0 16,-1 3 0-16,0-3 0 0,0 0 0 0,0-5 0 15,0-3 0-15,3 3 0 16,-3-6-46-16,3 1-14 0,0-1-4 0,0-2 0 0,3-3 52 0,-3-2 12 15,6 2 0-15,-3-5 0 16,3 0-156-16,0 0-29 0,0 0-6 0</inkml:trace>
  <inkml:trace contextRef="#ctx0" brushRef="#br0" timeOffset="158481.701">19172 7404 2310 0,'0'0'48'0,"0"0"11"0,0 0-47 0,0 0-12 0,0 0 0 0,3 0 0 15,-3 0 104-15,3 5 20 0,3 0 3 0,-6 0 1 16,3 6-52-16,-3 0-9 0,0-1-3 0,0 3 0 16,-3 1-38-16,-3 1-8 0,3 1-2 0,-3 3 0 15,-3-3-25-15,0 0-6 0,0-1-1 0,0 1 0 16,-3 0 16-16,3 0-11 0,-3 3 11 0</inkml:trace>
  <inkml:trace contextRef="#ctx0" brushRef="#br0" timeOffset="172667.719">19574 7232 1948 0,'0'0'55'0,"0"0"13"16,-3-3-55-16,3 3-13 0,-3-5 0 0,3 5 0 15,0 0 108-15,0 0 18 0,0 0 4 0,0 0 1 16,0 0-39-16,-6 2-7 0,6-2-1 0,-6 3-1 16,0 2-67-16,3 3-16 0,-3 3 0 0,3-1 0 15,0 1 55-15,0 2 7 0,-3 0 2 0,3 1 0 16,3 1-52-16,-3 1-12 0,3 3 0 0,0-1 0 16,0-2-48-16,0 5-13 0,3-2-3 0,0-1 0 15,0-2 64-15,3-2 20 0,3 1 0 0,-3-1 0 16,3-6-39-16,0-3-7 0,0 0-2 0,2-2 0 15,-2-3 8-15,3-3 0 0,-3-2 1 0,3 0 0 0,-3-3 19 16,3 0 0-16,-3-6-8 0,-3 4 8 16,3-1 11-16,-3-2 5 0,0 0 2 0,-3 0 0 0,3-1 22 15,-3 4 4-15,0-3 0 0,-3-1 1 0,3 4-6 16,-3-1-2-16,0 1 0 0,0 2 0 0,0 2-17 0,0 1-3 0,0 5-1 0,0 0 0 16,0 0-16-16,0 0 0 0,0 0 8 0,0 0-8 15,0 0 0-15,3 5 0 0,0 3 0 0,0 0 0 16,-1 3 0-16,1 2 0 0,0 0 0 0,0 1 0 15,3-1 0-15,0 3 0 0,0-1 0 0,0 1 0 16,3-2-24-16,-3-1 0 0,0 3 1 0,3-6 0 16,0-2 3-16,-3 0 0 0,3-3 0 0,0 1 0 15,-3-4 20-15,3 1 0 0,-3-3-9 0,3-5 9 16,-4-1 11-16,1 1 5 0,0-3 2 0,0-2 0 16,0-4-10-16,0 4-8 0,0-6 9 0,0 0-9 15,0 0 56-15,0 0 4 0,0-2 2 0,-3-1 0 16,3 3-48-16,0 1-14 0,-3-1 0 0,0-3 8 15,3 3 8-15,-3 0 3 0,0 0 0 0,3 3 0 16,-3 0-19-16,0 0 0 0,0 0 0 0,0 2 0 16,0 3-8-16,-3 0-6 0,3 3-1 0,0 0 0 15,-3 5-90-15,0 0-19 0,0 0-3 0</inkml:trace>
  <inkml:trace contextRef="#ctx0" brushRef="#br0" timeOffset="173148.677">20112 7366 1579 0,'9'-10'32'0,"-6"5"10"0,0-1-34 0,0 4-8 0,0-4 0 0,0 1 0 16,0 0 104-16,0-1 20 0,0 1 3 0,-3 3 1 15,0-4-16-15,3 1-4 0,-3 0 0 0,0 5 0 16,0 0-26 0,0 0-6-16,0-6 0 0,0 6-1 0,0 0-12 0,0-5-3 0,0 5 0 0,0 0 0 15,0 0-14-15,-3-3-3 0,3 3-1 0,0 0 0 16,0 0-10-16,0 0-3 0,0 0 0 0,0 0 0 16,0 0-7-16,0 0-2 0,0 0 0 0,0 0 0 15,0 0-2-15,0 0-1 0,0 0 0 0,0 0 0 16,0 0-4-16,0 0-1 0,0 0 0 0,0 0 0 15,0 0-12-15,0 0 11 0,0 0-11 0,0 0 10 16,0 6-10-16,0-6 10 0,-3 5-10 0,3 3 10 16,-3 0-10-16,3-3 0 0,0 3 0 0,-3 3 8 15,3-3-8-15,0 2 0 0,0 1 0 0,0-1 0 16,-3 4 0-16,3-1 0 0,0 0 0 0,0 0 0 16,0 3 0-16,0-3 0 0,0 3 0 0,0 0 0 15,-3-3 0-15,3 1 0 0,0-1 0 0,-3-3 0 16,3 4 0-16,0-6-12 0,-3 2 4 0,3-2 8 15,-3 0-24-15,0 0 4 0,3 0 0 0,-3-5 0 16,3-3-22-16,0 0-4 0,0 0-1 0,0 0 0 16,0 0-122-16,0 0-25 0,0 0-5 0</inkml:trace>
  <inkml:trace contextRef="#ctx0" brushRef="#br0" timeOffset="173571.488">20574 7493 2040 0,'0'0'86'16,"0"0"-69"-1,0 0 115-15,0 0 24 0,0 0 4 0,0 0 0 16,0 0-61-16,0 0-13 0,0 0-2 0,0 6-1 15,0 2-36-15,-3-3-7 0,3 3-2 0,-3 0 0 0,0 0-21 16,0 2-4-16,-3 1-1 0,0 0 0 16,0-1-12-16,-3 1 0 0,3 2 8 0,-6-2-8 15,3 2 0-15,-3-3 0 0,3 4 0 0,-5-4-10 16,2 1-25-16,0-3-5 0,3 2 0 0,-3-2-1 16,0 0-98-16,3 0-19 0,-3 0-4 0</inkml:trace>
  <inkml:trace contextRef="#ctx0" brushRef="#br0" timeOffset="174272.3">20791 7258 2310 0,'0'0'48'0,"0"-5"11"16,0 5-47-16,3-6-12 0,0 4 0 0,-3 2 0 0,0 0 104 15,0 0 20-15,0 0 3 0,0 0 1 16,0 0-52-16,0 0-9 0,0 0-3 0,0 5 0 0,-3 3-51 0,3 3-13 0,-3-4 0 0,0 7 0 31,0-1 0-31,0 0 0 0,0 0 0 0,3 3 0 16,-3 3 0-16,3-1 0 0,3 1 0 0,-3 2 0 0,6-2 0 15,-3 2 0-15,3-3 0 0,3 1 0 16,-3-3-100-16,3-6-22 0,3 1-5 0,-3-3-1 16,0-3 45-16,0-5 9 0,2 0 2 0,-2-3 0 15,0-2 30-15,3-3 6 0,-3 0 2 0,0 0 0 0,0-2 34 0,-3-1 8 0,3-2 0 16,-3 0 1-16,0-1 51 0,-3 4 9 0,3-3 3 0,-3-1 0 15,0 1 4-15,-3 0 2 0,3 0 0 0,0 2 0 16,-3 1-54 0,0 2-10-16,3 0-2 0,-3 2-1 0,0 1 26 0,0 5 6 15,0 0 1-15,0 0 0 0,0 0-33 0,0 0-11 16,0 5 0-16,0 6 9 0,-3 0-9 0,3-1 0 0,0 1 0 0,0 5 0 16,0-3 11-16,0 3 6 0,3 0 2 0,0-1 0 15,0 1-67 1,0 0-12-16,2 0-4 0,1-3 0 0,0 1 52 0,0-4 12 0,3 1 0 0,-3-3 0 15,0 0 0-15,3-1 0 0,-3-1 0 0,0-4 0 16,0-2 0-16,0 0 0 0,0-2 0 0,0-1 0 16,0-2 48-16,0 0 13 0,0-3 3 0,0-3 0 15,0 0-52-15,0-4-12 0,-3 1 0 0,0-2 0 16,2 1 54-16,-2-4 8 0,3 1 2 0,-3-1 0 16,0 3-52-16,0 0-12 0,0 0 0 0,0 1 0 15,0 1 28-15,0 1 2 0,0 0 1 0,0 0 0 16,0 2-31-16,-3 0 0 0,0-2 0 0,3 5 0 15,-3 0-28-15,0 3 0 0,0-3 1 0,0 5 0 16,0 3-81-16,0 0-16 0,0 0-3 0</inkml:trace>
  <inkml:trace contextRef="#ctx0" brushRef="#br0" timeOffset="174659.198">21303 7271 2067 0,'0'0'87'16,"0"0"-70"-16,0 0 89 0,0 0 18 0,0 0 3 0,0 0 1 16,0 0-52-16,0 0-9 0,3 8-3 0,-3-3 0 15,3 1-51-15,0 2-13 0,0 0 0 0,-3 0 0 16,3 2 0-16,0 1 0 0,0-1 0 0,0 4 0 16,3-1 0-16,-3 0 0 0,0 0 0 0,0 6 0 15,0-6 0-15,3 3 0 0,0 0 0 0,-3 0 0 16,3-3 0-16,-1 0 0 0,1-2 0 0,3 2 0 15,-3-5 0-15,0 0 0 0,3-3 0 0,0 3 0 16,-3-5 0-16,3-3 0 0,0 0 0 16,0 0 0-16,0-3 0 0,0 0 0 0,0-2 0 0,0 0 0 15,-3-3 54-15,0 0 8 0,-1-3 2 0,1 1 0 16,0-4-52-16,-3 4-12 0,0-6 0 0,0 3 0 16,-3 0 54-16,3-3 8 0,-3 2 2 0,0 1 0 15,-3 3-35-15,0-4-6 0,0 4-2 0,-3-1 0 16,3 3-33-16,-3-2-8 0,-2 2 0 0,2 2-1 15,-3-1 21-15,0 1 0 0,0-2 0 0,-3 3 0 16,0 2 0-16,0-2 0 0,3 2 0 0,-3 3 0 16,0-2-107-16,0 2-17 0,1 2-3 0</inkml:trace>
  <inkml:trace contextRef="#ctx0" brushRef="#br0" timeOffset="175041.201">21678 7062 2306 0,'-9'-5'65'0,"0"2"15"16,0 1-64-16,0-1-16 0,0 0 0 0,9 3 0 15,-6 0 88-15,6 0 15 0,0 0 2 0,-3 6 1 16,1 2-46-16,2 2-10 0,2 1-2 0,1 2 0 15,3 0-16-15,3 6-4 0,0-1-1 0,3 1 0 16,0 2-15-16,0 0-4 0,0 0 0 0,3 3 0 16,-3 2-8-16,0-2 8 0,0 0-8 0,-1 5 8 15,-2 0-8-15,0 0 0 0,0 1 0 0,-3 1 0 16,-3-2 8-16,0 1-8 0,-3-1 8 0,-3-3-8 16,-3-2 9-16,0 0-9 0,-3 0 10 0,-3-3-10 15,0 0 12-15,-5-5-3 0,2 0-1 0,-6-3 0 16,0 0 0-16,-3 0-8 0,-3-2 12 0,4 2-4 15,-4-2 16-15,0-1 4 0,3 1 0 0,0 2 0 16,1-5-28-16,2 0 0 0,3 3 0 0,-3-6 0 16,6 3-97-16,-3-3-25 0,3 0-5 15</inkml:trace>
  <inkml:trace contextRef="#ctx0" brushRef="#br0" timeOffset="197008.171">22205 7353 2250 0,'0'0'64'0,"-3"-2"14"0,3 2-62 0,-3-6-16 0,3 6 0 0,-3-2 0 16,3 2 98-16,0 0 17 0,0-6 3 0,0 6 1 15,0 0-47 1,0-5-8-16,0 5-3 0,0 0 0 0,0-5-25 0,0 5-4 0,3-3-2 0,0 0 0 16,0 1-18-16,3-1-3 0,-3 3-1 0,0-2 0 15,3 2-8-15,0-3 0 0,-3 3 0 16,3 0 0-16,-3 0-18 0,3-3-2 0,0 3-1 0,-6 0 0 31,6 3-200-31,-6-3-40 0</inkml:trace>
  <inkml:trace contextRef="#ctx0" brushRef="#br0" timeOffset="197275.312">22256 7607 1949 0,'0'0'82'0,"0"0"-66"16,3 3 122-16,-1 2 24 0,1-2 5 0,-3 2 1 15,3 3-59-15,-3-3-11 0,0 3-2 0,0 0-1 16,-3 0-37-16,0 3-7 0,1-1-2 0,-4 4 0 16,0-4-13-16,0 3-4 0,-3 3 0 0,0 0 0 15,0 0-8-15,-3 5-3 0,0 0 0 0,0 1 0 16,-6 1-12-16,3 4-9 0,-2-1 12 0,-4 1-12 15,3-3 8-15,-3-1-8 0,0-2 0 0,0 3 0 16,1-3-55-16,2-2-14 0,0 0-3 0</inkml:trace>
  <inkml:trace contextRef="#ctx0" brushRef="#br0" timeOffset="202873.146">3932 10248 1199 0,'-3'-5'24'0,"3"-1"8"16,0 1-32-16,0 2 0 0,0-2 0 0,0 2 0 15,0 3 92-15,0-5 12 0,3 0 3 0,-3 5 0 16,0-3-15-16,0-2-4 0,0 5 0 0,0-3 0 15,0 3-23-15,0-5-5 0,0 5 0 0,-3-5-1 16,3 5-13-16,0-3-2 0,0 3-1 0,0 0 0 16,0 0-5-16,0 0-1 0,0 0 0 0,0 0 0 0,0 0-15 15,0 0-3-15,0 0-1 0,0 0 0 16,0 0-2-16,0 0 0 0,0 0 0 0,0 0 0 16,0 0-1-16,0 0-1 0,0 0 0 0,0 0 0 0,0 0-2 0,0 0 0 0,0 0 0 15,0 0 0-15,0 0 3 0,0 0 0 0,0 0 0 0,0 0 0 16,0 0 2-16,0 0 1 0,3-3 0 15,-3 3 0-15,0 0-7 0,0 0-2 0,0 0 0 0,0 0 0 16,0 0-9-16,0 0 0 0,3 0 9 16,-3 0-9-1,0 0 0-15,0 0 0 0,0 0 0 0,0 0 8 16,0 0-8-16,0 0 0 0,0 0 0 0,0 0 0 0,0 0 0 0,0 0 0 0,0 0 0 0,0 0 0 16,0 0 0-16,0 0 0 0,0 0 0 0,0 0 0 15,0 0 0-15,0 0 0 0,0 3 0 0,0-3 0 16,0 0 0-16,0 0 0 0,0 0 0 0</inkml:trace>
  <inkml:trace contextRef="#ctx0" brushRef="#br0" timeOffset="205054.015">12960 8491 2030 0,'0'0'57'0,"0"0"14"15,0 0-57-15,0 0-14 0,0 0 0 0,0 0 0 16,0 0 54-16,0 0 8 0,0 0 2 0,0 0 0 16,0 0 0-16,-6 5 0 0,3 1 0 0,0-1 0 15,0 3-52-15,0 0-12 0,0 0 0 0,3 2 0 16,-3 4 0-16,0-1 0 0,3 3 0 0,-3-1 0 0,3 4-8 16,0 0-5-16,-3 2-1 0,3 3 0 15,0-3 14-15,0 3 0 0,0-1 0 0,0-2 0 16,3 3-45-16,-3-3-3 0,0 1-1 0,0-1 0 0,0-3 39 0,0 1 10 15,0-3 0-15,0 0 0 0,0-3 0 0,-3 0 0 16,3 0 0-16,0-2 0 0,0-1 0 16,-3-2 0-16,3 0 0 0,0-2 0 0,0-6 0 0,0 0 0 0,0 0 0 0,0 0 0 15,0 0 0-15,0 0 0 0,0 0 0 16,0 0 0-16,0 0 49 0,0 0 12 0,0-6 3 0,0-2 0 16,-3 0 2-16,3 1 1 0,-3-4 0 15,0 3 0-15,-3-3-26 0,0 1-5 0,0 2 0 16,0-3-1-16,-3 3-20 0,0 0-4 0,0 0-1 0,-3 1 0 15,1 1 5-15,-1 1 1 0,3 2 0 16,-6 1 0-16,6 2-16 0,-3 0 0 0,0 0 0 0,0 2 0 16,0 1 0-16,3 0 0 0,-3 2 0 0,3 0 0 15,4 3 0-15,-4-3 0 0,3 1 0 0,3 2 0 16,0 2 0-16,0-2 0 0,3 3 0 0,0-1 0 16,0 1-48-16,3 2-13 0,3 0-3 15,0-2 0-15,0 2 52 0,5 0 12 0,-2-2 0 0,6 2 0 16,0-5-54-16,0 0-8 0,3-3-2 0,0-2 0 15,3 0 0-15,-4-6 0 0,4 0 0 0,0 1 0 16,-3-4 52-16,0-1 12 0,0-4 0 0,0 3 0 16,-1-3 48-16,-2 1 13 0,0-1 3 0,0 1 0 15,0-1 0-15,-3 1 0 0,-3-1 0 0,0 3 0 16,0-3 0-16,-3 1 0 0,0-1 0 0,-3 3 0 0,0 0-52 16,-1 0-12-16,-2 0 0 0,0 1 0 0,0-1 54 0,0 5 8 15,0 3 2-15,0 0 0 16,0 0-52-16,0 0-12 0,0 0 0 0,0 0 0 0,0 0 9 0,0 0-1 0,0 0 0 15,0 0 0-15,0 5-8 16,0 3 0-16,0 0 0 0,0 3 0 16,-2-1-12-16,-1 1-2 0,3-1 0 0,-3 1 0 15,0 0-66-15,3 2-14 0,-3-3-2 0,3 1-1 16,0-3-147-16,0-3-28 0</inkml:trace>
  <inkml:trace contextRef="#ctx0" brushRef="#br0" timeOffset="205210.014">13320 8697 2428 0,'-3'-18'51'0,"-3"2"10"0,0 3-49 0,3 0-12 0,-3-1 0 0,0 6 0 15,0 0 29-15,3 3 3 0,0 0 1 0,-3 2 0 16,6 3-25-16,0 0-8 0,0 0 0 0,0 0 0 16,0 0-216-16,0 0-51 0</inkml:trace>
  <inkml:trace contextRef="#ctx0" brushRef="#br0" timeOffset="205536.806">13385 8846 2310 0,'0'0'48'0,"0"0"11"0,0 0-47 0,0 0-12 0,0 0 0 16,0 0 0-16,-6 5 104 0,0-2 20 0,0-1 3 0,0 1 1 15,0 2-103-15,1-2-25 0,-1 2 0 0,-3 3 0 16,0-3 0-16,3 1 0 0,-3 1 0 0,0-1 0 31,3 2 0-31,0 0 0 0,0 0 0 0,0 0 0 0,3-1 0 0,3-1 0 0,3 2 0 0,0 2 0 16,0-4 0-16,3 2 0 0,0-1 0 0,0 1 0 15,0 0 0-15,3-2 0 0,-3-1 0 0,3 0 0 16,-3 1 0-16,3-1 0 0,-3 0 0 0,-1 0 0 16,-2-2 30-16,3 2 1 0,-3-2 0 0,-3-3 0 31,0 8-50-31,-3-3-9 0,0 0-3 0,0 3 0 0,-3 0 31 0,-2 0 0 0,2-2 0 0,-3 2 0 15,-3-1 0-15,-3-1 15 16,0 2-2-16,-3 0 0 0,3 0-27 0,-3-3-6 0,1 0 0 16,2 0-1-16,-3-2-86 15,3 2-17-15,0-5-3 0</inkml:trace>
  <inkml:trace contextRef="#ctx0" brushRef="#br0" timeOffset="206153.589">13460 8951 2258 0,'0'0'64'0,"0"0"14"0,0 0-62 16,3-2-16-16,-3 2 0 0,0 0 0 0,0 0 56 0,6 0 9 0,0 2 2 0,-1 1 0 16,1 2-54-16,0 3-13 0,-3-2 0 0,3 4 0 15,-3 3 0-15,3 1 0 0,-3-1 0 0,0 5 0 16,3 1 0-16,-3 2 0 0,0 3 0 0,0-3 0 16,-3 0 15-16,3 0 0 0,0 1 0 0,-3-4 0 15,3 1-24-15,-3-4-5 0,0-1-1 0,0-1 0 16,0-2 29-16,0-1 6 0,0-2 0 0,0 0 1 15,0-3-21-15,0-5 8 0,0 0-8 0,0 0 0 16,0 0 37-16,0 0 3 0,0 0 1 0,0 0 0 16,0 0 11-16,-6-5 3 0,3 0 0 15,-3-3 0-15,3-3-37 0,0 1-7 16,0-4-2-16,0-2 0 0,3 1 24 0,-3-7 5 0,3-1 1 0,-3-4 0 16,3 3-22-16,0-2-4 0,0-1-1 0,3 1 0 15,-3 5 4-15,3 0 1 0,3 2 0 0,-3 3 0 16,3 0-5-16,0 3 0 0,0 0-1 0,0 2 0 15,3 1-21-15,0 2-4 0,0 0-1 0,3 3 0 16,-3-1 15-16,3 4 0 0,-4-4 0 0,1 4 0 16,3 2 0-16,0 0 0 0,-3 0 0 0,3 0 0 15,-3 5 0-15,0-2 0 0,0 2 0 0,-3 0 0 16,0 3 0-16,3 0 0 0,-3 0 0 0,-3 0 0 16,0 3 0-16,0-1 0 0,-3-2 0 0,0 3 0 15,-3-1 0-15,0 3-22 0,0-2 3 0,-6 2 1 16,0 1 3-16,0-4 1 0,-3 1 0 0,0-1 0 15,0-2-1-15,-3 0 0 0,3 0 0 0,-3-3 0 16,4-2-16-16,-4-3-3 0,3 0-1 0,0 0 0 16,3-3-113-16,3-5-24 0,0 3-4 0</inkml:trace>
  <inkml:trace contextRef="#ctx0" brushRef="#br0" timeOffset="207284.277">13876 8515 2269 0,'-6'-3'64'0,"3"1"15"0,3 2-63 0,-5-6-16 0,5 6 0 0,-3 0 0 16,3 0 105-16,-6 0 19 0,6 0 3 0,-6 0 1 15,6 0-52-15,0 0-9 0,-6 6-3 0,3-1 0 16,0 0-51-16,0 3-13 0,0-3 0 0,0 6 0 16,0 0 0-16,3-1 0 0,-3 3 0 0,0 1 0 15,0 4 0-15,0 1 0 0,3-1 0 0,-3 6 0 16,3-3 0-16,-3 3 0 0,3 0 0 0,0 0 0 15,-3-1 0-15,3-1 0 0,0-4-9 0,0 3 9 16,3-2 0-16,-3-1 0 0,0 1 0 0,0-1 0 16,0 1-9-16,0-3 9 0,0 2-8 15,3 1 8-15,-3-3-49 0,0 2-5 0,3-2-1 16,0 3 0-16,0-4 44 0,0-1 11 0,0 2 0 0,3-6 0 16,-3 1 0-16,3-1 0 0,3-2 0 0,-3-2 0 15,3-1 0-15,2-3 0 0,1-2 0 0,0 0 0 16,0 0-16-16,3-5 0 0,0 0-1 0,3 0 0 15,-3-3 17-15,2-3 0 0,-2 0 0 0,3-2 0 0,0 3 10 16,-3-4 6-16,0 1 0 0,-3-3 1 0,0 3-17 16,0 0 0-16,-1 0 0 0,-2-1 0 15,0 4 55-15,-3-1 7 0,3-2 2 0,-3 2 0 16,0 1-20-16,-3 2-4 0,0 0-1 0,0 0 0 0,-3 0-2 0,0 0 0 16,0-2 0-16,0 2 0 0,-3 0-10 0,0 2-3 0,0-2 0 15,0 3 0-15,0-3 4 0,-3 3 0 0,0 0 0 0,0 2 0 16,0 0-28-16,-3 1 0 0,1-1-9 0,-1 3 9 15,0 0 0-15,0 0 0 0,0 3 0 0,-3 2 0 16,3-2 0-16,0 2 0 0,0 0 0 16,0 3-10-16,3-3-5 0,0 3-1 15,3 0 0-15,-3 3 0 0,6-3-15 0,-3 0-3 16,6 0-1-16,-3 0 0 0,3 2-15 0,3-2-3 0,0-3-1 16,0 3 0-16,3-2-21 0,0-1-4 0,0 0-1 15,0-2 0-15,0 0 64 0,0-1 16 0,0-2 0 0,0 0 0 16,-3 0 0-16,0 0 0 0,-1 0 0 0,1-2 0 15,-3-1 0-15,3 0 0 0,-3 3 0 0,3-2 0 16,-3-1 48-16,0 0 13 0,0 1 3 0,-3 2 0 16,3-3-52-16,-3 3-12 0,3-3 0 0,-3 3 0 15,6 0 0-15,-6 0 0 0,0 0 0 0,3 3 0 16,3 0 0-16,-3-1 0 0,3 4 0 0,-3-4 0 16,0 4 0-16,3-1 0 0,-3 0 0 0,0 0 0 15,3 1 0-15,-3-1 0 0,3 0 0 0,0 1 0 16,3-4 0-16,-3 4 0 0,2-4 0 0,1 1 0 15,-3-3-48-15,3 0-13 0,0 0-3 0,0-3 0 0,0-2 52 16,0 2 12-16,0-2 0 0,0 0 0 0,-3-1 0 16,3-2 0-16,-3 3 12 0,0-3-12 0,0 0 0 15,-3 3 0-15,0-3 0 0,0 0-12 0,0 0 62 0,-3-2 13 16,3 2 2-16,-1-3 1 0,-2 3-23 0,3 0-5 0,0-2-1 0,0 2 0 16,0 0-10-16,3 0-3 0,-3 0 0 15,0 0 0-15,3 3-24 0,-3-1 0 0,3 4 8 0,-3-1-8 16,-3 3 0-16,6 0 0 0,-6 0 0 0,3 3 0 15,3 2 0-15,-3-2 0 16,0 5 0-16,3-3 0 0,0 3 0 0,0 2 0 0,0-2 0 0,0 3 0 31,0-3-19-31,0 2-5 0,3-2-2 0,0 0 0 0,-4 0-61 16,4-2-12-16,0-1-2 0,-3 0-1 0,3-2 82 0,-3-3 20 0,3 0 0 0,0 0 0 16,-3 0 0-16,0-3 0 0,0 0 0 0,0-2 0 15,0 0 27-15,0 0 9 0,-3-1 3 0,0-2 0 16,0 3-11-16,0-3-3 0,0 0 0 0,0 0 0 15,-3 0 31-15,0 0 7 0,0 0 1 0,0 3 0 16,0-3 0-16,0 0 0 0,0 3 0 0,0 0 0 16,0 5-52-16,0 0-12 0,0 0 0 0,0 0 0 15,0 0 0-15,0 0 0 0,0 0 0 0,-6 8 0 16,3 0 0-16,0 0 0 0,-3 2 0 0,3 1 0 16,-3 2 0-16,0 3 0 0,3-3 0 0,-3 6 0 15,0-1 0-15,0 1 0 0,0 4 0 0,0-1 0 0,0 1 0 16,0 1 0-16,3 3 0 0,-3-4 0 0,3 1 0 0,0 0 0 15,-3-3 0-15,3 0 0 0,0-2 0 16,-3-1 0-16,3-2 0 0,1 0 0 16,-1-3-100-16,0-2-22 0,3 0-5 0</inkml:trace>
  <inkml:trace contextRef="#ctx0" brushRef="#br0" timeOffset="208206.566">16031 8809 1968 0,'0'-8'41'0,"0"-3"9"0,3 3-40 0,-3-3-10 0,0 4 0 0,0-1 0 16,0 0 74-16,-3 0 13 0,3 0 2 0,-6 3 1 15,4-1-7-15,-7 1-2 0,3 2 0 0,-6 1 0 16,3-1-27-16,-3 3-6 0,0 3 0 0,0-1-1 15,0 1-38-15,-3 2-9 0,3 3 0 0,0 0 0 16,1 0-12-16,2 3-5 0,0-3-1 0,0 5 0 16,3-3 29-16,3 1 5 0,0 0 2 0,0 2 0 15,6-3-18-15,3 1 0 0,0 2 0 0,3-2 0 0,0-1 0 16,6 1 0-16,-1-1 0 0,1 1 0 0,3-3 0 0,0 0 0 16,3 0 0-16,-3 0 0 0,-3 0 0 0,2-3 0 0,-2 0 0 15,-3 3 0-15,0-2 0 0,-6-1 0 0,0 0 0 16,-3 0 0-16,-3 1-11 0,-3-1-5 0,0 0-2 15,-6 3 0-15,0-2 18 0,-3-1 0 0,-6 0 0 0,1 3 0 16,-1 0 0 0,-3-3 8-16,0 3-8 0,0 0 0 15,0-3 14-15,1 3 0 0,-1-2 0 0,6-1 0 0,0 0-14 0,0-2 0 0,3 2 0 0,3-5 0 16,0 3 0-16,3-3 0 0,6 0 0 0,-6-3 0 31,6 3-160-31,0 0-34 0,-3-8-7 0</inkml:trace>
  <inkml:trace contextRef="#ctx0" brushRef="#br0" timeOffset="209090.674">16148 8838 2030 0,'0'0'57'0,"0"0"14"16,0 0-57-16,0 0-14 0,0 0 0 0,0 0 0 16,0 0 105-16,0 0 19 0,0 0 3 0,0 0 1 15,0 0-52-15,0 0-9 0,0 0-3 0,0 0 0 16,0 0-51-16,0 0-13 0,-3 5 0 0,0 3 0 15,3 0 34-15,0 0 4 0,0 2 1 0,0 1 0 16,0-3-31-16,0 2-8 0,3 1 0 0,0 0 0 16,0-1 0-16,2-2 0 0,-2 0 0 0,3-3 0 15,0 1-35-15,3-1-1 0,-3-2-1 0,3-1 0 0,3 1 37 16,-3-6 0-16,3 3 0 0,0-2 0 0,0-1 0 16,3-2 0-16,-3-1 0 0,-1 1 0 15,1 0 0-15,0-3 0 0,-3 3 0 0,-3-1 0 16,3 1 0-16,-6-3 0 0,3 3 0 0,-6-1 0 0,3 1 44 0,-6-3 16 0,3 3 3 15,-6 0 1-15,3-3-52 0,-3 2-12 0,0 1 0 0,0 0 0 16,0 2 54-16,0 1 8 0,0-1 2 16,3 3 0-1,-3 0-103-15,6 0-20 0,-6 3-4 0,3 2-1 0,-2 3 82 0,2 0 16 0,0 0 3 0,0 2 1 16,3 1-38-16,-3 2 0 0,3 0-14 0,0-2 4 16,3 2-15-16,0 0-3 15,0 3-1-15,2-3 0 0,1-2-28 0,0 2-6 0,3-2-1 0,0-1 0 16,0-4 10-16,3-4 2 0,0 1 0 15,3-3 0-15,-3-3-1 16,3-2 0-16,0 0 0 0,-1-6 0 0,1 3 29 0,3-5 7 16,0 0 1-16,-3 0 0 0,0-3 16 0,-3-3 0 0,0 1 0 0,0-1 0 15,-4-2 31-15,1 0 3 0,0 0 1 0,-3-3 0 16,0 0 25-16,0-3 6 0,-3-2 1 0,0 0 0 16,0 3 11-16,0-3 2 0,-3 2 1 0,3 3 0 15,-3 3-42-15,0 5-9 0,-3 1-2 0,3 1 0 16,0 1-4-16,-3 5 0 0,3 0-1 0,0 3 0 15,0 5-8-15,0 0-2 0,0 0 0 0,0 0 0 16,0 0-13-16,0 10 0 0,0-2 0 0,0 8 0 16,0 0 0-16,0 5 0 0,0 0 0 0,0 6 0 0,0-1 0 15,0 4 0-15,0 1 0 0,3 1-10 0,-3-3-8 0,0 0-2 16,0-2 0-16,0-1 0 0,0-5 0 0,-3 3-1 0,3-5 0 16,0 2 0-16,-3-3 4 0,3 1 1 0,0-1 0 0,-3-4 0 15,3-1 16-15,0-3 0 0,-3 1 0 0,3-3 0 16,0-3 0-16,0-5 0 0,0 0 0 0,0 0 0 15,0 0 0-15,0 0 0 0,3-8 0 0,0 0 0 16,3-2 0 0,0-1 0-16,0-2 0 0,3 0 0 0,0 0 0 0,0-1 0 15,3 1-8-15,0 0 8 0,2 0 0 16,4-1 0-16,0 1 0 0,0 0 0 0,0 2 44 0,0 1 16 16,3 2 4-16,-4 0 0 0,1 0-64 0,-6 3-18 0,3-1-1 0,-3 4 0 15,0-1 19-15,-3 3 0 0,-3 3 0 0,3-1 9 16,-6 4-9-16,0-1 10 0,0 3-10 0,-3 0 10 15,0 0-10-15,-3 0 8 0,3 2-8 0,-6 1 8 16,0-3-8-16,-3 2 8 0,0-2-8 0,0 3 8 16,-3-3-8-16,-3 0 0 0,0-3 0 0,-3 3 0 15,4 0 0-15,-4 0 0 0,0-3 8 0,3 0-8 16,0 1 0-16,0-1-11 0,3-2 3 0,-3-1 0 16,6 1-39-16,1-6-7 0,-1 3-2 0,6-5 0 15,0 0-108-15,0-3-23 0,6-3-4 0</inkml:trace>
  <inkml:trace contextRef="#ctx0" brushRef="#br0" timeOffset="209542.819">16999 8758 1814 0,'0'0'52'0,"3"-5"10"0,-3 0-50 16,3-1-12-16,0-2 0 0,0 3 0 0,3-3 93 0,-3-2 16 0,3 2 3 0,-3-3 1 16,3 1-32-16,0-4-6 0,-1 4-2 0,4-4 0 15,-3 1-7-15,3 3-2 0,0-1 0 0,0 0 0 16,3 1 0-16,-3 2-1 0,3-3 0 0,0 6 0 16,0-3 1-16,-3 6 1 0,3-4 0 0,-1 4 0 15,1-1-65-15,-3 3-11 0,0 0-3 0,0 3-1 16,-3-1 24-16,0 1 5 0,0 0 1 0,-3 4 0 15,0 1-15-15,-3 6 0 0,0-1 0 0,-3 5 0 16,0 1 0-16,-3 2-13 0,-3 3 2 16,0 2 1-1,-3-2-35-15,0 0-7 0,0 0-2 0,-2 0 0 0,-1-1 43 0,0-1 11 0,0-4 0 0,0 3 0 16,0-2 0-16,3-3 0 0,0 2 0 0,0-2 0 16,4 0 0-16,2-3 0 0,0 0 0 0,3-2 0 15,0 0 0-15,3-1 0 0,0-5 0 0,3 3 0 16,0-5 0-16,3 2 0 0,0-5 0 0,2 3 0 15,1-6 0-15,0 3 0 0,3-2 0 0,0-1 0 16,3-2 0-16,0 2 0 0,-3 0 0 0,6-2 0 16,-3 0 0-16,-1 0 0 0,4-1 0 0,0 1 0 15,0 0-104-15,0-1-20 0,0 1-3 0</inkml:trace>
  <inkml:trace contextRef="#ctx0" brushRef="#br0" timeOffset="210011.434">17669 8459 2301 0,'0'0'48'0,"0"0"12"15,0 0-48-15,0 0-12 0,-6-2 0 0,0 2 0 16,0 2 96-16,-3 1 18 0,0 2 3 0,0 3 1 16,-3 0-66-16,-3 5-12 0,3 1-4 0,-3 1 0 15,0 7-24-15,1 1-12 0,2 4 10 0,-3 5-10 16,6 2-17-16,3 0-10 0,0 3-1 0,6 0-1 16,0-2 29-16,3-3 0 0,0 2 0 0,6 0 0 15,0-2 17-15,6 3 10 0,0-1 1 0,2 3 1 16,1-5-17-16,0 0-4 0,3-3-8 0,0-6 12 15,-3-1-12-15,0-4 11 0,-1-2-11 0,1-3 10 0,-3-5-19 0,0 3-4 16,-3-6-1-16</inkml:trace>
  <inkml:trace contextRef="#ctx0" brushRef="#br0" timeOffset="-206521.786">17838 8711 1948 0,'0'-11'40'0,"3"0"11"15,0 4-41-15,-3-1-10 0,3-3 0 0,0 0 0 16,-3 3 129-16,0 3 24 0,0-3 5 0,0 3 1 16,0 0-76-16,0 5-15 0,0 0-4 0,0 0 0 0,0 0-51 0,0 0-13 15,0 0 0-15,0 0 0 0,0 0 54 16,0 10 8-16,-3 1 2 0,0 5 0 15,3 0-52-15,-3-1-12 0,0 7 0 0,3-1 0 0,0-3-12 0,0 1-6 0,0-3-1 16,0 0 0 0,6 2-21-16,-3-5-4 0,0-2 0 0,3 2-1 0,0-5 36 15,0 0 9-15,0-3 0 0,3-2 0 16,0 0-30-16,0-3-4 0,0 0-1 0,0-3 0 0,0 0 23 0,2-2 12 0,1 0-12 16,-3-3 12-16,3 3-25 0,-3-3 1 0,0-3 1 0,0 3 0 15,-3 0 70-15,0-2 13 0,0-1 4 0,-3 0 0 16,0 1-52-16,-3 2-12 0,3-3 0 0,-3 3 0 15,0 3 40-15,0 0 6 0,0 5 1 0,0 0 0 16,0 0-35-16,0 0-12 0,0 0 9 0,-3 8-9 16,3 0 0-16,0 0 0 0,-3 5 0 0,3 0 0 15,0 0 0-15,0 0 0 0,3 1 0 16,0-1 0-16,0 0-11 0,3 3-1 0,0-3 0 0,0 0 0 16,0 1-6-16,2-4-2 0,1 1 0 0,0-1 0 15,0-2 8-15,0-2 2 0,0-1 0 0,3 0 0 16,-3-5 10-16,-3 3-13 0,3-3 5 0,-3-3 8 15,3 1 11-15,-3-4 9 0,0 1 3 0,0 0 0 16,0-3 14-16,-3 0 3 0,0 0 1 0,-1 0 0 16,1-3 19-16,0 1 3 0,0-1 1 0,-3 1 0 15,3-4-52-15,-3-1-12 0,3 1 0 0,-3 1 0 16,0-5 0-16,3 2 0 0,-3 0 0 0,0 0 0 16,3-3 0-16,-3 6 0 0,0-3 0 0,0 6 0 15,0-3 0-15,0 5 0 0,3-3 0 0,-3 3 0 16,3 3-159-16,0-1-34 0,0 1-7 0</inkml:trace>
  <inkml:trace contextRef="#ctx0" brushRef="#br0" timeOffset="-206188.211">18431 8547 1892 0,'0'0'80'0,"0"0"-64"16,0 0 127-16,0 0 25 0,0 0 6 0,0 0 1 15,3 0-69-15,-3 0-14 0,0 0-2 0,6 0-1 16,-6 0-41-16,3 2-8 0,-1 1-1 0,1 2-1 16,0 3-10-16,0 3-3 0,0-1 0 0,0 3 0 15,-3 1-9-15,0 4-1 0,0 1-1 0,3 2 0 16,-6 0-6-16,3 3-8 0,-3-3 11 0,3 3-11 15,-3-3 9-15,0-2-9 0,0 2 0 0,-2-3 9 16,2 1-9-16,0-3 0 0,0-3 0 0,0 3 8 16,0-3 5-16,0 0 1 0,0-2 0 0,-3-1 0 15,3 1-14-15,0-3 0 0,0 3 0 0,0-1 0 16,0-2-97-16,3-3-23 0,0 3-4 0</inkml:trace>
  <inkml:trace contextRef="#ctx0" brushRef="#br0" timeOffset="-205901.602">18675 8883 2310 0,'0'0'48'0,"0"0"11"0,0 0-47 16,3 5-12-16,0 3 0 0,3-3 0 0,-3 0 104 0,0 1 20 0,0-1 3 0,-3-5 1 16,0 5-52-16,2 3-9 0,-2-2-3 0,-2-1 0 15,2 3-51-15,-3 2-13 0,0-2 0 0,0 3 0 16,-3-1 0-16,0 4 0 0,-3-4 0 0,3 4 0 16,0-1-48-16,-3 0-13 0,0 3-3 0,0-3 0 15,0 3 28-15,3-3 6 0,-3-2 1 0</inkml:trace>
  <inkml:trace contextRef="#ctx0" brushRef="#br0" timeOffset="-205057.373">18981 8724 2269 0,'0'0'64'0,"0"0"15"16,-3-5-63-16,0-1-16 0,3 1 0 0,-3 0 0 15,0-1 104-15,3 1 17 0,0 5 4 0,-3-5 1 16,3 5-49-16,0 0-9 0,0-5-3 0,0 5 0 16,0 0-28-16,0 0-5 0,0 0-2 0,0 0 0 15,0 0-14-15,-3 7-4 0,3 1 0 0,-3 3 0 16,0 2-12-16,3 3 0 0,-3 3 8 0,3-1-8 16,0 1 0-16,0-1 0 0,3-2 0 0,-3 3 0 15,3-4-26-15,0 1 2 0,3 0 0 0,-3 0 0 16,3-5-20-16,0-1-4 0,0 1-1 0,0-6 0 15,0 0-37-15,3 1-7 0,0-6-2 0,0 2 0 16,0-4 83-16,0 2 12 0,0-3 12 0,3-2-2 16,-3 2-10-16,-1-2 0 0,-2 0 0 0,0-1 0 15,3-2 32-15,-3 0 2 0,-3 0 0 0,3 0 0 0,-3 1 19 0,-3-1 4 16,0 0 1-16,0 0 0 0,0 2-26 0,0-1-4 16,0-1-2-16,0 2 0 0,-3 1 10 0,3 0 3 0,0 5 0 15,0 0 0-15,0 0-27 0,0 0-12 0,0 0 10 0,0 0-10 16,0 0 0-16,3 5 0 0,-3 3 0 0,3 0-10 15,0 0 10-15,0 2 0 0,0 1 0 0,0 0 0 32,3-1-36-32,0 1-1 0,-3 2-1 0,6-2 0 0,0-1 26 15,0 1 12-15,0-1-10 0,3 1 10 0,-1-3-16 0,1 2 4 0,0-4 0 0,0-1 0 16,0 0 12-16,-3-2 0 0,3-3 0 0,-3 0 0 16,0 0 11-16,0-3 5 0,0-2 0 0,0 0 1 15,-3-1-17-15,-1-4 0 0,-2 2 0 0,0-3 0 16,0 1 55-16,0-1 7 0,0 1 2 0,0-4 0 15,-3 1-52-15,3 0-12 0,-3-3 0 0,0 0 0 16,3 0 36-16,-3 0 4 0,0 0 0 0,0 1 1 16,0-1-31-16,0 0-10 0,0 0 0 0,0 3 0 15,0 2 0-15,0 1 0 0,0 2-15 0,0 0 5 16,0 0-90-16,0 5-17 0,0 3-4 0</inkml:trace>
  <inkml:trace contextRef="#ctx0" brushRef="#br0" timeOffset="-204656.747">19526 8692 2714 0,'0'0'77'0,"0"0"16"0,0 0-74 15,0 0-19-15,0 0 0 0,0 0 0 0,0 0 41 0,0 0 5 0,0 0 1 0,0 5 0 16,3 3-33-16,-3-2-6 0,3 2-8 0,-3 2 11 15,0 1-11-15,3-1 0 0,-3 4 0 0,0-1 0 16,3 0 0-16,-3-2 8 16,0 2-8-16,3 0 0 0,-3 0 0 0,3-2 0 0,0 2 0 0,0-5 0 15,3 3 0-15,-3-3 0 0,3-1-12 0,3 1 12 16,-3-2-12-16,2-4 12 0,1 1-12 0,0 0 12 16,0-3-8-16,3 0 8 0,0 0 0 0,0-3 0 15,-3 0 0-15,3-2 18 0,-3 0-3 0,0-3-1 16,0 3 25-16,0-3 5 0,-1 0 0 0,-2-3 1 15,0 3 6-15,-3-5 1 0,0 2 0 0,0 1 0 16,-3-3-14-16,3-3-2 0,-3 2-1 0,0-1 0 16,-3-1-15-16,0 0-2 0,0 0-1 0,0 0 0 15,-3 3-9-15,0 0-8 0,1-1 9 0,-4 4-9 16,-3 2 0-16,0 0 0 0,-3 0-8 0,-3 3 8 16,0 2-44-16,0 0-3 0,-3 3 0 15,1 3 0-15,-1 0-172 0,-3-1-34 0</inkml:trace>
  <inkml:trace contextRef="#ctx0" brushRef="#br0" timeOffset="-204218.549">20011 8906 1824 0,'0'0'76'16,"0"0"-60"0,0 0 140-16,0 0 29 0,0 0 6 0,0 0 1 15,0 0-103-15,3 6-20 0,0-1-4 0,0 0-1 16,-3 1 0-16,0 2 0 0,0-1 0 0,-3 1 0 15,-3 3-51-15,0 2-13 0,0-2 0 0,-3 5 0 16,-3 0 0-16,4-1 0 0,-4 4 0 0,-3 2 0 16,0-2-48-16,3-1-13 0,-3 3-3 0</inkml:trace>
  <inkml:trace contextRef="#ctx0" brushRef="#br0" timeOffset="-196781.924">20535 8705 1767 0,'6'-8'74'0,"-3"-2"-59"16,0-1 106-16,3 1 22 0,-3 2 4 0,0-3 1 16,-3 1-49-16,3-1-10 0,-3 3-1 0,-3-3-1 15,0 3-28-15,0 1-6 0,0-1-1 0,-3 0 0 16,0 2-9-16,-3-2-3 0,3 3 0 0,-6 3 0 16,3-4-8-16,-3 6-3 0,-2-2 0 0,-1 2 0 15,0 2-15-15,-3 4-3 0,3-1-1 0,-3 0 0 16,0 6-33-16,3 2-6 0,1 0-2 0,-1 0 0 15,3 3 31-15,0 0 0 0,3 0 0 0,3 3 0 16,0-6-18-16,3 3 2 0,0-3 1 0,3 0 0 16,3-2-21-16,3-3-5 0,0 0-1 0,3-3 0 15,0-3 17-15,3 1 3 0,0-3 1 0,2-3 0 16,1 1 21-16,3-3-9 0,-3-3 9 0,3 0 0 16,-3 0 0-16,3 0 17 0,-3-3-1 0,-3 3-1 0,2-2 17 15,-2 2 3-15,0-3 1 0,-3 1 0 0,0 2 4 16,0 0 0-16,-3 0 1 0,0 0 0 0,0 3-9 0,-3 2-1 15,0 0-1-15,-3 3 0 0,0 0-12 0,0 0-2 0,0 0-1 0,6 6 0 16,-3 1-7-16,0 4-8 16,-3 2 11-16,3 3-11 0,0 0 8 15,-3 3-8-15,0 2 0 0,3 0 0 0,-3 0 0 0,3-2 0 16,-3 2 0-16,0-3 0 0,0 1-20 0,0-1-2 0,0-2 0 0,0 3 0 31,0-6-78-31,0 3-16 0,3-3-4 0</inkml:trace>
  <inkml:trace contextRef="#ctx0" brushRef="#br0" timeOffset="-196580.545">20865 8840 1911 0,'0'0'80'16,"0"0"-64"-1,0 0 104-15,0 0 20 0,0 0 4 0,0 0 0 16,0 0-54-16,0 6-11 0,-3 2-3 0,1-1 0 15,-4 1-45-15,3 3-10 0,-3 0-1 0,0-1-1 16,0 1-19-16,0 2 0 0,0 0 0 0,-3 0 0 16,0 1-25-16,0-1-6 0,3 0-1 0,-3 0 0 15,3 3-124-15,0-3-26 0,0 1-5 0</inkml:trace>
  <inkml:trace contextRef="#ctx0" brushRef="#br0" timeOffset="-196066.993">21133 8586 2310 0,'-6'-29'48'0,"3"19"11"0,0-4-47 0,0 4-12 0,1-1 0 0,-1 1 0 16,3 2 104-16,-3 2 20 0,0-2 3 0,3 3 1 16,0 5-60-16,0 0-11 0,0 0-2 0,0 0-1 15,0 0-25-15,0 0-5 0,0 0 0 0,0 11-1 16,0-1-10-16,0 4-1 0,0-1-1 0,0 3 0 15,-3 2-11-15,3 1 0 0,0 2 0 0,-3 3 8 16,0 2-8-16,3 1 0 0,-3 2 0 0,0 0 8 16,3-3-8-16,-3 1-9 0,0-3 9 0,0-1-13 15,3-1-8-15,-3-1-2 0,0 0 0 0,0-5 0 16,3 2 23-16,-3-5 0 0,0-2 0 0,3 0 0 16,-3-3 0-16,3-3 0 0,0-5 0 0,0 0 0 15,0 0 0-15,0 0 0 0,0 0 0 0,0 0 0 16,0 0 0-16,6-3 0 0,-3-5 0 0,3 0 0 15,0-2 0-15,0-1 0 0,0 1 0 0,3-1 0 16,0-2 0-16,-1 0 0 0,4-3 0 0,-3 2 0 16,3 1 53-16,0 3 9 0,3-4 2 0,-3 4 0 15,0 2-52-15,0-3-12 0,0 6 0 0,-3-3 0 16,-1 5 0-16,1 1 0 0,0-1 0 0,0 0 0 16,-3 6 0-16,3 0 0 0,-3 2 0 0,-3 0 0 15,3 1 0-15,-3 2 0 0,3 0 0 0,-3 2 0 16,-3 1 0-16,0-1 0 0,0 4 0 0,0-1 0 0,-6 0 0 0,3 0 0 0,-6-2 0 0,3 2 0 15,-3 0 0-15,-3-2 0 0,-3 2 0 16,0-5 0 0,-2 3-18-16,-1-1-6 0,0-2-2 0,0 0 0 15,3 0-23-15,-3 0-5 0,6 0-1 0,-2-3 0 0,2 0-148 16,3-2-29-16</inkml:trace>
  <inkml:trace contextRef="#ctx0" brushRef="#br0" timeOffset="-195869.061">21535 8854 2488 0,'3'-3'52'0,"-3"3"12"0,6 0-52 0,-6 0-12 0,0 0 0 0,0 0 0 15,0 0 119-15,0 0 21 0,0 0 4 0,0 0 0 16,0 0-78-16,0 0-16 0,0 5-3 0,0 3-1 16,0-3-22-16,-6 3-5 0,3 3-1 0,-3-3 0 15,0 2-18-15,0 1-16 0,0-3 4 0,-3 5 0 16,1-2-32-16,-1 2-7 0,0-2-1 0,0 2 0 15,3 0-163-15,-3 0-33 0,3 1-6 0</inkml:trace>
  <inkml:trace contextRef="#ctx0" brushRef="#br0" timeOffset="-195423.884">21910 8666 1918 0,'6'-8'40'0,"0"2"9"0,0 1-39 0,-3-3-10 0,0 3 0 0,0 0 0 16,0-1 84-16,-3 4 16 0,0-6 2 0,0 2 1 16,-3 4 3-16,0-4 1 0,-3 4 0 0,0-1 0 15,-3 1-56-15,0 2-11 0,0 0-3 0,-3 0 0 16,1 2-19-16,-1 3-4 0,0-2-1 0,0 5 0 15,-3 0-13-15,3 3 0 0,0-1 8 0,0 6-8 16,0 0 0-16,3 2 0 0,0-2 0 0,1 6-10 16,5-4 10-16,0 1-8 0,6-1 8 0,-3 1-8 15,6-4 8-15,-1 1-8 0,4-2 8 0,0 1-8 16,0-4 0-16,3 0 0 0,0-1 0 0,3-2 0 16,0-5-82-16,3 2-16 0,3-5-3 0</inkml:trace>
  <inkml:trace contextRef="#ctx0" brushRef="#br0" timeOffset="-195229.135">22217 8803 2066 0,'0'0'43'0,"-6"-5"10"0,6 5-42 15,-6-3-11-15,0 1 0 0,6 2 0 0,-3-3 53 0,3 3 9 0,0 0 2 0,-6 0 0 16,6 0 0-16,0 0 0 0,0 0 0 0,-6 5 0 16,0 1 0-16,3-1 0 0,0 3 0 0,-3 2 0 15,3 1-52-15,0 0-12 0,0-1 0 0,0 3 0 16,-3 1 0-16,0-1 0 0,0 0 0 0,1 0 0 15,-4 1 0-15,3-4 0 0,-3 3 0 0,0 1 0 32,3-4-100-32,0 1-22 0,0-1-5 0</inkml:trace>
  <inkml:trace contextRef="#ctx0" brushRef="#br0" timeOffset="-194681.709">22491 8515 2401 0,'0'-11'50'0,"3"1"11"16,0 2-49-16,-3 0-12 0,3 0 0 0,0 3 0 16,0-1 92-16,0 1 15 0,0 2 3 0,-3 3 1 15,0 0-50-15,0 0-9 0,5 0-3 0,-5 0 0 0,3 3-23 0,3 5-5 0,-3-3-1 0,0 6 0 31,0-1-12-31,-3 4-8 0,0-1 10 0,0 5-10 16,0-2 8-16,0 5-8 0,0-2 0 0,-3 5 9 0,0 0-9 0,0 2 0 16,-3 3 0-16,3 0 0 15,-2-2-32-15,-1 2 2 0,3-5 0 0,-3 2 0 16,0-2-14-16,0-3-4 0,0 0 0 0,3-2 0 0,-3-3 20 0,3-3 4 0,0 0 1 0,0-2 0 16,0-3 23-16,3-3 0 0,0 0 0 0,0-5 0 15,0 0 0-15,0 0 0 0,0 0 0 0,3 0 0 16,3 0 26-16,0-5 0 0,-3 2 0 0,3-5 0 15,-3 0 7-15,3 0 2 0,-3-2 0 0,0-1 0 16,0-2 1-16,0-3 1 0,-3 3 0 0,0 0 0 16,0-3-1-16,-3 3-1 0,3-1 0 0,-6 1 0 15,3 0-7-15,-3 2-2 0,0 1 0 0,-3-1 0 16,0 3-10-16,-3 0-3 0,3 3 0 0,-6 2 0 16,3 1-13-16,-3 2 9 0,1 2-9 0,-1 4 8 15,0-1-31-15,3 3-6 0,0 0-2 16,0 2 0-16,0 1 31 0,6 0 0 0,-3 2 0 0,6 0 0 15,0-2 0-15,3 2 0 0,0 0 0 0,3 0 0 16,3 0 0-16,0-2 0 0,3 0 0 0,0-1 0 16,3-2 0-16,0 0 20 0,3-3-4 0,0 1 0 15,2-1-30-15,1-2-6 0,3-1-2 0,0 1 0 16,0-3-103-16,0-3-21 0,3 3-4 0</inkml:trace>
  <inkml:trace contextRef="#ctx0" brushRef="#br0" timeOffset="-194499.543">22768 8880 2120 0,'5'-5'60'0,"-2"-1"13"0,0 1-58 16,3 0-15-16,-3 2 0 0,0-2 0 0,-3 5 102 0,0 0 18 0,3-5 3 0,-3 5 1 16,0 0-44-16,0 0-8 0,0 0-1 0,0 0-1 15,0 0-21-15,0 0-4 0,0 0-1 0,-3 8 0 16,0-3-16-16,0 3-4 0,-3 0-1 0,0 0 0 16,-2 2-11-16,-1-2-3 0,0 3 0 0,0-1 0 15,-3 1-9-15,3-3-17 0,-3 2 4 0,3 1 1 31,0 2-121-31,0-2-24 0,0-1-5 0</inkml:trace>
  <inkml:trace contextRef="#ctx0" brushRef="#br0" timeOffset="-193846.847">23056 8727 1337 0,'0'0'28'0,"0"0"6"0,0 0-34 0,0 0 0 0,0 0 0 0,0 0 0 15,0 0 109-15,0 0 15 0,0 0 4 0,0 0 0 16,0 0-24-16,0 0-4 0,0 0 0 0,0 0-1 15,0 0-56-15,3 0-11 0,3 0-3 0,0 0 0 16,3-3 28-16,0 0 6 16,0 1 1-16,3-1 0 0,0-2-52 0,3-3-12 0,0 2 0 0,-1-2 0 15,1 1 35-15,0-1 4 0,3-3 1 0,-3 3 0 16,3-3-5-16,-6 4-1 0,3-1 0 0,-7-3 0 16,1 3 1-16,-3 0 0 0,-3 0 0 0,0 3 0 15,-3-3-7-15,-3 3-2 0,-3-3 0 0,-3 2 0 16,1 1-10-16,-4 3-3 0,-3-4 0 0,-3 4 0 15,0-1-13-15,0 3 11 0,-3-3-11 0,0 6 10 16,4 0-10-16,-4 2 0 0,3 0 0 0,3 0 0 16,0 3-11-16,0 3 3 0,3 0 0 0,0-1 0 15,4 3-4-15,-1 1-1 0,3 1 0 0,0 1 0 16,6 0 1-16,0 0 1 0,0 0 0 0,3 3 0 16,3-6 11-16,0 3-13 0,0-3 5 0,5 0 8 15,-2 0-8-15,3-2 8 0,0 2 0 0,3-5 0 16,0 0 0-16,3 0 0 0,3-3 0 0,-3 1 0 15,2-4 0-15,1 1 0 0,0-1 0 0,3-2 0 16,-3 0-29-16,-1-2-2 0,1-1 0 0,0 1 0 16,-3-1-201-16,-3-2-41 0</inkml:trace>
  <inkml:trace contextRef="#ctx0" brushRef="#br0" timeOffset="-193681.473">23506 8753 2030 0,'0'0'57'0,"0"0"14"0,0 0-57 0,0 0-14 0,0 0 0 0,0 0 0 15,0 0 105-15,0 0 19 0,0 0 3 0,-3 5 1 16,3 3-52-16,0 0-9 0,-3 0-3 0,3 0 0 16,-3 3-51-16,0-3-13 0,3 2 0 0,-3-2 0 15,-3 3 0-15,3-1 0 0,-3 1 0 0,3-1 0 16,-3 1-100-16,0 0-22 0,0-1-5 0</inkml:trace>
  <inkml:trace contextRef="#ctx0" brushRef="#br0" timeOffset="-193164.391">23979 8502 1824 0,'3'-11'76'16,"0"0"-60"-16,-3 1 89 0,0 2 19 0,0 0 3 0,0 3 1 15,-3-1-27-15,3 1-5 0,-3 2 0 0,-3-2-1 16,0 5-41-16,0 0-8 0,0 0-2 0,0 3 0 16,0-1-22-16,-3 4-5 0,3 2-1 0,-3 0 0 15,1 2-16-15,2 6 10 0,-3-3-10 0,0 6 8 16,3-1-8-16,0 4 0 0,-3 1 9 0,3 1-9 15,0 0 0-15,0 2 0 0,3 1 0 0,0 2 0 16,0-3 0-16,0 1 0 0,0-1 0 0,0-2 0 16,0 0 0-16,3-3 0 0,-3 0 0 0,0 0 0 15,3-5 28-15,-3 0 2 0,0-3 0 0,0-2 0 16,0 2-75-16,0-5-15 0,0 0-4 0,-3 0 0 16,0-3-51-16,1 1-10 0,-4-4-3 0</inkml:trace>
  <inkml:trace contextRef="#ctx0" brushRef="#br0" timeOffset="-192971.476">23669 8689 1824 0,'0'0'38'0,"0"0"8"0,6-2-37 15,3 2-9-15,0-3 0 0,3 1 0 0,0 2 104 0,0 0 20 0,3 0 3 0,0 0 1 16,0 0-52-16,2 0-9 0,-2 0-3 0,3-3 0 15,0 3-51-15,0 0-13 0,0-3 0 0,3 3 0 16,-1-2-11-16,4 2-5 0,-3 0 0 0</inkml:trace>
  <inkml:trace contextRef="#ctx0" brushRef="#br0" timeOffset="-192225.432">24339 8578 1420 0,'0'0'29'0,"0"0"8"16,0 0-29-16,3 3-8 0,3-3 0 0,0 3 0 15,-6-3 85-15,3 2 16 0,3 1 3 0,0 0 1 16,-3-1-34-16,3 1-7 0,0 2-2 0,0-2 0 15,0 2-19-15,3 0-4 0,-3 1-1 0,3-4 0 16,-1 4-7-16,1-4-2 0,3 4 0 0,-3-4 0 16,3 1 3-16,-3-3 0 0,3 0 0 0,-3 0 0 15,0 0 5-15,0-3 2 0,0 3 0 0,-3-2 0 16,0-1 18-16,-3 0 4 0,-3 3 1 0,0 0 0 0,3-5-10 0,-3 0-1 16,-3-1-1-16,0 1 0 0,0 0-10 0,-6-1-3 0,3 1 0 0,-6 0 0 15,-3 2-20-15,0-2-4 0,0 2-1 0,-6 1 0 16,3-1-12-16,-2 0 8 0,-4 3-8 15,3 0 0-15,3 0 0 0,0 0 0 0,3 3 0 0,1 0-10 32,2-3-19-32,3 2-4 0,3 1-1 0,0 0 0 15,6-3-25-15,0 0-5 0,0 0 0 0,0 0-1 16,6 2-10-16,3 1-1 0,0 0-1 0,5-3 0 0,4 0 35 16,0 0 7-16,0 0 2 0,3-3 0 0,0 0 25 0,0 3 8 0,-1-2 0 15,-2-1 0-15,-3 0 9 0,0 3 9 0,-3-2 2 0,0-1 0 16,-3 0 28-16,0 1 7 0,-6-1 1 0,-3 3 0 15,0 0 10-15,0 0 2 0,0 0 1 0,0 0 0 16,0 0-27-16,0 0-6 0,0 0 0 0,0 0-1 16,0 8-22-16,0-3-4 0,-3 3-1 0,0 3 0 15,3 2-8-15,-3 0 12 0,0 3-12 0,0 5 12 16,0-2-12-16,3 5 0 0,-3 0 9 0,0-1-9 16,0-2 0-16,0 3 0 0,0 0 0 0,0 0 0 15,-3-3 0-15,0-2 0 0,3-1 0 0,-3 1 0 16,0-1 0-16,-3-5-13 0,3 3 1 0,-3-2 1 15,3-4-9-15,-3 3-3 0,1-2 0 0,-1 0 0 16,0-4 10-16,-3 1 1 0,3 0 1 0,0-5 0 16,0 2 11-16,3-5 0 0,0 3 8 0,0-6-8 15,0 1 26-15,3-1 1 0,-3-5 0 0,3 3 0 16,3-3 2-16,-3-3 1 0,3 3 0 0,0-5 0 0,3 2-10 0,0 1-3 16,0-3 0-16,3-1 0 15,0 1-17-15,3 0 10 0,0-3-10 0,0 3 8 0,3 0-8 16,0 2 0-16,0 0 0 0,0 1 0 0,-1-3 0 0,1 5 0 15,0-3 0-15,3 1 0 16,-3 2-31-16,0 0-5 0,3 0 0 0,0 0-1 16,-3 2-154-16,3 1-30 0,-1 0-7 0</inkml:trace>
  <inkml:trace contextRef="#ctx0" brushRef="#br0" timeOffset="-191905.518">24726 8478 2172 0,'-3'-11'61'0,"0"-2"15"0,0 5-61 0,3-3-15 0,-3 4 0 0,3-1 0 16,0 2 97-16,0 1 17 0,3 0 3 0,-3 5 1 15,3-3-41-15,3 0-8 0,0 3-1 0,0 0-1 16,0 3-22-16,3 0-4 0,0 2-1 0,0 0 0 16,0 3-10-16,0 3-2 0,3-1-1 0,-4 4 0 15,4 1-12-15,-3 1-3 0,3 3 0 0,-3 2 0 16,0 0-12-16,-3 6 9 0,0-1-9 0,-3 6 8 15,0 0-8-15,-3-1 8 0,0 4-8 0,-6-1 8 16,0-2-8-16,-6 0 8 0,3-3-8 0,-6 3 8 16,0-6-8-16,-2 3 0 0,-1-2 9 0,-3-1-9 15,0 1 0-15,3-4 9 0,-6 4-9 0,4-3 0 16,-1-3 9-16,0-3-9 0,-3 1 0 0,0-3 9 0,3-3-9 16,4-3 0-16,-4 1 0 0,3-3 0 15,0-3-42-15,6 1-1 0,-3-4 0 0</inkml:trace>
  <inkml:trace contextRef="#ctx0" brushRef="#br0" timeOffset="-191549.94">25083 8711 2299 0,'0'0'96'16,"3"-6"-76"-1,0 4 107-15,0-4 21 0,0 1 5 0,0 0 1 16,3 0-72-16,-3 2-14 0,0-2-4 0,0-1 0 16,0 1-40-16,0 2-9 0,0-2-2 0,-3 5 0 15,6-3-13-15,-6 3 0 0,3-2 0 0,-3 2 0 16,0 0-41-16,0 0-8 0,3 0-2 0,-3 0 0 16,0 0-182-16,0 8-37 0</inkml:trace>
  <inkml:trace contextRef="#ctx0" brushRef="#br0" timeOffset="-191324.666">25086 9012 2549 0,'0'6'53'0,"-3"2"12"0,0-1-52 0,3-1-13 0,-3 2 0 0,3 0 0 15,-3 2 90-15,0-2 15 0,0 0 3 0,0 5 1 16,-2-2-65-16,-1-1-12 0,0 1-4 0,-3 2 0 15,0 1-19-15,-3-4-9 0,0 3 8 0,0 3-8 16,-3-3 0-16,-3 1 0 0,3-4 0 0,-5 6 0 16,2-3-32-16,-3 1-4 0,0-1-2 0,-3-3 0 15,-3 1-165-15,4-3-33 0</inkml:trace>
  <inkml:trace contextRef="#ctx0" brushRef="#br0" timeOffset="-186997.61">11596 10751 1398 0,'0'0'29'0,"0"0"7"15,0 0-36-15,3 5 0 0,0 0 0 0,0-2 0 0,3 2 76 16,0-2 9-16,3 2 2 0,0-2 0 15,0-1-22-15,3 1-4 0,-3 0-1 0,3-3 0 16,0 2-24-16,-1-2-6 0,1-2-1 0,3 2 0 16,0-3 28-16,0 0 6 0,3 1 1 0,0-3 0 0,0-1-48 0,2-2-8 15,1 0-8-15,-3 0 9 0,3 0 8 0,-3-2 2 0,-3 2 0 0,0 0 0 16,-1 0 1-16,-2 0 0 0,-3 0 0 16,0 3 0-16,-3-3 9 0,-3 0 3 0,0 3 0 0,-3-3 0 15,-3 2 4-15,0 1 0 0,-3 0 1 0,-3-3 0 16,0 3-10-16,-3 2-3 0,1-5 0 0,-4 5 0 15,-3 1-8-15,0-1-1 0,0 3-1 0,0-2 0 16,0 4-30-16,4 1-5 0,-4-1-2 16,3 4 0-16,0-1 23 0,3 0 0 15,0 1 0-15,3-1 0 0,0 3 20 0,6 0 9 16,-3 0 2-16,3 2 0 0,0 1-31 0,0-1 0 0,3 1-11 0,0 2 11 16,3 1-10-16,0-1 10 0,3 0 0 0,0 0-9 15,0 0-10-15,3 1-1 0,0-4-1 0,3 1 0 16,0-1 21-16,3-2 0 0,0 0 0 0,2-2 0 15,1-1 0-15,3-2 0 0,0-1 10 0,3-2-10 16,-3 0-17-16,2 0-11 0,1-5-1 16,0 2-1-16,-3-5-18 0,-3 3-3 15,0-3-1-15,-3 0 0 0,-1 0 0 0,-2-2 0 0,3-1 0 0,-3 0 0 16,-3 1 19-16,0-1 3 0,0-2 1 0,-3 2 0 16,0-2-5-16,0 3-1 0,-3-4 0 15,0 4 0-15,0-1 68 0,-3 1 14 0,0-1 2 0,-3-2 1 16,3 5 13-16,0-3 2 0,-3 3 1 0,3 0 0 15,-3 1 8-15,3 1 2 0,-3-2 0 0,3 3 0 16,0 2-49-16,0 3-10 0,0 0-1 0,0 0-1 16,0 0-24-16,0 0-5 0,0 0-1 0,0 0 0 15,6 3 27-15,-3 0 6 0,3 2 1 0,0 0 0 16,0 6-19-16,0-3 0 0,-1 5 0 0,1 0 0 16,0 3 0-16,0 3 0 0,0-1 0 0,-3 1 0 0,3-1-9 15,-3-2-9-15,0 3-2 0,0-4 0 0,-3-1 36 0,3-1 6 16,-3 0 2-16,0-2 0 0,0-3-39 15,0-3-7-15,0 0-2 0,0-5 0 0,0 6 41 0,0-6 8 0,0 0 2 16,0 0 0-16,0 0-27 0,0 0 0 0,0 0 0 0,0 0 0 16,6-3 8-16,0-5-8 0,-3 0 0 0,3 0 8 15,0-3-8-15,3 1 0 0,-3-1 9 0,3-2-9 16,0 0 16-16,-3 2 0 0,3-2-1 0,2 0 0 16,-2 2-3-16,0 1 0 0,0 2 0 0,-3 0 0 15,3 5-12-15,-3-2 8 0,3 5-8 0,-3-3 0 16,3 6 8-16,-3 2-8 0,0 3 0 0,0 0 9 15,0 3-9-15,0 2 0 0,0 0 0 0,0 3 8 16,-3-3-8-16,2 3 0 0,-2 0 0 16,0 0 0-16,3-3-18 0,-6 0 1 0,3-2 0 0,0 2 0 15,0-5 1-15,-3 0 0 0,3 0 0 0,-3-3 0 16,0-5 4-16,0 0 0 0,3 5 1 0,-3-5 0 16,0 0-3-16,3-5-1 0,3 3 0 0,-3-6 0 15,0 0 15-15,3-6-12 0,-3 1 12 0,3-3-12 16,0-5 12-16,0 0 0 0,0-5-10 0,3-1 10 15,-3 1 0-15,3-1 0 0,-3 1 0 0,3 2 0 16,0 0 18-16,-4 0 2 0,1 3 0 0,3 0 0 16,-3 2 11-16,0 3 2 0,0-2 1 0,0 2 0 15,3 3-19-15,-3 0-4 0,0-1-1 0,0 4 0 0,0-1 18 0,0 6 4 16,0 0 1-16,0 2 0 0,0 3-24 0,0 3-9 0,0-1 0 16,0 6 9-16,0 0-9 0,0 3 0 0,-1 2 0 15,1 0 8-15,0 0 15 0,-3 3 2 0,0-2 1 0,3 1 0 31,-3 4-72-31,0 2-14 0,0-2-4 0,0 4 0 0,0 1 72 16,-3 3 15-16,3 2 2 0,0 0 1 0,-3-3-35 16,3-2-7-16,0-3-2 0,0 1 0 0,0-4 1 15,0-5 0-15,0 1 0 0,0-4 0 0,0-2 5 0,0 0 0 16,0-3 1-16,3-2 0 0,-6-3 11 0,3 0 0 0,3-3 0 0,-3 1 0 16,0-4 0-16,0 1 0 0,0-3 9 0,0 0-9 15,0-2 27-15,-3-1-2 0,-3-2 0 0,0 0 0 16,0-1 4-16,-3-2 1 0,0 3 0 0,-3-3 0 15,-3 3-4-15,-3 0-1 0,-3 0 0 0,3 5 0 16,-3 0-9-16,-2 5-3 0,2 0 0 0,0 6 0 16,0 0-21-16,3 2-5 0,3 3-1 0,0 3 0 15,0-1 24-15,6 1 5 0,1 2 1 0,-1 0 0 16,3-2-16-16,3 2 0 0,3 0 0 0,0-2 0 16,0-1-8-16,2-2 8 0,1 3 0 0,3-3 0 15,0-3-12-15,3 0 4 0,3 1 8 0,0-4-13 16,0-2-3-16,3 0-1 0,0 0 0 0,-1 0 0 15,4-5-71-15,0 0-15 0,0-3-2 0</inkml:trace>
  <inkml:trace contextRef="#ctx0" brushRef="#br0" timeOffset="-185769.464">12963 10600 1824 0,'0'-5'38'0,"0"5"8"0,3-6-37 0,0 4-9 0,-1-4 0 0,-2 6 0 15,3-2 104-15,-3 2 20 0,0 0 3 0,0 0 1 16,3-3-52-16,-3 3-9 0,6 0-3 0,-6 0 0 15,3 3-23-15,3 2-5 0,0-2 0 0,-3 5-1 16,3 0-19-16,0 2-4 0,0 1-1 0,0 5 0 16,0-1-11-16,0 1 0 0,-3 3 9 0,3-1-9 15,0 1 16-15,-3-3 0 0,3 2-1 0,-3-2 0 16,0 0-23-16,0-3-5 0,0-2-1 0,0-3 0 0,-3 2 14 0,3-4 0 16,-3 2-10-16,0-3 10 0,0-5 0 0,0 0-9 15,0 0 9-15,0 0 0 0,0 0-12 0,0 0 12 0,0 0-12 0,3-8 12 16,0 3-9-16,0-6 9 0,-3 3 0 15,3-5-9 1,3 0 9-16,-4-3 0 0,4 0 0 0,0 0 0 16,0-2 0-16,0-1 0 0,3 0 0 0,-3 4 0 0,3-1 0 15,0 2 0-15,3 1 0 0,-3 3 0 0,3-4 12 0,-3 7-3 0,3 1 0 16,-3 1 0-16,-1 0-9 0,4 2 8 16,-3 3-8-16,0-3 8 0,0 6-8 0,0-3 0 15,0 3 0-15,-3 2 8 0,3 0-8 0,-3 1 0 0,0 1 9 0,-3 4-9 16,3 2 0-16,0 0 9 0,-3 1-9 0,3 2 0 15,-3-3 9-15,0 3-9 0,0 0 0 0,0-3 9 16,0 0-9-16,-3 0 0 0,0 1 9 0,0-4-9 16,0-2 0-16,0 0 0 0,-3 0 0 0,3 0 0 15,0-6 0-15,0-2 0 0,0 0 0 0,0 0 0 16,0 0 0-16,0 0 0 0,0 0 0 0,0 0 0 16,0 0 0-16,-3-5 0 0,3-3 0 0,-3 0 0 15,3-2 39-15,0-1 3 0,0 1 1 0,0-6 0 16,0 2-18-16,0-1-3 0,3-4-1 0,0 3 0 15,0 0-21-15,-3 0 0 0,5 1 0 0,-2 1 0 16,3 1 26-16,-3 3 1 0,3-1 0 0,0 3 0 16,0 0-15-16,3 3-4 0,0-3 0 0,-3 5 0 15,3-2-8-15,-3 2 0 0,0 1 0 0,3 2 0 0,-3 2 0 16,-6-2 0-16,6 3 0 0,0 2 0 16,-3 0-28-16,3 3-5 0,-3 3-1 0,0 0 0 15,0 2 55-15,0 0 11 0,-1 3 3 0,1 2 0 0,0-2-44 0,3 3-9 16,-3-1-2-16,3 1 0 15,0-3-47-15,0-3-9 0,3 0-3 0,-3-2 0 16,3-1 42-16,3-2 8 0,-3 0 1 0,3-5 1 16,-3 0-13-16,3-1-4 0,3-4 0 0,-4-1 0 0,-2 0 32 15,3-2 12-15,0 0-11 0,-3-3 11 0,0 0 9 0,0 0 8 0,-3 0 2 0,-3-3 0 16,3 1 21-16,-3-1 4 0,3 3 0 16,-3-2 1-16,0-1 25 0,-3 0 5 0,3 1 1 15,0 2 0-15,-3 0-53 0,0 0-11 0,0 3-1 0,0-1-1 16,0 6 6-16,0 0 2 0,0 0 0 0,0 0 0 15,0 0-10-15,0 0-8 0,0 0 9 0,-3 6-9 16,0 2 0-16,3 2 0 0,-3 1 0 16,0 2 0-16,3 3 0 0,0-3 0 0,0 3 0 0,3-3 0 15,0 3-15-15,0-5-2 0,0 2-1 0,0 0 0 16,3-2 4-16,0-3 1 0,0 2 0 0,-1-2 0 16,4-2-41-16,0-1-8 15,0 0-2-15,0-2 0 0,3-1 52 0,0-2 12 0,0 0 0 0,0 0 0 16,0-2 0-16,3-1 0 0,-3 1 0 0,2-4 0 15,-2 1 41-15,0-3 11 0,-3 0 3 0,3 0 0 16,-3 0-15-16,-3-2-2 0,3-1-1 0,-6-2 0 16,3 2 3-16,-6-2 1 0,3 0 0 0,-6-3 0 15,3 3-11-15,-6-1-2 0,0 1-1 0,-3 0 0 0,0 2-15 16,-6 1-2-16,0 2-1 0,0 0 0 0,-2 3 11 16,-1-1 3-16,0 4 0 0,-3-1 0 15,3 3-70-15,0 0-13 0,0 3-4 0,-2-3 0 16,2 5-48-16,-3-2-11 0,0-1-1 0</inkml:trace>
  <inkml:trace contextRef="#ctx0" brushRef="#br0" timeOffset="-184219.347">14210 10338 2131 0,'-3'-8'60'0,"3"0"14"15,-3 3-59-15,3-1-15 0,0 6 0 0,0-5 0 16,0 5 84-16,0 0 13 0,0 0 3 0,0 0 1 16,0 0-29-16,0 0-7 0,0 0-1 0,0 0 0 15,3 5-51-15,0 3-13 0,-3 3 0 0,3 2 0 16,0 0 0-16,-3 3 0 0,3 0 0 0,-3 3 0 16,3-1 0-16,-3 1 0 0,3-3 0 0,0 2 0 15,-3 1 0-15,3-1 0 0,0 1 0 0,0-3 0 16,0 2 0-16,2 1 0 0,-2 2 0 0,0-3 0 15,3 1 0-15,-3-3 0 0,0 0 0 0,0 2 0 0,3-5 0 16,-3 1 0-16,3-4 0 0,-3 1 0 0,0-6 0 0,3 3 0 0,-3-3 0 16,-3-5 0-16,0 0 0 0,0 0 0 0,0 0 0 15,0 0 0-15,0 0 0 0,0-8 0 16,0 3 0-16,-3-3 0 0,0-2 0 0,-3-1 0 0,0 0 0 0,0 1 0 16,-3-1 54-16,0 1 8 0,-2-1 2 0,-1 3 0 15,0-3-49-15,0 4-15 0,0 1 8 0,-3 1-8 16,3 0 10-16,3-1-2 0,-3 4 0 0,3-1 0 15,-3 3-8-15,3 0 0 0,-2 0 0 16,2 0 8-16,0 3-8 0,0-1 0 16,3 1 0-16,-3 0 0 0,3 2 0 0,3 0 0 0,0 1 0 0,0 1 0 15,3 4-11-15,0 0 11 0,0-1-8 0,3 1 8 16,0 5-12-16,0-3 4 0,6 0 0 0,-3 0 0 16,0 1-8-16,3-1-2 0,0-3 0 0,0 1 0 15,2 0-21 1,-2-1-4-16,3-5-1 0,0 3 0 0,0-2 36 0,0-1 8 0,3-2 0 0,0-1 0 15,3-2 0-15,-3 0 0 0,2-5 0 0,4 2 0 16,-3-2 0-16,0-3 0 0,3 0 0 0,0 0 0 16,-3-2 0-16,-4-1 0 0,4-2 0 0,-3 2 0 15,-3-2 0-15,0 0 0 0,0 2 0 0,0-5 0 16,-6 3 49-16,3 0 12 0,-6 0 3 0,3 2 0 0,-3-2 0 16,-3 2 0-16,3 1 0 0,-3-1 0 0,0 3-52 15,-3 0-12-15,0 0 0 0,0 3 0 0,0 0 0 0,-3-1 0 0,3 1 0 16,-3 2 0-16,6 3 0 0,-6 0 0 0,6 0 0 15,-6 0 0 1,3 6 0-16,-3-1 0 0,0 0 0 0,3 3 0 0,3 0 0 0,-3 0 0 16,3 3 0-16,3-1 0 0,0 1 0 15,0-1 0-15,6 4 0 0,-3-1 0 16,3-2-48-16,0-1-13 0,0 1-3 0,0-3 0 16,2 0 0-16,-2-3 0 0,0-2 0 0,0-1 0 0,0 1 52 0,0-3 12 0,0-3 0 15,-3 1 0-15,3-4 0 0,-3 1 0 0,0 0 0 0,-3-1 0 16,3 1 0-16,-3-3 0 0,0 3 0 0,0-3 0 15,-3 3 48-15,0-3 13 0,0 0 3 0,0 2 0 16,-3 1-52-16,3-3-12 0,-3 3 0 0,0 0 0 16,3 2 54-16,0-2 8 0,0 5 2 0,0 0 0 15,0 0-52-15,0 0-12 0,0 0 0 0,0 0 0 16,0 0 0-16,0 0 0 0,-3 8 0 0,3 0 0 16,0-1 0-16,3 7 0 0,0-4 0 0,0 4 0 15,0-1 0-15,0 0 0 0,3 0 0 0,0-2 0 16,-1 2-48-16,1-2-13 0,3-1-3 0,-3-2 0 15,3 0 52-15,3-3 12 0,-3 1 0 0,0-4 0 16,0 1 0-16,3-3 0 0,-3-3 0 0,3 1 0 16,0-1-21-16,-3-2-2 0,2-3 0 0,1-3 0 15,0 1 23-15,0-1 0 0,0-2 0 0,-3-3 0 16,3 0 0-16,0 0 0 0,0 0 0 0,-3-2 8 16,0 2 9-16,0 0 2 0,-4-2 0 0,1-1 0 15,-3 0 17-15,0 1 3 0,0-1 1 0,0-2 0 0,-3-3-4 16,0 1 0-16,0-4 0 0,0 3 0 0,0 1 13 15,-3-1 3-15,3 3 0 0,0-3 0 16,-3 8-42-16,0 0-10 0,3 3 0 0,-3 2 0 0,0 3 0 16,0 3 0-16,0 0 0 0,3 5 0 0,0 0 0 0,0 0 0 0,-2 8 0 0,-4 2 0 15,3 6 0-15,0 3 0 0,0 2 0 0,0 3 0 16,0-1 0-16,0 1 0 0,3 3 0 0,0-4 0 31,-3 4-49-31,3-3-12 0,0 0-3 0,0-1 0 0,0 4 52 0,3-3 12 0,-3-3 0 0,3 3 0 16,0-1-54-16,3-1-8 15,-3-1-2-15,6-3 0 0,-4 1 33 0,1-6 7 0,3 3 0 16,0-3 1-16,0-5 7 16,0 0 0-16,3 0 1 0,0-5 0 15,0-1-9-15,3-2-1 0,3-5-1 0,-4 2 0 0,4-5 72 0,3-2 14 0,3 2 4 0,0-5 0 16,-3-1-52-16,2-1-12 0,1-1 0 0,-3 0 0 16,0-3 0-16,-3 3 0 0,0 0 0 0,-3 1 0 15,-4-1 54-15,-2 3 8 0,0-1 2 0,-3 1 0 16,0 0 0-16,-3 2 0 0,0 1 0 0,-3-1 0 15,-3 0-52-15,0 6-12 0,-3-3 0 0,0 3 0 16,-3 2 0-16,-3 1 0 0,1 2 0 0,-4 0 0 16,0 2 54-16,0 4 8 0,-3-1 2 0,0 3 0 15,3 0-52-15,0 2-12 0,4 1 0 0,2 0 0 16,3 4-48-16,3 1-13 0,0 3-3 0,6 2 0 16,3 3 52-16,6 0 12 0,2 2 0 0,1 3 0 15,3-5 0-15,3-3 0 0,3 0 0 0,-3-2 0 0,-4-3 0 16,4 0 0-16,-3-3 0 0,3 0 0 0,0 0-12 0,0-2 1 15,3-1 0-15,-1-2 0 16,4 0-33-16,0-2-8 0,0-4 0 0,2 4-1 16,-2-6-127-16,0 0-26 0</inkml:trace>
  <inkml:trace contextRef="#ctx0" brushRef="#br0" timeOffset="-178650.515">22645 7620 1337 0,'0'0'56'16,"0"0"-44"0,0 0 92-16,0 0 20 0,0 0 3 0,0 0 1 15,0 0-68-15,0 0-14 0,0 0-2 0,0 0-1 16,0 0-18-16,0 0-3 0,0 0-1 0,0 0 0 0,3 3 4 15,3 0 1-15,-3 5 0 0,0-3 0 16,3 6-18-16,0-1-8 0,-3 1 0 0,3-1 8 16,0 1-8-16,0 2 0 0,0-2 0 0,0 2 8 15,3-2-8-15,-3-1 0 0,3 1 0 0,3-1 0 16,-3-2 0-16,3 3 10 0,2-3-10 0,-2-3 10 0,3 3 13 16,0-3 2-16,3-2 1 0,0 2 0 0,0-5 0 0,0 0 0 0,2-2 0 15,4-4 0-15,-3 1-10 0,0-6-3 16,3-2 0-16,2 0 0 0,1-3-2 0,3-2-1 0,3-1 0 0,3-2 0 15,-4-3-10-15,4-2 10 0,3-1-10 0,-4-5 10 16,-2 1 2 0,-3-4 0-16,0-2 0 0,-4 0 0 0,1 5-12 0,3 1-9 0,-3-4 9 0,0 6-13 15,-4 0 13-15,1 0 0 0,0 2 0 0,-3-2 0 16,-3 6 10-16,0 1-10 0,-7-1 8 0,1 4-8 16,-3 3-46-16,-3 6-14 0,-3-1-4 15,0 3 0-15,-3 8-116 0,0 0-23 0,0 0-5 0</inkml:trace>
  <inkml:trace contextRef="#ctx0" brushRef="#br0" timeOffset="-178261.368">23300 7509 1910 0,'-12'-10'40'0,"12"10"9"0,-3-6-39 0,0 4-10 0,0-3 0 0,3 5 0 16,0-6 86-16,0 6 15 0,0 0 3 0,0 0 1 16,0 0-63-16,0 0-13 0,0 0-2 0,0 0-1 15,0 0-13-15,0 0-2 0,-2 6-1 0,2 4 0 16,0 1-10-16,0 2 0 0,2 3 0 0,-2 0 0 16,3-3-27-16,3 3-7 0,-3-3-2 15,3 3 0-15,3-3 55 0,-3-2 10 0,3-1 3 0,3 1 0 16,0-1-24-16,-3-2-8 0,3-2 0 0,-3 2 0 15,3-6 22-15,0 1-2 16,-1 0 0-16,4-3 0 0,0 0 4 0,3-3 0 16,3-2 0-16,3-1 0 0,3 1-24 0,2-3-18 0,4 0 3 15,3-2 1-15,-1-4 14 0,1 1 0 0,0 0 0 16,6-6 0-16,-1 1 48 0,4-3 13 0,3-6 3 0,5 1 0 16,-5 2-103-16,2 0-20 0,1 0-4 15,3 1-1-15,-1 1 38 0,1 1 7 0,-1 3 2 0,4-1 0 16,-4 3-143-16,-2 0-29 0,0 0-6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4T23:11:57.60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17669 17035 964 0,'0'0'20'0,"-6"0"5"16,6 0-25-16,-3 0 0 0,3 0 0 0,0 0 0 15,-6 0 32-15,6 0 2 0,0 0 0 0,-6 0 0 0,6 0-34 0,-6 0 0 0,6 0 0 0,-6 0-9 16,6 0 62-16,0 0 13 0,-6 0 2 0,6 0 1 16,-6 0-55-16,6 0-14 0,0 0 0 0,-6 3 0 15,6-3 54-15,0 0 8 0,0 0 2 0,-6 5 0 16,6-5-52-16,0 0-12 0,0 0 0 0,0 0 0 16,0 0 42-16,0 0 6 0,0 0 0 0,0 0 1 15,3 5-13-15,-3-5-2 0,3 5-1 0,3-2 0 16,0-3-13-16,0 3-2 15,0-1-1-15,0-2 0 16,0 0-9-16,3 0-8 0,-3 0 9 0,0 3-9 0,-1-3 11 0,4 0-11 0,-3 0 12 0,0 0-12 16,3 3 19-16,-3-3-3 0,3 2-1 0,0-2 0 15,-3 3-15-15,3-3 8 0,0 3-8 0,0-3 0 16,-3 2 0-16,3-2 0 0,0 3 0 0,-3 0 0 16,3-3 15-16,-1 2-3 0,1-2-1 0,0 3 0 15,0 0-11-15,-3-3 0 0,0 2 0 0,3-2 0 16,-3 3 0-16,0-3-16 0,0 2 4 0,0-2 1 15,0 0 11-15,0 3 0 0,0-3 0 0,0 0 0 16,0 0 0-16,-3 0 0 0,3 0 0 0,0-3 0 16,-1 3 0-16,-2 0 0 0,3-2 0 0,0-1 0 15,0 1 29-15,-3 2 8 0,3-6 2 0,0 4 0 16,-3-1-19-16,3 0-3 0,0 1-1 0,0-4 0 16,0 4-16-16,0-1 0 0,-3 0 0 0,0 1 0 0,-3 2 0 15,6-6 0-15,-3 4 8 0,-3 2-8 0,0 0 9 0,0-3-1 0,0 3-8 16,0 0 12-1,0 0-4-15,0 0 0 0,0 0-8 0,0 0 12 16,0 0-3-16,0 0-1 0,0 0 0 0,0 0 0 0,0 0-8 16,0 0 0-16,0 0 0 0,0 0 0 0,0 0 0 15,0 0 0-15,0 0 0 0,0 0 0 16,0 0 0-16,-3-2 0 0,3 2-8 0,0 0 8 0,-6-3-13 0,0 3 1 0,6 0 1 16,-9 3 0-16,3-3 11 0,-3 0 0 0,0 2 0 0,0-2 0 15,0 3 0-15,0-1 0 0,-2 1 0 0,-1 2 0 16,3-2 0-16,-3 0 0 0,0-1 0 0,0 1 0 15,0 0 0-15,0-1 0 0,0 1 0 16,0 2 0-16,0-2 0 0,1 0 0 0,2-1 0 16,-3 3 0-16,0-2 10 0,0 0 4 0,0-1 1 0,0 1 0 15,0 0-7-15,0-3 0 0,3 2-8 0,0-2 12 16,0 3-1-16,3-3-1 0,1 3 0 0,-1-3 0 16,0 0 0-16,6 0 0 0,0 0 0 0,-3 2 0 15,3-2 9-15,0 0 1 0,0 0 1 0,0 0 0 16,0 0-8-16,0 0-1 0,0 0-1 0,0 0 0 15,0 0-11-15,0 0 0 0,0 0 0 0,0 0 0 16,0 0 0-16,0 0 0 0,3 0 0 0,6 6 0 16,-3-6 0-16,2 2 0 0,1-2 0 0,0 3 0 15,0-3 0-15,3 2 0 0,0-2 0 0,0 0 8 16,0 0-8-16,0 0-17 0,3-2 4 0,0 2 1 16,-1-3 12-16,4 3 0 0,0-2 0 0,0 2 0 15,3-3 0-15,-3 3 0 0,3-3 0 0,-1 3 0 16,-2-2-54-16,3 2-8 0,0 0-2 0,0 0 0 15,0-3-152-15,-4 0-32 0</inkml:trace>
  <inkml:trace contextRef="#ctx0" brushRef="#br0" timeOffset="870.314">18136 17715 950 0,'-3'-5'40'16,"-3"-1"-32"-16,3 1 27 16,0 0 5-16,0-1 2 0,0 1 0 0,0 3-16 0,0-4-3 15,0 1-1-15,-3 2 0 0,3-2 6 0,3 5 2 16,-3-3 0-16,-3-2 0 0,3 2-18 16,-3 1-3-16,0-1-1 0,0 3 0 0,3-2 45 0,-5 2 9 0,2-3 2 15,0 3 0-15,0 0-52 0,6 0-12 0,-6 0 0 0,6 0 0 16,-6 0 32-16,6 0 4 0,0 0 1 0,-6 3 0 15,6-3-15 1,0 0-3-16,0 0-1 0,0 0 0 0,0 0-18 0,0 0 0 0,3 5 0 0,0 0 0 16,0 0 0-16,3-2 0 0,3-3 0 0,0 3-9 15,-1-1 17-15,4-2 4 0,0 0 1 0,3 0 0 16,0 0 7-16,0 0 2 0,0-2 0 0,3-1 0 16,0 3-7-16,-1-3-2 0,-2-2 0 0,3 2 0 15,0 3 13-15,0-2 2 0,0-1 1 0,-3 1 0 16,0 2-29-16,-1 0 0 0,1-3 0 0,-3 3 0 15,0-3-10-15,0 3-8 0,-3 0-2 0,0 0 0 16,0 0 20-16,-3 0 17 0,0 0-3 0,0 0-1 16,0 0-1-16,-6 0-1 0,0 0 0 0,0 0 0 15,0 0-11-15,0 0 0 0,0 0 0 0,0 0 8 16,0 0-8-16,0 0 0 0,0 0-12 0,0 0 12 16,-6 3 0-16,-3-3 0 0,3 3 0 0,-3-3 0 15,-3 0 0-15,0 2 0 0,0-2 0 0,0 3 0 16,-3-1 0-16,3 1 0 0,-2 0 0 0,-1-1 0 15,0 1 0-15,0 2 0 0,0-2 9 0,0 0-1 16,3-1-8-16,-3 4 0 0,0-4 0 0,1 3 0 16,2-2 0-16,-3 0-10 0,0-1 10 0,0 1-13 0,3 2 13 0,0-2 0 15,3 0 0-15,0-1 0 0,0 1 0 0,0 0 0 16,4-1 0-16,-1 1 0 0,6-3 24 16,0 0 7-16,0 0 1 0,0 0 1 0,0 0-33 0,0 0 0 0,0 0 0 15,6 3 0 1,2-3-20-16,1 0-10 0,6 0-2 0,0 0-1 0,3-6 19 15,6 4 4-15,0-1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19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34 10696 0 0,'0'0'232'0'0,"0"-1"-14"0"0,-5-13-27 0 0,4 9-340 0 0,-1-9 5813 0 0,-2 18-2817 0 0,-10 106-1485 0 0,4-25-2944 0 0,-2-13 1582 0 0,11-45 0 0 0,1-27 0 0 0,0 0 0 0 0,0 1 0 0 0,0-1 0 0 0,0 0 0 0 0,0 1 0 0 0,0-1 0 0 0,0 0 0 0 0,0 1 0 0 0,0-1 0 0 0,0 0 0 0 0,0 0 0 0 0,0 1 0 0 0,0-1 0 0 0,0 0 0 0 0,0 1 0 0 0,0-1 0 0 0,0 0 0 0 0,1 1 0 0 0,-1-1 0 0 0,0 0 0 0 0,0 0 0 0 0,0 1 0 0 0,0-1 0 0 0,1 0 0 0 0,-1 0 0 0 0,0 1 0 0 0,0-1 0 0 0,1 0 0 0 0,-1 0 0 0 0,0 0 0 0 0,0 0 0 0 0,1 1 0 0 0,-1-1 0 0 0,0 0 0 0 0,0 0 0 0 0,1 0 0 0 0,-1 0 0 0 0,0 0 0 0 0,1 0 0 0 0,-1 0 0 0 0,0 0 0 0 0,1 0 0 0 0,-1 0 0 0 0,0 0 0 0 0,1 0 0 0 0,-1 0 0 0 0,0 0 0 0 0,0 0 0 0 0,1 0 0 0 0,-1 0 0 0 0,0 0 0 0 0,1 0 0 0 0,-1 0 0 0 0,0 0 0 0 0,0-1 0 0 0,1 1 0 0 0,-1 0 0 0 0,0 0 0 0 0,1 0 0 0 0,-1-1 0 0 0,0 1 0 0 0,0 0 0 0 0,0 0 0 0 0,1 0 0 0 0,-1-1 0 0 0,0 1 0 0 0,0 0 0 0 0,0 0 0 0 0,0-1 0 0 0,1 1 0 0 0,16-9 0 0 0,28-26 1355 0 0,29-3-891 0 0,-28 26-347 0 0,8 11-106 0 0,-21 6 53 0 0,-28 2-21 0 0,13 9-33 0 0,-13-1 44 0 0,-1 9 10 0 0,-5-7 6 0 0,-3 2-47 0 0,-5 9 30 0 0,-18 11 1 0 0,22-35 15 0 0,-1 1 0 0 0,1-1 0 0 0,-1 0 0 0 0,0 0 1 0 0,0-1-1 0 0,0 1 0 0 0,0-1 0 0 0,-1-1 0 0 0,1 1 1 0 0,-4 0-70 0 0,-79 0 1854 0 0,82-5-1738 0 0,0 0 0 0 0,0 0 0 0 0,0-1 0 0 0,1 0 0 0 0,-1 0 0 0 0,1 0 0 0 0,0-1 0 0 0,0 0 0 0 0,0-1 0 0 0,-4-3-116 0 0,-8-12 0 0 0,5 1 0 0 0,2-17 0 0 0,8 30-133 0 0,3 4-563 0 0,0 2-257 0 0,0 0-57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0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79 11088 0 0,'0'-2'234'0'0,"-8"-37"901"0"0,2 27 2361 0 0,6 10-3329 0 0,0 1 0 0 0,-1 0 1 0 0,1 0-1 0 0,0-1 0 0 0,-1 1 0 0 0,1 0 0 0 0,-1 0 1 0 0,0 0-1 0 0,1 0 0 0 0,-1 0 0 0 0,0 0 1 0 0,0 0-1 0 0,0 0 0 0 0,0 0 0 0 0,1 0 0 0 0,-1 0 1 0 0,-1 0-1 0 0,1 0 0 0 0,0 1 0 0 0,0-1 1 0 0,0 0-1 0 0,0 1 0 0 0,0-1 0 0 0,-1 1 1 0 0,1 0-1 0 0,0-1 0 0 0,0 1 0 0 0,-1 0 0 0 0,1-1 1 0 0,0 1-1 0 0,-1 0 0 0 0,1 0 0 0 0,-1 0-167 0 0,-10 1 0 0 0,3 3 0 0 0,-5 8 0 0 0,10-8 19 0 0,-1 1-1 0 0,1-1 1 0 0,0 1-1 0 0,1-1 1 0 0,-1 1-1 0 0,1 0 1 0 0,0 1-1 0 0,0-1 1 0 0,0 1-1 0 0,1-1 1 0 0,0 1-1 0 0,0 0 1 0 0,0-1-1 0 0,1 1 1 0 0,0 0-1 0 0,0 0 1 0 0,0 3-19 0 0,-5 20 53 0 0,-1 48-143 0 0,18-6-210 0 0,0-58-1654 0 0,-8-14 1999 0 0,1 0 0 0 0,-1 1 0 0 0,0-1 0 0 0,1-1 0 0 0,-1 1 0 0 0,0 0 0 0 0,0-1 0 0 0,0 0 0 0 0,0 1 0 0 0,0-1 0 0 0,0-1 0 0 0,0 1 0 0 0,-1 0 0 0 0,1-1 0 0 0,-1 1 0 0 0,0-1 0 0 0,1 0 0 0 0,-1 1 0 0 0,-1-1 0 0 0,1 0 0 0 0,0 0 0 0 0,-1-1 0 0 0,1 1 0 0 0,-1-1-45 0 0,5-5 260 0 0,21-70 920 0 0,-14 31-180 0 0,-8 17-312 0 0,-5 20-259 0 0,0 2 167 0 0,5 13-293 0 0,47 171-303 0 0,-7-55 0 0 0,-27-95 0 0 0,-14-17 0 0 0,1-2 0 0 0,2-2-40 0 0,26 5-3133 0 0,-26-9 1914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1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61 12632 0 0,'-21'-33'983'0'0,"16"16"1531"0"0,2 6 2385 0 0,5 20-4088 0 0,-1 7-804 0 0,1 0-1 0 0,1-1 1 0 0,0 1-1 0 0,2-1 0 0 0,-1 0 1 0 0,2 0-1 0 0,0 0 1 0 0,1-1-1 0 0,0 0 1 0 0,1 0-1 0 0,2 2-6 0 0,-6-9-84 0 0,1-1 0 0 0,-1-1 0 0 0,1 1 0 0 0,0 0 0 0 0,0-1 1 0 0,1 0-1 0 0,-1-1 0 0 0,1 1 0 0 0,0-1 0 0 0,1 0 0 0 0,-1 0 0 0 0,1-1 0 0 0,-1 0 0 0 0,5 2 84 0 0,-9-4-7 0 0,0 0 1 0 0,0 0-1 0 0,0-1 0 0 0,0 1 0 0 0,0 0 0 0 0,0-1 0 0 0,0 1 0 0 0,0-1 0 0 0,0 1 0 0 0,1-1 0 0 0,-1 0 0 0 0,0 0 0 0 0,0 0 1 0 0,0 0-1 0 0,0-1 0 0 0,0 1 0 0 0,0 0 0 0 0,1-1 0 0 0,-1 0 0 0 0,0 1 0 0 0,0-1 0 0 0,0 0 0 0 0,-1 0 0 0 0,1 0 1 0 0,0 0-1 0 0,0 0 0 0 0,1-2 7 0 0,0-1 130 0 0,-1-1 1 0 0,1 0-1 0 0,-1 0 1 0 0,0 1 0 0 0,0-2-1 0 0,-1 1 1 0 0,1 0-1 0 0,-1 0 1 0 0,-1 0-1 0 0,1-1 1 0 0,-1 1 0 0 0,1 0-1 0 0,-1-1 1 0 0,-1 1-1 0 0,1-1-130 0 0,-18-77 2236 0 0,1 33-1428 0 0,16 48-722 0 0,1 2-20 0 0,0 0-2 0 0,-1 12 0 0 0,2 107-64 0 0,7 19-312 0 0,-14-103 147 0 0,-1-1-1 0 0,-2 0 0 0 0,-1-1 1 0 0,-2 0-1 0 0,-2 3 166 0 0,11-29 26 0 0,-1 0-1 0 0,1 0 1 0 0,-1-1-1 0 0,0 1 1 0 0,-1-1-1 0 0,0 0 1 0 0,0 0-1 0 0,0 0 1 0 0,-1-1-1 0 0,1 1 1 0 0,-2-1-1 0 0,1-1 1 0 0,0 1-1 0 0,-1-1 1 0 0,0 0-1 0 0,1-1 1 0 0,-2 0 0 0 0,1 0-1 0 0,0 0 1 0 0,-1-1-1 0 0,1 0 1 0 0,-8 1-26 0 0,12-4-190 0 0,-8-1 30 0 0,2-3 95 0 0,8 4-47 0 0,1-1 0 0 0,-1 1-1 0 0,0-1 1 0 0,1 1 0 0 0,-1 0 0 0 0,1-1 0 0 0,-1 1-1 0 0,1-1 1 0 0,0 0 0 0 0,-1 1 0 0 0,1-1 0 0 0,0 1 0 0 0,0-1-1 0 0,0 1 1 0 0,0-1 0 0 0,1 1 0 0 0,-1-1 0 0 0,0 1-1 0 0,1-1 1 0 0,-1 1 0 0 0,1-1 0 0 0,-1 1 0 0 0,1-1 0 0 0,0 1-1 0 0,-1 0 1 0 0,1-1 0 0 0,0 1 0 0 0,0 0 0 0 0,0-1 112 0 0,4-9-1354 0 0</inkml:trace>
  <inkml:trace contextRef="#ctx0" brushRef="#br0" timeOffset="406.465">455 349 15472 0 0,'0'0'332'0'0,"0"0"-4"0"0,0 0-83 0 0,0 0 424 0 0,0 0 208 0 0,0 0 41 0 0,0 0-65 0 0,0 0-305 0 0,-2 2-131 0 0,-1 0-355 0 0,1 1-1 0 0,-1 0 0 0 0,1 1 0 0 0,-1-1 0 0 0,1 0 0 0 0,0 1 0 0 0,0-1 1 0 0,1 1-1 0 0,-1 0 0 0 0,1-1 0 0 0,0 1 0 0 0,-1 0 0 0 0,2 0 0 0 0,-1 0 1 0 0,0 0-1 0 0,1 0 0 0 0,0 0 0 0 0,0 0 0 0 0,0 0 0 0 0,0 0 1 0 0,1 0-1 0 0,0 1-61 0 0,9 49 10 0 0,6-31-24 0 0,-5-18-399 0 0,4-5 856 0 0,-11-3-324 0 0,-1 0-1 0 0,0 0 0 0 0,0 0 1 0 0,0 0-1 0 0,-1-1 1 0 0,1 1-1 0 0,-1-1 0 0 0,1 0 1 0 0,-1 0-1 0 0,-1 0 0 0 0,1 0 1 0 0,0 0-1 0 0,-1 0 0 0 0,1-2-118 0 0,3-8 431 0 0,-2 6-216 0 0,-1 1-1 0 0,-1-1 0 0 0,1 0 0 0 0,-1 1 1 0 0,-1-1-1 0 0,1 0 0 0 0,-1 0 0 0 0,0 0 1 0 0,-1 1-1 0 0,0-1 0 0 0,0 0 1 0 0,-1 1-1 0 0,0-1 0 0 0,-2-3-214 0 0,-3 0 123 0 0,-25 6-214 0 0,27 6-25 0 0,0 0 1 0 0,1 0-1 0 0,-1 1 0 0 0,1-1 0 0 0,-1 1 1 0 0,1 0-1 0 0,-1 0 0 0 0,1 1 0 0 0,0-1 1 0 0,0 1-1 0 0,0 0 0 0 0,0 0 0 0 0,-3 3 116 0 0,-13 10-1500 0 0,-1 0-167 0 0,2 3-69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3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66 13760 0 0,'-1'-1'298'0'0,"-19"-31"1265"0"0,-3 3 4169 0 0,22 28-5292 0 0,1 1-59 0 0,-1-1-12 0 0,-7-1 1103 0 0,6 5-1475 0 0,1 1 0 0 0,-1-1 0 0 0,1 0 0 0 0,0 1 0 0 0,0-1-1 0 0,1 1 1 0 0,-1-1 0 0 0,1 1 0 0 0,0-1 0 0 0,0 1 0 0 0,0-1 0 0 0,0 1-1 0 0,0-1 1 0 0,1 1 0 0 0,0 0 3 0 0,-1-1-1 0 0,21 51-123 0 0,-19-50 65 0 0,1 1 1 0 0,0-1-1 0 0,0 0 0 0 0,1 0 0 0 0,-1 0 1 0 0,1 0-1 0 0,0-1 0 0 0,0 1 0 0 0,0-1 1 0 0,0 0-1 0 0,1 0 0 0 0,0 0 59 0 0,-1-2 15 0 0,0 0 0 0 0,0-1 1 0 0,0 1-1 0 0,-1-1 0 0 0,1 0 0 0 0,0 0 1 0 0,0-1-1 0 0,0 1 0 0 0,0-1 0 0 0,0 0 1 0 0,-1 0-1 0 0,1 0 0 0 0,0 0 1 0 0,-1-1-1 0 0,1 1 0 0 0,-1-1 0 0 0,1 0 1 0 0,-1 0-1 0 0,0 0 0 0 0,0-1 0 0 0,0 1 1 0 0,0-1-1 0 0,0 0 0 0 0,0 0 0 0 0,1-2-15 0 0,-1 2 0 0 0,0 1 0 0 0,0-1 0 0 0,0 0 0 0 0,-1 0 0 0 0,1 0 0 0 0,-1 0 0 0 0,0-1 0 0 0,0 1 0 0 0,0-1 0 0 0,0 1 0 0 0,-1-1 0 0 0,1 0 0 0 0,0-3 0 0 0,-1-24 2084 0 0,-7 17-1949 0 0,6 14-136 0 0,0 0 0 0 0,-1 0-1 0 0,1 0 1 0 0,0 0 0 0 0,-1 0 0 0 0,1 0 0 0 0,0 0 0 0 0,-1 0-1 0 0,1 0 1 0 0,0 0 0 0 0,-1 0 0 0 0,1 0 0 0 0,0 0 0 0 0,-1 0-1 0 0,1 0 1 0 0,0 0 0 0 0,-1 0 0 0 0,1 0 0 0 0,0 1-1 0 0,0-1 1 0 0,-1 0 0 0 0,1 0 0 0 0,0 0 0 0 0,-1 0 0 0 0,1 1-1 0 0,0-1 1 0 0,0 0 0 0 0,0 0 0 0 0,-1 1 0 0 0,1-1 0 0 0,0 0-1 0 0,0 1 1 0 0,0-1 0 0 0,0 0 0 0 0,-1 0 0 0 0,1 1 0 0 0,0-1-1 0 0,0 0 1 0 0,0 1 0 0 0,0-1 0 0 0,0 0 0 0 0,0 1 0 0 0,0-1-1 0 0,0 0 1 0 0,0 1 0 0 0,0-1 0 0 0,0 0 0 0 0,0 1 0 0 0,0-1-1 0 0,0 0 1 0 0,0 1 0 0 0,0-1 0 0 0,1 0 0 0 0,-1 1 0 0 0,0-1-1 0 0,0 0 1 0 0,0 1 1 0 0,14 125 0 0 0,-10-50 0 0 0,-7-51 0 0 0,-17 76 0 0 0,18-96-17 0 0,0 2-156 0 0,0 0 0 0 0,-1 0 0 0 0,0 0-1 0 0,-1 0 1 0 0,1-1 0 0 0,-1 1 0 0 0,-1-1-1 0 0,1 0 1 0 0,-1 0 0 0 0,0-1 0 0 0,0 1-1 0 0,-4 2 174 0 0,-21 11 1759 0 0,3-9-3083 0 0,26-10 1775 0 0,1 0 49 0 0,0 0-127 0 0,-13-14-2116 0 0,12 10 1482 0 0,1 1 0 0 0,0-1-1 0 0,0 1 1 0 0,1-1 0 0 0,-1 1-1 0 0,1-1 1 0 0,0 1 0 0 0,0-1-1 0 0,0 1 1 0 0,0 0 0 0 0,0-1-1 0 0,1 1 1 0 0,0 0 0 0 0,1-3 261 0 0,6-5-2022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4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9 16384 0 0,'0'0'355'0'0,"0"0"-7"0"0,-1-1-225 0 0,-5-2 34 0 0,-12-2 5534 0 0,-2 22-4199 0 0,12-5-1466 0 0,1 1 0 0 0,1 0 0 0 0,0 1-1 0 0,0-1 1 0 0,1 1 0 0 0,1 0 0 0 0,1 0 0 0 0,0 1 0 0 0,1-1 0 0 0,-1 10-26 0 0,-2 6 9 0 0,-18 140-3297 0 0,20-147 2101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7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34 16240 0 0,'-1'-1'474'0'0,"-11"-20"305"0"0,12 19-174 0 0,0 2 196 0 0,-9-9 3585 0 0,9 8-2416 0 0,18 85-3066 0 0,-1-45 552 0 0,11-2 544 0 0,-25-35-80 0 0,1 1-1 0 0,-1-1 0 0 0,1 1 0 0 0,-1-1 0 0 0,1 0 1 0 0,0-1-1 0 0,0 1 0 0 0,0-1 0 0 0,0 1 1 0 0,0-1-1 0 0,0 0 0 0 0,3 0 81 0 0,23-6-1103 0 0,-25 4 1102 0 0,-1-1 0 0 0,1 0 0 0 0,-1-1 0 0 0,1 1 0 0 0,-1-1-1 0 0,0 0 1 0 0,0 0 0 0 0,0 0 0 0 0,-1-1 0 0 0,1 1 0 0 0,-1-1 0 0 0,0 0-1 0 0,0 0 1 0 0,0 0 1 0 0,-3 3 0 0 0,14-51 876 0 0,-13 47-613 0 0,-1 1-1 0 0,0-1 0 0 0,-1 0 1 0 0,1 0-1 0 0,-1 1 0 0 0,0-1 1 0 0,0 0-1 0 0,0 1 0 0 0,-1-1 1 0 0,0 1-1 0 0,0-1 0 0 0,-1-1-262 0 0,-1-5 58 0 0,4 10 152 0 0,0 1 60 0 0,0 0 8 0 0,0 0-4 0 0,0 0-29 0 0,0 0-12 0 0,0 0-1 0 0,-5 20 0 0 0,5 142-2176 0 0,-4-108 1958 0 0,-6 9 794 0 0,-17 0-1464 0 0,-33 1 506 0 0,54-60 150 0 0,-11 8-4004 0 0,17-12 2928 0 0</inkml:trace>
  <inkml:trace contextRef="#ctx0" brushRef="#br0" timeOffset="568.454">369 342 10696 0 0,'0'0'389'0'0,"0"0"-42"0"0,0 0 746 0 0,0 0 351 0 0,0 0 76 0 0,0-18 4162 0 0,0 13-5344 0 0,0 1 1 0 0,0-1-1 0 0,0 1 0 0 0,0-1 0 0 0,1 1 0 0 0,0 0 0 0 0,0-1 1 0 0,0 1-1 0 0,1 0 0 0 0,-1-1 0 0 0,1 1 0 0 0,0 0 0 0 0,1-1-338 0 0,41-42 931 0 0,-9 32 186 0 0,-5 14-1117 0 0,-27 2-26 0 0,-1 0-1 0 0,1 0 1 0 0,-1 0-1 0 0,1 0 0 0 0,-1 0 1 0 0,1 1-1 0 0,-1-1 1 0 0,0 1-1 0 0,0-1 1 0 0,0 1-1 0 0,0 0 1 0 0,0 0-1 0 0,0 0 1 0 0,0 0-1 0 0,-1 0 0 0 0,1 0 1 0 0,-1 1-1 0 0,0-1 1 0 0,1 0-1 0 0,-1 1 1 0 0,0-1-1 0 0,0 1 1 0 0,-1-1-1 0 0,1 1 1 0 0,0 0-1 0 0,-1-1 0 0 0,0 1 1 0 0,1 0-1 0 0,-1-1 1 0 0,0 1-1 0 0,0 0 1 0 0,-1 0-1 0 0,1 0 27 0 0,-18 83-1558 0 0,-5-43-32 0 0,0-19 1574 0 0,63-24 1843 0 0,-7 17-1662 0 0,-21 15-165 0 0,-16 23 0 0 0,-35-16 0 0 0,-20 4 0 0 0,-33 17 0 0 0,43-34-2688 0 0,39-21 1176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25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12 14336 0 0,'0'0'421'0'0,"0"0"-12"0"0,-1 0-263 0 0,-22-9 3672 0 0,14 7-1494 0 0,2 6-2307 0 0,3 3-17 0 0,4 28 0 0 0,40 16 0 0 0,0-22-876 0 0,13-14-240 0 0,-50-16 1177 0 0,1 1-1 0 0,-1 0 0 0 0,1-1 1 0 0,-1 1-1 0 0,0-1 1 0 0,1 0-1 0 0,-1 0 0 0 0,0 0 1 0 0,0-1-1 0 0,1 1 0 0 0,-1-1 1 0 0,0 0-1 0 0,-1 0 0 0 0,1 0 1 0 0,0 0-1 0 0,0 0 1 0 0,-1 0-1 0 0,1-1 0 0 0,-1 1 1 0 0,0-1-1 0 0,0 0 0 0 0,0 0 1 0 0,0 0-1 0 0,0 0 0 0 0,-1 0 1 0 0,0 0-1 0 0,1 0 1 0 0,-1-1-1 0 0,0 1 0 0 0,0 0 1 0 0,-1-1-1 0 0,1 1 0 0 0,0-4-60 0 0,-6-16 931 0 0,1 2 258 0 0,4 21-1145 0 0,-1 0 0 0 0,1 0 0 0 0,0 1 0 0 0,0-1 0 0 0,0 0 0 0 0,0 0 0 0 0,-1 0 0 0 0,1 0-1 0 0,0 0 1 0 0,0 0 0 0 0,0 0 0 0 0,-1 0 0 0 0,1 1 0 0 0,0-1 0 0 0,0 0 0 0 0,0 0 0 0 0,-1 0 0 0 0,1 0 0 0 0,0 0-1 0 0,0 0 1 0 0,0 0 0 0 0,-1 0 0 0 0,1 0 0 0 0,0 0 0 0 0,0 0 0 0 0,-1 0 0 0 0,1-1 0 0 0,0 1 0 0 0,0 0 0 0 0,0 0 0 0 0,0 0-1 0 0,-1 0 1 0 0,1 0 0 0 0,0 0 0 0 0,0 0 0 0 0,0 0 0 0 0,-1-1 0 0 0,1 1 0 0 0,0 0 0 0 0,0 0 0 0 0,0 0 0 0 0,0 0-1 0 0,0-1 1 0 0,0 1 0 0 0,-1 0-44 0 0,-1 14-20 0 0,1 1-1 0 0,0-1 0 0 0,1 0 1 0 0,0 1-1 0 0,1-1 1 0 0,1 1-1 0 0,1 3 21 0 0,4 55-257 0 0,-8-46-61 0 0,0 0 0 0 0,-2 0 0 0 0,-1 0-1 0 0,-1 0 1 0 0,-4 8 318 0 0,-14 23 0 0 0,-21-6 0 0 0,14-36 0 0 0,23-13-72 0 0,5-2-298 0 0,2-1-118 0 0,9-17-2311 0 0,0 6 856 0 0</inkml:trace>
  <inkml:trace contextRef="#ctx0" brushRef="#br0" timeOffset="612.722">355 225 12632 0 0,'0'0'269'0'0,"0"0"8"0"0,0 0-107 0 0,0 0 206 0 0,0 0 110 0 0,0 0 24 0 0,0 0-68 0 0,0 0-220 0 0,0 0 164 0 0,0 0 102 0 0,0 0 21 0 0,0 0 3 0 0,0 0 0 0 0,0 0 0 0 0,0 0 0 0 0,-4 5 80 0 0,1 0-405 0 0,0 0-1 0 0,0 0 0 0 0,1 1 0 0 0,-1-1 0 0 0,1 1 0 0 0,1-1 1 0 0,-1 1-1 0 0,1 0 0 0 0,0 0 0 0 0,0 0 0 0 0,0 2-186 0 0,-8 37 16 0 0,6-36 56 0 0,2-7 299 0 0,1-2 117 0 0,0 0 21 0 0,0 0-66 0 0,0 0-222 0 0,0 0 166 0 0,0 0 101 0 0,-5-16 613 0 0,5-28-1085 0 0,6 13-16 0 0,-2 24 0 0 0,4 3 0 0 0,5 7 0 0 0,-9 1 0 0 0,-1 0 0 0 0,0 0 0 0 0,0 0 0 0 0,-1 1 0 0 0,1-1 0 0 0,-1 1 0 0 0,0-1 0 0 0,0 1 0 0 0,0 0 0 0 0,-1 0 0 0 0,1 0 0 0 0,-1 0 0 0 0,0 0 0 0 0,-1 0 0 0 0,1 0 0 0 0,-1 0 0 0 0,0 0 0 0 0,-1 0 0 0 0,1 0 0 0 0,-1 0 0 0 0,0 4 0 0 0,0 14 0 0 0,-13 60 0 0 0,-25 23 0 0 0,37-99 0 0 0,0 2 0 0 0,6-3 0 0 0,-2-5 0 0 0,1 0 0 0 0,-1 0 0 0 0,1-1 0 0 0,-1 0 0 0 0,1 1 0 0 0,-1-1 0 0 0,1 0 0 0 0,-1 0 0 0 0,1 0 0 0 0,0 0 0 0 0,-1-1 0 0 0,1 1 0 0 0,-1-1 0 0 0,1 0 0 0 0,-1 1 0 0 0,1-1 0 0 0,1-1 0 0 0,11-3 0 0 0,12-5 0 0 0,83 0-5104 0 0,-97 10 3368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38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14 12128 0 0,'0'0'264'0'0,"0"0"-8"0"0,0 0-19 0 0,-3-7 2665 0 0,1 5 5654 0 0,4 14-8530 0 0,1-1 1 0 0,0 0-1 0 0,0 1 0 0 0,1-1 0 0 0,0 0 1 0 0,1-1-1 0 0,0 1 0 0 0,1-1 0 0 0,4 5-26 0 0,-5-5 4 0 0,0-4-35 0 0,0 1-1 0 0,0-2 0 0 0,0 1 0 0 0,1-1 1 0 0,0 1-1 0 0,0-1 0 0 0,0-1 1 0 0,1 0-1 0 0,4 3 32 0 0,-6-5-44 0 0,2 0 0 0 0,-1 0 1 0 0,0 0-1 0 0,0-1 0 0 0,0 0 0 0 0,1 0 1 0 0,-1 0-1 0 0,1-1 0 0 0,-1 0 0 0 0,0 0 0 0 0,1-1 1 0 0,-1 0-1 0 0,6-1 44 0 0,-8 1-10 0 0,50-30-6 0 0,-50 27 120 0 0,0 0-1 0 0,0 0 0 0 0,0-1 0 0 0,0 0 0 0 0,-1 1 1 0 0,0-1-1 0 0,0-1 0 0 0,-1 1 0 0 0,1 0 1 0 0,-1-1-1 0 0,0 1 0 0 0,0-1 0 0 0,-1 0 1 0 0,0 0-1 0 0,0 1 0 0 0,0-1 0 0 0,-1 0 1 0 0,0 0-1 0 0,0 0 0 0 0,0 0 0 0 0,-1 0-103 0 0,-10-32 1147 0 0,10 37-1016 0 0,-5-3 372 0 0,3 6-499 0 0,0-1 0 0 0,1 1 0 0 0,-1 0 0 0 0,0 0 0 0 0,1 0 0 0 0,-1 0 0 0 0,1 0 0 0 0,-1 1 0 0 0,1-1 0 0 0,0 1 0 0 0,0-1 0 0 0,0 1-1 0 0,1 0 1 0 0,-1 0 0 0 0,1 0 0 0 0,-1 0 0 0 0,1 0-4 0 0,-29 79 0 0 0,-29 158-407 0 0,29-160 30 0 0,8-18 193 0 0,-34 42 35 0 0,49-94 146 0 0,1-2 26 0 0,0 0-1 0 0,-1 0 0 0 0,0-1 1 0 0,0 0-1 0 0,-1-1 1 0 0,0 1-1 0 0,0-1 0 0 0,0-1 1 0 0,-1 0-1 0 0,0 0 1 0 0,0 0-1 0 0,0-1 0 0 0,0-1 1 0 0,-1 0-1 0 0,-2 1-22 0 0,7-4 73 0 0,1 1-1 0 0,-1-1 1 0 0,0 0 0 0 0,0 0-1 0 0,1 0 1 0 0,-1-1-1 0 0,0 0 1 0 0,1 0 0 0 0,-1 0-1 0 0,1 0 1 0 0,-1-1 0 0 0,1 0-1 0 0,-2-1-72 0 0,3 1 64 0 0,2 1-64 0 0,0 0 0 0 0,0 0 0 0 0,0-1 0 0 0,0 1 1 0 0,0-1-1 0 0,0 1 0 0 0,0-1 0 0 0,1 1 0 0 0,-1-1 0 0 0,0 0 0 0 0,1 1 0 0 0,-1-1 0 0 0,1 0 0 0 0,0 1 0 0 0,0-1 0 0 0,-1 0 0 0 0,1 1 0 0 0,0-1 1 0 0,0 0-1 0 0,1 0 0 0 0,-1 1 0 0 0,0-1 0 0 0,0 0 0 0 0,1 1 0 0 0,-1-1 0 0 0,1 0 0 0 0,0 1 0 0 0,-1-1 0 0 0,1 1 0 0 0,0-1 0 0 0,0 1 0 0 0,0-1 1 0 0,0 1-1 0 0,0 0 0 0 0,0-1 0 0 0,1 1 0 0 0,0-1 0 0 0,0 0-43 0 0,43-34-2353 0 0,-31 29 1360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3:54:54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0 8752 0 0,'0'0'318'0'0,"0"0"-99"0"0,0 0 358 0 0,0 0 178 0 0,0 0 40 0 0,0 0-14 0 0,0 0-77 0 0,0 0-31 0 0,0 0-7 0 0,0 0-13 0 0,0 0-45 0 0,0 0-21 0 0,0 0-4 0 0,0 0-76 0 0,0 0-258 0 0,0 0 142 0 0,0 0 97 0 0,0 0 21 0 0,0 0-66 0 0,-1 1-294 0 0,0 0-107 0 0,0 0 0 0 0,0 1-1 0 0,0 0 1 0 0,-1-1 0 0 0,1 1 0 0 0,1 0-1 0 0,-1-1 1 0 0,0 1 0 0 0,0 0-1 0 0,1 0 1 0 0,-1 0 0 0 0,1-1-1 0 0,0 1 1 0 0,-1 0 0 0 0,1 0 0 0 0,0 0-1 0 0,0 0 1 0 0,0 0 0 0 0,0 1-42 0 0,-1 11-30 0 0,-3 104 329 0 0,8-66-289 0 0,-3-43 602 0 0,-1-19 66 0 0,3-85 1080 0 0,-2 9-1758 0 0,-1 80 24 0 0,0 4 99 0 0,-1-5 408 0 0,-2 34-1126 0 0,7-2-304 0 0,-3-23-73 0 0,3 2-40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21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1 235 9960 0 0,'0'0'222'0'0,"0"0"30"0"0,0 0 20 0 0,0 0-24 0 0,0 0-157 0 0,19-11 2798 0 0,2 22-1069 0 0,-4 31-1115 0 0,-17-41-610 0 0,33 191 350 0 0,-32-132-253 0 0,-1-58-105 0 0,0-2 90 0 0,0 0 23 0 0,0 0 0 0 0,0 0 4 0 0,0 0 16 0 0,0 0 4 0 0,0 0 0 0 0,-3-9-61 0 0,2 0-1 0 0,-1 1 1 0 0,1-1-1 0 0,1 0 1 0 0,0 0-1 0 0,0 0 1 0 0,0 0-1 0 0,2-5-162 0 0,10-57 322 0 0,-9 60-279 0 0,0 0-1 0 0,1 0 1 0 0,0 0 0 0 0,1 0 0 0 0,0 1 0 0 0,1 0 0 0 0,0 0-1 0 0,5-6-42 0 0,-10 15 2 0 0,0 0 0 0 0,0 0 0 0 0,0 0-1 0 0,0 0 1 0 0,0 0 0 0 0,0 0 0 0 0,0 1 0 0 0,0-1-1 0 0,0 0 1 0 0,0 1 0 0 0,1-1 0 0 0,-1 1-1 0 0,0-1 1 0 0,1 1 0 0 0,-1-1 0 0 0,0 1 0 0 0,1 0-1 0 0,-1 0 1 0 0,0 0 0 0 0,1 0 0 0 0,-1 0-1 0 0,1 0 1 0 0,-1 0 0 0 0,0 0 0 0 0,1 0 0 0 0,-1 1-1 0 0,0-1 1 0 0,1 0 0 0 0,-1 1 0 0 0,0-1-1 0 0,0 1 1 0 0,1 0 0 0 0,-1-1 0 0 0,0 1 0 0 0,0 0-1 0 0,0 0 1 0 0,0 0 0 0 0,0 0 0 0 0,0 0-1 0 0,0 0-1 0 0,35 45 53 0 0,-32-39-51 0 0,0-3 5 0 0,-1 2 0 0 0,0-1 0 0 0,0 0 0 0 0,0 1 0 0 0,-1-1 0 0 0,0 1 0 0 0,0 0 0 0 0,0 0 0 0 0,-1 0 0 0 0,0-1 0 0 0,0 2 0 0 0,0-1 0 0 0,-1 0 0 0 0,0 0 0 0 0,0 0 0 0 0,-1 0 0 0 0,1 0 0 0 0,-2 5-7 0 0,0-5 54 0 0,0 0-33 0 0,-4-2 780 0 0,3-28-4311 0 0,3 24-3151 0 0</inkml:trace>
  <inkml:trace contextRef="#ctx0" brushRef="#br0" timeOffset="788.036">267 383 8608 0 0,'0'0'197'0'0,"0"-14"462"0"0,-1 9-390 0 0,1 0 0 0 0,1 0 0 0 0,-1 0 0 0 0,1 0-1 0 0,0 0 1 0 0,0 0 0 0 0,0 0 0 0 0,1 0 0 0 0,0 1 0 0 0,0-1 0 0 0,0 0 0 0 0,0 1 0 0 0,1-1 0 0 0,-1 1 0 0 0,1 0 0 0 0,1 0 0 0 0,-1 0 0 0 0,0 0 0 0 0,1 1 0 0 0,0-1 0 0 0,0 1 0 0 0,0 0 0 0 0,0 0 0 0 0,0 0 0 0 0,1 1 0 0 0,-1 0 0 0 0,1-1 0 0 0,-1 2-1 0 0,2-1-268 0 0,27-6 752 0 0,14 16 136 0 0,-17 19-650 0 0,-22-12-198 0 0,-1 1 0 0 0,-1 1 0 0 0,-1-1 0 0 0,0 1-1 0 0,-1 0 1 0 0,-1 0 0 0 0,0 1 0 0 0,-1 3-40 0 0,3 13 65 0 0,-11 30-1 0 0,-3-30 74 0 0,6-28-168 0 0,1 1 25 0 0,0-2-4650 0 0,2-5-934 0 0</inkml:trace>
  <inkml:trace contextRef="#ctx0" brushRef="#br0" timeOffset="2782.848">590 447 13160 0 0,'0'0'297'0'0,"0"0"39"0"0,0 0 20 0 0,0-13 95 0 0,8-9 6312 0 0,3 78-6197 0 0,-11-49-557 0 0,1 0 1 0 0,0 0-1 0 0,0 0 1 0 0,1 0-1 0 0,-1-1 0 0 0,1 1 1 0 0,1-1-1 0 0,-1 1 1 0 0,1-1-1 0 0,3 5-9 0 0,-5-10 4 0 0,0 1 0 0 0,1 0 0 0 0,-1 0 0 0 0,1-1 0 0 0,-1 1-1 0 0,1 0 1 0 0,0-1 0 0 0,0 0 0 0 0,-1 1 0 0 0,1-1 0 0 0,0 0-1 0 0,0 0 1 0 0,0 0 0 0 0,0 0 0 0 0,0 0 0 0 0,1-1 0 0 0,-1 1-1 0 0,0-1 1 0 0,0 1 0 0 0,0-1 0 0 0,1 0 0 0 0,-1 0 0 0 0,0 0-1 0 0,0 0 1 0 0,1 0 0 0 0,-1 0 0 0 0,2-1-4 0 0,58-22 186 0 0,-59 21-125 0 0,0 0 0 0 0,0-1 0 0 0,0 1 0 0 0,0 0 0 0 0,0-1 0 0 0,-1 0 0 0 0,1 0 0 0 0,-1 1 0 0 0,1-1 1 0 0,-1-1-1 0 0,0 1 0 0 0,0 0 0 0 0,-1 0 0 0 0,1-1 0 0 0,-1 1 0 0 0,0-1 0 0 0,1 0 0 0 0,-1 1 0 0 0,-1-1 1 0 0,1 0-1 0 0,-1 1 0 0 0,1-1 0 0 0,-1 0 0 0 0,0 0 0 0 0,0 0 0 0 0,-1 1 0 0 0,1-1 0 0 0,-1-1-61 0 0,-2-2 17 0 0,1 1 0 0 0,0 0 0 0 0,-1 0 0 0 0,0 1 0 0 0,-1-1 0 0 0,1 1 0 0 0,-1-1 0 0 0,0 1 0 0 0,-1 0 0 0 0,1 1 0 0 0,-1-1 0 0 0,0 1 0 0 0,0 0 0 0 0,0 0 0 0 0,0 0 0 0 0,-6-2-17 0 0,-128-57-397 0 0,138 62 387 0 0,0 1 1 0 0,-1-1-1 0 0,1 0 1 0 0,0 1-1 0 0,0-1 1 0 0,0 0-1 0 0,0 0 1 0 0,0 1-1 0 0,0-1 1 0 0,0 0-1 0 0,0 0 1 0 0,0 0-1 0 0,1 0 1 0 0,-1 0-1 0 0,0 0 1 0 0,0-1-1 0 0,1 1 1 0 0,-1 0-1 0 0,1 0 1 0 0,-1 0-1 0 0,1-1 1 0 0,0 1-1 0 0,-1 0 1 0 0,1-1-1 0 0,0 1 1 0 0,0 0-1 0 0,0 0 1 0 0,0-1-1 0 0,0 1 0 0 0,0 0 1 0 0,0-1-1 0 0,1 1 1 0 0,-1 0-1 0 0,0-1 1 0 0,1 1-1 0 0,-1 0 1 0 0,1 0-1 0 0,-1 0 1 0 0,1-1-1 0 0,-1 1 1 0 0,1 0-1 0 0,0 0 1 0 0,0 0-1 0 0,0 0 10 0 0,8-11-61 0 0,0 2-1 0 0,1-1 1 0 0,0 1-1 0 0,1 1 1 0 0,0 0-1 0 0,0 0 1 0 0,1 1-1 0 0,0 1 1 0 0,11-5 61 0 0,242-97-95 0 0,-178 66 583 0 0,-87 42-469 0 0,1 1-1 0 0,0 0 1 0 0,0 0-1 0 0,0 0 1 0 0,0 0-1 0 0,-1 0 1 0 0,1 0-1 0 0,0 0 1 0 0,0 0-1 0 0,0 0 0 0 0,0 0 1 0 0,0 0-1 0 0,-1 0 1 0 0,1 1-1 0 0,0-1 1 0 0,0 0-1 0 0,0 0 1 0 0,-1 1-1 0 0,1-1 1 0 0,0 1-1 0 0,-1-1 1 0 0,1 1-1 0 0,0-1 1 0 0,-1 1-1 0 0,1-1 1 0 0,0 1-1 0 0,-1 0 0 0 0,1-1 1 0 0,-1 1-1 0 0,1 0 1 0 0,-1 0-1 0 0,1-1 1 0 0,-1 1-1 0 0,0 0 1 0 0,1 0-1 0 0,-1 0-18 0 0,5 6-11 0 0,4 45 77 0 0,-9 95 52 0 0,-4 31-213 0 0,8-45-297 0 0,-12-150 643 0 0,5 10-190 0 0,0-1 0 0 0,-1 1 0 0 0,0 0 1 0 0,0 0-1 0 0,-1 0 0 0 0,0 0 1 0 0,0 1-1 0 0,0 0 0 0 0,-1 0 0 0 0,0 0 1 0 0,0 1-1 0 0,0 0 0 0 0,-1 0 0 0 0,0 1 1 0 0,0-1-1 0 0,0 1 0 0 0,0 1 1 0 0,-1 0-1 0 0,1 0 0 0 0,-1 0 0 0 0,0 1 1 0 0,0 0-1 0 0,-8-1-61 0 0,-15 10 53 0 0,18 2-53 0 0,11-5 0 0 0,1-1 0 0 0,0 1 0 0 0,0-1 0 0 0,0 1 0 0 0,0 0 0 0 0,0-1 0 0 0,1 1 0 0 0,0 0 0 0 0,0-1 0 0 0,0 1 0 0 0,0 0 0 0 0,0-1 0 0 0,1 1 0 0 0,-1 0 0 0 0,1-1 0 0 0,0 1 0 0 0,1 0 0 0 0,-1-1 0 0 0,0 0 0 0 0,1 1 0 0 0,0-1 0 0 0,0 0 0 0 0,0 0 0 0 0,0 0 0 0 0,0 0 0 0 0,1 1 0 0 0,46 39-141 0 0,-43-38 122 0 0,1-1 1 0 0,-1-1-1 0 0,1 1 1 0 0,0-1-1 0 0,-1-1 1 0 0,2 1-1 0 0,-1-1 1 0 0,0 0 0 0 0,0 0-1 0 0,1-1 1 0 0,-1 0-1 0 0,1-1 1 0 0,-1 1-1 0 0,1-2 1 0 0,4 1 18 0 0,-3-1 0 0 0,0-1 0 0 0,0 1 0 0 0,1-1 0 0 0,-1-1 0 0 0,0 0 0 0 0,-1 0 0 0 0,1-1 0 0 0,0 0 0 0 0,-1 0 0 0 0,0-1 0 0 0,0 0 0 0 0,0-1 0 0 0,-1 0 0 0 0,0 0 0 0 0,0 0 0 0 0,3-4 0 0 0,-4 0 145 0 0,-1 1 1 0 0,0-1 0 0 0,0 1-1 0 0,-1-1 1 0 0,0-1 0 0 0,0 1-1 0 0,-1 0 1 0 0,-1-1 0 0 0,0 0-1 0 0,-1 1 1 0 0,1-1 0 0 0,-2 0-1 0 0,0 0 1 0 0,0 0-1 0 0,-1 0 1 0 0,-2-10-146 0 0,-5-15 677 0 0,8 35-591 0 0,0 1-13 0 0,0 0 8 0 0,0 0-6 0 0,0 2-15 0 0,-8 49-59 0 0,8-43-20 0 0,-2 2-25 0 0,1 1 1 0 0,0-1-1 0 0,1 0 1 0 0,0 1-1 0 0,1-1 1 0 0,0 0-1 0 0,1 1 1 0 0,0-1-1 0 0,0 0 1 0 0,1 0-1 0 0,0 0 1 0 0,1-1-1 0 0,0 1 1 0 0,1-1-1 0 0,0 0 1 0 0,0 0-1 0 0,1 0 1 0 0,0-1-1 0 0,0 0 1 0 0,1 0-1 0 0,3 2 44 0 0,-7-8-13 0 0,0 0-1 0 0,0-1 1 0 0,1 1 0 0 0,-1-1-1 0 0,0 0 1 0 0,1 0 0 0 0,-1 0-1 0 0,1 0 1 0 0,-1 0 0 0 0,1-1-1 0 0,0 0 1 0 0,-1 0 0 0 0,1 0-1 0 0,-1 0 1 0 0,1 0 0 0 0,0-1-1 0 0,-1 0 1 0 0,1 1-1 0 0,2-2 14 0 0,6 0-10 0 0,-9 0 16 0 0,1 1 0 0 0,-1-1 0 0 0,0 1 0 0 0,0-1 0 0 0,0 0 0 0 0,0 0 0 0 0,-1 0 1 0 0,1 0-1 0 0,0-1 0 0 0,-1 1 0 0 0,1-1 0 0 0,-1 1 0 0 0,0-1 0 0 0,0 0 0 0 0,1-3-6 0 0,4-10 129 0 0,0 0-1 0 0,-2-1 1 0 0,0 0 0 0 0,-1-1 0 0 0,-1 1 0 0 0,0 0 0 0 0,-1-1-1 0 0,-1 0 1 0 0,-1 1 0 0 0,-2-17-129 0 0,2 24 48 0 0,-4-18 96 0 0,4 26-102 0 0,-3-1-19 0 0,3 20 37 0 0,7 87-60 0 0,20 14-64 0 0,8-54-64 0 0,-32-60 128 0 0,-1-4 0 0 0,0 1 0 0 0,-1 0 0 0 0,1 0 0 0 0,-1-1 0 0 0,1 1 0 0 0,0-1 0 0 0,0 1 0 0 0,-1-1 0 0 0,1 0 0 0 0,0 0 0 0 0,0 0 0 0 0,-1 0 0 0 0,1 0 0 0 0,0 0 0 0 0,0 0 0 0 0,-1-1 0 0 0,1 1 0 0 0,0 0 0 0 0,0-1 0 0 0,-1 0 0 0 0,1 1 0 0 0,-1-1 0 0 0,1 0 0 0 0,0 0 0 0 0,-1 0 0 0 0,1 0 0 0 0,-1 0 0 0 0,0 0 0 0 0,1 0 0 0 0,-1 0 0 0 0,0-1 0 0 0,0 1 0 0 0,0-1 0 0 0,0 1 0 0 0,0-1 0 0 0,0 1 0 0 0,0-1 0 0 0,0 1 0 0 0,-1-1 0 0 0,1 0 0 0 0,-1 1 0 0 0,1-1 0 0 0,-1 0 0 0 0,0 1 0 0 0,1-1 0 0 0,-1-2 0 0 0,3-2 0 0 0,8-22 42 0 0,0-1 0 0 0,-2 0-1 0 0,-2-1 1 0 0,0 0 0 0 0,0-16-42 0 0,9-39 74 0 0,-7 50-22 0 0,-2 6 50 0 0,0-1 1 0 0,-2 1-1 0 0,-1-1 0 0 0,-1-15-102 0 0,-10 12 320 0 0,6 32-240 0 0,-4-2 67 0 0,0 8-147 0 0,0 1 0 0 0,0-1 1 0 0,0 1-1 0 0,1 0 0 0 0,-1 0 1 0 0,2 1-1 0 0,-1-1 0 0 0,1 1 1 0 0,0 0-1 0 0,0 0 0 0 0,1 0 1 0 0,0 0-1 0 0,0 0 0 0 0,1 0 0 0 0,-1 2 0 0 0,-4 118-180 0 0,6-100 108 0 0,-1-12-8 0 0,1 1 1 0 0,1 0-1 0 0,1 0 1 0 0,0-1-1 0 0,1 1 1 0 0,0-1-1 0 0,1 0 1 0 0,1 0-1 0 0,1 0 1 0 0,0-1-1 0 0,5 10 80 0 0,-9-22-8 0 0,0 1 0 0 0,0-1 0 0 0,0 1 0 0 0,0-1 1 0 0,0 0-1 0 0,1 0 0 0 0,-1 0 0 0 0,1 0 0 0 0,0 0 0 0 0,-1-1 0 0 0,1 1 0 0 0,0-1 0 0 0,0 1 0 0 0,0-1 0 0 0,0 0 0 0 0,0 0 0 0 0,0-1 1 0 0,0 1-1 0 0,0-1 0 0 0,0 1 0 0 0,1-1 0 0 0,-1 0 0 0 0,0 0 0 0 0,0-1 0 0 0,1 1 8 0 0,77-22-162 0 0,-66 14 182 0 0,0-1 0 0 0,0-1 0 0 0,-1 0 0 0 0,0-1 0 0 0,-1-1 0 0 0,0 0 0 0 0,-1 0 0 0 0,-1-2 0 0 0,0 1 0 0 0,0-1 0 0 0,-1-1 0 0 0,5-10-20 0 0,46-106 553 0 0,-53 93-242 0 0,-8 38-301 0 0,0 0 1 0 0,0-1-1 0 0,0 1 1 0 0,0-1-1 0 0,0 1 0 0 0,0-1 1 0 0,1 1-1 0 0,-1-1 1 0 0,0 1-1 0 0,0-1 0 0 0,0 1 1 0 0,-1-1-1 0 0,1 1 1 0 0,0-1-1 0 0,0 1 0 0 0,0-1 1 0 0,0 1-1 0 0,0-1 0 0 0,-1 1 1 0 0,1-1-1 0 0,0 1 1 0 0,0-1-1 0 0,-1 1 0 0 0,1 0 1 0 0,0-1-1 0 0,-1 1 1 0 0,1-1-1 0 0,0 1 0 0 0,-1 0 1 0 0,1-1-1 0 0,-1 1 0 0 0,1 0 1 0 0,0 0-1 0 0,-1-1 1 0 0,1 1-1 0 0,-1 0 0 0 0,1 0 1 0 0,-1 0-1 0 0,1-1 1 0 0,-1 1-1 0 0,1 0 0 0 0,-1 0 1 0 0,1 0-1 0 0,-1 0 0 0 0,1 0 1 0 0,-1 0-1 0 0,1 0 1 0 0,-1 0-1 0 0,1 0 0 0 0,-1 0 1 0 0,1 0-1 0 0,-1 1 1 0 0,0-1-11 0 0,-25 8 118 0 0,17-1-117 0 0,0 0 0 0 0,0 0-1 0 0,1 1 1 0 0,0 0 0 0 0,0 0-1 0 0,1 0 1 0 0,0 1 0 0 0,0 1-1 0 0,1-1 1 0 0,0 1 0 0 0,1 0-1 0 0,0 0 1 0 0,1 1 0 0 0,0-1-1 0 0,0 1 1 0 0,1 2-1 0 0,0-5-2 0 0,1-1 0 0 0,0 1 0 0 0,1-1 0 0 0,-1 1 0 0 0,2 0 0 0 0,-1 0 0 0 0,1 0 0 0 0,0-1 0 0 0,0 1 0 0 0,1 0 0 0 0,0 0 0 0 0,1-1 0 0 0,0 1 0 0 0,0 0 0 0 0,0-1 0 0 0,1 0 1 0 0,0 0-1 0 0,1 0 0 0 0,0 0 0 0 0,0 0 0 0 0,0 0 0 0 0,1-1 0 0 0,0 0 0 0 0,0 0 0 0 0,0 0 0 0 0,1-1 0 0 0,3 3 2 0 0,1-2-1 0 0,1 0 0 0 0,-1-1 0 0 0,1 0-1 0 0,0-1 1 0 0,0 0 0 0 0,0-1 0 0 0,0 0 0 0 0,0-1 0 0 0,1 0 0 0 0,8 0 1 0 0,28-1-49 0 0,0-1 0 0 0,0-2 0 0 0,17-4 49 0 0,-30 2-564 0 0,30-5-595 0 0,-25-6-7979 0 0,-28 8 867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43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156 1 14600 0 0,'0'0'330'0'0,"0"0"45"0"0,0 0 20 0 0,0 0-38 0 0,0 0-106 0 0,0 0 399 0 0,0 0 203 0 0,0 0 41 0 0,0 0-50 0 0,0 0-246 0 0,0 0-107 0 0,0 0-19 0 0,0 0-35 0 0,0 0-118 0 0,0 0-51 0 0,0 0-11 0 0,0 0-14 0 0,0 0-56 0 0,-3 6 127 0 0,-1 8-279 0 0,-1-1 0 0 0,-1 0 0 0 0,0 0-1 0 0,-1-1 1 0 0,0 1 0 0 0,-1-1 0 0 0,0-1 0 0 0,-1 0-1 0 0,0 0 1 0 0,-1-1 0 0 0,-3 3-35 0 0,-39 34-4427 0 0,43-40-2600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43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284 64 11520 0 0,'0'0'334'0'0,"4"-8"126"0"0,0-21 435 0 0,-4 27 93 0 0,-8-15 2412 0 0,2 15-3256 0 0,0 1 0 0 0,0-1 1 0 0,0 1-1 0 0,1 1 0 0 0,-1-1 0 0 0,0 1 1 0 0,0 0-1 0 0,0 0 0 0 0,0 0 0 0 0,0 1 1 0 0,0 0-1 0 0,0 0 0 0 0,0 1 0 0 0,0-1 1 0 0,1 1-1 0 0,-1 1 0 0 0,-3 1-144 0 0,1-1 76 0 0,-5 1-75 0 0,1 1 0 0 0,0 0 0 0 0,0 1 0 0 0,1 1 0 0 0,0 0 0 0 0,0 0 0 0 0,0 1-1 0 0,1 0 1 0 0,0 1 0 0 0,1 0 0 0 0,-9 10-1 0 0,15-15-10 0 0,0 0-1 0 0,1 0 1 0 0,-1 0-1 0 0,1 1 1 0 0,-1-1-1 0 0,1 1 1 0 0,1 0-1 0 0,-1-1 1 0 0,1 1-1 0 0,-1 0 1 0 0,1 0-1 0 0,1 0 1 0 0,-1 0-1 0 0,1 0 0 0 0,0 0 1 0 0,0 0-1 0 0,0 0 1 0 0,1 0-1 0 0,-1 0 1 0 0,1 0-1 0 0,1 0 1 0 0,-1-1-1 0 0,1 1 1 0 0,-1 0-1 0 0,1-1 1 0 0,1 1-1 0 0,-1-1 1 0 0,1 0-1 0 0,-1 1 1 0 0,1-1-1 0 0,1 0 1 0 0,-1-1-1 0 0,0 1 0 0 0,1-1 1 0 0,0 1-1 0 0,0-1 1 0 0,0 0-1 0 0,3 1 11 0 0,13 8-12 0 0,0-2 0 0 0,1 0-1 0 0,1-1 1 0 0,20 5 12 0 0,32 13-23 0 0,-58-17 23 0 0,-13 7 11 0 0,-5-13 6 0 0,-1 0 0 0 0,-1 0 1 0 0,1-1-1 0 0,0 1 0 0 0,-1-1 0 0 0,0 1 0 0 0,0-1 1 0 0,0 0-1 0 0,0-1 0 0 0,0 1 0 0 0,-1-1 0 0 0,1 0 1 0 0,-1 0-1 0 0,1 0 0 0 0,-1-1 0 0 0,-1 1-17 0 0,-9 4 18 0 0,-110 33-64 0 0,70-20-2420 0 0,54-19 1028 0 0,1 0-59 0 0</inkml:trace>
  <inkml:trace contextRef="#ctx0" brushRef="#br0" timeOffset="292.195">410 323 10656 0 0,'7'-10'732'0'0,"5"-14"133"0"0,-5-12 6749 0 0,-7 34-7004 0 0,0 2-88 0 0,4 9 2758 0 0,-4 20-3597 0 0,0-22 597 0 0,8 189-163 0 0,-4-99-117 0 0,-4-64-3444 0 0,0-32 1464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27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1 135 11056 0 0,'0'0'248'0'0,"0"0"34"0"0,0 0 22 0 0,0 0-29 0 0,0 0-94 0 0,0 0 273 0 0,0 0 142 0 0,0 0 32 0 0,0 0-38 0 0,8 11 484 0 0,-4 2-968 0 0,0 0 0 0 0,-1 1 0 0 0,-1 0 0 0 0,0 0 0 0 0,-1-1 0 0 0,0 1 0 0 0,-1 0 0 0 0,0 0 0 0 0,-1 1-106 0 0,0 19 85 0 0,-6 70 33 0 0,6-65-97 0 0,1-38 58 0 0,0-1 113 0 0,0 0 32 0 0,0 0 6 0 0,0 0 9 0 0,0-1 28 0 0,21-168 2108 0 0,-12 117-1976 0 0,-5 36-232 0 0,0 0 0 0 0,2 0 1 0 0,0 1-1 0 0,1-1 0 0 0,0 1 0 0 0,1 1 0 0 0,1-1-167 0 0,-6 10 62 0 0,-2 3-45 0 0,0 0 0 0 0,0 0-1 0 0,0 0 1 0 0,1 0-1 0 0,-1 1 1 0 0,0-1 0 0 0,1 0-1 0 0,-1 1 1 0 0,1-1-1 0 0,0 1 1 0 0,0-1 0 0 0,-1 1-1 0 0,1 0 1 0 0,0 0 0 0 0,0 0-1 0 0,0 0 1 0 0,0 0-1 0 0,0 0 1 0 0,1 1 0 0 0,-1-1-1 0 0,0 1 1 0 0,0-1-1 0 0,0 1 1 0 0,0 0 0 0 0,1 0-1 0 0,-1 0 1 0 0,0 0 0 0 0,0 0-1 0 0,1 1 1 0 0,-1-1-1 0 0,0 0 1 0 0,0 1 0 0 0,0 0-1 0 0,0-1 1 0 0,0 1-1 0 0,0 0 1 0 0,0 0 0 0 0,0 0-1 0 0,1 1-16 0 0,3 3 0 0 0,1 0 0 0 0,-1 1 0 0 0,0-1 0 0 0,-1 1 0 0 0,0 0 0 0 0,0 1 0 0 0,0-1 0 0 0,0 1 0 0 0,-1 0 0 0 0,0 0 0 0 0,-1 1 0 0 0,1-1 0 0 0,-2 1 0 0 0,3 7 0 0 0,5 25 0 0 0,-9-34 11 0 0,-1-4 42 0 0,-4-19 83 0 0,5 6-105 0 0,-1 0-1 0 0,2 1 1 0 0,0-1-1 0 0,0 0 1 0 0,1 1 0 0 0,0 0-1 0 0,0 0 1 0 0,1 0-1 0 0,1 0 1 0 0,0 0-1 0 0,4-5-30 0 0,3-9 181 0 0,-9 18-95 0 0,0-1 0 0 0,0 1 1 0 0,1 0-1 0 0,-1 0 0 0 0,1 1 0 0 0,1-1 1 0 0,-1 1-1 0 0,1 0 0 0 0,0 0 1 0 0,0 0-1 0 0,0 1 0 0 0,4-3-86 0 0,-7 6 17 0 0,0 1 0 0 0,0 0 0 0 0,0 0-1 0 0,0 0 1 0 0,0 0 0 0 0,0 1 0 0 0,0-1 0 0 0,0 1-1 0 0,0-1 1 0 0,0 1 0 0 0,0-1 0 0 0,0 1 0 0 0,0 0 0 0 0,0 0-1 0 0,-1 0 1 0 0,1 0 0 0 0,0 0 0 0 0,-1 1 0 0 0,1-1-1 0 0,-1 0 1 0 0,1 1 0 0 0,-1-1 0 0 0,0 1 0 0 0,0-1-1 0 0,1 1 1 0 0,-1 0 0 0 0,0-1 0 0 0,0 1 0 0 0,-1 0-1 0 0,1 0 1 0 0,0 0 0 0 0,-1 0 0 0 0,1 0 0 0 0,-1 0-1 0 0,1 0 1 0 0,-1 0 0 0 0,0 0-17 0 0,5 9 34 0 0,18 84-34 0 0,-16 86 0 0 0,-17-6-926 0 0,10-175 843 0 0,0 1-1 0 0,0 0 1 0 0,1-1 0 0 0,-1 1 0 0 0,0-1 0 0 0,0 1 0 0 0,1-1 0 0 0,-1 1 0 0 0,0-1 0 0 0,1 1 0 0 0,-1-1-1 0 0,1 1 1 0 0,-1-1 0 0 0,1 1 0 0 0,-1-1 0 0 0,1 0 0 0 0,-1 1 0 0 0,1-1 0 0 0,-1 0 0 0 0,1 0 0 0 0,-1 1 0 0 0,1-1-1 0 0,0 0 1 0 0,-1 0 0 0 0,1 0 0 0 0,-1 1 0 0 0,1-1 0 0 0,0 0 0 0 0,-1 0 0 0 0,1 0 0 0 0,-1 0 0 0 0,1 0 0 0 0,0 0-1 0 0,-1-1 1 0 0,1 1 0 0 0,0 0 0 0 0,-1 0 0 0 0,1 0 0 0 0,-1 0 0 0 0,1-1 0 0 0,-1 1 0 0 0,1 0 0 0 0,-1-1 0 0 0,1 1-1 0 0,-1 0 1 0 0,1-1 0 0 0,-1 1 0 0 0,1-1 0 0 0,-1 1 0 0 0,1-1 0 0 0,-1 1 0 0 0,0-1 0 0 0,1 1 83 0 0,63-65-8358 0 0,1-56 5791 0 0,-45 77 2885 0 0,-12 28 817 0 0,-1-1 0 0 0,0 0-1 0 0,-1 0 1 0 0,-1-1 0 0 0,2-11-1135 0 0,-2-24 5601 0 0,-5 52-4891 0 0,0 1-7 0 0,0 0-35 0 0,0 0-124 0 0,0 0-52 0 0,0 0-11 0 0,0 0-35 0 0,0 0-148 0 0,0 0-66 0 0,0 0-9 0 0,0 0-20 0 0,-9 31 275 0 0,-1 73-254 0 0,37 44-284 0 0,-26-144 57 0 0,1 1 0 0 0,-1-1-1 0 0,1 1 1 0 0,0-1 0 0 0,0 0-1 0 0,1 0 1 0 0,-1 0 0 0 0,1-1-1 0 0,0 1 1 0 0,0 0 0 0 0,0-1 0 0 0,1 0-1 0 0,-1 0 1 0 0,1 0 0 0 0,-1 0-1 0 0,1 0 1 0 0,0-1 0 0 0,0 0-1 0 0,0 0 1 0 0,1 0 0 0 0,-1 0 0 0 0,0-1-1 0 0,5 2 4 0 0,-4-2 11 0 0,1 0 0 0 0,-1 0-1 0 0,1-1 1 0 0,-1 1 0 0 0,1-1-1 0 0,-1 0 1 0 0,1-1 0 0 0,-1 0-1 0 0,1 1 1 0 0,-1-2 0 0 0,1 1-1 0 0,-1-1 1 0 0,0 1 0 0 0,0-2-1 0 0,0 1 1 0 0,0 0 0 0 0,0-1-1 0 0,0 0 1 0 0,-1 0 0 0 0,1-1-1 0 0,2-2-10 0 0,1-5 150 0 0,-1-1 0 0 0,0 0-1 0 0,-1 0 1 0 0,0-1 0 0 0,-1 0-1 0 0,-1 0 1 0 0,0 0 0 0 0,0-1-1 0 0,-1 1 1 0 0,-1-1-1 0 0,0 0 1 0 0,-1 1 0 0 0,-1-8-150 0 0,2 4 70 0 0,-1 5-53 0 0,0 1-1 0 0,0-1 1 0 0,-1 1 0 0 0,-1 0-1 0 0,0-1 1 0 0,-1 1-1 0 0,0 0 1 0 0,0 0-1 0 0,-4-8-16 0 0,6 18-128 0 0,0 1-5 0 0,0 0-114 0 0,0 0-498 0 0,0 0-219 0 0,0 0-1016 0 0,0 0-4102 0 0,0 0-1755 0 0</inkml:trace>
  <inkml:trace contextRef="#ctx0" brushRef="#br0" timeOffset="320.15">1755 88 15520 0 0,'0'0'356'0'0,"0"0"49"0"0,-2 0 19 0 0,-30-1-216 0 0,19 0 581 0 0,1 1 1 0 0,-1 0 0 0 0,0 0-1 0 0,0 1 1 0 0,1 1 0 0 0,-1 0-1 0 0,1 1 1 0 0,-12 5-790 0 0,16-5 126 0 0,0 2-1 0 0,0-1 1 0 0,0 1 0 0 0,1 1 0 0 0,0-1-1 0 0,0 1 1 0 0,1 0 0 0 0,-1 1 0 0 0,1 0-1 0 0,-1 2-125 0 0,-63 72 224 0 0,-27 48-170 0 0,-10-24-482 0 0,45-61-831 0 0,17-25-2721 0 0,32-24-888 0 0,6 1 3006 0 0</inkml:trace>
  <inkml:trace contextRef="#ctx0" brushRef="#br0" timeOffset="627.14">1116 392 9256 0 0,'-13'-135'1760'0'0,"2"27"5559"0"0,10 65-2812 0 0,1 41-3903 0 0,8-6 1207 0 0,-4 8-1720 0 0,0-1 1 0 0,0 1 0 0 0,-1 0 0 0 0,1 0 0 0 0,0 0 0 0 0,0 1 0 0 0,-1-1 0 0 0,1 1 0 0 0,0 0 0 0 0,0 0-1 0 0,-1 0 1 0 0,1 1 0 0 0,-1-1 0 0 0,1 1-92 0 0,66 52 487 0 0,-55-40-456 0 0,2 5 2 0 0,-1 0 1 0 0,0 1 0 0 0,-2 1-1 0 0,0 1 1 0 0,-1 0 0 0 0,2 7-34 0 0,5 7 16 0 0,58 116 0 0 0,-64-127 101 0 0,14 22-494 0 0,-2-28-3139 0 0,-24-19 1082 0 0,-1-2-102 0 0,8-6-21 0 0</inkml:trace>
  <inkml:trace contextRef="#ctx0" brushRef="#br0" timeOffset="1664.101">2123 125 9376 0 0,'0'0'273'0'0,"0"0"-5"0"0,0 0-28 0 0,0 0 517 0 0,0 0 246 0 0,0 0 49 0 0,0 0-37 0 0,0 0-201 0 0,0 0-87 0 0,0 0-20 0 0,0 0-52 0 0,0 0-201 0 0,0 0-94 0 0,0 0-22 0 0,0 0-31 0 0,0 0-124 0 0,-1 0-58 0 0,-64 58 268 0 0,29-21-393 0 0,-180 128 128 0 0,175-112-42 0 0,41-52-71 0 0,0 0 0 0 0,0 1 0 0 0,0-1 0 0 0,0 0 0 0 0,1 0 0 0 0,-1 0 0 0 0,0 1 0 0 0,1-1 0 0 0,-1 0 0 0 0,1 0 0 0 0,-1 0 0 0 0,1 0 0 0 0,-1 0 0 0 0,1 0 0 0 0,0 0 0 0 0,0 0 0 0 0,-1 0 0 0 0,1 0 0 0 0,0 0 0 0 0,0-1 0 0 0,0 1 0 0 0,0 0 0 0 0,0 0 0 0 0,0-1 0 0 0,0 1 0 0 0,0-1 0 0 0,1 1 0 0 0,-1-1 0 0 0,0 0 0 0 0,1 1-15 0 0,55 5 544 0 0,87-19 614 0 0,-16-27-697 0 0,-122 38-457 0 0,-1 0 0 0 0,0 0-1 0 0,1 0 1 0 0,-1 0 0 0 0,0-1 0 0 0,0 0 0 0 0,-1 0-1 0 0,1 0 1 0 0,-1-1 0 0 0,1 1 0 0 0,-1-1 0 0 0,0 0-1 0 0,0-1 1 0 0,-1 1 0 0 0,1-1 0 0 0,-1 1 0 0 0,0-1-1 0 0,0 0 1 0 0,-1 0 0 0 0,0 0 0 0 0,1-1 0 0 0,-2 1-1 0 0,1 0 1 0 0,-1-1 0 0 0,1 1 0 0 0,-1-1 0 0 0,-1 0-1 0 0,1 1 1 0 0,-1-1 0 0 0,0 0 0 0 0,-1 1 0 0 0,1-1-1 0 0,-2-4-3 0 0,1 3 1 0 0,-1 0 0 0 0,-1 0 0 0 0,1 0-1 0 0,-1 0 1 0 0,-1 0 0 0 0,1 1 0 0 0,-1-1-1 0 0,0 1 1 0 0,0 0 0 0 0,-1 0 0 0 0,0 1-1 0 0,0-1 1 0 0,0 1 0 0 0,-5-3-1 0 0,-23-13 580 0 0,32 21-409 0 0,1 0 11 0 0,0 0 2 0 0,0 0-4 0 0,0 0-16 0 0,0 0-4 0 0,0 0 0 0 0,0 0-5 0 0,0 0-22 0 0,0 0-6 0 0,0 0-6 0 0,0 0-2 0 0,0 2-6 0 0,3 68 426 0 0,4 0 0 0 0,10 41-539 0 0,-11-50-8 0 0,-2-1 1 0 0,-3 47 7 0 0,-1-73-375 0 0,9-23-2144 0 0,-4-7-3398 0 0,-4-4-1318 0 0</inkml:trace>
  <inkml:trace contextRef="#ctx0" brushRef="#br0" timeOffset="2352.692">2405 612 10896 0 0,'0'0'317'0'0,"0"0"2"0"0,0 0-31 0 0,0 0 637 0 0,0 0 304 0 0,0 0 62 0 0,0 0-65 0 0,0 0-316 0 0,0 0-140 0 0,0 0-30 0 0,0 0-48 0 0,0 0-185 0 0,0 0-84 0 0,0 0-21 0 0,1 1-10 0 0,7 4-158 0 0,0 0 0 0 0,0-1 0 0 0,0 0 0 0 0,1 0 0 0 0,0-1 0 0 0,0 0 0 0 0,0 0 0 0 0,0-1 0 0 0,0 0-1 0 0,0-1 1 0 0,0 0 0 0 0,1 0 0 0 0,-1-1 0 0 0,1 0 0 0 0,-1-1 0 0 0,0 0-234 0 0,119-16 457 0 0,-79 7-570 0 0,-18-7-2027 0 0,-11 3-6824 0 0,-13 8 2766 0 0</inkml:trace>
  <inkml:trace contextRef="#ctx0" brushRef="#br0" timeOffset="2758.25">2967 223 12864 0 0,'0'0'374'0'0,"0"0"1"0"0,0-1-236 0 0,-4-13 4922 0 0,4 13-4089 0 0,0 1-138 0 0,0 0-30 0 0,0 0-48 0 0,0 0-185 0 0,0 0-84 0 0,0 0-21 0 0,0 0-38 0 0,0 0-152 0 0,0 0-69 0 0,0 0-14 0 0,3 6 134 0 0,13 98 578 0 0,3 92-195 0 0,-9-58-560 0 0,-6-67-26 0 0,1-30-76 0 0,1-29-228 0 0,-5-11-6521 0 0,-1-1-793 0 0</inkml:trace>
  <inkml:trace contextRef="#ctx0" brushRef="#br0" timeOffset="4349.779">3445 135 12408 0 0,'0'0'281'0'0,"3"-7"383"0"0,9-36-103 0 0,-4-3 5588 0 0,-15 35-2548 0 0,-25 17-2815 0 0,19 3-770 0 0,1 2 0 0 0,0-1 0 0 0,1 1 0 0 0,0 1 0 0 0,0 0 0 0 0,1 0 0 0 0,1 1 0 0 0,0 0 0 0 0,1 1 0 0 0,1 0 0 0 0,0 0 1 0 0,1 1-1 0 0,-1 3-16 0 0,-4 13 23 0 0,2 0 0 0 0,2 0 1 0 0,1 0-1 0 0,1 1 1 0 0,2 0-1 0 0,0 3-23 0 0,2-19 0 0 0,1 0 0 0 0,0 1 0 0 0,1-1 0 0 0,0-1 0 0 0,2 1 0 0 0,0 0 0 0 0,0 0 0 0 0,1-1 0 0 0,1 0 0 0 0,1 0 0 0 0,0 0 0 0 0,1 0 0 0 0,1-1 0 0 0,0-1 0 0 0,6 8 0 0 0,-5-8 1 0 0,1 0 1 0 0,1-1-1 0 0,1 0 0 0 0,-1-1 0 0 0,2 0 0 0 0,0-1 1 0 0,0 0-1 0 0,0-1 0 0 0,10 4-1 0 0,91 31-41 0 0,-87-40-2377 0 0,-23-8-1708 0 0,-4 4 2245 0 0</inkml:trace>
  <inkml:trace contextRef="#ctx0" brushRef="#br0" timeOffset="14445.491">3965 118 10776 0 0,'0'0'316'0'0,"0"0"-3"0"0,3-6-190 0 0,2-24 4021 0 0,-21 17-2023 0 0,-29 15-996 0 0,24 4-1013 0 0,10-4-106 0 0,0 1 0 0 0,-1 1 1 0 0,1 0-1 0 0,1 0 0 0 0,-1 1 0 0 0,0 0 0 0 0,1 1 0 0 0,-2 2-6 0 0,9-6-3 0 0,0 0-3 0 0,0-1 0 0 0,0 1 0 0 0,0 0 0 0 0,0 1 0 0 0,0-1 0 0 0,0 0-1 0 0,0 1 1 0 0,1-1 0 0 0,0 1 0 0 0,-1 0 0 0 0,1 0 0 0 0,0 0 0 0 0,0 0-1 0 0,0 0 1 0 0,1 1 0 0 0,-1-1 0 0 0,1 1 0 0 0,0-1 0 0 0,0 1 0 0 0,0-1 0 0 0,0 1-1 0 0,1-1 1 0 0,-1 1 0 0 0,1 0 0 0 0,0-1 0 0 0,0 4 6 0 0,31 30-90 0 0,-15-26 66 0 0,0-2-1 0 0,0 0 0 0 0,1-1 0 0 0,1 0 0 0 0,16 4 25 0 0,53 32 64 0 0,-85-43-64 0 0,0-1 0 0 0,-1 1 0 0 0,1 0 0 0 0,-1 0 0 0 0,1 0 0 0 0,-1 0 0 0 0,0 0 0 0 0,1 1 0 0 0,-1-1 0 0 0,0 0 0 0 0,0 0 0 0 0,0 1 0 0 0,0-1 0 0 0,0 1 0 0 0,0-1 0 0 0,0 1 0 0 0,0 0 0 0 0,0-1 0 0 0,-1 1 0 0 0,1 0 0 0 0,-1-1 0 0 0,1 1 0 0 0,-1 0 0 0 0,0 0 0 0 0,0-1 0 0 0,0 1 0 0 0,0 0 0 0 0,0 0 0 0 0,0-1 0 0 0,0 1 0 0 0,-1 0 0 0 0,1 0 0 0 0,0-1 0 0 0,-1 1 0 0 0,0 0 0 0 0,1-1 0 0 0,-1 1 0 0 0,0 0 0 0 0,0 0 0 0 0,-23 22 75 0 0,13-15-63 0 0,0 0-1 0 0,0-1 1 0 0,-1 0 0 0 0,0-1 0 0 0,-1 0-1 0 0,1-1 1 0 0,-1 0 0 0 0,-1-1-1 0 0,-2 0-11 0 0,-21 10 12 0 0,-13 3-12 0 0,-15 7-420 0 0,59-24-1584 0 0,5-1-114 0 0,1 0 493 0 0</inkml:trace>
  <inkml:trace contextRef="#ctx0" brushRef="#br0" timeOffset="14908.551">4003 385 10336 0 0,'23'-23'1218'0'0,"-23"87"7611"0"0,1-59-8829 0 0,-1 1 0 0 0,1-1 0 0 0,0 0 0 0 0,0 1 0 0 0,1-1 0 0 0,0 0 0 0 0,0 0 0 0 0,0 1 0 0 0,0-2 0 0 0,1 1 0 0 0,0 0 0 0 0,0 0 0 0 0,0-1 0 0 0,0 0 0 0 0,1 1 0 0 0,0-1 0 0 0,0-1 0 0 0,0 1 0 0 0,4 2 0 0 0,-6-5 8 0 0,1 0-1 0 0,-1 0 1 0 0,1 0-1 0 0,-1 0 0 0 0,1 0 1 0 0,0 0-1 0 0,-1-1 1 0 0,1 0-1 0 0,0 1 0 0 0,0-1 1 0 0,-1 0-1 0 0,1 0 1 0 0,0-1-1 0 0,0 1 0 0 0,-1-1 1 0 0,1 1-1 0 0,0-1 1 0 0,-1 0-1 0 0,1 0 1 0 0,-1 0-1 0 0,1 0 0 0 0,-1 0 1 0 0,1-1-1 0 0,-1 1 1 0 0,0-1-1 0 0,1 1 0 0 0,0-2-7 0 0,0 0 106 0 0,0 1-1 0 0,-1 0 0 0 0,1-1 0 0 0,-1 0 1 0 0,1 1-1 0 0,-1-1 0 0 0,0 0 0 0 0,0 0 0 0 0,0 0 1 0 0,-1-1-1 0 0,1 1 0 0 0,-1 0 0 0 0,1-1 1 0 0,-1 1-106 0 0,-1-2 92 0 0,1 0 0 0 0,-1 0-1 0 0,-1 0 1 0 0,1 1 0 0 0,0-1 0 0 0,-1 0 0 0 0,0 0 0 0 0,0 1 0 0 0,-1-1 0 0 0,1 1 0 0 0,-1-1 0 0 0,0 1 0 0 0,0-1 0 0 0,0 1 0 0 0,-1 0 0 0 0,0 0 0 0 0,0 0 0 0 0,0 0 0 0 0,0 1 0 0 0,0-1-1 0 0,-1 1 1 0 0,1 0 0 0 0,-1 0 0 0 0,-1-1-92 0 0,-9-5 0 0 0,-9-1-18 0 0,18 9-242 0 0,0 1 0 0 0,-1 1 1 0 0,1-1-1 0 0,0 1 1 0 0,0 0-1 0 0,0 0 0 0 0,-1 0 1 0 0,1 1-1 0 0,0-1 0 0 0,0 1 1 0 0,1 1-1 0 0,-1-1 1 0 0,0 1-1 0 0,0 0 260 0 0,-2 3-2003 0 0</inkml:trace>
  <inkml:trace contextRef="#ctx0" brushRef="#br0" timeOffset="15267.602">4413 443 14224 0 0,'0'0'322'0'0,"0"0"45"0"0,0 0 20 0 0,0 0-38 0 0,0 0-110 0 0,0 0 380 0 0,0 0 189 0 0,0 0 38 0 0,0 0-54 0 0,0 0-260 0 0,0 0-110 0 0,0 0-26 0 0,1 2-30 0 0,-1 3-295 0 0,1 1 0 0 0,-2-1 1 0 0,1 1-1 0 0,-1-1 0 0 0,1 0 1 0 0,-2 1-1 0 0,1-1 0 0 0,0 0 1 0 0,-1 0-1 0 0,0 1 0 0 0,0-1 1 0 0,-1-1-1 0 0,1 1 0 0 0,-1 0 1 0 0,0 0-1 0 0,-2 1-71 0 0,-52 64-3275 0 0,50-62 1827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56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37 11312 0 0,'0'0'256'0'0,"-2"-2"88"0"0,-15-32 888 0 0,17 33-574 0 0,0 1 29 0 0,0 0-2 0 0,0 0-35 0 0,0 0-12 0 0,0 0-5 0 0,0 0-46 0 0,-19 4 698 0 0,15 1-1241 0 0,1 0-1 0 0,0 0 0 0 0,0 1 1 0 0,1-1-1 0 0,-1 1 0 0 0,1-1 1 0 0,1 1-1 0 0,-1 0 0 0 0,1 0 1 0 0,0-1-1 0 0,0 1 0 0 0,0 5-43 0 0,0 10-11 0 0,-3 20-180 0 0,1 1-1 0 0,3 0 1 0 0,1 0-1 0 0,6 30 192 0 0,-6-65-139 0 0,0 1 0 0 0,0 0-1 0 0,1-1 1 0 0,1 1 0 0 0,-1-1 0 0 0,1 0 0 0 0,0 0-1 0 0,1 0 1 0 0,-1 0 0 0 0,1-1 0 0 0,1 1 0 0 0,-1-1-1 0 0,1 0 1 0 0,1 0 0 0 0,-1-1 0 0 0,1 1-1 0 0,1 0 141 0 0,-6-5 1 0 0,0-1 0 0 0,0 1 0 0 0,0-1 1 0 0,0 1-1 0 0,0-1 0 0 0,0 1 0 0 0,0-1 1 0 0,0 0-1 0 0,1 1 0 0 0,-1-1 0 0 0,0 0 1 0 0,0 0-1 0 0,0 0 0 0 0,1 0 0 0 0,-1 0 1 0 0,0 0-1 0 0,0 0 0 0 0,0 0 0 0 0,0-1 1 0 0,1 1-1 0 0,-1 0 0 0 0,0-1 1 0 0,0 1-1 0 0,0-1 0 0 0,0 1 0 0 0,0-1 1 0 0,0 0-1 0 0,0 1 0 0 0,0-1 0 0 0,0 0 1 0 0,0 1-1 0 0,-1-1 0 0 0,1 0 0 0 0,0 0 1 0 0,0 0-1 0 0,-1 0 0 0 0,1 0 1 0 0,0 0-1 0 0,-1 0 0 0 0,1 0 0 0 0,-1 0-2 0 0,21-50 948 0 0,-19 44-913 0 0,5-57 2857 0 0,-7 63-2602 0 0,0 1-96 0 0,0 0-39 0 0,0 0-10 0 0,1 1-25 0 0,18 38-127 0 0,-16-31-123 0 0,1 0-1 0 0,-1-1 1 0 0,1 1 0 0 0,1-1 0 0 0,0 0-1 0 0,0 0 1 0 0,0 0 0 0 0,6 5 130 0 0,35 19-1287 0 0,-44-30 1300 0 0,0 0 0 0 0,0 0-1 0 0,0-1 1 0 0,0 1 0 0 0,0-1-1 0 0,0 1 1 0 0,0-1-1 0 0,0 0 1 0 0,0 0 0 0 0,0 0-1 0 0,0 0 1 0 0,0 0 0 0 0,1 0-1 0 0,-1-1 1 0 0,0 1-1 0 0,0-1 1 0 0,0 0 0 0 0,0 1-1 0 0,0-1 1 0 0,-1 0 0 0 0,1 0-1 0 0,0 0 1 0 0,0 0 0 0 0,0 0-1 0 0,-1-1 1 0 0,1 1-1 0 0,-1 0 1 0 0,1-1 0 0 0,-1 1-1 0 0,1-1 1 0 0,-1 0 0 0 0,0 1-1 0 0,0-1 1 0 0,0 0-1 0 0,0 0 1 0 0,0 0-13 0 0,2-4 225 0 0,-1 1 0 0 0,1-1 1 0 0,-2 0-1 0 0,1 0 0 0 0,0 1 0 0 0,-1-2 0 0 0,0 1 0 0 0,-1 0 1 0 0,1 0-1 0 0,-1 0 0 0 0,0 0 0 0 0,-1 0 0 0 0,1 0 0 0 0,-1 0 0 0 0,0 0 1 0 0,-1-1-226 0 0,-33-231 2218 0 0,31 216-2248 0 0,3 18-26 0 0,0 0 0 0 0,0 0 0 0 0,0 0 1 0 0,1 0-1 0 0,-1 0 0 0 0,1 0 0 0 0,0 0 0 0 0,0 0 0 0 0,0 0 0 0 0,1 0 0 0 0,-1 0 0 0 0,1 0 1 0 0,0 0-1 0 0,0 0 0 0 0,0 0 0 0 0,1 0 0 0 0,0 0 0 0 0,-1 1 0 0 0,2-2 56 0 0,20 5-2837 0 0,-11 4-2404 0 0,3 2-1640 0 0</inkml:trace>
  <inkml:trace contextRef="#ctx0" brushRef="#br0" timeOffset="418.14">544 294 10088 0 0,'-1'2'298'0'0,"-4"10"-290"0"0,-1-1 508 0 0,1 1 0 0 0,1 0-1 0 0,-1 1 1 0 0,2-1 0 0 0,0 1-1 0 0,0-1 1 0 0,1 1 0 0 0,1 2-516 0 0,0-10 33 0 0,1-1 1 0 0,0 1 0 0 0,0-1 0 0 0,0 1 0 0 0,1-1 0 0 0,-1 1-1 0 0,1-1 1 0 0,0 1 0 0 0,1-1 0 0 0,-1 0 0 0 0,1 1 0 0 0,-1-1 0 0 0,1 0-1 0 0,1 0 1 0 0,-1 0 0 0 0,0-1 0 0 0,1 1 0 0 0,0 0 0 0 0,0-1-1 0 0,0 0 1 0 0,0 0 0 0 0,1 0 0 0 0,-1 0 0 0 0,1 0 0 0 0,-1-1 0 0 0,4 3-34 0 0,-4-4 4 0 0,-2 0 25 0 0,1 0-1 0 0,-1-1 1 0 0,1 1-1 0 0,-1 0 1 0 0,1 0-1 0 0,-1-1 1 0 0,1 1-1 0 0,-1-1 1 0 0,1 1 0 0 0,-1-1-1 0 0,1 0 1 0 0,-1 1-1 0 0,1-1 1 0 0,0 0-1 0 0,-1 0 1 0 0,1 0 0 0 0,0 0-1 0 0,-1-1 1 0 0,1 1-1 0 0,-1 0 1 0 0,1-1-1 0 0,0 1 1 0 0,-1-1-1 0 0,1 1 1 0 0,-1-1 0 0 0,0 0-1 0 0,1 0 1 0 0,-1 0-1 0 0,1 1 1 0 0,-1-2-29 0 0,19-33 3962 0 0,-9-28-814 0 0,-12 39-2771 0 0,-1-1-1 0 0,-1 1 1 0 0,-1 0-1 0 0,-1 0 1 0 0,-3-7-377 0 0,7 27-2 0 0,0 1 0 0 0,-1-1 1 0 0,1 1-1 0 0,-1 0 0 0 0,0 0 0 0 0,0-1 0 0 0,0 1 1 0 0,0 1-1 0 0,0-1 0 0 0,0 0 0 0 0,-1 1 0 0 0,0-1 1 0 0,1 1-1 0 0,-1-1 0 0 0,0 1 0 0 0,0 0 0 0 0,0 1 1 0 0,-1-1-1 0 0,1 0 0 0 0,0 1 0 0 0,-1 0 0 0 0,1-1 1 0 0,-1 1-1 0 0,1 1 0 0 0,-1-1 0 0 0,-2 0 2 0 0,-46 11-2782 0 0,40-7 1468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1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13824 0 0,'0'0'314'0'0,"0"0"46"0"0,0 0 22 0 0,0 0-50 0 0,0 0-150 0 0,0 0 196 0 0,0 0 108 0 0,0 0 23 0 0,0 0 3 0 0,0 8 512 0 0,-9 120 2600 0 0,-2 212-2081 0 0,12-310-1971 0 0,1 0 1 0 0,1 0-1 0 0,2 0 0 0 0,4 12 428 0 0,0-18-2210 0 0,1-17 268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2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60 102 10832 0 0,'3'-13'561'0'0,"-1"8"-326"0"0,-1 1 1 0 0,1-1-1 0 0,-1 0 0 0 0,-1 0 1 0 0,1 0-1 0 0,-1 1 1 0 0,1-1-1 0 0,-2 0 0 0 0,1 0 1 0 0,0 0-1 0 0,-2-4-235 0 0,-6 2 4855 0 0,-3 15-3349 0 0,4 2-1373 0 0,1 1 1 0 0,0-1-1 0 0,1 1 0 0 0,0 0 0 0 0,1 0 0 0 0,0 0 0 0 0,1 0 0 0 0,0 1 0 0 0,1 0 0 0 0,0-1 0 0 0,1 1 0 0 0,1 0 1 0 0,-1 0-1 0 0,2 0 0 0 0,1 9-133 0 0,-2-16 3 0 0,-1-2-42 0 0,1 0 1 0 0,-1 0-1 0 0,1 0 0 0 0,0 0 0 0 0,0 0 0 0 0,0 0 0 0 0,1 0 1 0 0,-1 0-1 0 0,1 0 0 0 0,0 0 0 0 0,-1 0 0 0 0,1-1 0 0 0,1 1 0 0 0,-1 0 1 0 0,0 0-1 0 0,1-1 0 0 0,-1 1 0 0 0,1-1 0 0 0,0 1 0 0 0,0-1 1 0 0,0 0-1 0 0,0 0 0 0 0,0 0 0 0 0,0 0 0 0 0,1 0 0 0 0,-1 0 0 0 0,0 0 1 0 0,1-1-1 0 0,0 1 0 0 0,-1-1 0 0 0,1 0 0 0 0,0 0 0 0 0,0 0 1 0 0,0 0-1 0 0,0 0 0 0 0,0-1 0 0 0,0 1 0 0 0,0-1 0 0 0,0 0 0 0 0,0 0 1 0 0,0 0-1 0 0,0 0 0 0 0,0-1 0 0 0,0 1 39 0 0,2-3 44 0 0,-1 0 0 0 0,0 0 0 0 0,0 0 0 0 0,0-1 0 0 0,0 1 1 0 0,-1-1-1 0 0,1 0 0 0 0,-1 0 0 0 0,0 0 0 0 0,0-1 0 0 0,0 1 0 0 0,-1-1 0 0 0,1 0 0 0 0,-1 0 0 0 0,0 1 0 0 0,0-5-44 0 0,0-3 204 0 0,0-1 0 0 0,-2 1-1 0 0,1 0 1 0 0,-1-1 0 0 0,-1 1 0 0 0,0-1-1 0 0,-1 1 1 0 0,-1 0 0 0 0,0-1-1 0 0,0 1 1 0 0,-1 1 0 0 0,0-1 0 0 0,-1 1-1 0 0,-3-4-203 0 0,7 12-16 0 0,-1-1-1 0 0,0 1 1 0 0,0 1-1 0 0,0-1 1 0 0,0 0-1 0 0,0 0 1 0 0,0 1-1 0 0,-1-1 1 0 0,1 1-1 0 0,-1 0 1 0 0,0 0-1 0 0,0 0 1 0 0,0 0-1 0 0,0 0 1 0 0,0 1-1 0 0,0-1 1 0 0,0 1-1 0 0,0 0 1 0 0,-1 0-1 0 0,1 0 1 0 0,0 0-1 0 0,-1 1 1 0 0,1-1-1 0 0,-4 1 17 0 0,-4 6-3009 0 0,5-1-1395 0 0,-5 1-2650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2.6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12696 0 0,'0'0'289'0'0,"0"0"40"0"0,0 0 21 0 0,0 0-45 0 0,1-1-198 0 0,1-1 6 0 0,-1 2 410 0 0,-1 0 170 0 0,0 0 38 0 0,0 0-28 0 0,0 0-132 0 0,8 9 942 0 0,2 63 474 0 0,-1 211-826 0 0,-4-238-1795 0 0,-4-30 37 0 0,1 1 1 0 0,0-1 0 0 0,1 1-1 0 0,0-1 1 0 0,2 0-1 0 0,0 0 1 0 0,3 5 596 0 0,-4-10-1374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3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53 13824 0 0,'0'-13'1056'0'0,"0"-4"-612"0"0,-7 1 1395 0 0,7 15-825 0 0,-3-4 345 0 0,0 5 2008 0 0,-14 15-2751 0 0,13-8-616 0 0,2 1 0 0 0,-1-1 0 0 0,1 0 0 0 0,0 1 0 0 0,1-1 0 0 0,-1 1 0 0 0,2-1 0 0 0,-1 1 0 0 0,1 0 0 0 0,0-1 0 0 0,1 8 0 0 0,-1 30 0 0 0,-4 140-876 0 0,8-131-3664 0 0,-2-32 2629 0 0,4-7-9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3.4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15664 0 0,'0'0'356'0'0,"4"-6"475"0"0,14-15-228 0 0,-17 21-238 0 0,10 4 2561 0 0,-3 46-849 0 0,-4 119-1204 0 0,-4-111-789 0 0,8 154-86 0 0,-8-211-68 0 0,12 74-1315 0 0,2-26-6089 0 0,-6-29 1058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3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68 13328 0 0,'0'0'298'0'0,"0"0"46"0"0,-12-7 478 0 0,-3-19 2123 0 0,15 25-1949 0 0,0 1-280 0 0,5-18 2089 0 0,-3 17-2765 0 0,-1-1 1 0 0,1 0-1 0 0,0 1 0 0 0,0 0 0 0 0,0 0 1 0 0,0-1-1 0 0,0 1 0 0 0,0 0 1 0 0,1 1-1 0 0,-1-1 0 0 0,0 0 0 0 0,0 1 1 0 0,1-1-1 0 0,-1 1 0 0 0,0-1 1 0 0,1 1-1 0 0,-1 0 0 0 0,1 0 0 0 0,-1 0 1 0 0,0 1-1 0 0,1-1 0 0 0,-1 0 1 0 0,0 1-1 0 0,1 0 0 0 0,-1-1 1 0 0,0 1-1 0 0,0 0 0 0 0,0 0 0 0 0,0 0 1 0 0,0 1-1 0 0,0-1 0 0 0,1 1-40 0 0,-1 1-22 0 0,1-1 1 0 0,-1 1-1 0 0,0 0 0 0 0,0 0 0 0 0,-1 0 0 0 0,1 0 0 0 0,0 1 0 0 0,-1-1 1 0 0,0 0-1 0 0,0 1 0 0 0,0-1 0 0 0,0 0 0 0 0,-1 1 0 0 0,1-1 1 0 0,-1 1-1 0 0,0 0 0 0 0,0-1 0 0 0,0 1 22 0 0,-46 179-3951 0 0,43-169 3543 0 0,2-10 354 0 0,-1 0 1 0 0,1 0-1 0 0,0 0 0 0 0,0 1 0 0 0,1-1 1 0 0,-1 0-1 0 0,1 1 0 0 0,0-1 1 0 0,0 0-1 0 0,0 1 0 0 0,1-1 0 0 0,-1 0 1 0 0,1 0-1 0 0,0 1 0 0 0,0-1 0 0 0,2 2 54 0 0,-2-5 23 0 0,1 0 0 0 0,0-1 0 0 0,0 1-1 0 0,0 0 1 0 0,0-1 0 0 0,0 1 0 0 0,0-1-1 0 0,0 1 1 0 0,0-1 0 0 0,0 0 0 0 0,0 0-1 0 0,0 0 1 0 0,0 0 0 0 0,0-1 0 0 0,0 1-1 0 0,0 0 1 0 0,0-1 0 0 0,0 1 0 0 0,0-1-1 0 0,0 0 1 0 0,0 0 0 0 0,-1 0-1 0 0,1 0 1 0 0,0 0 0 0 0,0 0 0 0 0,-1 0-1 0 0,1 0 1 0 0,-1-1 0 0 0,1 1 0 0 0,-1-1-1 0 0,1 0-22 0 0,0 1 25 0 0,64-44 510 0 0,88-66-241 0 0,-114 77-2829 0 0,-32 20-3628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4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16703 0 0,'0'0'382'0'0,"0"0"54"0"0,0 0 20 0 0,0 0-55 0 0,0 0-158 0 0,0 0 295 0 0,0 0 156 0 0,0 0 36 0 0,-1 1-67 0 0,-18 78 721 0 0,17-65-1183 0 0,-9 219 503 0 0,11-192-927 0 0,3 0 0 0 0,1-1 0 0 0,2 1 0 0 0,6 18 223 0 0,8 36-5056 0 0,-13-81-1427 0 0</inkml:trace>
  <inkml:trace contextRef="#ctx0" brushRef="#br0" timeOffset="589.289">220 453 15664 0 0,'0'0'356'0'0,"0"0"49"0"0,-7-11 553 0 0,7 9-788 0 0,0-1 0 0 0,0 1 0 0 0,0-1-1 0 0,0 1 1 0 0,0 0 0 0 0,0-1-1 0 0,1 1 1 0 0,-1 0 0 0 0,1 0-1 0 0,0-1 1 0 0,0 1 0 0 0,-1 0-1 0 0,1 0 1 0 0,0 0 0 0 0,1 0 0 0 0,-1 0-1 0 0,0 0 1 0 0,1 0 0 0 0,-1 0-1 0 0,1 1 1 0 0,-1-1 0 0 0,1 0-1 0 0,0 1 1 0 0,0-1 0 0 0,0 1-1 0 0,0 0 1 0 0,0 0 0 0 0,0-1 0 0 0,0 1-1 0 0,0 1 1 0 0,0-1 0 0 0,1 0-1 0 0,-1 0-169 0 0,16-8 148 0 0,-16 8-132 0 0,0 0 0 0 0,-1 0 0 0 0,1 0 0 0 0,0-1 1 0 0,0 2-1 0 0,0-1 0 0 0,0 0 0 0 0,0 0 0 0 0,0 1 1 0 0,1-1-1 0 0,-1 1 0 0 0,0-1 0 0 0,0 1 0 0 0,0 0 1 0 0,0 0-1 0 0,1 0 0 0 0,-1 0 0 0 0,0 1 0 0 0,0-1 1 0 0,0 0-1 0 0,0 1 0 0 0,0 0 0 0 0,2 0-16 0 0,-2 0 0 0 0,0 0 0 0 0,0 0 0 0 0,0 0 0 0 0,0 0 0 0 0,-1 0 0 0 0,1 1 0 0 0,0-1 0 0 0,0 1 0 0 0,-1-1 0 0 0,1 1 0 0 0,-1 0 0 0 0,0-1 0 0 0,1 1 0 0 0,-1 0 0 0 0,0 0 0 0 0,0 0 0 0 0,0 0 0 0 0,0 0 0 0 0,0 0 0 0 0,-1 1 0 0 0,1 0 0 0 0,6 30-62 0 0,-26 44-3734 0 0,16-69 3646 0 0,2-2 62 0 0,1-5-282 0 0,0-1-118 0 0,0 0-22 0 0,31-24 1729 0 0,21-10-1054 0 0,-29 24-107 0 0,-16 7 235 0 0,-6 2 87 0 0,-1 1 17 0 0,7 5 263 0 0,-6-2-595 0 0,0 0-1 0 0,0 0 0 0 0,0 0 1 0 0,0 0-1 0 0,0 1 0 0 0,-1-1 1 0 0,1 0-1 0 0,-1 0 0 0 0,0 1 1 0 0,0-1-1 0 0,-1 0 0 0 0,1 1 1 0 0,0-1-1 0 0,-1 0 0 0 0,0 0 1 0 0,0 0-1 0 0,0 1 0 0 0,0-1 1 0 0,0 0-1 0 0,-1 0 0 0 0,0-1 1 0 0,1 1-1 0 0,-1 0 0 0 0,0 0 1 0 0,-1 1-65 0 0,-1 2 49 0 0,-112 228 545 0 0,107-216-845 0 0,-1 0-1 0 0,0 0 0 0 0,-1-1 0 0 0,-1-1 1 0 0,0 0-1 0 0,-1-1 0 0 0,-1 0 0 0 0,-1-1 1 0 0,0 0-1 0 0,-5 2 252 0 0,9-6-2200 0 0,3-3-4698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59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73 484 14336 0 0,'-1'-1'421'0'0,"-14"-35"290"0"0,14 32-482 0 0,1 4-109 0 0,0-1 1 0 0,1 1-1 0 0,-1-1 0 0 0,0 1 1 0 0,0-1-1 0 0,0 1 0 0 0,0-1 1 0 0,0 0-1 0 0,0 1 0 0 0,0-1 1 0 0,0 1-1 0 0,-1-1 0 0 0,1 1 1 0 0,0-1-1 0 0,0 1 1 0 0,0-1-1 0 0,0 1 0 0 0,-1 0 1 0 0,1-1-1 0 0,0 1 0 0 0,-1-1 1 0 0,1 1-1 0 0,0-1 0 0 0,-1 1 1 0 0,1 0-1 0 0,0-1 0 0 0,-1 1 1 0 0,1 0-1 0 0,-1-1 0 0 0,1 1 1 0 0,0 0-1 0 0,-1 0 0 0 0,1-1 1 0 0,-1 1-1 0 0,1 0 0 0 0,-1 0 1 0 0,1 0-1 0 0,-1 0 0 0 0,1-1 1 0 0,-1 1-1 0 0,1 0 0 0 0,-1 0 1 0 0,1 0-1 0 0,-1 0 0 0 0,1 0 1 0 0,-1 0-1 0 0,1 1 0 0 0,-1-1 1 0 0,1 0-1 0 0,-1 0 0 0 0,1 0 1 0 0,-1 0-1 0 0,1 1 1 0 0,-1-1-1 0 0,1 0 0 0 0,-1 0 1 0 0,1 1-1 0 0,-1-1 0 0 0,1 0 1 0 0,0 1-1 0 0,-1-1 0 0 0,1 0 1 0 0,0 1-1 0 0,-1-1 0 0 0,1 1-120 0 0,-4 4 0 0 0,1 0 0 0 0,0 0 0 0 0,0 0 0 0 0,1 0 0 0 0,-1 0 0 0 0,1 1 0 0 0,0 0 0 0 0,1-1 0 0 0,-1 1 0 0 0,1 0 0 0 0,1 0 0 0 0,-1-1 0 0 0,1 1 0 0 0,0 3 0 0 0,-1-5 0 0 0,-2 13-28 0 0,1 1-1 0 0,1-1 0 0 0,0 1 1 0 0,1 0-1 0 0,1-1 0 0 0,1 1 1 0 0,0-1-1 0 0,1 1 0 0 0,1-1 1 0 0,1 0-1 0 0,0-1 0 0 0,1 1 1 0 0,1-1-1 0 0,5 8 29 0 0,-11-22-81 0 0,0 1 0 0 0,1-1 0 0 0,-1 0 1 0 0,1 1-1 0 0,-1-1 0 0 0,1 0 0 0 0,0 0 0 0 0,0 0 0 0 0,0-1 0 0 0,0 1 1 0 0,0 0-1 0 0,1-1 0 0 0,-1 1 0 0 0,0-1 0 0 0,1 0 0 0 0,-1 0 0 0 0,1 0 1 0 0,-1 0-1 0 0,1 0 0 0 0,-1 0 0 0 0,1-1 0 0 0,0 1 0 0 0,-1-1 0 0 0,1 0 1 0 0,0 0-1 0 0,-1 0 0 0 0,1 0 0 0 0,0 0 0 0 0,-1-1 0 0 0,1 1 0 0 0,0-1 1 0 0,-1 0-1 0 0,1 1 0 0 0,-1-1 0 0 0,1-1 0 0 0,-1 1 0 0 0,1 0 0 0 0,-1 0 1 0 0,0-1-1 0 0,0 1 0 0 0,1-1 0 0 0,-1 0 0 0 0,0 0 0 0 0,-1 0 0 0 0,3-1 81 0 0,3-11 247 0 0,0 0 0 0 0,-1-1 0 0 0,-1 1 0 0 0,0-1 0 0 0,-1 0 0 0 0,-1 0 0 0 0,0-1 0 0 0,0-8-247 0 0,8-100 2048 0 0,-11 96-1589 0 0,0 26 29 0 0,0 2 21 0 0,0 0-66 0 0,0 3-294 0 0,0 18-417 0 0,1 0-1 0 0,1 0 1 0 0,1 1-1 0 0,0-1 0 0 0,2-1 1 0 0,0 1-1 0 0,2 0 269 0 0,-6-17-108 0 0,1 0-1 0 0,-1 0 0 0 0,1-1 1 0 0,0 1-1 0 0,0-1 1 0 0,0 1-1 0 0,0-1 0 0 0,0 0 1 0 0,1 0-1 0 0,-1 0 1 0 0,1 0-1 0 0,0 0 0 0 0,0 0 1 0 0,0-1-1 0 0,1 0 1 0 0,-1 1-1 0 0,0-1 0 0 0,1-1 1 0 0,0 1-1 0 0,-1 0 1 0 0,1-1-1 0 0,0 0 0 0 0,0 1 1 0 0,0-2-1 0 0,0 1 1 0 0,-1 0-1 0 0,1-1 0 0 0,0 0 1 0 0,0 0-1 0 0,0 0 1 0 0,0 0-1 0 0,0 0 0 0 0,2-1 109 0 0,0-2-10 0 0,0 0-1 0 0,0 0 0 0 0,-1 0 0 0 0,1-1 0 0 0,-1 0 0 0 0,0 0 0 0 0,0 0 1 0 0,0 0-1 0 0,0-1 0 0 0,-1 0 0 0 0,0 0 0 0 0,4-5 11 0 0,1-1 398 0 0,0-1 52 0 0,-1-1 0 0 0,0 0-1 0 0,-1-1 1 0 0,0 1 0 0 0,-1-1 0 0 0,-1 0-1 0 0,2-8-449 0 0,2-76 1211 0 0,-10 75-523 0 0,1 10-664 0 0,0 0-1 0 0,-2 0 1 0 0,1 0-1 0 0,-2 0 1 0 0,0 1 0 0 0,0-1-1 0 0,-3-6-23 0 0,-21-54-3038 0 0,26 72 934 0 0,1 1-3127 0 0,0 0-1339 0 0</inkml:trace>
  <inkml:trace contextRef="#ctx0" brushRef="#br0" timeOffset="886.381">703 618 9360 0 0,'0'0'208'0'0,"0"0"33"0"0,0 0 15 0 0,-1 1-37 0 0,0 0-35 0 0,1-1-1 0 0,-1 1 1 0 0,1 0 0 0 0,-1-1 0 0 0,1 1 0 0 0,-1-1-1 0 0,0 1 1 0 0,1-1 0 0 0,-1 1 0 0 0,0-1 0 0 0,1 1 0 0 0,-1-1-1 0 0,0 1 1 0 0,1-1 0 0 0,-1 0 0 0 0,0 0 0 0 0,0 1 0 0 0,0-1-1 0 0,1 0 1 0 0,-1 0 0 0 0,0 0 0 0 0,0 0 0 0 0,0 0 0 0 0,0 0-1 0 0,1 0 1 0 0,-1 0 0 0 0,0 0 0 0 0,0 0 0 0 0,0 0 0 0 0,0-1-1 0 0,1 1 1 0 0,-1 0 0 0 0,0 0 0 0 0,0-1 0 0 0,1 1-1 0 0,-1-1 1 0 0,0 1 0 0 0,1-1 0 0 0,-1 1 0 0 0,0-1 0 0 0,1 1-1 0 0,-1-1 1 0 0,1 1 0 0 0,-1-1 0 0 0,1 0 0 0 0,-1 1 0 0 0,1-1-1 0 0,-1 0 1 0 0,1 0-184 0 0,-3-3-629 0 0,7-28 1816 0 0,22-11 398 0 0,-19 36-1397 0 0,-6 6-98 0 0,1-1 0 0 0,-1 1 1 0 0,1-1-1 0 0,0 1 0 0 0,-1 0 1 0 0,1 0-1 0 0,0 0 1 0 0,0 0-1 0 0,0 0 0 0 0,0 0 1 0 0,0 0-1 0 0,0 0 0 0 0,0 1 1 0 0,0-1-1 0 0,0 1 0 0 0,0 0 1 0 0,0-1-1 0 0,0 1 1 0 0,0 0-1 0 0,0 0 0 0 0,2 1-90 0 0,-2-1-36 0 0,1 1 0 0 0,-1-1 1 0 0,0 1-1 0 0,0 0 0 0 0,0 0 0 0 0,0 0 0 0 0,0 0 0 0 0,0 0 0 0 0,0 0 0 0 0,0 1 0 0 0,0-1 0 0 0,-1 1 1 0 0,1-1-1 0 0,0 1 0 0 0,-1 0 0 0 0,1-1 0 0 0,-1 1 0 0 0,0 0 0 0 0,0 0 0 0 0,1 0 0 0 0,-1 0 0 0 0,-1 0 1 0 0,1 0-1 0 0,0 1 0 0 0,0-1 0 0 0,-1 0 0 0 0,1 0 0 0 0,-1 0 0 0 0,0 1 0 0 0,0-1 0 0 0,0 0 0 0 0,0 1 0 0 0,0-1 1 0 0,0 0-1 0 0,0 0 0 0 0,-1 1 0 0 0,0 1 36 0 0,1-1-56 0 0,-30 162-2600 0 0,4-50 608 0 0,23-95 2048 0 0,6-14 0 0 0,-2-5 1 0 0,-1 0-1 0 0,1 0 0 0 0,0-1 0 0 0,0 1 1 0 0,0 0-1 0 0,0-1 0 0 0,0 1 0 0 0,0-1 0 0 0,0 1 1 0 0,0-1-1 0 0,0 1 0 0 0,0-1 0 0 0,0 1 1 0 0,0-1-1 0 0,0 0 0 0 0,0 0 0 0 0,0 0 0 0 0,0 0 1 0 0,0 0-1 0 0,0 0 0 0 0,0 0 0 0 0,0 0 1 0 0,1 0-1 0 0,-1 0 0 0 0,0 0 0 0 0,0-1 0 0 0,0 1 1 0 0,0 0-1 0 0,0-1 0 0 0,0 1 0 0 0,0-1 1 0 0,0 1-1 0 0,0-1 0 0 0,0 0 0 0 0,0 0 0 0 0,4-1 22 0 0,7-3-1 0 0,0-1-1 0 0,-1 1 1 0 0,1-2 0 0 0,-1 0 0 0 0,0 0 0 0 0,-1-1 0 0 0,0-1-1 0 0,8-7-20 0 0,62-79-1779 0 0,-61 74 363 0 0</inkml:trace>
  <inkml:trace contextRef="#ctx0" brushRef="#br0" timeOffset="1439.514">1204 359 12696 0 0,'0'-14'520'0'0,"-1"0"0"0"0,-1-1 0 0 0,0 2 0 0 0,0-1 0 0 0,-2 0 1 0 0,1 0-1 0 0,-2 1 0 0 0,-3-7-520 0 0,-21-17 4410 0 0,29 36-3879 0 0,-12 2 1157 0 0,-11 32-759 0 0,20-18-925 0 0,1 0-1 0 0,0 0 0 0 0,1 1 1 0 0,0-1-1 0 0,2 1 0 0 0,0-1 1 0 0,0 0-1 0 0,1 0 0 0 0,1 0 1 0 0,2 5-4 0 0,-2-12-208 0 0,0 0 1 0 0,0 0 0 0 0,1-1-1 0 0,0 1 1 0 0,0-1 0 0 0,0 0 0 0 0,1 0-1 0 0,1 0 1 0 0,-1-1 0 0 0,5 4 207 0 0,-5-3-390 0 0,-3-5 270 0 0,-1-1 0 0 0,1 1 0 0 0,-1-1 0 0 0,1 0 0 0 0,-1 1 0 0 0,1-1 1 0 0,0 0-1 0 0,0 0 0 0 0,-1 0 0 0 0,1 0 0 0 0,0-1 0 0 0,0 1 0 0 0,0 0 0 0 0,0-1 0 0 0,0 1 0 0 0,0-1 0 0 0,0 0 0 0 0,0 0 0 0 0,0 0 1 0 0,1 0-1 0 0,-1 0 0 0 0,0 0 0 0 0,0 0 0 0 0,0-1 0 0 0,0 1 0 0 0,0-1 0 0 0,0 1 0 0 0,0-1 0 0 0,0 0 0 0 0,-1 0 0 0 0,1 0 0 0 0,0 0 1 0 0,0 0-1 0 0,-1 0 0 0 0,1 0 0 0 0,0-1 120 0 0,4-5 302 0 0,11-34 886 0 0,-16-7 800 0 0,-2 19-532 0 0,1 28-1200 0 0,0 1-37 0 0,0 0-10 0 0,0 1-35 0 0,0 7-223 0 0,-1-1 1 0 0,1 0 0 0 0,1 1 0 0 0,-1-1 0 0 0,1 0 0 0 0,1 0 0 0 0,-1 1-1 0 0,1-1 1 0 0,0 0 0 0 0,1 0 0 0 0,0-1 0 0 0,0 1 0 0 0,0-1-1 0 0,1 1 1 0 0,0-1 0 0 0,0 0 0 0 0,1 0 48 0 0,-2-4-26 0 0,-1-1 0 0 0,1 0 0 0 0,0 1 0 0 0,0-1 0 0 0,0 0 0 0 0,0 0 0 0 0,0-1 0 0 0,0 1 0 0 0,0-1 0 0 0,0 1 0 0 0,0-1 0 0 0,1 0 0 0 0,-1 0 0 0 0,0-1 0 0 0,0 1 0 0 0,0-1 0 0 0,0 1 0 0 0,0-1 0 0 0,0 0 0 0 0,0 0 0 0 0,0 0 0 0 0,0 0 0 0 0,0-1 0 0 0,-1 1 0 0 0,1-1-1 0 0,0 0 1 0 0,-1 0 0 0 0,1 0 0 0 0,-1 0 0 0 0,0 0 0 0 0,0 0 0 0 0,0-1 0 0 0,1 0 26 0 0,38-69 1928 0 0,-10-33-601 0 0,22-114-734 0 0,-49 206-922 0 0,-4 10 31 0 0,0 0-1 0 0,0 1 0 0 0,1-1 0 0 0,-1 1 0 0 0,1-1 1 0 0,-1 1-1 0 0,1-1 0 0 0,0 1 0 0 0,0-1 0 0 0,0 1 1 0 0,0-1-1 0 0,0 1 0 0 0,1 0 0 0 0,-1 0 0 0 0,1 0 1 0 0,0 0-1 0 0,-1 0 0 0 0,1 0 0 0 0,0 0 0 0 0,0 0 1 0 0,0 1-1 0 0,0-1 0 0 0,0 1 0 0 0,1 0 0 0 0,-1-1 1 0 0,0 1-1 0 0,1 0 0 0 0,-1 0 0 0 0,1 0 0 0 0,-1 1 1 0 0,1-1-1 0 0,2 0 299 0 0,2 2-6797 0 0</inkml:trace>
  <inkml:trace contextRef="#ctx0" brushRef="#br0" timeOffset="2059.713">1614 531 10896 0 0,'0'0'317'0'0,"0"0"2"0"0,-9 3 1914 0 0,-6-1 4039 0 0,13-15-4444 0 0,13-20-1016 0 0,62-50 862 0 0,-55 69-1519 0 0,-11 23-86 0 0,-5-2-179 0 0,-1 1-1 0 0,0-1 0 0 0,0 0 1 0 0,-1 0-1 0 0,0 0 0 0 0,-1 1 1 0 0,1-1-1 0 0,-1 0 0 0 0,-1 0 1 0 0,-1 6 110 0 0,2-10-43 0 0,-44 166-3970 0 0,33-58 1455 0 0,12-110 2566 0 0,0 0-1 0 0,0 1 0 0 0,-1-1 0 0 0,1 0 0 0 0,0 0 0 0 0,0 1 0 0 0,1-1 0 0 0,-1 0 0 0 0,0 1 0 0 0,0-1 0 0 0,1 0 0 0 0,-1 0 0 0 0,0 0 0 0 0,1 1 0 0 0,-1-1 0 0 0,1 0 0 0 0,0 0 0 0 0,-1 0 0 0 0,1 0 0 0 0,0 0 0 0 0,0 0 0 0 0,0 0 0 0 0,0 0 0 0 0,-1 0 0 0 0,1 0 0 0 0,1 0 0 0 0,-1-1 1 0 0,0 1-1 0 0,0 0 0 0 0,0-1 0 0 0,0 1 0 0 0,0-1 0 0 0,0 1 0 0 0,1-1 0 0 0,-1 0 0 0 0,0 1 0 0 0,0-1 0 0 0,1 0 0 0 0,-1 0 0 0 0,0 0 0 0 0,1 0 0 0 0,-1 0 0 0 0,0 0 0 0 0,0 0 0 0 0,1 0 0 0 0,-1-1 0 0 0,0 1 0 0 0,0 0 0 0 0,1-1 0 0 0,-1 1 0 0 0,0-1 0 0 0,0 0 0 0 0,0 1 0 0 0,1-2-7 0 0,35-24 164 0 0,13-21 1508 0 0,-12 5-1408 0 0,17-4-6502 0 0,-53 46 597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3:57.9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41 11976 0 0,'0'0'266'0'0,"-1"-7"369"0"0,-9-25 634 0 0,9 31-299 0 0,1 1 43 0 0,0 0-60 0 0,0 0-288 0 0,0 0-121 0 0,0 0-28 0 0,0 0-36 0 0,-7 9 158 0 0,3 0-567 0 0,0 0 1 0 0,0 1 0 0 0,1-1 0 0 0,0 1-1 0 0,1 0 1 0 0,0 0 0 0 0,0 0 0 0 0,1 0-1 0 0,1 0 1 0 0,-1 7-72 0 0,1-3 21 0 0,-3 23-443 0 0,1 1-1 0 0,3 0 0 0 0,1-1 1 0 0,1 1-1 0 0,4 7 423 0 0,15 12-1741 0 0,-22-56 1728 0 0,1 0 1 0 0,-1-1-1 0 0,1 1 1 0 0,0 0-1 0 0,0-1 0 0 0,-1 1 1 0 0,1 0-1 0 0,0-1 1 0 0,0 1-1 0 0,0-1 1 0 0,-1 1-1 0 0,1-1 0 0 0,0 0 1 0 0,0 1-1 0 0,0-1 1 0 0,0 0-1 0 0,0 0 1 0 0,0 0-1 0 0,0 1 0 0 0,0-1 1 0 0,0 0-1 0 0,0 0 1 0 0,0 0-1 0 0,0-1 1 0 0,0 1-1 0 0,0 0 0 0 0,-1 0 1 0 0,1 0-1 0 0,0-1 1 0 0,0 1-1 0 0,0 0 1 0 0,0-1-1 0 0,0 1 0 0 0,0-1 1 0 0,-1 1-1 0 0,1-1 1 0 0,0 0-1 0 0,0 1 1 0 0,-1-1-1 0 0,1 0 0 0 0,0 1 1 0 0,-1-1-1 0 0,1 0 1 0 0,-1 0-1 0 0,1 1 1 0 0,-1-1-1 0 0,1 0 0 0 0,-1 0 1 0 0,1 0 12 0 0,18-23 741 0 0,-15 11-236 0 0,0 0 0 0 0,-1 0 0 0 0,0 0-1 0 0,-1 0 1 0 0,0 0 0 0 0,-1 0 0 0 0,0-1 0 0 0,-1 1-1 0 0,-2-5-504 0 0,2-5 812 0 0,0 12 115 0 0,-2 18-725 0 0,0 18-390 0 0,2-18 138 0 0,0 1 1 0 0,1-1-1 0 0,0 1 0 0 0,0-1 1 0 0,0 1-1 0 0,1-1 1 0 0,0 0-1 0 0,1 1 0 0 0,0-1 1 0 0,0 0-1 0 0,0-1 1 0 0,1 1-1 0 0,0-1 0 0 0,2 4 50 0 0,-2-5-50 0 0,-2-1-44 0 0,0 0 0 0 0,1-1 1 0 0,-1 1-1 0 0,1-1 0 0 0,0 0 0 0 0,0 0 1 0 0,0 0-1 0 0,0 0 0 0 0,0 0 0 0 0,1 0 1 0 0,-1-1-1 0 0,1 0 0 0 0,0 0 1 0 0,0 0-1 0 0,0 0 0 0 0,0-1 0 0 0,4 2 94 0 0,-2-2-13 0 0,1 1 0 0 0,0-1 0 0 0,0-1-1 0 0,0 1 1 0 0,0-1 0 0 0,0 0 0 0 0,0-1-1 0 0,0 0 1 0 0,0 0 0 0 0,0 0-1 0 0,-1-1 1 0 0,1 0 0 0 0,0 0 0 0 0,-1-1-1 0 0,0 0 1 0 0,1 0 0 0 0,-1 0 0 0 0,0-1-1 0 0,2-2 14 0 0,-4 1 164 0 0,1 0 0 0 0,-1 0 0 0 0,-1 0 0 0 0,1 0 0 0 0,-1-1 0 0 0,0 1 0 0 0,0-1 0 0 0,-1 0 0 0 0,1 0-1 0 0,-1 0 1 0 0,-1 0 0 0 0,1-1 0 0 0,-1 1 0 0 0,0 0 0 0 0,0-1 0 0 0,-1 1 0 0 0,0-6-164 0 0,0 10 45 0 0,-4-63 1050 0 0,-15-21 1 0 0,16 76-1054 0 0,0 0 1 0 0,0 0 0 0 0,-1 1-1 0 0,-1 0 1 0 0,1 0-1 0 0,-1 0 1 0 0,-1 0-1 0 0,0 1 1 0 0,0-1 0 0 0,-1 2-1 0 0,0-1 1 0 0,0 1-1 0 0,-5-4-42 0 0,12 11-114 0 0,0 0-2 0 0,0 0-108 0 0,0 0-498 0 0,0 0-218 0 0,0 0-41 0 0,0 0-127 0 0,1 0-496 0 0,8 2-219 0 0</inkml:trace>
  <inkml:trace contextRef="#ctx0" brushRef="#br0" timeOffset="610.206">562 287 9760 0 0,'0'0'284'0'0,"0"0"1"0"0,0 0-36 0 0,-5-7 4386 0 0,3 6 1599 0 0,-2 10-5989 0 0,0 1 0 0 0,1 0 0 0 0,0 0 0 0 0,0 0 0 0 0,1 0 0 0 0,0 1 0 0 0,1-1 0 0 0,0 0-1 0 0,1 6-244 0 0,-2 14 340 0 0,-7 108 92 0 0,2-15-2209 0 0,7-118 1524 0 0,0 13-6155 0 0,4-11-473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8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30 10224 0 0,'0'0'230'0'0,"0"0"30"0"0,0 0 19 0 0,0-1-30 0 0,0-5-158 0 0,0 0 34 0 0,-4-8 1855 0 0,4 12 410 0 0,1 5 4116 0 0,9 54-5971 0 0,2 98-261 0 0,4 14-210 0 0,-12-82-7195 0 0,-4-80 215 0 0</inkml:trace>
  <inkml:trace contextRef="#ctx0" brushRef="#br0" timeOffset="429.688">188 371 12640 0 0,'0'0'289'0'0,"0"0"40"0"0,0 0 21 0 0,0 0-46 0 0,0 0-86 0 0,0 0 400 0 0,12 4 3007 0 0,-9 3-3397 0 0,1 0 1 0 0,-2 0-1 0 0,1 1 1 0 0,-1-1-1 0 0,0 0 1 0 0,-1 1-1 0 0,0 0 1 0 0,0-1-1 0 0,-1 1 0 0 0,1 0 1 0 0,-2-1-1 0 0,1 3-228 0 0,0-1 37 0 0,12 44 147 0 0,-8-49-184 0 0,-3-3 6 0 0,1 1-1 0 0,0-1 1 0 0,0 0-1 0 0,0 0 0 0 0,0 0 1 0 0,0 0-1 0 0,0-1 1 0 0,0 1-1 0 0,0 0 1 0 0,0-1-1 0 0,1 1 0 0 0,-1-1 1 0 0,0 0-1 0 0,0 0 1 0 0,0 0-1 0 0,1 0 1 0 0,-1 0-1 0 0,0 0 0 0 0,0-1 1 0 0,0 1-1 0 0,1-1 1 0 0,-1 1-1 0 0,0-1 1 0 0,0 0-1 0 0,0 0 0 0 0,0 0 1 0 0,0 0-1 0 0,0 0-5 0 0,1-1-3 0 0,-1 1 79 0 0,1 0 1 0 0,-1 0 0 0 0,0 0-1 0 0,1 0 1 0 0,-1 0-1 0 0,0-1 1 0 0,0 1 0 0 0,0-1-1 0 0,0 1 1 0 0,0-1-1 0 0,0 0 1 0 0,0 0 0 0 0,-1 0-1 0 0,1 0 1 0 0,-1 0-1 0 0,1 0 1 0 0,-1-1 0 0 0,0 1-1 0 0,0 0 1 0 0,0-1-1 0 0,0 1 1 0 0,0-1 0 0 0,0 1-1 0 0,-1-1 1 0 0,1 1-1 0 0,-1-2-76 0 0,-1-1 52 0 0,0-1 0 0 0,0 1-1 0 0,-1-1 1 0 0,1 1 0 0 0,-1 0 0 0 0,-1 0-1 0 0,1 0 1 0 0,-1 0 0 0 0,1 0 0 0 0,-1 1-1 0 0,-1-1 1 0 0,1 1 0 0 0,-1 0-1 0 0,-1-2-51 0 0,-8-10 64 0 0,9 12-460 0 0,1 0-1 0 0,-1 1 0 0 0,-1-1 1 0 0,1 1-1 0 0,0 0 1 0 0,-1 0-1 0 0,0 0 1 0 0,1 1-1 0 0,-1-1 0 0 0,0 1 1 0 0,0 1-1 0 0,-1-1 1 0 0,-3 0 396 0 0,6 0-409 0 0,-9-1-6522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9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0 12032 0 0,'0'0'356'0'0,"0"0"-8"0"0,0 0-96 0 0,-13 3 5758 0 0,-23 45-3785 0 0,-6 12-2370 0 0,31-48-247 0 0,-5 5-794 0 0,9-6-4476 0 0,6-10-304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09.8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99 14832 0 0,'23'-98'3405'0'0,"-23"98"-2417"0"0,0 0-52 0 0,0 0-263 0 0,0 0-117 0 0,0 0-20 0 0,0 0-53 0 0,0 0-198 0 0,0 0-86 0 0,0 0-21 0 0,0 0-14 0 0,-7 15 136 0 0,4-4-271 0 0,1-1 0 0 0,0 1 0 0 0,1 0-1 0 0,0 1 1 0 0,0-1 0 0 0,2 0 0 0 0,-1 0-1 0 0,2 8-28 0 0,1 28 50 0 0,5 186 14 0 0,-8-149-5924 0 0,0-84-847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10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16096 0 0,'0'0'365'0'0,"0"0"56"0"0,0 0 24 0 0,0 0-57 0 0,0 0-138 0 0,0 0 364 0 0,0 0 186 0 0,0 0 38 0 0,0 0-33 0 0,0 0-173 0 0,0 0-79 0 0,8 8 906 0 0,-6-3-1345 0 0,1 1 1 0 0,-1-1-1 0 0,0 1 0 0 0,0 0 0 0 0,-1 0 1 0 0,1 0-1 0 0,-1 0 0 0 0,-1 0 1 0 0,1 0-1 0 0,-1 0 0 0 0,0 0 0 0 0,-1 0 1 0 0,1 0-1 0 0,-2 5-114 0 0,0 20 253 0 0,-18 77-605 0 0,17-84-1717 0 0,3-14-5056 0 0,0-10 4712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10.6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205 287 13392 0 0,'0'0'298'0'0,"0"0"46"0"0,0 0 24 0 0,0 0-38 0 0,1 0-218 0 0,4 0-10 0 0,4 13 2729 0 0,-13 58-457 0 0,-25-6-2054 0 0,22-54-327 0 0,-1 0-1 0 0,0-1 1 0 0,0 1 0 0 0,-1-2-1 0 0,-1 1 1 0 0,1-1-1 0 0,-2-1 1 0 0,1 0-1 0 0,-1 0 1 0 0,-2 0 7 0 0,-57 26-3007 0 0,58-33 1233 0 0</inkml:trace>
  <inkml:trace contextRef="#ctx0" brushRef="#br0" timeOffset="295.353">328 61 15464 0 0,'7'-59'1815'0'0,"-7"58"-1193"0"0,0 1 208 0 0,0 0 40 0 0,0 0-61 0 0,0 0-289 0 0,0 0-127 0 0,0 0-29 0 0,0 0-30 0 0,0 0-113 0 0,1 9 112 0 0,5 43 267 0 0,9 79-66 0 0,8 41-292 0 0,-20-130-1363 0 0,9 26-2238 0 0,-8-61-3519 0 0,0-3 1405 0 0</inkml:trace>
  <inkml:trace contextRef="#ctx0" brushRef="#br0" timeOffset="587.634">513 365 12584 0 0,'0'0'281'0'0,"0"-17"802"0"0,1 14-822 0 0,0 0 1 0 0,0 0-1 0 0,0 0 1 0 0,1 0-1 0 0,-1 0 1 0 0,1 0-1 0 0,-1 0 1 0 0,1 0-1 0 0,0 1 1 0 0,0-1-1 0 0,1 1 1 0 0,-1-1-1 0 0,0 1 0 0 0,1 0 1 0 0,-1 0-1 0 0,1 0 1 0 0,0 0-1 0 0,0 1 1 0 0,0-1-1 0 0,0 1 1 0 0,0-1-1 0 0,0 1 1 0 0,0 0-1 0 0,0 0 1 0 0,0 1-1 0 0,0-1 1 0 0,1 1-1 0 0,-1-1 1 0 0,3 1-262 0 0,4-2 155 0 0,-8 2-126 0 0,-1 0 1 0 0,1 0-1 0 0,-1 0 1 0 0,1 0-1 0 0,0 1 1 0 0,-1-1-1 0 0,1 1 1 0 0,-1-1-1 0 0,0 1 1 0 0,1 0-1 0 0,-1-1 1 0 0,1 1-1 0 0,-1 0 1 0 0,0 0-1 0 0,0 0 1 0 0,1 0-1 0 0,-1 0 1 0 0,0 0-1 0 0,0 1 1 0 0,0-1-1 0 0,0 0 1 0 0,0 0-1 0 0,-1 1 1 0 0,1-1-1 0 0,0 1 1 0 0,-1-1-1 0 0,1 0 1 0 0,0 1-1 0 0,-1-1 1 0 0,0 1-1 0 0,1 0 0 0 0,-1-1 1 0 0,0 1-1 0 0,0-1 1 0 0,0 1-1 0 0,0-1 1 0 0,0 1-1 0 0,0 0 1 0 0,0-1-1 0 0,-1 1 1 0 0,1-1-1 0 0,-1 1 1 0 0,1-1-1 0 0,-1 1-29 0 0,-2 9-112 0 0,-1-1 0 0 0,0 0-1 0 0,0 0 1 0 0,-1-1 0 0 0,0 1-1 0 0,-1-1 1 0 0,-5 8 112 0 0,-13 21-318 0 0,8-5-282 0 0,16-31 576 0 0,0-1-1 0 0,0 1 0 0 0,0 0 1 0 0,1-1-1 0 0,-1 1 0 0 0,0-1 1 0 0,1 1-1 0 0,-1-1 0 0 0,1 1 1 0 0,-1-1-1 0 0,1 0 0 0 0,0 1 0 0 0,-1-1 1 0 0,1 0-1 0 0,0 1 0 0 0,0-1 1 0 0,0 0-1 0 0,0 0 0 0 0,0 0 1 0 0,0 0-1 0 0,1 0 0 0 0,-1 0 1 0 0,0 0-1 0 0,0 0 0 0 0,1 0 1 0 0,-1-1-1 0 0,0 1 0 0 0,1 0 0 0 0,-1-1 1 0 0,1 1-1 0 0,-1-1 0 0 0,1 0 1 0 0,-1 1-1 0 0,1-1 0 0 0,0 0 25 0 0,6 0-397 0 0,0 1-1 0 0,0-1 1 0 0,0-1-1 0 0,0 0 1 0 0,0 0-1 0 0,0 0 1 0 0,0-1-1 0 0,-1 0 0 0 0,1-1 1 0 0,-1 0-1 0 0,1 0 1 0 0,0-1 397 0 0,4-2-1485 0 0</inkml:trace>
  <inkml:trace contextRef="#ctx0" brushRef="#br0" timeOffset="925.454">859 392 11976 0 0,'0'0'266'0'0,"0"0"44"0"0,0 0 15 0 0,0 0-26 0 0,-6 3-227 0 0,5-1 4942 0 0,-6 61-1821 0 0,2-40-3193 0 0,-10 24 0 0 0,0-1-7237 0 0,15-45 1107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11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7 15664 0 0,'0'0'356'0'0,"0"0"49"0"0,0 0 21 0 0,-1-1-42 0 0,-2-3-180 0 0,3 3 176 0 0,0 1 107 0 0,0 0 22 0 0,0 0-15 0 0,0 0-78 0 0,0 0-31 0 0,0 0-8 0 0,0 7 286 0 0,0 204 1237 0 0,-4-106-1807 0 0,-22 98-994 0 0,25-195 495 0 0,0 1-1741 0 0,-1-4-2313 0 0,1-4-2105 0 0</inkml:trace>
  <inkml:trace contextRef="#ctx0" brushRef="#br0" timeOffset="722.22">156 473 13824 0 0,'0'0'314'0'0,"0"0"46"0"0,0 0 22 0 0,0 0-50 0 0,8-9 1619 0 0,16-12 1225 0 0,16-6-612 0 0,-7 17-1876 0 0,-27 7 1272 0 0,1 16-1944 0 0,-7-8-149 0 0,0 0-1 0 0,0 1 1 0 0,-1-1 0 0 0,0 0-1 0 0,0 0 1 0 0,-1 0 0 0 0,1 0-1 0 0,-1 0 1 0 0,0 0 0 0 0,-1 0-1 0 0,1-1 1 0 0,-1 1 0 0 0,0-1-1 0 0,0 1 1 0 0,-1 0 133 0 0,-7 13-408 0 0,-6 15-1296 0 0,17-32 1650 0 0,0 0-1 0 0,1-1 0 0 0,-1 1 0 0 0,0 0 1 0 0,0-1-1 0 0,0 1 0 0 0,1-1 0 0 0,-1 1 1 0 0,0 0-1 0 0,1-1 0 0 0,-1 1 0 0 0,1-1 1 0 0,-1 1-1 0 0,1-1 0 0 0,-1 1 0 0 0,1-1 1 0 0,-1 1-1 0 0,1-1 0 0 0,-1 0 0 0 0,1 1 1 0 0,-1-1-1 0 0,1 0 0 0 0,0 1 0 0 0,-1-1 1 0 0,1 0-1 0 0,-1 0 0 0 0,1 0 0 0 0,0 1 1 0 0,-1-1-1 0 0,1 0 0 0 0,0 0 0 0 0,-1 0 1 0 0,1 0-1 0 0,0 0 0 0 0,0 0 55 0 0,2 1-44 0 0,62 9 430 0 0,-41 3 1188 0 0,-23-12-1503 0 0,0 0 0 0 0,0 0-1 0 0,0 1 1 0 0,0-1-1 0 0,0 0 1 0 0,-1 0 0 0 0,1 0-1 0 0,0 1 1 0 0,-1-1 0 0 0,1 0-1 0 0,-1 1 1 0 0,1-1-1 0 0,-1 0 1 0 0,1 1 0 0 0,-1-1-1 0 0,0 1 1 0 0,0-1-1 0 0,0 1 1 0 0,0-1 0 0 0,0 0-1 0 0,0 1 1 0 0,0-1 0 0 0,-1 1-1 0 0,1-1 1 0 0,0 0-1 0 0,-1 1 1 0 0,1-1 0 0 0,-1 1-1 0 0,0 0-70 0 0,-6 13 3 0 0,-1 0 0 0 0,0 0-1 0 0,-2-1 1 0 0,1 0 0 0 0,-2-1-1 0 0,-2 2-2 0 0,-58 59-2782 0 0,60-67-4723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15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166 760 11488 0 0,'0'0'264'0'0,"0"0"34"0"0,0 0 20 0 0,0 0-41 0 0,0 0-42 0 0,0 0 495 0 0,0 0 241 0 0,0 0 49 0 0,0 0-47 0 0,0 0-240 0 0,0 0-106 0 0,0 0-19 0 0,0 0-37 0 0,8 11 642 0 0,-8-6-1059 0 0,0 0 0 0 0,0 0-1 0 0,0 0 1 0 0,0 0 0 0 0,-1 1-1 0 0,1-1 1 0 0,-1 0 0 0 0,-1 0 0 0 0,1 0-1 0 0,-1 0 1 0 0,0-1 0 0 0,0 1 0 0 0,0 0-1 0 0,-1 1-153 0 0,-4 11 232 0 0,-3 9-165 0 0,0-1 1 0 0,-2 0-1 0 0,-1-1 1 0 0,0 0-1 0 0,-16 18-67 0 0,-23 1-8110 0 0,51-42 1669 0 0</inkml:trace>
  <inkml:trace contextRef="#ctx0" brushRef="#br0" timeOffset="1059.476">95 220 10048 0 0,'0'0'230'0'0,"0"0"30"0"0,0 0 18 0 0,8-11 3054 0 0,6-8 2759 0 0,-13 19-5712 0 0,-1 0-58 0 0,0 0-29 0 0,0 0-4 0 0,0 0-26 0 0,0 0-113 0 0,0 0-48 0 0,0 0-6 0 0,16 44-6 0 0,-16-38-102 0 0,1 0 0 0 0,0 0-1 0 0,0 0 1 0 0,1 0 0 0 0,-1 0-1 0 0,1 0 1 0 0,1-1 0 0 0,-1 1-1 0 0,1 0 1 0 0,0-1 0 0 0,0 0-1 0 0,1 0 1 0 0,-1 0 0 0 0,1 0-1 0 0,0 0 1 0 0,1-1 0 0 0,-1 0-1 0 0,1 0 1 0 0,-1 0 0 0 0,1 0-1 0 0,1-1 1 0 0,-1 0 0 0 0,0 0-1 0 0,1 0 1 0 0,-1-1 0 0 0,1 1-1 0 0,0-2 1 0 0,4 2 13 0 0,-5-3-1 0 0,-1 0 1 0 0,1 0-1 0 0,-1 0 0 0 0,1-1 0 0 0,-1 0 1 0 0,1 0-1 0 0,-1 0 0 0 0,1 0 1 0 0,-1-1-1 0 0,0 0 0 0 0,0 0 0 0 0,0 0 1 0 0,0 0-1 0 0,0-1 0 0 0,3-2 1 0 0,-6 5 33 0 0,-1-1 0 0 0,1 1 0 0 0,0-1-1 0 0,0 0 1 0 0,0 1 0 0 0,-1-1 0 0 0,1 0-1 0 0,0 0 1 0 0,-1 0 0 0 0,1 1 0 0 0,-1-1-1 0 0,1 0 1 0 0,-1 0 0 0 0,1 0 0 0 0,-1 0-1 0 0,0 0 1 0 0,1 0 0 0 0,-1 0 0 0 0,0 0-1 0 0,0 0 1 0 0,0 0 0 0 0,0 0 0 0 0,0 0-1 0 0,0 0 1 0 0,0 0 0 0 0,0 0 0 0 0,0 0-1 0 0,0 0 1 0 0,0 0 0 0 0,-1 0 0 0 0,1 0-1 0 0,0 0 1 0 0,-1 0 0 0 0,1 0 0 0 0,-1 0 0 0 0,0 0-34 0 0,-2-13 446 0 0,-1-1 521 0 0,4 14-805 0 0,0 1-8 0 0,0 0-15 0 0,0 0-54 0 0,0 1-10 0 0,7 129-122 0 0,-1-60-45 0 0,-3 35-134 0 0,-11-69-2061 0 0,7-35 1407 0 0,1-1-23 0 0,0 0-159 0 0,0 0-638 0 0,-16-5-2311 0 0,13 4 1966 0 0</inkml:trace>
  <inkml:trace contextRef="#ctx0" brushRef="#br0" timeOffset="1438.366">494 89 10480 0 0,'-20'-64'1536'0'0,"10"40"3695"0"0,9 23-4479 0 0,1 1-166 0 0,0 0-70 0 0,0 0-18 0 0,0 0-32 0 0,0 0-130 0 0,0 0-59 0 0,0 0-12 0 0,1 2-13 0 0,57 118 272 0 0,-42-90-362 0 0,0 0 0 0 0,-2 1 0 0 0,-2 1 0 0 0,3 11-162 0 0,-14-40 0 0 0,10 35 11 0 0,-1 1 0 0 0,-1 1-1 0 0,-3-1 1 0 0,-1 1 0 0 0,-2 0-1 0 0,-2 14-10 0 0,-3-37 6 0 0,0 0 0 0 0,-2-1 0 0 0,0 1 0 0 0,-1-1-1 0 0,0 0 1 0 0,-2-1 0 0 0,0 1 0 0 0,0-1 0 0 0,-1-1-1 0 0,-1 1 1 0 0,-7 7-6 0 0,-15 23 72 0 0,-3-2 0 0 0,-1-1 0 0 0,-27 23-72 0 0,16-23 384 0 0,-2-2 0 0 0,-48 30-384 0 0,12-30-373 0 0,-11-5-1206 0 0,62-25 139 0 0,32-10 928 0 0,1 0 0 0 0,0 0 0 0 0,0 0-728 0 0,0 0-3058 0 0,0 0-1315 0 0</inkml:trace>
  <inkml:trace contextRef="#ctx0" brushRef="#br0" timeOffset="2139.01">604 1053 7848 0 0,'0'0'232'0'0,"0"0"126"0"0,0 0 408 0 0,0 0 176 0 0,0 0 33 0 0,0 0 1 0 0,0 0-27 0 0,0 0-11 0 0,0 0-2 0 0,0 0-20 0 0,0 0-85 0 0,0 0-36 0 0,0 0-10 0 0,0 0-23 0 0,0 0-96 0 0,0 0-39 0 0,0 0-10 0 0,0 0-26 0 0,0 0-107 0 0,4-3 780 0 0,25-35-83 0 0,-20 22-7222 0 0,-9 16 3971 0 0</inkml:trace>
  <inkml:trace contextRef="#ctx0" brushRef="#br0" timeOffset="2538.327">577 1246 14112 0 0,'0'0'322'0'0,"0"0"45"0"0,0 0 17 0 0,0 0-45 0 0,4 1-207 0 0,22 9 4001 0 0,-14-3-1691 0 0,-11-5-2395 0 0,0 0 0 0 0,0 0 0 0 0,-1 1 0 0 0,1-1 0 0 0,-1 0 0 0 0,1 0 0 0 0,-1 1 0 0 0,0-1 0 0 0,0 0 0 0 0,0 0 0 0 0,0 1 0 0 0,-1-1 0 0 0,1 0 0 0 0,0 0-1 0 0,-1 1 1 0 0,0-1 0 0 0,1 0 0 0 0,-1 0 0 0 0,0 0 0 0 0,0 0 0 0 0,0 0 0 0 0,-1 0 0 0 0,1 0 0 0 0,-1 1-47 0 0,-39 44 1013 0 0,39-45-1009 0 0,-135 119-4792 0 0,118-108-189 0 0,1-3-1337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28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98 12584 0 0,'0'0'281'0'0,"0"-7"384"0"0,0-35 385 0 0,0 0 3468 0 0,1 35-662 0 0,-1 17-2796 0 0,-9 91-627 0 0,8-95-434 0 0,-1 3-32 0 0,1 1 1 0 0,0-1-1 0 0,1 1 0 0 0,0 0 1 0 0,0-1-1 0 0,1 1 1 0 0,0-1-1 0 0,1 1 0 0 0,0-1 1 0 0,0 1-1 0 0,4 7 33 0 0,-2-14-112 0 0,0 1 0 0 0,0 0 0 0 0,1-1 0 0 0,0 0-1 0 0,-1 0 1 0 0,1 0 0 0 0,0-1 0 0 0,0 0 0 0 0,1 0 0 0 0,-1 0 0 0 0,0 0-1 0 0,1-1 1 0 0,-1 0 0 0 0,1 0 0 0 0,0 0 0 0 0,-1-1 0 0 0,1 0-1 0 0,-1 0 1 0 0,1 0 0 0 0,0-1 0 0 0,-1 0 0 0 0,1 0 0 0 0,-1 0 0 0 0,1-1-1 0 0,4-2 113 0 0,9 0 73 0 0,-8 2 38 0 0,0 1 0 0 0,-1-2 1 0 0,1 1-1 0 0,-1-2 0 0 0,0 1 0 0 0,0-1 0 0 0,0-1 0 0 0,-1 1 0 0 0,1-2 0 0 0,-1 1 0 0 0,-1-2 0 0 0,1 1 0 0 0,-1-1 0 0 0,7-7-111 0 0,-6-32 2404 0 0,-10 35-2168 0 0,2 10-201 0 0,-1 0-1 0 0,0 0 0 0 0,0 0 1 0 0,0 0-1 0 0,0 0 0 0 0,0 0 1 0 0,0 1-1 0 0,0-1 1 0 0,-1 0-1 0 0,1 0 0 0 0,0 0 1 0 0,0 0-1 0 0,-1 0 0 0 0,1 0 1 0 0,0 1-1 0 0,-1-1 1 0 0,1 0-1 0 0,-1 0 0 0 0,1 1 1 0 0,-1-1-1 0 0,0 0 0 0 0,1 1 1 0 0,-1-1-1 0 0,1 0 1 0 0,-1 1-1 0 0,0-1 0 0 0,0 1 1 0 0,1-1-1 0 0,-1 1 0 0 0,0-1 1 0 0,0 1-1 0 0,0 0 1 0 0,0-1-1 0 0,1 1 0 0 0,-1 0 1 0 0,0 0-1 0 0,0 0 1 0 0,0-1-1 0 0,0 1 0 0 0,0 0 1 0 0,0 0-1 0 0,0 0 0 0 0,0 1 1 0 0,1-1-1 0 0,-1 0 1 0 0,0 0-1 0 0,0 0 0 0 0,0 1 1 0 0,0-1-1 0 0,0 1-34 0 0,-41 22 504 0 0,-35 58-290 0 0,62-63-212 0 0,1 1-1 0 0,1 0 1 0 0,1 1-1 0 0,0 1 1 0 0,2 0-1 0 0,0 0 1 0 0,1 1-1 0 0,1 0-1 0 0,-10 24-1 0 0,-31 73-52 0 0,-8 4-1718 0 0,56-120 1167 0 0,-5 8 893 0 0,5-4-6650 0 0,1-7-802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29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0 118 15632 0 0,'0'0'356'0'0,"5"-12"859"0"0,10-20-109 0 0,7-15 4982 0 0,-8 24-4343 0 0,-13 22-1648 0 0,-1 1-17 0 0,3-2-96 0 0,-2 1-149 0 0,-1 1-54 0 0,7 17-1519 0 0,-7 6-2373 0 0,0-9-3351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29.3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0 14112 0 0,'0'0'322'0'0,"0"0"45"0"0,0 0 17 0 0,0 0-45 0 0,5 7 348 0 0,-1-2 3661 0 0,-2-4-4139 0 0,-1 0-1 0 0,0 1 0 0 0,1 0 1 0 0,-1-1-1 0 0,0 1 1 0 0,0 0-1 0 0,0 0 0 0 0,0 0 1 0 0,0-1-1 0 0,-1 1 0 0 0,1 0 1 0 0,0 0-1 0 0,-1 0 1 0 0,1 0-1 0 0,-1 0 0 0 0,0 0 1 0 0,0 1-1 0 0,0-1 0 0 0,0 0 1 0 0,0 0-1 0 0,0 0 1 0 0,-1 0-1 0 0,1 0 0 0 0,-1 0 1 0 0,1 0-1 0 0,-1 0 0 0 0,0 0 1 0 0,0 1-209 0 0,-6 9 181 0 0,-1 0 0 0 0,0 0 0 0 0,-1-1-1 0 0,0 0 1 0 0,-1 0 0 0 0,-8 6-181 0 0,-122 102-3117 0 0,109-88 121 0 0,13-11 1461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29.9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24 251 15576 0 0,'0'0'356'0'0,"0"0"49"0"0,0 0 20 0 0,0 0-46 0 0,0-1-247 0 0,0 1-62 0 0,0 1 0 0 0,0-1 0 0 0,0 0-1 0 0,0 1 1 0 0,0-1 0 0 0,0 0 0 0 0,0 1 0 0 0,0-1 0 0 0,1 0 0 0 0,-1 0 0 0 0,0 1 0 0 0,0-1 0 0 0,0 0-1 0 0,0 1 1 0 0,1-1 0 0 0,-1 0 0 0 0,0 0 0 0 0,0 1 0 0 0,0-1 0 0 0,1 0 0 0 0,-1 0 0 0 0,0 1 0 0 0,1-1-1 0 0,-1 0 1 0 0,0 0 0 0 0,0 0 0 0 0,1 0 0 0 0,-1 1 0 0 0,0-1 0 0 0,1 0 0 0 0,-1 0 0 0 0,0 0 0 0 0,1 0-1 0 0,-1 0 1 0 0,0 0 0 0 0,1 0 0 0 0,-1 0 0 0 0,0 0 0 0 0,1 0 0 0 0,-1 0 0 0 0,0 0 0 0 0,1 0 0 0 0,-1 0-1 0 0,0 0 1 0 0,1-1 0 0 0,-1 1 0 0 0,0 0 0 0 0,1 0 0 0 0,-1 0 0 0 0,0 0 0 0 0,0-1 0 0 0,1 1 0 0 0,-1 0-1 0 0,0 0 1 0 0,0 0 0 0 0,1-1 0 0 0,-1 1 0 0 0,0 0 0 0 0,0-1 0 0 0,0 1 0 0 0,1 0 0 0 0,-1 0 0 0 0,0-1-1 0 0,0 1 1 0 0,0 0 0 0 0,0-1 0 0 0,0 1 0 0 0,0 0-70 0 0,4 11 199 0 0,-1 1 0 0 0,-1-1 0 0 0,0 1 0 0 0,0 0 1 0 0,-1 0-1 0 0,-1 0 0 0 0,0 0 0 0 0,0 0 0 0 0,-3 9-199 0 0,-19 114 225 0 0,-4-76-1711 0 0,25-58-386 0 0,1-1-5613 0 0</inkml:trace>
  <inkml:trace contextRef="#ctx0" brushRef="#br0" timeOffset="277.743">134 11 14224 0 0,'0'0'312'0'0,"0"0"64"0"0,0 0 8 0 0,0 0 24 0 0,0-7-328 0 0,0 7-80 0 0,0 0 0 0 0,0 0 0 0 0,0 0 280 0 0,0 0 40 0 0,0-4-1 0 0,0 4 9 0 0,0 0-464 0 0,0 0-96 0 0,0 0-23 0 0,8 0-6337 0 0</inkml:trace>
  <inkml:trace contextRef="#ctx0" brushRef="#br0" timeOffset="624.128">263 274 13272 0 0,'0'0'298'0'0,"0"0"46"0"0,0 0 23 0 0,1 1-43 0 0,6 21-83 0 0,11 58 5051 0 0,-17-6-4351 0 0,-13-17-861 0 0,3-37-476 0 0,11-30 0 0 0,25-31 411 0 0,27-43 1357 0 0,-54 83-1339 0 0,2-3 90 0 0,-1 1 0 0 0,1 0-1 0 0,0 0 1 0 0,-1 0 0 0 0,2 0-1 0 0,-1 0 1 0 0,0 0 0 0 0,0 0-1 0 0,1 1 1 0 0,-1-1 0 0 0,1 1-1 0 0,0 0 1 0 0,0-1 0 0 0,0 2-1 0 0,0-1 1 0 0,3-2-123 0 0,-5 4 160 0 0,10 4 241 0 0,-8 0-370 0 0,0 0 0 0 0,0 0 0 0 0,-1 0 0 0 0,1 0 0 0 0,-1 0-1 0 0,0 0 1 0 0,0 0 0 0 0,0 1 0 0 0,-1-1 0 0 0,0 1 0 0 0,1 0 0 0 0,-2-1-1 0 0,1 1 1 0 0,0 2-31 0 0,3 95-185 0 0,-9-65-696 0 0,-2 11-917 0 0,4-45-146 0 0,-7 1-82 0 0,7-3-19 0 0</inkml:trace>
  <inkml:trace contextRef="#ctx0" brushRef="#br0" timeOffset="1140.023">598 403 16352 0 0,'0'0'373'0'0,"0"0"55"0"0,0 0 20 0 0,-1-1-54 0 0,-1-4-139 0 0,1 3 354 0 0,1 2 183 0 0,0 0 38 0 0,0 0-46 0 0,0 0-228 0 0,0 0-99 0 0,0 0-17 0 0,0 0-37 0 0,4 10 82 0 0,-2-1-422 0 0,1 0 0 0 0,-2-1 1 0 0,1 1-1 0 0,-1 0 0 0 0,0 0 0 0 0,-1 1 1 0 0,0-1-1 0 0,-1 0 0 0 0,0 0-63 0 0,0 21 80 0 0,-13 64-496 0 0,9-131 610 0 0,5 15 97 0 0,1 1 1 0 0,1-1 0 0 0,0 1 0 0 0,2-1 0 0 0,0 1 0 0 0,2 0-1 0 0,0 0 1 0 0,8-14-292 0 0,18-20 444 0 0,-29 52-405 0 0,-1-1-16 0 0,1 1 0 0 0,-1 0 0 0 0,0 0 1 0 0,1 0-1 0 0,0 0 0 0 0,0 1 0 0 0,0-1 0 0 0,0 1 0 0 0,0-1 0 0 0,0 1 1 0 0,0 0-1 0 0,1 0 0 0 0,-1 1 0 0 0,1-1 0 0 0,0 1 0 0 0,-1-1 0 0 0,1 1 1 0 0,0 0-1 0 0,0 1 0 0 0,-1-1 0 0 0,1 1 0 0 0,0-1 0 0 0,0 1 0 0 0,0 0 1 0 0,4 1-25 0 0,28 40 79 0 0,-34-36-73 0 0,0-1 0 0 0,-1 1 1 0 0,0-1-1 0 0,0 1 0 0 0,0 0 1 0 0,0-1-1 0 0,-1 1 1 0 0,0 0-1 0 0,0-1 0 0 0,0 1 1 0 0,0 0-1 0 0,-1 0-5 0 0,0 4 3 0 0,-1 0 1 0 0,0-1-1 0 0,0 1 1 0 0,-1 0 0 0 0,0-1-1 0 0,0 0 1 0 0,-1 0-1 0 0,0 0 1 0 0,0 0-1 0 0,-1 0 1 0 0,0-1-1 0 0,-1 0 1 0 0,1 0 0 0 0,-1 0-1 0 0,-6 4-3 0 0,-65 37-1392 0 0,76-48 795 0 0,-6 2 1123 0 0,4-1-7015 0 0,3-1-878 0 0</inkml:trace>
  <inkml:trace contextRef="#ctx0" brushRef="#br0" timeOffset="1981.513">856 413 15664 0 0,'4'-7'456'0'0,"-1"-1"0"0"0,0 0 0 0 0,0 0 0 0 0,0 0 0 0 0,-1 0 0 0 0,0-1 0 0 0,-1 1 0 0 0,0 0 1 0 0,0-1-1 0 0,-1-3-456 0 0,0 11 1022 0 0,0 1 2 0 0,0 0 0 0 0,0 0 0 0 0,0 0-112 0 0,0 0-470 0 0,0 0-208 0 0,0 0-39 0 0,0 0-14 0 0,-1 17 303 0 0,-1-6-520 0 0,1-1 1 0 0,0 1-1 0 0,1 0 0 0 0,0-1 1 0 0,0 1-1 0 0,1 0 0 0 0,0 0 0 0 0,1-1 1 0 0,1 1-1 0 0,-1-1 0 0 0,2 0 0 0 0,-1 0 1 0 0,1 0-1 0 0,1 0 0 0 0,1 1 36 0 0,8 8-1913 0 0,2-18 21 0 0,-13-1 1845 0 0,-1 0 0 0 0,0-1 0 0 0,1 1 0 0 0,-1-1 0 0 0,1 0 0 0 0,-1 0 1 0 0,0 0-1 0 0,0 0 0 0 0,1 0 0 0 0,-1 0 0 0 0,0 0 0 0 0,0-1 0 0 0,0 1 0 0 0,0-1 0 0 0,-1 0 0 0 0,1 1 0 0 0,0-1 0 0 0,-1 0 1 0 0,1 0-1 0 0,-1 0 0 0 0,1 0 0 0 0,-1 0 0 0 0,0-1 0 0 0,1 0 47 0 0,0-1 203 0 0,-1 0-1 0 0,1-1 1 0 0,-1 1 0 0 0,0 0 0 0 0,0 0-1 0 0,0 0 1 0 0,0-1 0 0 0,-1 1-1 0 0,1-1 1 0 0,-1 1 0 0 0,0 0 0 0 0,-1-1-1 0 0,0-3-202 0 0,1-20 1663 0 0,0 26-1408 0 0,0 2 53 0 0,0 0 10 0 0,0 0-35 0 0,0 0-152 0 0,0 2-62 0 0,-2 34-99 0 0,1-26-73 0 0,0 0 0 0 0,1 0 0 0 0,0 0 1 0 0,0 0-1 0 0,1 0 0 0 0,1-1 1 0 0,0 1-1 0 0,0 0 0 0 0,2 5 103 0 0,-4-14-99 0 0,1 1 0 0 0,-1 0-1 0 0,0-1 1 0 0,1 1 0 0 0,-1 0 0 0 0,1-1-1 0 0,-1 1 1 0 0,1-1 0 0 0,0 1-1 0 0,0-1 1 0 0,0 1 0 0 0,0-1 0 0 0,0 0-1 0 0,0 1 1 0 0,0-1 0 0 0,0 0-1 0 0,0 0 1 0 0,1 0 0 0 0,-1 0 0 0 0,0 0-1 0 0,1 0 1 0 0,-1 0 0 0 0,1 0 0 0 0,-1 0-1 0 0,1-1 1 0 0,-1 1 0 0 0,1-1-1 0 0,-1 1 1 0 0,1-1 0 0 0,0 0 0 0 0,-1 1-1 0 0,1-1 1 0 0,0 0 0 0 0,-1 0-1 0 0,1 0 1 0 0,0 0 0 0 0,-1-1 0 0 0,1 1-1 0 0,1-1 100 0 0,6-1-198 0 0,-1-1 0 0 0,1-1-1 0 0,-1 1 1 0 0,1-1 0 0 0,-1-1-1 0 0,-1 0 1 0 0,1 0 0 0 0,0 0-1 0 0,-1-1 1 0 0,0 0 0 0 0,-1-1 0 0 0,0 1-1 0 0,3-4 199 0 0,1-4 321 0 0,-1-1-1 0 0,0 0 0 0 0,-1 0 1 0 0,0-1-1 0 0,-2 0 0 0 0,0-1 1 0 0,0 1-1 0 0,-2-1 0 0 0,0 0 1 0 0,0-7-321 0 0,49-228 4750 0 0,-53 252-4701 0 0,0 0 0 0 0,0 0-1 0 0,0 0 1 0 0,0 1 0 0 0,0-1 0 0 0,0 0 0 0 0,1 0-1 0 0,-1 0 1 0 0,0 0 0 0 0,0 0 0 0 0,0 0-1 0 0,0 0 1 0 0,1 0 0 0 0,-1 1 0 0 0,0-1 0 0 0,0 0-1 0 0,0 0 1 0 0,0 0 0 0 0,1 0 0 0 0,-1 0-1 0 0,0 0 1 0 0,0 0 0 0 0,0 0 0 0 0,1 0 0 0 0,-1 0-50 0 0,0 30-115 0 0,0-26 210 0 0,-16 368-523 0 0,-6-191-5909 0 0,22-140 4692 0 0,0-40 1238 0 0,0-1 0 0 0,0 0 42 0 0,3-4 422 0 0,-1 0 0 0 0,1 0 0 0 0,-1-1 0 0 0,0 1 0 0 0,0-1 1 0 0,-1 1-1 0 0,1-1 0 0 0,-1 1 0 0 0,0-1 0 0 0,0 0 0 0 0,-1 0 0 0 0,1 0 1 0 0,-1 1-1 0 0,0-1 0 0 0,0 0 0 0 0,-1 0 0 0 0,0-2-56 0 0,1-10 583 0 0,-22-63 2792 0 0,2 22-1206 0 0,20 56-2102 0 0,-1 0 0 0 0,1 0 0 0 0,-1 0 1 0 0,1-1-1 0 0,0 1 0 0 0,0 0 0 0 0,0 0 0 0 0,0 0 1 0 0,0 0-1 0 0,0 0 0 0 0,1 0 0 0 0,-1 0 0 0 0,1 0 1 0 0,-1 0-1 0 0,1 0 0 0 0,0 0 0 0 0,0 0 0 0 0,0 0 1 0 0,0 0-1 0 0,0 1 0 0 0,0-1 0 0 0,0 0 0 0 0,1 1 1 0 0,-1-1-1 0 0,1 1 0 0 0,-1-1 0 0 0,1 1 0 0 0,0-1 1 0 0,-1 1-1 0 0,1 0 0 0 0,0 0 0 0 0,0 0 0 0 0,0 0 1 0 0,0 0-1 0 0,0 1-67 0 0,50-18 701 0 0,-7 8-788 0 0,6-2 166 0 0,2-6-3057 0 0,-35 9 407 0 0,-6 5-6151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24.0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144 153 13704 0 0,'0'0'400'0'0,"0"0"0"0"0,-9-12 2289 0 0,4 8-1811 0 0,4 3-132 0 0,-4 1 1224 0 0,-1 2-1898 0 0,0 0-1 0 0,0 1 1 0 0,0 0-1 0 0,0 0 0 0 0,1 1 1 0 0,0-1-1 0 0,-1 1 1 0 0,1 0-1 0 0,1 0 1 0 0,-1 1-1 0 0,0 0 0 0 0,1-1 1 0 0,0 1-1 0 0,0 1 1 0 0,1-1-1 0 0,0 1 1 0 0,0-1-1 0 0,0 1 0 0 0,0 0 1 0 0,1 0-1 0 0,-1 4-71 0 0,-2 0-1 0 0,1 1 0 0 0,0 0 0 0 0,0 0 0 0 0,1 0 0 0 0,1 0 0 0 0,0 0 0 0 0,1 1 0 0 0,0-1 0 0 0,0 1 0 0 0,1-1 0 0 0,1 1 0 0 0,0-1 0 0 0,2 9 1 0 0,-2-16-22 0 0,1 0-1 0 0,0 1 1 0 0,-1-1 0 0 0,2-1 0 0 0,-1 1-1 0 0,0 0 1 0 0,1 0 0 0 0,-1-1 0 0 0,1 1-1 0 0,0-1 1 0 0,0 0 0 0 0,1 0-1 0 0,-1 0 1 0 0,1 0 0 0 0,-1-1 0 0 0,1 0-1 0 0,0 1 23 0 0,-1-3 12 0 0,1 1 0 0 0,-1 0 0 0 0,1-1 0 0 0,-1 0 0 0 0,1 0 0 0 0,-1 0 1 0 0,1 0-1 0 0,-1-1 0 0 0,1 1 0 0 0,-1-1 0 0 0,1 0 0 0 0,-1 0 0 0 0,0 0 0 0 0,1 0 0 0 0,-1-1 0 0 0,0 0 0 0 0,0 1 0 0 0,0-1 0 0 0,0 0 0 0 0,0 0 0 0 0,-1-1 0 0 0,1 1 0 0 0,-1 0 0 0 0,1-1 0 0 0,-1 0 0 0 0,0 1 0 0 0,0-1 0 0 0,1-2-12 0 0,3-1 137 0 0,31-61 1335 0 0,-35 60-1335 0 0,-1 0 1 0 0,0 0 0 0 0,0 0-1 0 0,0 0 1 0 0,-1 0-1 0 0,0 0 1 0 0,0 0 0 0 0,-1 0-1 0 0,0 0 1 0 0,0 0 0 0 0,-1 0-1 0 0,0 1 1 0 0,0-2-138 0 0,-1 2-47 0 0,0-1 1 0 0,0 2 0 0 0,-1-1-1 0 0,1 0 1 0 0,-1 1 0 0 0,0-1-1 0 0,-1 1 1 0 0,1 0-1 0 0,-1 0 1 0 0,0 1 0 0 0,0 0-1 0 0,-1-1 1 0 0,1 2-1 0 0,-1-1 1 0 0,0 1 0 0 0,0 0-1 0 0,0 0 1 0 0,0 0 0 0 0,-5 0 46 0 0,7 1 1673 0 0,-3 1-7243 0 0,5 1-2113 0 0,7 3 5599 0 0,51 2-5375 0 0,1-17 7742 0 0,-41 9 635 0 0,46-12 4528 0 0,6 3 2303 0 0,-38 12-2349 0 0,-29 23-4703 0 0,-21 37-543 0 0,-2 29 28 0 0,21-84-251 0 0,1 0-1 0 0,-1 0 1 0 0,1 1-1 0 0,0-1 1 0 0,1 0 0 0 0,-1 0-1 0 0,1 1 1 0 0,0-1-1 0 0,0 0 1 0 0,0 0-1 0 0,1 0 1 0 0,0 0-1 0 0,0-1 1 0 0,0 1 0 0 0,1 0-1 0 0,-1-1 1 0 0,1 1-1 0 0,0-1 1 0 0,1 0-1 0 0,-1 0 1 0 0,1 0-1 0 0,-1-1 1 0 0,2 2 69 0 0,-2-5-65 0 0,-1 1 0 0 0,1 0 1 0 0,-1-1-1 0 0,1 1 0 0 0,0-1 0 0 0,-1 0 1 0 0,1 0-1 0 0,0 0 0 0 0,0 0 0 0 0,-1 0 0 0 0,1-1 1 0 0,-1 1-1 0 0,1-1 0 0 0,0 1 0 0 0,-1-1 1 0 0,1 0-1 0 0,-1 0 0 0 0,1-1 0 0 0,1 0 65 0 0,4-1-101 0 0,2-2 78 0 0,0-1 1 0 0,0 0-1 0 0,0 0 0 0 0,-1-1 0 0 0,0 0 1 0 0,-1 0-1 0 0,1-1 0 0 0,0-2 23 0 0,24-20 383 0 0,-10 3 145 0 0,-16 11-108 0 0,-3 18-1544 0 0,8-25 1215 0 0,-4-34 853 0 0,-5 9 320 0 0,-7 36-448 0 0,-11 58-875 0 0,11 141-413 0 0,4-185 284 0 0,0-2-217 0 0,0 0-91 0 0,0 0-16 0 0,0 0-237 0 0,0 0-970 0 0,0 0-412 0 0</inkml:trace>
  <inkml:trace contextRef="#ctx0" brushRef="#br0" timeOffset="566.613">763 54 13680 0 0,'4'-53'2560'0'0,"-4"53"-1362"0"0,0 0 61 0 0,0 0-65 0 0,0 0-316 0 0,0 0-140 0 0,0 0-30 0 0,0 0-46 0 0,0 0-180 0 0,0 0-76 0 0,-20 57 1166 0 0,13-31-1485 0 0,0 0 1 0 0,2 0 0 0 0,1 1-1 0 0,0-1 1 0 0,2 12-88 0 0,-2 123-536 0 0,11-80-3096 0 0,1-74-1887 0 0,4-13 4443 0 0,5-17 1297 0 0,-17 17 48 0 0,0 1 0 0 0,0-1 0 0 0,-1 0 0 0 0,0 1 0 0 0,0-1 0 0 0,0 1 0 0 0,-1-1 0 0 0,0 1 0 0 0,0-1 0 0 0,0 1 0 0 0,-1 0 0 0 0,0 0 0 0 0,0 0 0 0 0,-1-1-269 0 0,-33-48 3115 0 0,25 38-1476 0 0,15-1-154 0 0,2 12-1374 0 0,-1 1 1 0 0,0 0 0 0 0,1 1-1 0 0,0-1 1 0 0,0 1-1 0 0,0 0 1 0 0,0 0 0 0 0,0 1-1 0 0,1-1 1 0 0,-1 1-1 0 0,1 0 1 0 0,0 1 0 0 0,4-1-112 0 0,100-31 830 0 0,21 12-534 0 0,-129 21-416 0 0,-2 0-24 0 0,0 0 0 0 0,0 0-26 0 0,0 0-113 0 0,0 0-49 0 0,0 0-11 0 0,0 0-99 0 0,0 0-416 0 0,0 0-183 0 0,0 0-900 0 0,0 0-3611 0 0,0 0-1541 0 0</inkml:trace>
  <inkml:trace contextRef="#ctx0" brushRef="#br0" timeOffset="2478.877">1071 179 12240 0 0,'0'0'273'0'0,"0"0"40"0"0,0 0 23 0 0,0 0-34 0 0,-2 0-201 0 0,-15 0 3572 0 0,6 21-3412 0 0,10-17 94 0 0,-11 76 106 0 0,-17 119-265 0 0,-5-131-1858 0 0,30-62 254 0 0,4-5-353 0 0</inkml:trace>
  <inkml:trace contextRef="#ctx0" brushRef="#br0" timeOffset="2760.877">1032 362 13328 0 0,'0'-2'298'0'0,"-1"-32"578"0"0,0 28-633 0 0,0-1-1 0 0,0 0 1 0 0,0 0-1 0 0,1 0 1 0 0,1 1-1 0 0,-1-1 1 0 0,1 0-1 0 0,0 0 1 0 0,0 1-1 0 0,1-1 1 0 0,0 0-1 0 0,0 1 1 0 0,1 0-1 0 0,-1-1 1 0 0,2 1-1 0 0,-1 0 1 0 0,3-4-243 0 0,21-12 1656 0 0,8-1-98 0 0,-32 22-1486 0 0,-1 0 0 0 0,1 0 0 0 0,0 0 0 0 0,-1 0 0 0 0,1 1 0 0 0,0-1 0 0 0,-1 1 0 0 0,1 0 0 0 0,0-1 0 0 0,0 1-1 0 0,-1 1 1 0 0,1-1 0 0 0,0 0 0 0 0,0 1 0 0 0,-1-1 0 0 0,1 1 0 0 0,0 0 0 0 0,0 0-72 0 0,1 3 15 0 0,0 1-1 0 0,-1-1 1 0 0,0 1-1 0 0,0 0 1 0 0,0 0-1 0 0,0 0 1 0 0,-1 1 0 0 0,0-1-1 0 0,0 0 1 0 0,0 1-1 0 0,-1 0 1 0 0,0-1-1 0 0,0 1 1 0 0,0 0-1 0 0,-1 0 1 0 0,0-1 0 0 0,0 1-1 0 0,0 0 1 0 0,-1 0-1 0 0,1-1 1 0 0,-1 1-1 0 0,-1 0 1 0 0,1-1 0 0 0,-1 1-1 0 0,0-1 1 0 0,-1 0-1 0 0,-1 5-14 0 0,-1 1-10 0 0,0 0 0 0 0,0 1 0 0 0,-1-2 0 0 0,-1 1 0 0 0,0-1 0 0 0,0 0 0 0 0,-1 0 0 0 0,0-1 0 0 0,-1 0 0 0 0,0-1 0 0 0,-6 5 10 0 0,11-9-230 0 0,0-1 0 0 0,-1 0-1 0 0,1-1 1 0 0,0 1 0 0 0,-1-1 0 0 0,0 0 0 0 0,0 0 0 0 0,1 0 0 0 0,-1-1 0 0 0,0 0 0 0 0,-5 1 230 0 0,9-2-704 0 0,-2-17-4016 0 0,6 3 2562 0 0</inkml:trace>
  <inkml:trace contextRef="#ctx0" brushRef="#br0" timeOffset="3675.642">1207 223 10656 0 0,'98'-71'2025'0'0,"-82"61"98"0"0,-9 4 2031 0 0,-6 6-3511 0 0,12 18 3044 0 0,-10 20-3367 0 0,-4-26-14 0 0,-10 82-197 0 0,10-34-201 0 0,1-57 35 0 0,0-1-1 0 0,0 0 0 0 0,0 0 1 0 0,0 1-1 0 0,1-1 0 0 0,-1 0 1 0 0,1 0-1 0 0,0 0 0 0 0,-1 0 1 0 0,1 0-1 0 0,0 0 0 0 0,0 0 1 0 0,0 0-1 0 0,0 0 1 0 0,1 0-1 0 0,-1 0 0 0 0,0 0 1 0 0,1-1-1 0 0,-1 1 0 0 0,1-1 1 0 0,0 1-1 0 0,0-1 0 0 0,-1 0 1 0 0,1 1-1 0 0,0-1 0 0 0,0 0 1 0 0,0 0-1 0 0,0 0 0 0 0,0-1 1 0 0,0 1-1 0 0,1 0 0 0 0,-1-1 1 0 0,0 1-1 0 0,0-1 1 0 0,0 0-1 0 0,1 0 0 0 0,-1 0 1 0 0,0 0-1 0 0,0 0 0 0 0,1 0 1 0 0,-1-1-1 0 0,0 1 0 0 0,0-1 1 0 0,0 1-1 0 0,0-1 0 0 0,1 0 58 0 0,5-3 94 0 0,0-1 0 0 0,-1 0-1 0 0,0 0 1 0 0,0 0-1 0 0,0-1 1 0 0,-1 0 0 0 0,0 0-1 0 0,0 0 1 0 0,0-1-1 0 0,-1 0 1 0 0,0 0 0 0 0,-1 0-1 0 0,1-1 1 0 0,-1 0-1 0 0,-1 0 1 0 0,1 0-1 0 0,-2 0 1 0 0,1 0 0 0 0,-1-1-1 0 0,1-6-93 0 0,-3-39 1710 0 0,0 53-1484 0 0,0 1-2 0 0,0 0-10 0 0,0 0-48 0 0,0 0-26 0 0,0 0-4 0 0,-9 18 11 0 0,5-9-207 0 0,1 2 0 0 0,-1-1 0 0 0,2 0 0 0 0,0 1 0 0 0,0-1 1 0 0,0 1-1 0 0,2 0 0 0 0,-1-1 0 0 0,1 1 0 0 0,1 0 0 0 0,0 5 60 0 0,-1-14-107 0 0,1 0 0 0 0,-1 0 0 0 0,0 0-1 0 0,1 0 1 0 0,-1 0 0 0 0,1 0 0 0 0,-1 0 0 0 0,1 0 0 0 0,0 0-1 0 0,0-1 1 0 0,0 1 0 0 0,0 0 0 0 0,0 0 0 0 0,0-1-1 0 0,0 1 1 0 0,1 0 0 0 0,-1-1 0 0 0,1 0 0 0 0,-1 1-1 0 0,1-1 1 0 0,-1 0 0 0 0,1 0 0 0 0,0 1 0 0 0,0-1-1 0 0,-1-1 1 0 0,1 1 0 0 0,0 0 0 0 0,0 0 0 0 0,0-1 0 0 0,0 1-1 0 0,0-1 1 0 0,0 0 0 0 0,0 1 0 0 0,0-1 0 0 0,0 0-1 0 0,0 0 1 0 0,0 0 0 0 0,0-1 0 0 0,1 1 0 0 0,-1 0-1 0 0,0-1 1 0 0,-1 1 0 0 0,3-2 107 0 0,12-5-356 0 0,-1-1 0 0 0,0-1-1 0 0,-1 0 1 0 0,1-1 0 0 0,-2-1 0 0 0,0 0-1 0 0,0-1 1 0 0,-1 0 0 0 0,0-1 0 0 0,0-1 356 0 0,-8 9-31 0 0,8-8 299 0 0,-1 0-1 0 0,-1-1 1 0 0,0-1 0 0 0,-1 0 0 0 0,0 0 0 0 0,-1 0 0 0 0,-1-1-1 0 0,1-6-267 0 0,-4 8 933 0 0,-1-1 0 0 0,-1 1 0 0 0,0-1 0 0 0,-1 1 0 0 0,0-1 0 0 0,-2-10-933 0 0,1 13 424 0 0,-2-2 278 0 0,-3 23 261 0 0,-7 80-854 0 0,15 167-2289 0 0,6-172-2184 0 0,-5-68 2816 0 0,-4-14 1011 0 0,0-2 22 0 0,0 0 70 0 0,-5-11 266 0 0,-71-86 4734 0 0,56 63-2294 0 0,21 31-2168 0 0,0 0 0 0 0,1 0 1 0 0,-1 0-1 0 0,1 0 0 0 0,-1 1 0 0 0,1-1 0 0 0,0 0 0 0 0,0 1 0 0 0,0-1 0 0 0,1 1 1 0 0,-1 0-1 0 0,0 0 0 0 0,1 0 0 0 0,0 0 0 0 0,-1 0 0 0 0,1 0 0 0 0,0 1 0 0 0,0-1 0 0 0,0 1 1 0 0,0 0-1 0 0,0 0 0 0 0,0 0 0 0 0,0 0 0 0 0,0 0 0 0 0,1 1-93 0 0,155-47 1285 0 0,-33 30-863 0 0,-20 11-978 0 0,-96 8 69 0 0,-8-2-3 0 0,1 3-336 0 0,-2-2-3723 0 0,-1-1 3014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5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20 13104 0 0,'0'0'297'0'0,"0"0"39"0"0,0 0 19 0 0,0 0-34 0 0,-3-5-198 0 0,3-10 8916 0 0,17 109-6935 0 0,-12 44-1624 0 0,-13-72-562 0 0,8-65-76 0 0,1 5-634 0 0,2-2-2828 0 0,-3-3 2543 0 0,0-1-6497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6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2 14168 0 0,'0'0'322'0'0,"0"0"45"0"0,0 0 18 0 0,0 0-41 0 0,7-1 1225 0 0,2 0 4345 0 0,-2 38-4536 0 0,-8-29-1339 0 0,-1 1 0 0 0,0-1 1 0 0,0 0-1 0 0,-1 0 0 0 0,0 0 0 0 0,0 0 0 0 0,-1-1 0 0 0,0 1 0 0 0,-3 4-39 0 0,-6 12-28 0 0,7-13-56 0 0,0 1 0 0 0,-1-1 0 0 0,0-1 0 0 0,0 1 0 0 0,-1-1 0 0 0,-1-1 0 0 0,-7 8 84 0 0,-23 20-5164 0 0,32-30-1871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7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11 10984 0 0,'12'-3'756'0'0,"18"-4"1745"0"0,-30 7-2363 0 0,1 0 0 0 0,-1 0 0 0 0,1 0 0 0 0,-1 0 0 0 0,1 0 0 0 0,-1-1 0 0 0,0 1 0 0 0,1 1 0 0 0,-1-1 0 0 0,1 0 0 0 0,-1 0 0 0 0,1 0 0 0 0,-1 0 1 0 0,1 0-1 0 0,-1 0 0 0 0,1 0 0 0 0,-1 1 0 0 0,0-1 0 0 0,1 0 0 0 0,-1 0 0 0 0,1 1 0 0 0,-1-1 0 0 0,0 0 0 0 0,1 1 0 0 0,-1-1 0 0 0,0 0 0 0 0,1 1 0 0 0,-1-1 0 0 0,0 0 0 0 0,0 1 0 0 0,1-1 0 0 0,-1 1 0 0 0,0-1 0 0 0,0 0 0 0 0,0 1 0 0 0,1-1 0 0 0,-1 1 1 0 0,0-1-1 0 0,0 1 0 0 0,0-1 0 0 0,0 1 0 0 0,0-1 0 0 0,0 1 0 0 0,0-1 0 0 0,0 1 0 0 0,0-1 0 0 0,0 1 0 0 0,0-1 0 0 0,-1 0 0 0 0,1 1 0 0 0,0-1 0 0 0,0 1 0 0 0,0-1 0 0 0,0 1 0 0 0,-1-1 0 0 0,1 0 0 0 0,0 1-138 0 0,-1 9-195 0 0,-1-3 320 0 0,-1 0 0 0 0,0-1 0 0 0,-1 1 0 0 0,1-1 0 0 0,-1 0 0 0 0,-1 0 0 0 0,1 0 0 0 0,-1-1 0 0 0,0 0 0 0 0,0 0 0 0 0,-4 4-125 0 0,-15 14 230 0 0,12-10-1453 0 0,-2-1-1 0 0,0-1 0 0 0,0 0 0 0 0,-1-1 0 0 0,-1 0 1 0 0,1-1-1 0 0,-9 3 1224 0 0,12-6-6433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7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15576 0 0,'9'-71'1711'0'0,"-6"60"1758"0"0,-5 19 109 0 0,6 29-3089 0 0,3 59-89 0 0,8 145-228 0 0,-14-157-618 0 0,-1-46-3138 0 0,0-37 3418 0 0,0 0 0 0 0,-1 0 0 0 0,1 0 0 0 0,0 0 0 0 0,0 1 0 0 0,1-1 0 0 0,-1 0 0 0 0,0 0 0 0 0,0 0 0 0 0,0 0 0 0 0,1 0 0 0 0,-1 0 0 0 0,1 0 0 0 0,-1 0 0 0 0,1 0 0 0 0,-1 0 0 0 0,1 0 0 0 0,-1 0 0 0 0,1 0 0 0 0,0 0 0 0 0,-1-1 0 0 0,1 1 0 0 0,0 0 0 0 0,0 0 0 0 0,0-1 0 0 0,0 1 0 0 0,0-1 0 0 0,0 1 0 0 0,0-1 0 0 0,0 1 0 0 0,0-1 0 0 0,0 1 0 0 0,0-1 0 0 0,0 0 0 0 0,0 1 0 0 0,0-1 1 0 0,1 0 165 0 0,13 1-1536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8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12272 0 0,'7'-43'856'0'0,"-3"16"3041"0"0,-4 27-2555 0 0,0 0-267 0 0,0 0-120 0 0,0 0-25 0 0,0 0-51 0 0,0 0-208 0 0,0 0-95 0 0,0 0-22 0 0,0 0-46 0 0,0 0-184 0 0,4 16 335 0 0,-8 157 582 0 0,2-146-2540 0 0,0 2-3366 0 0,2-21-3014 0 0</inkml:trace>
  <inkml:trace contextRef="#ctx0" brushRef="#br0" timeOffset="1">311 112 17503 0 0,'0'0'399'0'0,"5"-8"961"0"0,-2 6-1215 0 0,0-1 11 0 0,-2 2 570 0 0,-1 1 244 0 0,0 0 44 0 0,0 0-61 0 0,0 0-288 0 0,0 0-121 0 0,3 14 571 0 0,-26 50-1098 0 0,-56 64-2402 0 0,72-115-3334 0 0,-1-2-1800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8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15664 0 0,'0'0'356'0'0,"0"0"49"0"0,0 0 21 0 0,0 0-42 0 0,0 0-141 0 0,0 0 337 0 0,0 0 175 0 0,0 0 39 0 0,0 0-43 0 0,0 7 248 0 0,6 25-524 0 0,-3 0 0 0 0,0 0-1 0 0,-2 1 1 0 0,-3 19-475 0 0,3 54 735 0 0,9 75-856 0 0,-9-112-1133 0 0,-1-40-1937 0 0,0-28 755 0 0,0-1-100 0 0,0 0-21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9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4 15576 0 0,'0'0'356'0'0,"0"0"49"0"0,-9-4 531 0 0,7 4-743 0 0,1 0 0 0 0,0 0-1 0 0,-1 0 1 0 0,1 1 0 0 0,0-1 0 0 0,-1 0 0 0 0,1 0 0 0 0,0 1 0 0 0,-1-1 0 0 0,1 1-1 0 0,0-1 1 0 0,0 1 0 0 0,-1 0 0 0 0,1-1 0 0 0,0 1 0 0 0,0 0 0 0 0,0 0 0 0 0,0 0-1 0 0,0 0 1 0 0,0 0 0 0 0,0 0 0 0 0,0 0 0 0 0,0 0 0 0 0,1 0 0 0 0,-1 0 0 0 0,0 1-1 0 0,1-1 1 0 0,-1 1-193 0 0,-2 57 605 0 0,4-54-316 0 0,8 181 837 0 0,1-33-1020 0 0,-6-51-675 0 0,-3-83-51 0 0,0 2-1411 0 0,5-9-5155 0 0,-2-8 961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9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1 140 10512 0 0,'0'-2'306'0'0,"0"-5"-156"0"0,3-35 1019 0 0,10 14 3648 0 0,-10 23-4407 0 0,1 1 0 0 0,0-1 0 0 0,0 1 0 0 0,0 0-1 0 0,0 0 1 0 0,0 1 0 0 0,1-1 0 0 0,0 1 0 0 0,0 0 0 0 0,0 0 0 0 0,0 0-1 0 0,0 1 1 0 0,1 0 0 0 0,-1 0 0 0 0,1 0-410 0 0,16-6 799 0 0,-20 8-666 0 0,2 9 63 0 0,-2-3-226 0 0,-1-1-1 0 0,0 1 1 0 0,0 0-1 0 0,-1-1 1 0 0,1 1-1 0 0,-1 0 1 0 0,-1 0 0 0 0,1-1-1 0 0,-1 1 1 0 0,0 0-1 0 0,0-1 1 0 0,0 1 0 0 0,-1-1-1 0 0,0 1 1 0 0,0-1-1 0 0,0 0 1 0 0,-1 1 0 0 0,0-1-1 0 0,0-1 1 0 0,0 1-1 0 0,-2 1 31 0 0,-25 51 0 0 0,27-50 0 0 0,3 4 0 0 0,3-6 0 0 0,0-2-192 0 0,0 0 0 0 0,1-1 0 0 0,0 0 0 0 0,-1 1 0 0 0,1-1 0 0 0,0 0 0 0 0,0-1 0 0 0,0 1 0 0 0,0-1 0 0 0,0 0 0 0 0,0 0 0 0 0,0 0 0 0 0,1 0 0 0 0,-1-1 0 0 0,0 1 0 0 0,1-1 0 0 0,-1-1 0 0 0,0 1 0 0 0,1 0-1 0 0,-1-1 1 0 0,0 0 0 0 0,0 0 0 0 0,0 0 0 0 0,0-1 0 0 0,0 1 0 0 0,0-1 0 0 0,0 0 0 0 0,0 0 0 0 0,0 0 0 0 0,0-1 192 0 0,9-4-6662 0 0</inkml:trace>
  <inkml:trace contextRef="#ctx0" brushRef="#br0" timeOffset="239.727">361 89 11976 0 0,'0'0'266'0'0,"0"0"44"0"0,0 0 15 0 0,0 0-26 0 0,0 0-59 0 0,0 0 490 0 0,0 0 240 0 0,0 0 43 0 0,0 0 9 0 0,0 0 2 0 0,0 0 0 0 0,0 0 0 0 0,0 0-70 0 0,0 0-298 0 0,0 0-131 0 0,0 13 570 0 0,0-8-923 0 0,-2 1 1 0 0,1-1 0 0 0,0 0 0 0 0,-1 1-1 0 0,0-1 1 0 0,0 0 0 0 0,0 0 0 0 0,-1-1-1 0 0,0 1 1 0 0,0 0 0 0 0,0-1 0 0 0,0 0-1 0 0,-1 1-172 0 0,-11 17-195 0 0,-6 18-1798 0 0,13-20-1012 0 0,4-12 1291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6.4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6 19351 0 0,'0'0'439'0'0,"-3"-5"373"0"0,4 5 2089 0 0,1 3-2894 0 0,0 0-1 0 0,1 0 1 0 0,-1 1-1 0 0,-1-1 1 0 0,1 1-1 0 0,0-1 1 0 0,-1 1-1 0 0,0 0 0 0 0,0 0 1 0 0,0-1-1 0 0,0 1 1 0 0,-1 0-1 0 0,1 0 1 0 0,-1 0-1 0 0,0 0 1 0 0,0 0-1 0 0,0 0 1 0 0,-1 0-1 0 0,0 2-6 0 0,1 12 336 0 0,-4 40 167 0 0,-1-1 0 0 0,-4 0 0 0 0,-5 18-503 0 0,4-26 96 0 0,0 19-497 0 0,12-67 40 0 0,-1 1 1 0 0,0-1-1 0 0,1 1 1 0 0,-1-1-1 0 0,1 0 1 0 0,-1 0-1 0 0,1 1 1 0 0,0-1-1 0 0,-1 0 0 0 0,1 0 1 0 0,0-1-1 0 0,0 1 1 0 0,0 0-1 0 0,0-1 1 0 0,0 1-1 0 0,0-1 1 0 0,-1 1-1 0 0,1-1 0 0 0,0 0 1 0 0,0 0-1 0 0,0 0 1 0 0,0 0-1 0 0,0 0 1 0 0,0 0-1 0 0,0-1 1 0 0,0 1-1 0 0,0-1 1 0 0,0 1-1 0 0,0-1 0 0 0,0 0 1 0 0,1 0 360 0 0,13-5-1852 0 0,-1-2 11 0 0</inkml:trace>
  <inkml:trace contextRef="#ctx0" brushRef="#br0" timeOffset="569.23">207 391 11232 0 0,'12'-37'1221'0'0,"-8"4"1076"0"0,-4 32-1023 0 0,-3-2 527 0 0,1 4 3499 0 0,0 4-5154 0 0,0 1 1 0 0,1 0 0 0 0,-1 0-1 0 0,1 0 1 0 0,0 0 0 0 0,1 0-1 0 0,0 0 1 0 0,-1 0 0 0 0,2 0-1 0 0,-1 0 1 0 0,2 5-147 0 0,10 26 229 0 0,-11-35-228 0 0,0 0-1 0 0,0 0 0 0 0,0 0 1 0 0,0 0-1 0 0,0-1 0 0 0,1 1 1 0 0,-1 0-1 0 0,1-1 0 0 0,-1 1 1 0 0,1-1-1 0 0,0 0 0 0 0,-1 0 1 0 0,1 1-1 0 0,0-1 0 0 0,0 0 1 0 0,0 0-1 0 0,0-1 0 0 0,0 1 1 0 0,0 0-1 0 0,0-1 0 0 0,0 1 1 0 0,0-1-1 0 0,0 0 0 0 0,0 1 1 0 0,1-1-1 0 0,-1 0 1 0 0,0 0-1 0 0,0-1 0 0 0,0 1 1 0 0,0 0-1 0 0,1-1 0 0 0,31-6 445 0 0,-3-6-309 0 0,-17-1-189 0 0,-13 11 56 0 0,0-1 0 0 0,-1 1 0 0 0,1-1 0 0 0,-1 0 1 0 0,0 1-1 0 0,0-1 0 0 0,0 1 0 0 0,0-1 0 0 0,-1 1 0 0 0,1-1 1 0 0,-1 1-1 0 0,0-1 0 0 0,0 1 0 0 0,0-1 0 0 0,-1 1 0 0 0,1 0 0 0 0,-1 0 1 0 0,0-1-1 0 0,0 1 0 0 0,0 1 0 0 0,0-1 0 0 0,-1-1-3 0 0,-21-26 0 0 0,19 28-462 0 0,-1 0-1 0 0,0-1 0 0 0,0 2 1 0 0,0-1-1 0 0,-1 1 1 0 0,1 0-1 0 0,0 0 1 0 0,0 1-1 0 0,-1 0 0 0 0,1 0 1 0 0,0 0-1 0 0,0 1 1 0 0,-1 0-1 0 0,1 0 1 0 0,0 1-1 0 0,0-1 0 0 0,-5 3 463 0 0,-10 6-2111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33.8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253 178 11544 0 0,'0'0'264'0'0,"0"-11"629"0"0,2-4-964 0 0,0 3 722 0 0,-2 3 2917 0 0,-18-16-571 0 0,12 24-2913 0 0,1 0 1 0 0,-1 0-1 0 0,0 0 1 0 0,0 1-1 0 0,0 0 0 0 0,0 0 1 0 0,1 0-1 0 0,-1 1 0 0 0,0 0 1 0 0,0 0-1 0 0,0 0 1 0 0,1 1-1 0 0,-1 0 0 0 0,-1 1-84 0 0,4-2 4 0 0,-6 1 19 0 0,-1 2 0 0 0,1-1-1 0 0,0 1 1 0 0,1 0 0 0 0,-1 1-1 0 0,1 0 1 0 0,0 1 0 0 0,0-1-1 0 0,1 2 1 0 0,-1-1 0 0 0,2 1-1 0 0,-1 0 1 0 0,1 0 0 0 0,0 1-1 0 0,0 0 1 0 0,0 0 0 0 0,2 0-1 0 0,-1 1 1 0 0,-1 2-23 0 0,6-8-15 0 0,-1 0 1 0 0,0-1-1 0 0,1 1 0 0 0,-1 0 0 0 0,1 0 1 0 0,0 0-1 0 0,0 0 0 0 0,0-1 0 0 0,1 1 1 0 0,-1 0-1 0 0,0 0 0 0 0,1 0 0 0 0,0-1 1 0 0,0 1-1 0 0,0 0 0 0 0,0-1 1 0 0,0 1-1 0 0,0-1 0 0 0,1 1 0 0 0,-1-1 1 0 0,1 1-1 0 0,0-1 0 0 0,0 0 0 0 0,-1 0 1 0 0,3 2 14 0 0,57 44-343 0 0,19-7 467 0 0,6 10 198 0 0,-85-51-314 0 0,0 0 1 0 0,0 1 0 0 0,0-1-1 0 0,0 1 1 0 0,-1 0-1 0 0,1-1 1 0 0,0 1 0 0 0,0 0-1 0 0,0-1 1 0 0,-1 1-1 0 0,1 0 1 0 0,0 0 0 0 0,-1 0-1 0 0,1 0 1 0 0,-1 0-1 0 0,1 0 1 0 0,-1 0 0 0 0,1 0-1 0 0,-1 0 1 0 0,0 0 0 0 0,1 0-1 0 0,-1 0 1 0 0,0 0-1 0 0,0 0 1 0 0,0 0 0 0 0,0 0-1 0 0,0 0 1 0 0,0 0-1 0 0,0 0 1 0 0,0 0 0 0 0,0 0-1 0 0,-1 0 1 0 0,1 0 0 0 0,0 0-1 0 0,-1 0 1 0 0,1 0-1 0 0,-1 0 1 0 0,1 0 0 0 0,-1 0-1 0 0,1 0 1 0 0,-1 0-1 0 0,1-1 1 0 0,-1 1 0 0 0,0 0-1 0 0,0 0 1 0 0,0 0-9 0 0,-43 24 660 0 0,-102 13-739 0 0,139-38 38 0 0,6 0-3146 0 0,1 0-3406 0 0,3-4 1232 0 0</inkml:trace>
  <inkml:trace contextRef="#ctx0" brushRef="#br0" timeOffset="415.929">341 431 10592 0 0,'40'-10'1346'0'0,"-39"10"-352"0"0,-1 0 330 0 0,0 0 69 0 0,0 0-83 0 0,0 13 1025 0 0,-2 78 477 0 0,2-88-2815 0 0,1-1 0 0 0,-1 1 0 0 0,1 0 1 0 0,-1-1-1 0 0,1 1 0 0 0,0 0 0 0 0,0-1 0 0 0,0 1 0 0 0,0-1 1 0 0,0 1-1 0 0,1-1 0 0 0,-1 0 0 0 0,1 1 0 0 0,0-1 0 0 0,-1 0 0 0 0,1 0 1 0 0,0 0-1 0 0,0 0 0 0 0,1-1 0 0 0,-1 1 0 0 0,0 0 0 0 0,0-1 0 0 0,1 0 1 0 0,-1 1-1 0 0,1-1 0 0 0,-1 0 0 0 0,1 0 0 0 0,0-1 0 0 0,-1 1 1 0 0,1 0-1 0 0,0-1 0 0 0,-1 0 0 0 0,1 1 0 0 0,0-1 0 0 0,0 0 0 0 0,-1-1 1 0 0,1 1 2 0 0,1 0 108 0 0,0-1 1 0 0,0 0-1 0 0,0 1 1 0 0,-1-1-1 0 0,1-1 1 0 0,0 1-1 0 0,-1-1 0 0 0,1 1 1 0 0,-1-1-1 0 0,1 0 1 0 0,-1 0-1 0 0,0-1 1 0 0,0 1-1 0 0,1-1-108 0 0,0-11 0 0 0,-5 11 86 0 0,0 0-1 0 0,0 0 0 0 0,-1 0 1 0 0,1 0-1 0 0,-1 0 0 0 0,0 0 1 0 0,1 0-1 0 0,-1 0 0 0 0,0 0 1 0 0,-1 1-1 0 0,1-1 0 0 0,0 1 1 0 0,-1 0-1 0 0,0-1 0 0 0,1 1 1 0 0,-1 0-1 0 0,0 1 0 0 0,0-1 1 0 0,0 0-1 0 0,0 1 0 0 0,0 0 1 0 0,-1 0-1 0 0,1 0 0 0 0,-3-1-85 0 0,-33-10-401 0 0,36 11 199 0 0,-29-2-1396 0 0,12 2-2269 0 0,19 1-3296 0 0</inkml:trace>
  <inkml:trace contextRef="#ctx0" brushRef="#br0" timeOffset="801.722">785 474 15664 0 0,'0'0'356'0'0,"0"0"49"0"0,0 0 21 0 0,0 0-42 0 0,-8 5 490 0 0,-44 34 2455 0 0,21-12-3160 0 0,-109 88-649 0 0,95-92-4954 0 0,41-22 3525 0 0</inkml:trace>
  <inkml:trace contextRef="#ctx0" brushRef="#br0" timeOffset="1144.146">1104 83 19351 0 0,'1'-7'940'0'0,"2"-2"-292"0"0,-2 7-526 0 0,0 1 0 0 0,0-1 0 0 0,0 0 0 0 0,-1 0-1 0 0,1 1 1 0 0,0-1 0 0 0,-1 0 0 0 0,1 0 0 0 0,-1 0 0 0 0,0 0 0 0 0,0 0 0 0 0,1 0 0 0 0,-1 0 0 0 0,0 1 0 0 0,-1-1 0 0 0,1 0-1 0 0,0 0 1 0 0,0 0 0 0 0,-1 0 0 0 0,1 0 0 0 0,-1 0 0 0 0,0 1 0 0 0,1-1 0 0 0,-1 0 0 0 0,0 0 0 0 0,0 1 0 0 0,0-1-1 0 0,0 1 1 0 0,-1-1 0 0 0,1 1 0 0 0,0-1 0 0 0,-1 1 0 0 0,1 0 0 0 0,-1 0 0 0 0,1-1-122 0 0,-2 1 15 0 0,1 1-1 0 0,0-1 1 0 0,-1 0 0 0 0,1 1-1 0 0,-1-1 1 0 0,1 1 0 0 0,-1 0 0 0 0,1 0-1 0 0,-1 0 1 0 0,1 0 0 0 0,-1 1-1 0 0,1-1 1 0 0,0 0 0 0 0,-1 1-1 0 0,1 0 1 0 0,-1 0 0 0 0,1-1 0 0 0,0 1-1 0 0,0 1 1 0 0,-1-1 0 0 0,1 0-1 0 0,0 0 1 0 0,0 2-15 0 0,-1-2-1 0 0,-3 3 5 0 0,1-1 1 0 0,0 0-1 0 0,0 1 0 0 0,1 0 0 0 0,-1 0 1 0 0,1 1-1 0 0,0-1 0 0 0,0 1 0 0 0,0 0 0 0 0,1 0 1 0 0,-1 0-1 0 0,1 0 0 0 0,0 1 0 0 0,1-1 1 0 0,0 1-1 0 0,0 0 0 0 0,0 0 0 0 0,0 0 0 0 0,1 0 1 0 0,0 0-1 0 0,0 0 0 0 0,1 0 0 0 0,-1 0 1 0 0,1 0-1 0 0,1 0 0 0 0,-1 0 0 0 0,1 0 0 0 0,0 0 1 0 0,1 0-1 0 0,-1 0 0 0 0,1 0 0 0 0,0 0 1 0 0,1 0-1 0 0,-1-1 0 0 0,1 0 0 0 0,2 4-4 0 0,78 71-80 0 0,-26-29 80 0 0,-54-50 0 0 0,-1 1 0 0 0,0 0 0 0 0,1-1 0 0 0,-1 1 0 0 0,0 0 0 0 0,0 0 0 0 0,0 0 0 0 0,0 1 0 0 0,-1-1 0 0 0,1 0 0 0 0,0 1 0 0 0,-1-1 0 0 0,0 1 0 0 0,0-1 0 0 0,1 1 0 0 0,-2 0 0 0 0,1-1 0 0 0,0 1 0 0 0,0 0 0 0 0,-1 0 0 0 0,0 0 0 0 0,1-1 0 0 0,-1 1 0 0 0,0 0 0 0 0,0 0 0 0 0,-1 0 0 0 0,1 0 0 0 0,-1 0 0 0 0,1-1 0 0 0,-1 1 0 0 0,0 0 0 0 0,0-1 0 0 0,0 1 0 0 0,0 0 0 0 0,-1-1 0 0 0,1 1 0 0 0,-1 0 0 0 0,-81 51 0 0 0,-28-4-112 0 0,30-30-2993 0 0,74-20 1490 0 0,5 0-65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4:40.1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0 274 12408 0 0,'0'0'281'0'0,"0"0"40"0"0,4-11 426 0 0,6-16 876 0 0,1 13 460 0 0,30-29 2841 0 0,32 13-1916 0 0,-23 26-2836 0 0,-48 5-138 0 0,-1 0 1 0 0,1-1-1 0 0,0 1 0 0 0,-1 0 0 0 0,1 1 0 0 0,0-1 1 0 0,-1 0-1 0 0,1 0 0 0 0,-1 0 0 0 0,0 1 0 0 0,1-1 1 0 0,-1 1-1 0 0,0-1 0 0 0,0 1 0 0 0,0 0 0 0 0,0-1 1 0 0,0 1-1 0 0,0 0 0 0 0,-1 0 0 0 0,1 0 0 0 0,-1-1 0 0 0,1 1 1 0 0,-1 0-1 0 0,0 0 0 0 0,1 0 0 0 0,-1 0 0 0 0,0 0 1 0 0,0 0-1 0 0,0 0 0 0 0,-1 0 0 0 0,1 0 0 0 0,0-1 1 0 0,-1 1-1 0 0,1 0-34 0 0,-35 62-1107 0 0,8-34 1107 0 0,11-17-442 0 0,15-13-46 0 0,1 0-22 0 0,0 0 68 0 0,7 3 276 0 0,50-12 166 0 0,-37 6 334 0 0,-19 2-290 0 0,0 0 0 0 0,1 1-1 0 0,-1-1 1 0 0,1 1 0 0 0,-1-1-1 0 0,1 1 1 0 0,-1-1-1 0 0,1 1 1 0 0,0 0 0 0 0,-1 0-1 0 0,1 0 1 0 0,-1-1 0 0 0,1 2-1 0 0,0-1 1 0 0,-1 0-1 0 0,1 0 1 0 0,-1 0 0 0 0,1 1-1 0 0,-1-1 1 0 0,1 1 0 0 0,-1-1-1 0 0,1 1 1 0 0,-1 0-1 0 0,1 0 1 0 0,-1-1 0 0 0,0 1-1 0 0,0 0 1 0 0,1 0 0 0 0,-1 0-1 0 0,0 0 1 0 0,0 1-1 0 0,0-1 1 0 0,0 0 0 0 0,0 0-1 0 0,0 1 1 0 0,0-1 0 0 0,-1 1-1 0 0,1-1-43 0 0,0 10 0 0 0,0 0 0 0 0,-1 1 0 0 0,0-1 0 0 0,-1 0 0 0 0,-1 0 0 0 0,1 0 0 0 0,-2 0 0 0 0,0 0 0 0 0,0 0 0 0 0,-1-1 0 0 0,0 1 0 0 0,0-1 0 0 0,-3 4 0 0 0,-34 54 0 0 0,-2-25-1384 0 0,10-23-2873 0 0,21-16 2218 0 0</inkml:trace>
  <inkml:trace contextRef="#ctx0" brushRef="#br0" timeOffset="7851.001">425 81 10088 0 0,'0'0'298'0'0,"0"0"-4"0"0,0 0 2 0 0,0 0 724 0 0,0 0 336 0 0,0 0 69 0 0,0 0-44 0 0,0 0-238 0 0,0 0-102 0 0,3-13 1762 0 0,28-37 1562 0 0,-27 45-4255 0 0,20-7-15 0 0,-18 12-218 0 0,-4-1-65 0 0,-1 1-1 0 0,1 0 1 0 0,-1 0 0 0 0,1 0-1 0 0,-1 0 1 0 0,1 0-1 0 0,-1 0 1 0 0,1 1-1 0 0,-1-1 1 0 0,1 1 0 0 0,-1-1-1 0 0,1 1 1 0 0,-1-1-1 0 0,1 1 1 0 0,-1 0-1 0 0,0-1 1 0 0,1 1 0 0 0,-1 0-1 0 0,0 0 1 0 0,0 0-1 0 0,0 0 1 0 0,0 0-1 0 0,0 0 1 0 0,1 1 188 0 0,3 5-2819 0 0,2 2-4056 0 0</inkml:trace>
  <inkml:trace contextRef="#ctx0" brushRef="#br0" timeOffset="8086.242">581 359 12032 0 0,'0'0'356'0'0,"0"0"-8"0"0,0 0-44 0 0,0 0 650 0 0,0 0 314 0 0,0 0 63 0 0,0 0-45 0 0,0 0-232 0 0,0 0-102 0 0,0 7 2088 0 0,-8 39-755 0 0,-93 118-1617 0 0,77-129-619 0 0,-7 8-1563 0 0,0-1 1 0 0,-3-2-1 0 0,-7 5 1514 0 0,29-33-1451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03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75 15664 0 0,'0'0'356'0'0,"-5"-5"859"0"0,-7-10-952 0 0,6 12 2464 0 0,6 3-1774 0 0,0 0-288 0 0,0 0-121 0 0,0 0-28 0 0,-15 6 100 0 0,-5 38-208 0 0,-2 67-61 0 0,25-57-724 0 0,13-7-593 0 0,-15-44 912 0 0,1-1-1 0 0,-1 1 1 0 0,1 0-1 0 0,0-1 0 0 0,0 1 1 0 0,0-1-1 0 0,0 0 1 0 0,0 0-1 0 0,0 0 0 0 0,1 0 1 0 0,-1 0-1 0 0,1 0 1 0 0,-1-1-1 0 0,1 1 0 0 0,0-1 1 0 0,0 1-1 0 0,0-1 1 0 0,0 0-1 0 0,-1 0 0 0 0,1-1 1 0 0,1 1-1 0 0,-1-1 1 0 0,0 1-1 0 0,0-1 0 0 0,0 0 1 0 0,0 0-1 0 0,0 0 1 0 0,0-1-1 0 0,0 1 0 0 0,0-1 1 0 0,0 1-1 0 0,0-1 1 0 0,0 0-1 0 0,0 0 1 0 0,0-1-1 0 0,-1 1 0 0 0,1 0 1 0 0,0-1 58 0 0,5-2 192 0 0,-1-1 0 0 0,0 1 0 0 0,-1-1 0 0 0,1 0 1 0 0,-1-1-1 0 0,0 0 0 0 0,0 0 0 0 0,-1 0 0 0 0,0-1 0 0 0,0 1 0 0 0,0-1 1 0 0,-1 0-1 0 0,0-1 0 0 0,0 1 0 0 0,-1-1 0 0 0,1-2-192 0 0,-8-50 2143 0 0,4 59-1958 0 0,-1 0-19 0 0,-2-1-72 0 0,-5 19-2 0 0,7-12-121 0 0,1 0 1 0 0,-1 1-1 0 0,1-1 0 0 0,0 1 1 0 0,0-1-1 0 0,1 1 0 0 0,0-1 0 0 0,0 1 1 0 0,0-1-1 0 0,0 0 0 0 0,1 1 1 0 0,0-1-1 0 0,0 0 0 0 0,1 0 0 0 0,-1-1 1 0 0,1 1-1 0 0,0 0 0 0 0,0-1 0 0 0,1 1 1 0 0,-1-1-1 0 0,1 0 0 0 0,0 0 1 0 0,0-1-1 0 0,4 4 29 0 0,-4-4-10 0 0,0-1 0 0 0,1 1 0 0 0,-1-1 0 0 0,0 1 0 0 0,1-1 0 0 0,-1-1-1 0 0,1 1 1 0 0,0-1 0 0 0,0 1 0 0 0,-1-1 0 0 0,1-1 0 0 0,0 1 0 0 0,0-1 0 0 0,0 0 0 0 0,0 0 0 0 0,0 0 0 0 0,0-1 0 0 0,0 1 0 0 0,0-1 0 0 0,-1-1 0 0 0,1 1 0 0 0,0-1-1 0 0,-1 1 1 0 0,1-1 0 0 0,-1 0 0 0 0,1-1 0 0 0,-1 1 0 0 0,0-1 0 0 0,0 0 0 0 0,0 0 0 0 0,-1 0 0 0 0,1-1 0 0 0,1-1 10 0 0,1-2 145 0 0,0-1 1 0 0,-1 0-1 0 0,1 0 1 0 0,-2 0-1 0 0,1-1 1 0 0,-1 1 0 0 0,-1-1-1 0 0,1 0 1 0 0,-1 0-1 0 0,-1 0 1 0 0,0-1-1 0 0,0 1 1 0 0,-1-1-1 0 0,0-7-145 0 0,-1 0 89 0 0,-1-1-1 0 0,-1 0 1 0 0,-1 1-1 0 0,-1 0 1 0 0,0 0 0 0 0,-1 0-1 0 0,-3-6-88 0 0,1 8-116 0 0,5 13-3231 0 0,0 1-3550 0 0,2 1-754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03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47 262 15408 0 0,'0'0'348'0'0,"0"0"49"0"0,0 0 21 0 0,0 0-40 0 0,0 0-108 0 0,0 0 465 0 0,0 0 234 0 0,0 0 45 0 0,0 0-61 0 0,0 0-288 0 0,0 0-121 0 0,0 0-28 0 0,0 0-41 0 0,0 0-156 0 0,0 7 167 0 0,-23 130 106 0 0,0-43-1361 0 0,23-87-404 0 0,0-6-355 0 0,0-1-66 0 0</inkml:trace>
  <inkml:trace contextRef="#ctx0" brushRef="#br0" timeOffset="322.909">76 140 16495 0 0,'-32'-101'1903'0'0,"31"64"564"0"0,1 36-2369 0 0,0 1-30 0 0,5 1-1850 0 0,1 2 740 0 0</inkml:trace>
  <inkml:trace contextRef="#ctx0" brushRef="#br0" timeOffset="809.449">138 251 13272 0 0,'0'0'298'0'0,"0"0"46"0"0,0 0 23 0 0,12-3 80 0 0,-9 2-154 0 0,0 1 1 0 0,0-1-1 0 0,0 1 1 0 0,0-1-1 0 0,0 1 1 0 0,0 0-1 0 0,0 0 1 0 0,0 1-1 0 0,0-1 1 0 0,0 1 0 0 0,0-1-1 0 0,0 1 1 0 0,-1 0-1 0 0,1 0 1 0 0,0 0-1 0 0,0 0 1 0 0,0 1-1 0 0,-1-1 1 0 0,1 1-1 0 0,-1 0 1 0 0,1 0 0 0 0,-1-1-1 0 0,0 2 1 0 0,2 0-294 0 0,23 58 552 0 0,-25-49-626 0 0,0 0 1 0 0,-1 0 0 0 0,-1 0 0 0 0,0 1 0 0 0,0-1-1 0 0,-1 0 1 0 0,-1 0 0 0 0,0 0 0 0 0,0 0 0 0 0,-2 0-1 0 0,-2 8 74 0 0,2-13-64 0 0,1-2 59 0 0,2-5 117 0 0,1 0 252 0 0,0 0 87 0 0,0 0 11 0 0,-11-27 2109 0 0,29-34-819 0 0,-12 46-1650 0 0,0 1-1 0 0,0 0 1 0 0,1 1 0 0 0,1-1 0 0 0,0 2-1 0 0,9-10-101 0 0,28-33-1559 0 0,-27 45-1775 0 0,-17 10 1414 0 0</inkml:trace>
  <inkml:trace contextRef="#ctx0" brushRef="#br0" timeOffset="1157.307">407 352 14544 0 0,'0'0'330'0'0,"0"0"45"0"0,0 0 20 0 0,0 0-39 0 0,8 11 1757 0 0,-5-8-1917 0 0,0-1-1 0 0,0 1 1 0 0,0-1 0 0 0,1 0 0 0 0,-1 0 0 0 0,1 0 0 0 0,-1 0 0 0 0,1 0-1 0 0,-1-1 1 0 0,1 0 0 0 0,0 0 0 0 0,0 0 0 0 0,0 0 0 0 0,0 0-1 0 0,-1-1 1 0 0,1 1 0 0 0,0-1 0 0 0,4-1-196 0 0,0 1 145 0 0,0-1 0 0 0,0 0 1 0 0,0 0-1 0 0,-1-1 0 0 0,1 0 0 0 0,0-1 1 0 0,-1 1-1 0 0,1-1 0 0 0,-1-1 0 0 0,0 0 1 0 0,0 0-1 0 0,-1 0 0 0 0,1-1 0 0 0,-1 1 1 0 0,5-6-146 0 0,-9 8 83 0 0,0 2-26 0 0,-1-1 0 0 0,1 0-1 0 0,-1 0 1 0 0,1 0 0 0 0,-1 0-1 0 0,1 0 1 0 0,-1 0-1 0 0,0 0 1 0 0,1 0 0 0 0,-1 0-1 0 0,0-1 1 0 0,0 1 0 0 0,0-1-1 0 0,0 1 1 0 0,0-1-1 0 0,0 1 1 0 0,0-1 0 0 0,0 1-1 0 0,-1-1 1 0 0,1 0 0 0 0,-1 1-1 0 0,1-1 1 0 0,-1 0-1 0 0,0 0 1 0 0,0 1 0 0 0,0-1-1 0 0,1 0 1 0 0,-2 0-1 0 0,1 0 1 0 0,0 1 0 0 0,0-1-1 0 0,0 0 1 0 0,-1 1 0 0 0,1-1-1 0 0,-1 0 1 0 0,0 0-1 0 0,1 1 1 0 0,-1-1 0 0 0,0 1-1 0 0,0-1 1 0 0,0 1 0 0 0,0-1-1 0 0,-1 0-56 0 0,-1 1 68 0 0,0-1-1 0 0,0 1 1 0 0,0-1-1 0 0,0 1 1 0 0,0 0 0 0 0,0 1-1 0 0,0-1 1 0 0,-1 0-1 0 0,1 1 1 0 0,0 0-1 0 0,0 0 1 0 0,-1 0-1 0 0,1 0 1 0 0,0 0 0 0 0,-1 0-1 0 0,1 1 1 0 0,-2 0-68 0 0,-7 1 103 0 0,4-2-100 0 0,0 1 1 0 0,1 1-1 0 0,-1-1 0 0 0,1 1 0 0 0,-1 0 0 0 0,1 1 0 0 0,0 0 1 0 0,0 0-1 0 0,0 1 0 0 0,0 0 0 0 0,0 0 0 0 0,1 0 1 0 0,0 1-1 0 0,0 0 0 0 0,0 0 0 0 0,1 0 0 0 0,-1 1 0 0 0,1 0 1 0 0,1 0-1 0 0,-1 0 0 0 0,1 1 0 0 0,0-1 0 0 0,0 1 1 0 0,1 0-1 0 0,0 0 0 0 0,0 1 0 0 0,1-1 0 0 0,0 0 0 0 0,0 1 1 0 0,1 0-1 0 0,-1 4-3 0 0,2-6-38 0 0,0 1 0 0 0,0-1 1 0 0,0 0-1 0 0,1 0 0 0 0,0 0 1 0 0,0 0-1 0 0,1 0 1 0 0,-1 0-1 0 0,1 0 0 0 0,1-1 1 0 0,-1 1-1 0 0,1-1 0 0 0,0 1 1 0 0,0-1-1 0 0,0 0 0 0 0,1 0 1 0 0,0 0-1 0 0,0-1 0 0 0,0 1 1 0 0,1-1-1 0 0,-1 0 0 0 0,1 0 1 0 0,0-1-1 0 0,0 1 0 0 0,1-1 1 0 0,-1 0-1 0 0,1-1 0 0 0,0 1 38 0 0,36 1-152 0 0,25-22-4245 0 0,-58 11 2770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08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116 112 13824 0 0,'0'0'314'0'0,"0"-2"46"0"0,-15-46 1336 0 0,8 28 2101 0 0,-4 24 270 0 0,9 0-4066 0 0,0 1 0 0 0,0-1 0 0 0,0 1 0 0 0,1 0 0 0 0,0 0 1 0 0,-1 0-1 0 0,2-1 0 0 0,-1 1 0 0 0,1 0 0 0 0,0 0 0 0 0,0 0 0 0 0,0 0 0 0 0,1 2-1 0 0,-1 8-1 0 0,0-11-93 0 0,-1 0 1 0 0,1 0-1 0 0,1 0 0 0 0,-1-1 0 0 0,0 1 0 0 0,1 0 0 0 0,0 0 1 0 0,0-1-1 0 0,0 1 0 0 0,0 0 0 0 0,1-1 0 0 0,0 1 0 0 0,-1-1 1 0 0,1 0-1 0 0,0 0 0 0 0,0 1 0 0 0,1-1 0 0 0,-1 0 0 0 0,1-1 1 0 0,0 1-1 0 0,-1 0 0 0 0,1-1 0 0 0,0 0 0 0 0,1 1 0 0 0,-1-1 1 0 0,0-1-1 0 0,0 1 0 0 0,1 0 0 0 0,-1-1 0 0 0,1 1 0 0 0,0-1 1 0 0,-1 0-1 0 0,1-1 0 0 0,0 1 0 0 0,0 0 0 0 0,-1-1 0 0 0,3 0 94 0 0,6-1-20 0 0,0 0 0 0 0,0-1-1 0 0,0 0 1 0 0,-1-1 0 0 0,1-1-1 0 0,0 1 1 0 0,-1-2 0 0 0,0 0-1 0 0,0 0 1 0 0,-1-1-1 0 0,1 0 1 0 0,-1-1 0 0 0,-1 0-1 0 0,1-1 1 0 0,7-7 20 0 0,-15 12 154 0 0,1 1 0 0 0,0-1 0 0 0,0 0-1 0 0,-1 0 1 0 0,1 0 0 0 0,-1 0 0 0 0,0-1 0 0 0,0 1-1 0 0,0-1 1 0 0,-1 1 0 0 0,1-1 0 0 0,-1 0 0 0 0,0 1 0 0 0,0-1-1 0 0,0 0 1 0 0,-1 0 0 0 0,1 0 0 0 0,-1 0 0 0 0,0 0 0 0 0,0 0-1 0 0,0 0 1 0 0,0 0 0 0 0,-1 1 0 0 0,0-1 0 0 0,0 0-1 0 0,0 0 1 0 0,-1-2-154 0 0,2 4 66 0 0,-1 0 0 0 0,0-1-1 0 0,0 1 1 0 0,0 0 0 0 0,0-1-1 0 0,0 1 1 0 0,0 0-1 0 0,-1 0 1 0 0,1 0 0 0 0,-1 0-1 0 0,1 0 1 0 0,-1 0 0 0 0,0 0-1 0 0,0 1 1 0 0,0-1 0 0 0,0 0-1 0 0,0 1 1 0 0,0 0 0 0 0,0-1-1 0 0,0 1 1 0 0,-1 0 0 0 0,1 0-1 0 0,0 1 1 0 0,-1-1 0 0 0,0 0-66 0 0,-14 16 612 0 0,14-11-611 0 0,0 1 0 0 0,1 0 0 0 0,0-1 0 0 0,0 1 0 0 0,0 0 0 0 0,0 0 0 0 0,1 1 0 0 0,0-1 0 0 0,0 0 0 0 0,0 0 0 0 0,0 5-1 0 0,-1 6-1 0 0,-18 198-93 0 0,-9-74-644 0 0,29-140 738 0 0,-5 31-288 0 0,-2-1 0 0 0,-2 0 0 0 0,0-1 0 0 0,-2 0 0 0 0,-1-1 0 0 0,-2 0 0 0 0,0-1 0 0 0,-12 15 288 0 0,19-32 0 0 0,5-6 0 0 0,1-1 0 0 0,-1 0 0 0 0,0 0 0 0 0,0 0 0 0 0,0 1 0 0 0,0-2 0 0 0,0 1 0 0 0,-1 0 0 0 0,1 0 0 0 0,-1-1 0 0 0,0 1 0 0 0,0-1 0 0 0,0 0 0 0 0,0 0 0 0 0,0 0 0 0 0,0 0 0 0 0,-1-1 0 0 0,1 1 0 0 0,0-1 0 0 0,-1 0 0 0 0,1 0 0 0 0,-1 0 0 0 0,0 0 0 0 0,1-1 0 0 0,-1 0 0 0 0,0 1 0 0 0,1-1 0 0 0,-1 0 0 0 0,0-1 0 0 0,1 1 0 0 0,0-3-6 0 0,0 1 0 0 0,1-1 0 0 0,0 0 0 0 0,-1 0-1 0 0,1 0 1 0 0,0 0 0 0 0,0 0 0 0 0,1-1 0 0 0,-1 1-1 0 0,1-1 1 0 0,0 1 0 0 0,-1-1 0 0 0,2 1 0 0 0,-1-1-1 0 0,0 0 1 0 0,1 1 0 0 0,-1-1 0 0 0,1 0 0 0 0,0 1-1 0 0,1-1 1 0 0,-1 0 0 0 0,0 0 0 0 0,1 1 0 0 0,0-1-1 0 0,0 1 1 0 0,0-1 0 0 0,0 1 0 0 0,1-1 0 0 0,0 1-1 0 0,-1 0 1 0 0,1-1 6 0 0,5-16-13 0 0,1 1 0 0 0,0-1 1 0 0,1 2-1 0 0,2-1 0 0 0,-1 1 0 0 0,2 1 0 0 0,1 0 0 0 0,0 0 0 0 0,1 2 0 0 0,0 0 0 0 0,1 0 0 0 0,1 1 0 0 0,2 0 13 0 0,18-10-16 0 0,0 2 0 0 0,2 1 0 0 0,22-7 16 0 0,28-17 706 0 0,-61 35 268 0 0,-23 38-22 0 0,-19 42-618 0 0,14-60-352 0 0,0-1 0 0 0,1 1 1 0 0,0-1-1 0 0,0 1 0 0 0,1-1 1 0 0,1 1-1 0 0,0-1 0 0 0,0 0 1 0 0,0 1-1 0 0,1-1 0 0 0,1-1 1 0 0,1 4 17 0 0,-4-10 1 0 0,0 0 1 0 0,0-1-1 0 0,0 0 0 0 0,0 1 1 0 0,1-1-1 0 0,-1 1 1 0 0,0-1-1 0 0,1 0 1 0 0,-1 0-1 0 0,1 0 1 0 0,-1 0-1 0 0,1 0 1 0 0,0 0-1 0 0,-1 0 1 0 0,1-1-1 0 0,0 1 1 0 0,0-1-1 0 0,-1 1 1 0 0,1-1-1 0 0,0 1 1 0 0,0-1-1 0 0,0 0 1 0 0,-1 0-1 0 0,1 0 1 0 0,0 0-1 0 0,0 0 1 0 0,0-1-1 0 0,0 1 1 0 0,-1 0-1 0 0,1-1 0 0 0,0 1 1 0 0,0-1-1 0 0,-1 0 1 0 0,1 0-1 0 0,0 1 1 0 0,-1-1-1 0 0,1 0 1 0 0,-1 0-1 0 0,1-1 1 0 0,-1 1-1 0 0,1 0 1 0 0,-1 0-1 0 0,0-1 1 0 0,0 1-1 0 0,0-1 1 0 0,0 1-1 0 0,0-1 1 0 0,0 1-1 0 0,0-1 1 0 0,0 0-1 0 0,0 1 1 0 0,-1-1-1 0 0,1 0 1 0 0,0-1-2 0 0,1-2 113 0 0,0 1 0 0 0,-1-1 0 0 0,1 1 0 0 0,-1-1 0 0 0,0 1 0 0 0,0-1 0 0 0,-1 0 0 0 0,1 1 0 0 0,-1-1 0 0 0,0 0 1 0 0,0 0-1 0 0,0 1 0 0 0,-1-1 0 0 0,0 0 0 0 0,0 1 0 0 0,0-1 0 0 0,0 0 0 0 0,-1 1 0 0 0,0 0 0 0 0,0-1 0 0 0,0 1 0 0 0,0 0-113 0 0,-2-2-19 0 0,0 1-1 0 0,0 0 0 0 0,0 0 1 0 0,-1 1-1 0 0,1-1 0 0 0,-1 1 1 0 0,0 0-1 0 0,-1 0 0 0 0,1 1 1 0 0,-1-1-1 0 0,1 1 0 0 0,-1 0 1 0 0,0 1-1 0 0,0-1 0 0 0,0 1 1 0 0,-1 1-1 0 0,1-1 0 0 0,0 1 1 0 0,-1 0-1 0 0,-4 0 20 0 0,8 1-186 0 0,-22 0-954 0 0,7 0-2526 0 0,12 0-4821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09.3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13 13048 0 0,'0'0'381'0'0,"0"0"-5"0"0,-1-1-237 0 0,-6-6-213 0 0,0 3 8922 0 0,2 6-8519 0 0,-51 55-9 0 0,10 4-2373 0 0,35-43-222 0 0,3 0-4740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10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22 13392 0 0,'0'0'298'0'0,"4"-3"414"0"0,0-10-270 0 0,-1 11-297 0 0,-2 1 544 0 0,4-1 787 0 0,-4 2 4021 0 0,-42 79-4669 0 0,-15 36-2614 0 0,6-31 1178 0 0,-1-28-4631 0 0,29-42 3207 0 0,4-2-14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09.8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64 14304 0 0,'0'0'421'0'0,"0"-7"134"0"0,2-19-204 0 0,0-1 4692 0 0,0 24-1546 0 0,0 13-2734 0 0,-3 30-687 0 0,0-24-122 0 0,0-1 0 0 0,1 1 0 0 0,1-1 1 0 0,0 1-1 0 0,1-1 0 0 0,1 0 0 0 0,0 1 0 0 0,6 12 46 0 0,-7-24-150 0 0,0 0 1 0 0,1 0-1 0 0,-1 0 0 0 0,1 0 0 0 0,0 0 1 0 0,1 0-1 0 0,-1-1 0 0 0,1 1 0 0 0,-1-1 1 0 0,1 0-1 0 0,0 0 0 0 0,0-1 0 0 0,0 1 0 0 0,0-1 1 0 0,1 0-1 0 0,-1 0 0 0 0,1 0 0 0 0,-1-1 1 0 0,1 1-1 0 0,0-1 0 0 0,0 0 0 0 0,-1 0 0 0 0,1-1 1 0 0,0 0-1 0 0,0 0 0 0 0,0 0 0 0 0,1 0 150 0 0,-2 0 44 0 0,0 0 0 0 0,-1-1 0 0 0,1 1 0 0 0,0-1-1 0 0,-1 1 1 0 0,1-1 0 0 0,-1 0 0 0 0,1-1 0 0 0,-1 1 0 0 0,1-1-1 0 0,-1 1 1 0 0,0-1 0 0 0,0 0 0 0 0,1 0 0 0 0,-2-1 0 0 0,1 1-1 0 0,0 0 1 0 0,0-1 0 0 0,-1 0 0 0 0,1 0 0 0 0,-1 0-1 0 0,0 0 1 0 0,0 0 0 0 0,0 0 0 0 0,0 0 0 0 0,-1-1 0 0 0,1 1-1 0 0,-1 0 1 0 0,0-1 0 0 0,1-2-44 0 0,-1 1 364 0 0,0 0 0 0 0,-1-1-1 0 0,0 1 1 0 0,0 0 0 0 0,0-1 0 0 0,0 1 0 0 0,-1 0-1 0 0,0-1 1 0 0,0 1 0 0 0,0 0 0 0 0,-1 0 0 0 0,1 0-1 0 0,-1 0 1 0 0,-3-4-364 0 0,5 8 443 0 0,0 2-294 0 0,15 163-133 0 0,-16-151-16 0 0,0 1 0 0 0,0 0 0 0 0,-1-1 0 0 0,-1 0 0 0 0,-1 1 0 0 0,0-1 0 0 0,0 0 0 0 0,-1-1 0 0 0,-1 1 0 0 0,0-1 0 0 0,-1 0 0 0 0,0-1 0 0 0,-1 1 0 0 0,0-2 0 0 0,0 1 0 0 0,-2-1 0 0 0,1 0 0 0 0,-5 3 0 0 0,-72 50-1826 0 0,79-60 1644 0 0,1 1 16 0 0,0 0 1 0 0,0-1-1 0 0,0 0 1 0 0,0-1 0 0 0,0 1-1 0 0,-1-1 1 0 0,1 0-1 0 0,-1-1 1 0 0,0 0 0 0 0,1 0-1 0 0,-5 0 166 0 0,4-3-2378 0 0,6 2-5471 0 0</inkml:trace>
  <inkml:trace contextRef="#ctx0" brushRef="#br0" timeOffset="314.034">444 303 16240 0 0,'0'0'474'0'0,"0"0"-1"0"0,0 0-95 0 0,0 0 719 0 0,0 0 352 0 0,0 0 73 0 0,0 0-125 0 0,0 0-574 0 0,0 0-250 0 0,0 0-49 0 0,0 0-79 0 0,-1 2-290 0 0,-23 61-138 0 0,8-22-17 0 0,-22 63-961 0 0,29-73-2623 0 0,2-17-4158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15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55 15664 0 0,'0'-2'356'0'0,"8"-46"1146"0"0,-8 47-782 0 0,0 1 249 0 0,1-1 484 0 0,1-1-1123 0 0,-1 2 4251 0 0,-3 14-4396 0 0,0 0-1 0 0,0 0 0 0 0,-1 0 1 0 0,-1 0-1 0 0,0-1 1 0 0,-1 0-1 0 0,-1 0 0 0 0,0 0 1 0 0,-4 6-185 0 0,-19 45-1774 0 0,22-48-77 0 0,0-2-4017 0 0,3 0-1778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16.3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4 15088 0 0,'0'0'340'0'0,"0"0"50"0"0,0 0 25 0 0,0 0-49 0 0,0 0-236 0 0,-3-3 11 0 0,3 2 515 0 0,0 1 221 0 0,0 0 41 0 0,0 0-40 0 0,0 0-198 0 0,0 0-82 0 0,0 0-20 0 0,0 0-35 0 0,0 0-142 0 0,0 0-66 0 0,0 0-14 0 0,0 0-25 0 0,0 0-101 0 0,0 0-47 0 0,0 0-11 0 0,0 17-1 0 0,0-11-273 0 0,2 1-1 0 0,-1-1 1 0 0,1 0-1 0 0,-1 0 1 0 0,2 0-1 0 0,-1 0 0 0 0,1 0 1 0 0,0-1-1 0 0,0 1 1 0 0,0-1-1 0 0,1 0 1 0 0,0 0-1 0 0,0 0 1 0 0,0 0-1 0 0,1-1 0 0 0,-1 1 1 0 0,1-1-1 0 0,0 0 1 0 0,1-1-1 0 0,-1 1 1 0 0,0-1-1 0 0,1 0 1 0 0,0-1-1 0 0,0 1 0 0 0,0-1 1 0 0,0 0-1 0 0,0 0 1 0 0,0-1-1 0 0,0 0 1 0 0,1 0 137 0 0,2 1-59 0 0,0 0 0 0 0,0-1 0 0 0,0 0 1 0 0,0 0-1 0 0,0-1 0 0 0,0 0 1 0 0,0 0-1 0 0,0-1 0 0 0,0-1 0 0 0,0 1 1 0 0,0-1-1 0 0,0-1 0 0 0,-1 0 0 0 0,1 0 1 0 0,-1-1-1 0 0,0 0 0 0 0,0 0 0 0 0,4-3 59 0 0,-11 6 150 0 0,1 0-1 0 0,0-1 1 0 0,-1 1 0 0 0,1-1-1 0 0,0 1 1 0 0,-1-1-1 0 0,0 1 1 0 0,1-1-1 0 0,-1 0 1 0 0,0 0-1 0 0,0 0 1 0 0,0 1-1 0 0,0-1 1 0 0,0 0 0 0 0,-1 0-1 0 0,1 0 1 0 0,-1-1-1 0 0,1 1 1 0 0,-1 0-1 0 0,1 0 1 0 0,-1 0-1 0 0,0 0 1 0 0,0 0-1 0 0,0 0 1 0 0,-1-1 0 0 0,1 1-1 0 0,0 0 1 0 0,-1 0-1 0 0,1 0 1 0 0,-1 0-1 0 0,0-1-149 0 0,-11-20 3090 0 0,10 24-3064 0 0,0 0 0 0 0,-1 0 0 0 0,1 0 0 0 0,0 1 0 0 0,0-1 0 0 0,0 1 0 0 0,0 0 0 0 0,0-1 0 0 0,0 1 1 0 0,0 0-1 0 0,0 0 0 0 0,1 0 0 0 0,-1 0 0 0 0,1 0 0 0 0,0 0 0 0 0,0 1 0 0 0,-1-1 0 0 0,1 0 1 0 0,1 1-1 0 0,-1-1 0 0 0,0 1 0 0 0,0 2-26 0 0,-2 2 44 0 0,-9 25-28 0 0,1-1 0 0 0,1 2 0 0 0,2-1 0 0 0,1 1 0 0 0,1 8-16 0 0,-28 125-2253 0 0,33-163 1815 0 0,0 26-1202 0 0,7-11-4771 0 0,1-10-86 0 0</inkml:trace>
  <inkml:trace contextRef="#ctx0" brushRef="#br0" timeOffset="509.429">494 298 17503 0 0,'0'0'399'0'0,"0"0"60"0"0,0 0 21 0 0,0 0-59 0 0,0-2-136 0 0,0-3 216 0 0,1 0-1 0 0,0 0 0 0 0,1 0 0 0 0,-1 0 0 0 0,1 0 1 0 0,0 1-1 0 0,0-1 0 0 0,0 0 0 0 0,1 1 0 0 0,0 0 1 0 0,0-1-1 0 0,1 0-500 0 0,29-19 376 0 0,40-1 1273 0 0,-70 25-1640 0 0,-1-1 0 0 0,0 0 0 0 0,1 1-1 0 0,-1 0 1 0 0,1 0 0 0 0,-1 0 0 0 0,1 0 0 0 0,0 0-1 0 0,-1 0 1 0 0,1 0 0 0 0,-1 1 0 0 0,0 0 0 0 0,1-1-1 0 0,-1 1 1 0 0,1 0 0 0 0,-1 0 0 0 0,0 0 0 0 0,0 0-1 0 0,1 1 1 0 0,-1-1 0 0 0,0 1 0 0 0,0-1 0 0 0,0 1-1 0 0,-1-1 1 0 0,1 1 0 0 0,0 0 0 0 0,-1 0 0 0 0,1 0-1 0 0,-1 0 1 0 0,1 2-9 0 0,0-1-4 0 0,-1-1 1 0 0,0 0-1 0 0,0 1 0 0 0,0 0 0 0 0,0-1 0 0 0,0 1 0 0 0,-1 0 1 0 0,1-1-1 0 0,-1 1 0 0 0,1 0 0 0 0,-1-1 0 0 0,0 1 1 0 0,0 0-1 0 0,-1 0 0 0 0,1-1 0 0 0,0 1 0 0 0,-1 0 1 0 0,0-1-1 0 0,1 1 0 0 0,-1 0 0 0 0,-1 0 4 0 0,0 4-179 0 0,0 0 0 0 0,-1 1 0 0 0,0-1 0 0 0,0 0-1 0 0,-1-1 1 0 0,0 1 0 0 0,0-1 0 0 0,0 1 0 0 0,-1-1 0 0 0,0 0 0 0 0,-4 3 179 0 0,-36 28-166 0 0,17-20 166 0 0,21-13 0 0 0,14-9 7 0 0,1 1-1 0 0,0 0 1 0 0,0 1-1 0 0,0 0 1 0 0,1 0-1 0 0,-1 1 1 0 0,1 0-1 0 0,-1 0 1 0 0,1 1 0 0 0,7-1-7 0 0,-14 2 47 0 0,-1 0 1 0 0,1 0 0 0 0,-1 0 0 0 0,0 0 0 0 0,1 0-1 0 0,-1 0 1 0 0,1 0 0 0 0,-1 0 0 0 0,1 0 0 0 0,-1 1 0 0 0,1-1-1 0 0,-1 0 1 0 0,0 1 0 0 0,1 0 0 0 0,-1-1 0 0 0,0 1 0 0 0,0 0-1 0 0,1-1 1 0 0,-1 1 0 0 0,0 0 0 0 0,0 0 0 0 0,0 0-1 0 0,0 0 1 0 0,0 0 0 0 0,0 0 0 0 0,0 1 0 0 0,0-1 0 0 0,0 0-1 0 0,-1 0 1 0 0,1 1 0 0 0,0-1 0 0 0,-1 0 0 0 0,1 1 0 0 0,-1-1-1 0 0,0 0 1 0 0,1 1 0 0 0,-1-1 0 0 0,0 2-48 0 0,0 2 4 0 0,0 1 0 0 0,0-1 0 0 0,-1 1 0 0 0,0-1 0 0 0,0 1 0 0 0,0-1 0 0 0,-1 0 0 0 0,0 0 1 0 0,0 1-1 0 0,0-1 0 0 0,-1 0 0 0 0,1-1 0 0 0,-1 1 0 0 0,0 0 0 0 0,-1-1 0 0 0,1 0 0 0 0,-3 3-4 0 0,-105 82-64 0 0,1-11-6569 0 0,94-68 4978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14.9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34 102 16439 0 0,'0'0'374'0'0,"0"-1"54"0"0,-10-53 1370 0 0,3 8 3185 0 0,6 45-4620 0 0,1 1-62 0 0,0 0-12 0 0,0 0-26 0 0,0 0-107 0 0,0 0-48 0 0,0 1-11 0 0,-14 55-79 0 0,13-45-165 0 0,1 0 0 0 0,0-1 0 0 0,0 1 0 0 0,1 0 1 0 0,1-1-1 0 0,0 1 0 0 0,0-1 0 0 0,1 1 0 0 0,3 6 147 0 0,-3-12-157 0 0,1-1 0 0 0,0 1 0 0 0,-1-1 0 0 0,2 0 0 0 0,-1 0 0 0 0,0 0 1 0 0,1-1-1 0 0,0 0 0 0 0,0 0 0 0 0,0 0 0 0 0,0 0 0 0 0,0-1 0 0 0,0 1 0 0 0,1-1 0 0 0,-1-1 0 0 0,1 1 0 0 0,-1-1 0 0 0,1 0 0 0 0,0 0 0 0 0,0-1 0 0 0,-1 0 0 0 0,1 0 0 0 0,0 0 0 0 0,0 0 0 0 0,0-1 0 0 0,-1 0 0 0 0,1 0 0 0 0,-1-1 0 0 0,3 0 157 0 0,5-2 190 0 0,-1 0 0 0 0,1 0-1 0 0,-1-1 1 0 0,0-1 0 0 0,0 0-1 0 0,0 0 1 0 0,-1-1 0 0 0,2-3-190 0 0,-10 8 139 0 0,-1 0 0 0 0,1 0 0 0 0,-1 0 0 0 0,0-1 0 0 0,1 1 0 0 0,-1-1 0 0 0,0 1-1 0 0,-1-1 1 0 0,1 0 0 0 0,0 0 0 0 0,-1 0 0 0 0,0 0 0 0 0,1 0 0 0 0,-1 0 0 0 0,0-1 0 0 0,-1 1 0 0 0,1 0 0 0 0,-1 0 0 0 0,1-1 0 0 0,-1 1 0 0 0,0 0 0 0 0,0-1 0 0 0,0 1 0 0 0,-1 0 0 0 0,1-1 0 0 0,-1 1 0 0 0,0 0 0 0 0,0 0 0 0 0,0 0 0 0 0,0-1-139 0 0,-14-24 1080 0 0,-7 27-396 0 0,19 4-683 0 0,0 0 0 0 0,0 0 0 0 0,1 0 0 0 0,0 0 0 0 0,-1 0 0 0 0,1 0 0 0 0,0 1 0 0 0,1-1 0 0 0,-1 1 0 0 0,0-1 0 0 0,1 1 0 0 0,0 0 0 0 0,0-1 0 0 0,0 1-1 0 0,-4 11-1 0 0,-19 109 1 0 0,-14 115-12 0 0,19-151-64 0 0,1-24-202 0 0,-1-24-1074 0 0,19-37 514 0 0,-1 3 739 0 0,-2-4-8628 0 0,3-2 1886 0 0</inkml:trace>
  <inkml:trace contextRef="#ctx0" brushRef="#br0" timeOffset="390.462">350 463 14064 0 0,'3'-13'960'0'0,"-1"7"-305"0"0,0 1-1 0 0,1-1 1 0 0,-1 1 0 0 0,1 0 0 0 0,0 0 0 0 0,1 0 0 0 0,-1 0 0 0 0,1 1 0 0 0,0-1 0 0 0,0 1 0 0 0,0 0 0 0 0,1 0 0 0 0,4-3-655 0 0,15-15 1989 0 0,25 3-21 0 0,-47 20-1956 0 0,0 0 0 0 0,-1 0 0 0 0,1 1 0 0 0,-1-1-1 0 0,1 1 1 0 0,-1-1 0 0 0,0 1 0 0 0,0-1 0 0 0,0 1 0 0 0,1 0 0 0 0,-2-1-1 0 0,1 1 1 0 0,0 0 0 0 0,0 0 0 0 0,0 0 0 0 0,-1 0 0 0 0,1 0-1 0 0,-1 0 1 0 0,0 0 0 0 0,0 0 0 0 0,1 0 0 0 0,-1 0 0 0 0,0 0 0 0 0,-1 0-1 0 0,1 0 1 0 0,0-1 0 0 0,-1 3-12 0 0,1-4 0 0 0,-2 16-138 0 0,0 0 1 0 0,-2 0-1 0 0,0 0 0 0 0,-1 0 0 0 0,0-1 0 0 0,-1 0 1 0 0,-1 0-1 0 0,0 0 0 0 0,-1-1 0 0 0,-1 0 1 0 0,0 0-1 0 0,-4 2 138 0 0,11-12-11 0 0,-51 64-1261 0 0,34-46 826 0 0,18-19 380 0 0,2-2 62 0 0,-1 0 0 0 0,1 1 0 0 0,-1-1-1 0 0,1 1 1 0 0,-1-1 0 0 0,1 0 0 0 0,0 0 0 0 0,0 1-1 0 0,-1-1 1 0 0,1 0 0 0 0,0 0 0 0 0,0 0 0 0 0,0 0-1 0 0,0 0 1 0 0,1 0 0 0 0,-1 0 0 0 0,0 0 0 0 0,0-1-1 0 0,1 1 1 0 0,-1 0 0 0 0,0-1 0 0 0,1 1 0 0 0,-1-1-1 0 0,0 1 1 0 0,1-1 0 0 0,-1 0 0 0 0,1 1 0 0 0,-1-1-1 0 0,0 0 1 0 0,1 0 0 0 0,-1 0 0 0 0,1 0 0 0 0,1-1 4 0 0,91 2 206 0 0,-36-18-2528 0 0,-43 10 1104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32.8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21 17911 0 0,'0'0'407'0'0,"0"0"60"0"0,0-8 603 0 0,0 4-1146 0 0,0-4 5439 0 0,-11 35-3818 0 0,-3 8-1367 0 0,-1-1 1 0 0,-1 0-1 0 0,-20 31-178 0 0,26-48-248 0 0,-11 25-1247 0 0,11-13-2302 0 0,6-16-4189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31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237 344 13520 0 0,'0'0'398'0'0,"0"0"-3"0"0,0 0-107 0 0,-9 4 2552 0 0,-44 30 1149 0 0,-30 53-2676 0 0,34-16-1313 0 0,10 13-2844 0 0,36-78 1475 0 0,2-5-50 0 0</inkml:trace>
  <inkml:trace contextRef="#ctx0" brushRef="#br0" timeOffset="461.837">532 233 14976 0 0,'5'-29'1135'0'0,"-2"1"0"0"0,0-1 0 0 0,-2 0 0 0 0,-2-9-1135 0 0,1 22 1553 0 0,0 12-1295 0 0,0 1 1 0 0,0-1 0 0 0,-1 1 0 0 0,0-1 0 0 0,0 1 0 0 0,0-1-1 0 0,0 1 1 0 0,0-1 0 0 0,-1 1 0 0 0,1 0 0 0 0,-1-1-1 0 0,0 1 1 0 0,0 0 0 0 0,0 0 0 0 0,-1 1 0 0 0,1-1-1 0 0,-1 0 1 0 0,-2-1-259 0 0,-14 6 559 0 0,8 2-544 0 0,0 0 0 0 0,0 1-1 0 0,0 0 1 0 0,0 0 0 0 0,1 1 0 0 0,0 0 0 0 0,0 1 0 0 0,0 0 0 0 0,1 1-1 0 0,0 0 1 0 0,1 1 0 0 0,0-1 0 0 0,0 1 0 0 0,-6 10-15 0 0,10-14-83 0 0,0 2 1 0 0,0-1-1 0 0,1 0 1 0 0,0 1-1 0 0,0-1 1 0 0,0 1-1 0 0,1 0 1 0 0,0 0-1 0 0,0 0 1 0 0,1 0 0 0 0,-1 5 82 0 0,2-10-74 0 0,-1 0 1 0 0,1 1-1 0 0,0-1 1 0 0,0 1-1 0 0,0-1 1 0 0,0 0 0 0 0,0 1-1 0 0,1-1 1 0 0,-1 0-1 0 0,1 1 1 0 0,0-1-1 0 0,-1 0 1 0 0,1 1 0 0 0,0-1-1 0 0,0 0 1 0 0,1 0-1 0 0,-1 0 1 0 0,0 0-1 0 0,1 0 1 0 0,-1 0 0 0 0,1 0-1 0 0,-1-1 1 0 0,1 1-1 0 0,0 0 1 0 0,0-1-1 0 0,0 1 1 0 0,0-1 0 0 0,0 0-1 0 0,0 0 1 0 0,0 0-1 0 0,0 0 1 0 0,1 0-1 0 0,-1 0 1 0 0,0-1 0 0 0,2 1 73 0 0,4 1-38 0 0,0-2 1 0 0,0 1 0 0 0,1-1 0 0 0,-1 0 0 0 0,0-1-1 0 0,0 0 1 0 0,0 0 0 0 0,0-1 0 0 0,0 0 0 0 0,-1 0-1 0 0,1-1 1 0 0,-1 0 0 0 0,1 0 0 0 0,-1-1 0 0 0,0 0-1 0 0,0 0 1 0 0,0-1 0 0 0,-1 1 0 0 0,0-2 0 0 0,0 1-1 0 0,0-1 38 0 0,66-74 2612 0 0,-70 80-2535 0 0,-1 1 0 0 0,0 0-1 0 0,0 0 1 0 0,0-1 0 0 0,-1 1 0 0 0,1 0-1 0 0,0 0 1 0 0,0 0 0 0 0,0 0-1 0 0,-1 0 1 0 0,1 0 0 0 0,0 0 0 0 0,-1 0-1 0 0,1 1 1 0 0,-1-1 0 0 0,1 0-1 0 0,-1 0 1 0 0,0 0 0 0 0,1 1 0 0 0,-1-1-1 0 0,0 0 1 0 0,0 0 0 0 0,0 0 0 0 0,0 2-77 0 0,8 131 478 0 0,0-76-520 0 0,9-19-811 0 0,4-17-2653 0 0,-10-16 1699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33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21 13520 0 0,'0'0'398'0'0,"-4"-7"140"0"0,0-5-370 0 0,4 10 620 0 0,-13 7 6071 0 0,8 0-6658 0 0,5-4-550 0 0,-9 44 959 0 0,21 236-224 0 0,3-118-482 0 0,-8-167 235 0 0,19-36 620 0 0,17-34 319 0 0,40-7-262 0 0,-81 79-792 0 0,0 1 0 0 0,1-1 0 0 0,-1 1 0 0 0,1-1 0 0 0,-1 1 0 0 0,1 0-1 0 0,0 0 1 0 0,-1 0 0 0 0,1 0 0 0 0,0 1 0 0 0,0-1 0 0 0,0 1 0 0 0,-1 0 0 0 0,1-1-1 0 0,0 1 1 0 0,0 0 0 0 0,0 1 0 0 0,0-1 0 0 0,-1 1 0 0 0,1-1 0 0 0,0 1 0 0 0,0 0 0 0 0,-1 0-1 0 0,1 0 1 0 0,0 0 0 0 0,-1 0 0 0 0,1 1 0 0 0,-1-1 0 0 0,1 1 0 0 0,-1-1 0 0 0,0 1 0 0 0,0 0-1 0 0,0 0 1 0 0,0 0 0 0 0,0 1-24 0 0,2 4 16 0 0,-1 0 0 0 0,0 0 0 0 0,-1 0-1 0 0,0 0 1 0 0,0 1 0 0 0,0 0 0 0 0,-1-1 0 0 0,0 1 0 0 0,-1-1-1 0 0,0 1 1 0 0,0 0 0 0 0,0-1 0 0 0,-1 1 0 0 0,0 0 0 0 0,-1-1-1 0 0,1 1 1 0 0,-2-1 0 0 0,1 0 0 0 0,-1 1 0 0 0,0-1 0 0 0,0 0-1 0 0,-1-1 1 0 0,-2 4-16 0 0,2-3 0 0 0,-1-1 0 0 0,0 1 0 0 0,0-1 0 0 0,-1 0 0 0 0,0 0 0 0 0,0-1 0 0 0,0 0 0 0 0,-1 0 0 0 0,-4 2 0 0 0,-110 38-4126 0 0,110-42 2604 0 0</inkml:trace>
  <inkml:trace contextRef="#ctx0" brushRef="#br0" timeOffset="390.462">547 399 15760 0 0,'0'0'464'0'0,"0"0"-9"0"0,12-4 851 0 0,-10 3-971 0 0,0 1 0 0 0,0 0 0 0 0,0-1 0 0 0,0 1 1 0 0,-1 0-1 0 0,1 0 0 0 0,0 0 0 0 0,0 0 0 0 0,0 1 0 0 0,0-1 1 0 0,0 1-1 0 0,-1-1 0 0 0,1 1 0 0 0,0-1 0 0 0,0 1 0 0 0,-1 0 1 0 0,1 0-1 0 0,0 0 0 0 0,-1 0 0 0 0,1 0 0 0 0,-1 0 1 0 0,1 0-1 0 0,-1 1 0 0 0,0-1-335 0 0,1 2 81 0 0,1 0 0 0 0,-2 0 0 0 0,1 0 0 0 0,0 0 0 0 0,0 0 0 0 0,-1 1 0 0 0,0-1 0 0 0,0 1 0 0 0,0-1 0 0 0,0 1 0 0 0,0-1 0 0 0,-1 1 0 0 0,1-1 0 0 0,-1 1 0 0 0,0 0 0 0 0,0-1 0 0 0,-1 1 0 0 0,0 2-81 0 0,-1 4 108 0 0,-1 1 0 0 0,-1 0-1 0 0,0-1 1 0 0,-1 0 0 0 0,0 0-1 0 0,0 0 1 0 0,-1-1 0 0 0,0 1-1 0 0,-7 6-107 0 0,-64 68-41 0 0,25-27-949 0 0,13-22-3137 0 0,17-19-4411 0 0</inkml:trace>
  <inkml:trace contextRef="#ctx0" brushRef="#br0" timeOffset="4923.634">520 115 11888 0 0,'0'0'266'0'0,"0"0"44"0"0,0 0 14 0 0,0 0-31 0 0,0 0-54 0 0,0 0 491 0 0,0 0 240 0 0,0 0 43 0 0,0 0-44 0 0,0 0-221 0 0,0 0-92 0 0,0 0-16 0 0,0 0-43 0 0,0 0-150 0 0,-8 1 1472 0 0,9 23-693 0 0,15-29-31 0 0,2-14-67 0 0,-18 18-1049 0 0,-2-2 492 0 0,1 1-1453 0 0,0 1-4469 0 0,1 1-2032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5:42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334 116 14544 0 0,'-3'-64'1746'0'0,"-1"47"1245"0"0,4 16-1929 0 0,0 1-299 0 0,-1 0-684 0 0,0-1 1 0 0,0 1-1 0 0,1-1 1 0 0,-1 1-1 0 0,0 0 0 0 0,0-1 1 0 0,0 1-1 0 0,0 0 0 0 0,1 0 1 0 0,-1 0-1 0 0,0 0 1 0 0,0-1-1 0 0,0 1 0 0 0,0 0 1 0 0,0 0-1 0 0,1 1 1 0 0,-1-1-1 0 0,0 0 0 0 0,0 0 1 0 0,0 0-1 0 0,0 1 0 0 0,0-1 1 0 0,1 0-1 0 0,-1 1 1 0 0,0-1-1 0 0,0 0 0 0 0,1 1 1 0 0,-1-1-1 0 0,0 1 0 0 0,0 0 1 0 0,1-1-1 0 0,-1 1 1 0 0,1 0-1 0 0,-1-1 0 0 0,1 1 1 0 0,-1 0-1 0 0,1-1 1 0 0,-1 1-1 0 0,1 0-79 0 0,-24 41 151 0 0,3 0 0 0 0,2 1 0 0 0,-14 45-151 0 0,18-50 24 0 0,-64 106-536 0 0,15-29-732 0 0,50-86 710 0 0,-4 12-780 0 0,9-12-2384 0 0,9-17-2751 0 0</inkml:trace>
  <inkml:trace contextRef="#ctx0" brushRef="#br0" timeOffset="347.352">581 122 17247 0 0,'12'-57'1880'0'0,"-11"49"-1883"0"0,2-28 628 0 0,-11 17 2561 0 0,8 18-2535 0 0,-16 2 1156 0 0,14 0-1742 0 0,0 0 1 0 0,-1 0 0 0 0,1 1 0 0 0,0-1 0 0 0,0 1-1 0 0,0 0 1 0 0,0 0 0 0 0,0-1 0 0 0,1 1 0 0 0,-1 1-1 0 0,0-1 1 0 0,1 0 0 0 0,0 0 0 0 0,-1 0 0 0 0,1 1-1 0 0,0 1-65 0 0,-2 0 57 0 0,-89 177 406 0 0,-64 65-909 0 0,62-43-642 0 0,38-55-1488 0 0,56-120-742 0 0,3-21 1780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0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118 176 7848 0 0,'0'0'232'0'0,"0"0"64"0"0,-4 3 641 0 0,-17 17 1286 0 0,8-1-1183 0 0,13-18-835 0 0,-4 7 1254 0 0,-3 2 5708 0 0,3-5-7180 0 0,3-3-51 0 0,1-2-3 0 0,0 0 3 0 0,0 0-5 0 0,16 8-310 0 0,-15-8 381 0 0,1 1 0 0 0,-1-1-1 0 0,1 0 1 0 0,0 0 0 0 0,-1 0-1 0 0,1-1 1 0 0,-1 1 0 0 0,1 0-1 0 0,-1-1 1 0 0,1 1 0 0 0,0 0-1 0 0,-1-1 1 0 0,0 0 0 0 0,1 1-1 0 0,-1-1 1 0 0,1 0 0 0 0,-1 0-1 0 0,0 0 1 0 0,0 0 0 0 0,1 0-1 0 0,-1 0 1 0 0,1-1-2 0 0,5-4 31 0 0,-6 5 55 0 0,-6-9 1938 0 0,0 9-2000 0 0,1 1 1 0 0,-1 0-1 0 0,1 1 1 0 0,-1-1 0 0 0,1 1-1 0 0,-1 0 1 0 0,1 0-1 0 0,-1 0 1 0 0,1 1-1 0 0,0-1 1 0 0,0 1 0 0 0,0 0-1 0 0,0 0 1 0 0,0 1-1 0 0,0-1 1 0 0,0 1 0 0 0,1 0-1 0 0,-1 0 1 0 0,1 0-1 0 0,0 0 1 0 0,0 1 0 0 0,0-1-1 0 0,0 1 1 0 0,1 0-1 0 0,-2 1-24 0 0,2 0-36 0 0,0-1-1 0 0,0 1 1 0 0,0-1 0 0 0,0 1-1 0 0,1 0 1 0 0,0-1-1 0 0,0 1 1 0 0,0 0 0 0 0,0 0-1 0 0,1 0 1 0 0,0 0-1 0 0,0 0 1 0 0,0 0 0 0 0,1 0-1 0 0,-1 0 1 0 0,1 0-1 0 0,0-1 1 0 0,1 1-1 0 0,-1 0 1 0 0,1-1 0 0 0,0 1-1 0 0,0-1 1 0 0,0 1-1 0 0,1-1 1 0 0,0 0 0 0 0,0 0-1 0 0,0 0 1 0 0,0 0-1 0 0,2 1 37 0 0,0 0-69 0 0,1 0 0 0 0,-1 0-1 0 0,1-1 1 0 0,1 0 0 0 0,-1 0-1 0 0,0-1 1 0 0,1 1 0 0 0,0-1-1 0 0,0-1 1 0 0,0 1 0 0 0,3-1 69 0 0,-5 0-8 0 0,0-1 0 0 0,1 0 0 0 0,-1 0 1 0 0,1-1-1 0 0,-1 0 0 0 0,0 0 0 0 0,1 0 1 0 0,-1-1-1 0 0,1 1 0 0 0,-1-1 0 0 0,0-1 1 0 0,1 1-1 0 0,-1-1 0 0 0,0 0 0 0 0,0 0 1 0 0,0 0-1 0 0,0-1 0 0 0,0 0 0 0 0,-1 0 1 0 0,1 0-1 0 0,-1 0 0 0 0,1-1 8 0 0,0-1 175 0 0,-1 1-1 0 0,0-1 1 0 0,1 0 0 0 0,-1 0 0 0 0,-1-1-1 0 0,1 1 1 0 0,-1-1 0 0 0,0 0 0 0 0,0 1-1 0 0,-1-1 1 0 0,0-1 0 0 0,0 1 0 0 0,0 0-1 0 0,-1 0 1 0 0,0-1 0 0 0,0 1 0 0 0,0-3-175 0 0,21-65 1378 0 0,15 33-1052 0 0,-25 32-280 0 0,-8 6-45 0 0,0 1 0 0 0,0-1 0 0 0,0 1 0 0 0,0 0 0 0 0,0 1 0 0 0,1-1 0 0 0,-1 1 0 0 0,1-1 0 0 0,-1 1-1 0 0,1 1 1 0 0,-1-1 0 0 0,1 1 0 0 0,1-1-1 0 0,12 6 0 0 0,-16-4-13 0 0,0 0 0 0 0,0 1 0 0 0,-1-1-1 0 0,1 1 1 0 0,0 0 0 0 0,-1 0 0 0 0,1 0 0 0 0,-1 0-1 0 0,0 0 1 0 0,0 0 0 0 0,1 0 0 0 0,-1 0-1 0 0,0 0 1 0 0,-1 0 0 0 0,1 1 0 0 0,0-1 0 0 0,-1 0-1 0 0,1 0 1 0 0,-1 1 0 0 0,0-1 0 0 0,0 1 0 0 0,0-1-1 0 0,0 0 1 0 0,0 1 0 0 0,0-1 0 0 0,-1 0 0 0 0,1 1-1 0 0,-1-1 1 0 0,1 0 0 0 0,-1 1 0 0 0,0-1 0 0 0,0 0 13 0 0,-7 59-1056 0 0,8-60 944 0 0,15 12-260 0 0,-9-12 364 0 0,1-1 0 0 0,-1 1 1 0 0,1-1-1 0 0,-1-1 0 0 0,1 1 1 0 0,0-1-1 0 0,-1 0 0 0 0,0 0 0 0 0,1-1 1 0 0,-1 0-1 0 0,0 0 0 0 0,5-3 8 0 0,1 1 59 0 0,17-10 127 0 0,-25 13-170 0 0,-1 0 0 0 0,1 0 0 0 0,-1-1 0 0 0,0 1 0 0 0,0-1 1 0 0,0 0-1 0 0,0 0 0 0 0,0 0 0 0 0,0 0 0 0 0,0 0 0 0 0,0-1 1 0 0,-1 0-1 0 0,0 1 0 0 0,1-1 0 0 0,-1 0 0 0 0,1-2-16 0 0,9-16 359 0 0,-12-3 42 0 0,0 19-385 0 0,4 1-16 0 0,-1-2 0 0 0,-2 2 0 0 0,2-2 0 0 0,0 2 0 0 0,-1 0 0 0 0,0-2 0 0 0,-1 0 0 0 0,-1 2 11 0 0,0 3 44 0 0,0 1 15 0 0,-1 0 1 0 0,-6 1-16 0 0,-8 9-45 0 0,12-6-10 0 0,0 1 0 0 0,0 0 0 0 0,0 0 0 0 0,1 0 0 0 0,0 0 0 0 0,0 0 0 0 0,0 0 0 0 0,0 1 0 0 0,1-1 0 0 0,0 0 0 0 0,0 1 0 0 0,0 0 0 0 0,1-1 0 0 0,0 1 0 0 0,0-1 0 0 0,0 1 0 0 0,1-1 0 0 0,0 3 0 0 0,2 10 0 0 0,17 34 0 0 0,-17-48 3 0 0,0-1 0 0 0,0 1 0 0 0,0-1 0 0 0,1 0 0 0 0,-1 0 0 0 0,1 0 1 0 0,-1-1-1 0 0,1 1 0 0 0,0-1 0 0 0,0 0 0 0 0,1 0 0 0 0,-1 0 0 0 0,0-1 0 0 0,0 1 0 0 0,1-1 0 0 0,-1 0 0 0 0,1 0 0 0 0,-1-1 0 0 0,1 1 0 0 0,0-1 0 0 0,0 0-3 0 0,116-26-5853 0 0,-102 23 4210 0 0</inkml:trace>
  <inkml:trace contextRef="#ctx0" brushRef="#br0" timeOffset="1346.241">979 297 10328 0 0,'0'0'300'0'0,"5"-3"108"0"0,7-6-485 0 0,3-3 3646 0 0,7-15 2718 0 0,-26 17-4635 0 0,1 8-1545 0 0,1 0 0 0 0,0 0 1 0 0,0-1-1 0 0,-1 2 0 0 0,1-1 0 0 0,-1 0 0 0 0,0 0 0 0 0,1 1 0 0 0,-1 0 0 0 0,0-1 0 0 0,0 1 0 0 0,0 0 0 0 0,0 1 0 0 0,0-1 0 0 0,0 0 1 0 0,0 1-1 0 0,0-1 0 0 0,-1 1 0 0 0,1 0 0 0 0,0 0 0 0 0,0 1 0 0 0,0-1 0 0 0,-2 1-107 0 0,3-1 35 0 0,-78 13 511 0 0,70-9-515 0 0,6-2-39 0 0,-1-1 0 0 0,0 1 0 0 0,1 0 1 0 0,0 0-1 0 0,-1 0 0 0 0,1 1 0 0 0,0-1 0 0 0,0 1 0 0 0,1 0 0 0 0,-1 0 0 0 0,0 1 0 0 0,1-1 0 0 0,0 1 0 0 0,0-1 0 0 0,0 1 0 0 0,0 0 0 0 0,1 0 0 0 0,-1 1 0 0 0,1 0 8 0 0,2-4-46 0 0,-1 1-1 0 0,1-1 1 0 0,0 0-1 0 0,1 1 0 0 0,-1-1 1 0 0,0 0-1 0 0,0 1 1 0 0,0-1-1 0 0,1 0 1 0 0,-1 1-1 0 0,1-1 0 0 0,-1 0 1 0 0,1 0-1 0 0,-1 0 1 0 0,1 1-1 0 0,0-1 1 0 0,0 0-1 0 0,-1 0 0 0 0,1 0 1 0 0,0 0-1 0 0,0 0 1 0 0,0 0-1 0 0,0-1 1 0 0,0 1-1 0 0,0 0 0 0 0,0 0 1 0 0,1-1-1 0 0,-1 1 1 0 0,0-1-1 0 0,0 1 1 0 0,1-1-1 0 0,-1 1 1 0 0,0-1-1 0 0,0 0 0 0 0,1 1 1 0 0,-1-1-1 0 0,1 0 47 0 0,51 4-955 0 0,99-31 1123 0 0,-144 23-117 0 0,-8 4-9 0 0,0 0 0 0 0,1-1-1 0 0,-1 1 1 0 0,0 0 0 0 0,0 0 0 0 0,1-1 0 0 0,-1 1-1 0 0,0 0 1 0 0,0 0 0 0 0,1-1 0 0 0,-1 1-1 0 0,0 0 1 0 0,0 0 0 0 0,1 0 0 0 0,-1 0-1 0 0,0-1 1 0 0,1 1 0 0 0,-1 0 0 0 0,0 0 0 0 0,1 0-1 0 0,-1 0 1 0 0,0 0 0 0 0,1 0 0 0 0,-1 0-1 0 0,0 0 1 0 0,1 0 0 0 0,-1 0 0 0 0,0 0-1 0 0,1 0 1 0 0,-1 0 0 0 0,0 0 0 0 0,1 0 0 0 0,-1 0-1 0 0,0 1 1 0 0,1-1 0 0 0,-1 0 0 0 0,0 0-1 0 0,1 0 1 0 0,-1 1 0 0 0,0-1 0 0 0,0 0-1 0 0,1 0 1 0 0,-1 0 0 0 0,0 1 0 0 0,0-1 0 0 0,0 0-1 0 0,1 0 1 0 0,-1 1 0 0 0,0-1 0 0 0,0 0-1 0 0,0 1 1 0 0,0-1 0 0 0,1 1-42 0 0,0 6 30 0 0,0-1-71 0 0,-1-1 0 0 0,1 1-1 0 0,1-1 1 0 0,-1 0 0 0 0,1 1 0 0 0,-1-1-1 0 0,2 0 1 0 0,-1 0 0 0 0,0 0 0 0 0,1-1-1 0 0,0 1 1 0 0,0-1 0 0 0,0 1 0 0 0,1-1-1 0 0,0 0 1 0 0,-1 0 0 0 0,1 0 0 0 0,1-1 0 0 0,-1 1-1 0 0,1-1 42 0 0,0-2-45 0 0,0-1-1 0 0,1 1 0 0 0,-1-1 0 0 0,1 0 1 0 0,-1 0-1 0 0,1-1 0 0 0,-1 0 0 0 0,0 0 1 0 0,1 0-1 0 0,-1 0 0 0 0,0-1 0 0 0,0 0 1 0 0,0 0-1 0 0,0 0 0 0 0,0-1 1 0 0,-1 0-1 0 0,1 0 0 0 0,-1 0 0 0 0,1 0 1 0 0,-1-1 45 0 0,38-30-1302 0 0,-32 24 1500 0 0,-1 1-1 0 0,0-1 0 0 0,0-1 0 0 0,-1 0 0 0 0,0 0 0 0 0,-1-1 1 0 0,0 0-1 0 0,-1 0 0 0 0,0 0 0 0 0,-1-1 0 0 0,0 0 1 0 0,-1 0-1 0 0,-1 0 0 0 0,0 0 0 0 0,-1-1 0 0 0,0 1 1 0 0,-1-1-1 0 0,0 0 0 0 0,-1 1 0 0 0,-2-10-197 0 0,-5-52 1336 0 0,-4 103-483 0 0,10 4-1096 0 0,2-1 0 0 0,1 1 0 0 0,2 0 0 0 0,1-1 0 0 0,1 0-1 0 0,2 0 1 0 0,10 27 243 0 0,-10-30-960 0 0,1 15-1455 0 0,-20-40-2475 0 0,-25-20 6232 0 0,34 15-1548 0 0,-53-32 2434 0 0,15 15-590 0 0,39 19-1360 0 0,1 0-80 0 0,0 0-35 0 0,0 0-10 0 0,0 0-15 0 0,0 0-54 0 0,1 1-76 0 0,0 1 0 0 0,0-1 0 0 0,0 0 0 0 0,0 1 0 0 0,0-1 0 0 0,1 0 1 0 0,-1 1-1 0 0,0-1 0 0 0,1 0 0 0 0,-1 0 0 0 0,1 0 0 0 0,0 0 0 0 0,-1-1 1 0 0,1 1-1 0 0,0 0 0 0 0,-1-1 0 0 0,1 1 0 0 0,0-1 0 0 0,1 1-8 0 0,20 3 3 0 0,0 0-1 0 0,0-1 0 0 0,0-1 1 0 0,0-2-1 0 0,4 0-2 0 0,109-14 524 0 0,-133 14-409 0 0,1 0-1 0 0,0-1 0 0 0,-1 1 1 0 0,1-1-1 0 0,0 0 0 0 0,-1 0 1 0 0,1 0-1 0 0,-1-1 0 0 0,0 1 1 0 0,1-1-1 0 0,-1 0 0 0 0,0 0 1 0 0,0 0-1 0 0,0 0 0 0 0,0 0 1 0 0,0-1-1 0 0,2-2-114 0 0,-5 2 98 0 0,0 1 0 0 0,0-1 0 0 0,-1 0 0 0 0,1 1 0 0 0,0-1 0 0 0,-1 1 0 0 0,0-1 0 0 0,1 1 0 0 0,-1-1 0 0 0,0 1 0 0 0,0-1 0 0 0,-1 1 0 0 0,1 0 0 0 0,0 0 0 0 0,-1-1 0 0 0,1 1 0 0 0,-1 0 0 0 0,0 0 0 0 0,0 1 0 0 0,0-1 0 0 0,0 0-1 0 0,0 1 1 0 0,-2-2-98 0 0,2 2 17 0 0,-1 1 0 0 0,1 0 0 0 0,-1-1 0 0 0,1 1 0 0 0,-1 0-1 0 0,0 0 1 0 0,1 0 0 0 0,-1 1 0 0 0,0-1 0 0 0,1 0-1 0 0,-1 1 1 0 0,1 0 0 0 0,-1 0 0 0 0,1 0 0 0 0,-1 0-1 0 0,1 0 1 0 0,0 0 0 0 0,-2 1-17 0 0,3-1 1 0 0,0 0-1 0 0,0 0 0 0 0,-1 0 1 0 0,1 0-1 0 0,0 0 1 0 0,0 0-1 0 0,0 0 0 0 0,0 0 1 0 0,0 1-1 0 0,1-1 1 0 0,-1 0-1 0 0,0 1 0 0 0,1-1 1 0 0,-1 0-1 0 0,1 1 1 0 0,-1-1-1 0 0,1 1 1 0 0,-1-1-1 0 0,1 1 0 0 0,0-1 1 0 0,0 1-1 0 0,0-1 1 0 0,0 1-1 0 0,0-1 0 0 0,0 1 1 0 0,0-1-1 0 0,0 1 1 0 0,1-1-1 0 0,-1 2 0 0 0,1-2 0 0 0,1 5-4 0 0,1 1 0 0 0,0-1 0 0 0,0 0 0 0 0,0 0 0 0 0,1 0 0 0 0,0 0 0 0 0,1 0 0 0 0,-1-1-1 0 0,1 0 1 0 0,0 0 0 0 0,0 0 0 0 0,0-1 0 0 0,5 3 4 0 0,16 17-11 0 0,-19-15-8 0 0,1 0-1 0 0,1-1 1 0 0,0 0-1 0 0,0 0 1 0 0,1-1 0 0 0,-1 0-1 0 0,2-1 1 0 0,-1 0-1 0 0,10 4 20 0 0,53-10-3218 0 0,-51-6 1251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2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414 138 13824 0 0,'-8'-10'1056'0'0,"-28"-37"1287"0"0,32 40-1721 0 0,1 1 0 0 0,-1 1 0 0 0,0-1 0 0 0,0 1 0 0 0,-1-1 0 0 0,0 1 0 0 0,0 0 0 0 0,0 1 0 0 0,0-1 0 0 0,-1 1 0 0 0,1 0 0 0 0,-2 0-622 0 0,0 1 147 0 0,-1 0-1 0 0,0 1 0 0 0,1 0 1 0 0,-1 0-1 0 0,0 1 0 0 0,0 0 1 0 0,0 0-1 0 0,0 1 0 0 0,0 0 1 0 0,0 0-1 0 0,0 1 1 0 0,1 0-1 0 0,-3 1-146 0 0,-1 0 19 0 0,1-1-1 0 0,-1 2 1 0 0,1 0 0 0 0,-1 0 0 0 0,1 1 0 0 0,0 0-1 0 0,0 1 1 0 0,0 0 0 0 0,1 0 0 0 0,-9 7-19 0 0,12-7-74 0 0,0-1 1 0 0,0 1 0 0 0,0 0-1 0 0,0 0 1 0 0,1 0-1 0 0,0 1 1 0 0,0 0 0 0 0,1 0-1 0 0,-1 0 1 0 0,1 1-1 0 0,1-1 1 0 0,-1 1-1 0 0,1 0 1 0 0,0 0 0 0 0,1 0-1 0 0,-1 4 74 0 0,2-8-93 0 0,1 0 1 0 0,0 0-1 0 0,1 0 0 0 0,-1-1 0 0 0,0 1 0 0 0,1 0 0 0 0,0 0 1 0 0,-1-1-1 0 0,1 1 0 0 0,0 0 0 0 0,1-1 0 0 0,-1 1 1 0 0,0-1-1 0 0,1 1 0 0 0,-1-1 0 0 0,1 1 0 0 0,0-1 1 0 0,0 0-1 0 0,0 0 0 0 0,0 0 0 0 0,0 0 0 0 0,0 0 0 0 0,0-1 1 0 0,1 1-1 0 0,-1-1 0 0 0,1 1 0 0 0,-1-1 0 0 0,1 0 1 0 0,-1 0-1 0 0,1 0 0 0 0,0 0 0 0 0,0-1 0 0 0,-1 1 0 0 0,1-1 1 0 0,0 1-1 0 0,0-1 0 0 0,0 0 0 0 0,0 0 0 0 0,1 0 93 0 0,14-2 37 0 0,0 0-1 0 0,1 0 1 0 0,-1-2-1 0 0,0-1 1 0 0,0 0-1 0 0,-1-1 1 0 0,1 0-1 0 0,1-3-36 0 0,80-28 2796 0 0,-98 36-2726 0 0,0 1-1 0 0,0-1 0 0 0,1 1 1 0 0,-1-1-1 0 0,0 1 0 0 0,0 0 1 0 0,1 0-1 0 0,-1 0 0 0 0,0-1 1 0 0,1 1-1 0 0,-1 0 0 0 0,0 1 1 0 0,1-1-1 0 0,-1 0 0 0 0,0 0 1 0 0,0 0-1 0 0,1 1 0 0 0,-1-1 1 0 0,0 1-1 0 0,0-1 0 0 0,1 1 1 0 0,-1-1-1 0 0,0 1 0 0 0,0 0 1 0 0,0 0-1 0 0,0-1 0 0 0,0 1 1 0 0,0 0-1 0 0,0 0 0 0 0,0 0-69 0 0,18 29 464 0 0,1 14-368 0 0,18 16-96 0 0,-35-54-252 0 0,1-1 0 0 0,0 0-1 0 0,0 0 1 0 0,1 0 0 0 0,-1 0 0 0 0,1-1 0 0 0,0 0-1 0 0,0 0 1 0 0,1 0 0 0 0,-1 0 0 0 0,2 0 252 0 0,7-1-1522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3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313 354 14912 0 0,'0'0'340'0'0,"0"0"50"0"0,-9-11 506 0 0,-40-22 2527 0 0,41 28-3162 0 0,0 1 0 0 0,-1 0 0 0 0,0 0 0 0 0,0 1-1 0 0,0 0 1 0 0,-1 1 0 0 0,1 0 0 0 0,-1 1 0 0 0,1 0 0 0 0,-1 0 0 0 0,1 1 0 0 0,-1 0 0 0 0,1 0 0 0 0,-10 3-261 0 0,5 0 71 0 0,10-3-74 0 0,-1 1-1 0 0,0-1 1 0 0,1 1-1 0 0,-1 0 1 0 0,0 0 0 0 0,1 1-1 0 0,0-1 1 0 0,-1 1 0 0 0,1 0-1 0 0,0 0 1 0 0,0 0-1 0 0,0 1 1 0 0,0 0 0 0 0,0-1-1 0 0,0 1 1 0 0,1 1 0 0 0,0-1-1 0 0,-1 0 1 0 0,1 1-1 0 0,0 0 1 0 0,1 0 0 0 0,-1-1-1 0 0,-1 4 4 0 0,12 22-1210 0 0,-4-26 1114 0 0,0 0-1 0 0,0 0 1 0 0,0 0 0 0 0,1 0 0 0 0,-1-1 0 0 0,1 0 0 0 0,-1 0 0 0 0,1 0 0 0 0,0 0-1 0 0,0-1 1 0 0,0 0 0 0 0,0 0 0 0 0,0 0 0 0 0,0 0 0 0 0,0-1 0 0 0,0 0 0 0 0,0 0 0 0 0,0-1-1 0 0,0 1 1 0 0,0-1 0 0 0,0 0 0 0 0,3-1 96 0 0,124-49 941 0 0,-118 47-997 0 0,-11 2 122 0 0,0 0 0 0 0,0 0 0 0 0,0 1 0 0 0,1 0 0 0 0,-1-1 0 0 0,0 1 0 0 0,1 1 0 0 0,-1-1-1 0 0,1 0 1 0 0,-1 1 0 0 0,1 0 0 0 0,-1-1 0 0 0,1 1 0 0 0,-1 1 0 0 0,1-1 0 0 0,-1 0 0 0 0,1 1-1 0 0,-1 0 1 0 0,0 0 0 0 0,1 0 0 0 0,-1 0 0 0 0,0 1 0 0 0,0-1 0 0 0,1 1 0 0 0,-1 0 0 0 0,0-1 0 0 0,-1 1-1 0 0,1 1 1 0 0,0-1 0 0 0,-1 0 0 0 0,1 1 0 0 0,-1-1 0 0 0,1 2-66 0 0,28 91 337 0 0,-26-70-297 0 0,-4 5-56 0 0,10-39 772 0 0,66-126 976 0 0,-74 131-1708 0 0,-1 0 0 0 0,1-1 0 0 0,0 1 0 0 0,0 1 0 0 0,0-1 0 0 0,1 0 0 0 0,-1 1 0 0 0,1 0 0 0 0,0 0 0 0 0,0 0 0 0 0,0 0 0 0 0,0 1 0 0 0,1-1 0 0 0,-1 1 0 0 0,1 0 0 0 0,-1 0 0 0 0,1 1 0 0 0,0-1 0 0 0,-1 1 0 0 0,1 0 0 0 0,1 0-24 0 0,-3 3-2 0 0,0-1 0 0 0,0 1 0 0 0,-1 0-1 0 0,1 0 1 0 0,-1 0 0 0 0,1 0 0 0 0,-1 0 0 0 0,0 1 0 0 0,0-1-1 0 0,0 1 1 0 0,0-1 0 0 0,0 1 0 0 0,0 0 0 0 0,-1 0 0 0 0,1 0-1 0 0,-1 0 1 0 0,0 0 0 0 0,0 0 0 0 0,0 0 0 0 0,0 0 0 0 0,-1 0-1 0 0,1 0 3 0 0,3 9-12 0 0,15 79-968 0 0,-19-91 980 0 0,0 1 0 0 0,1-1 0 0 0,-1 0 0 0 0,0 0 0 0 0,1 1 0 0 0,-1-1 0 0 0,0 0 0 0 0,1 0 0 0 0,-1 0 0 0 0,0 0 0 0 0,1 0 0 0 0,-1 0 0 0 0,1 0 0 0 0,-1 0 0 0 0,0 0 0 0 0,1 0 0 0 0,-1 0 0 0 0,0 0 0 0 0,1 0 0 0 0,-1 0 0 0 0,1 0 0 0 0,-1 0 0 0 0,0 0 0 0 0,1 0 0 0 0,-1 0 0 0 0,0-1 0 0 0,1 1 0 0 0,-1 0 0 0 0,0 0 0 0 0,1 0 0 0 0,-1-1 0 0 0,0 1 0 0 0,1 0 0 0 0,-1 0 0 0 0,0-1 0 0 0,0 1 0 0 0,1 0 0 0 0,-1-1 0 0 0,0 1 0 0 0,0 0 0 0 0,1-1 0 0 0,-1 1 0 0 0,0 0 0 0 0,0-1 0 0 0,0 1 0 0 0,0 0 0 0 0,0-1 0 0 0,0 1 0 0 0,0-1 0 0 0,0 1 0 0 0,0 0 0 0 0,0-1 0 0 0,0 1 0 0 0,0-1 0 0 0,0 1 0 0 0,0 0 0 0 0,0-1 0 0 0,0 1 0 0 0,0-1 0 0 0,42-59 0 0 0,-12 36 0 0 0,-28 24 0 0 0,0 1 0 0 0,0-1 0 0 0,-1 0 0 0 0,1 1 0 0 0,0-1 0 0 0,-1 1 0 0 0,1 0 0 0 0,0 0 0 0 0,-1-1 0 0 0,1 1 0 0 0,-1 0 0 0 0,1 0 0 0 0,-1 0 0 0 0,0 1 0 0 0,1-1 0 0 0,-1 0 0 0 0,0 0 0 0 0,0 1 0 0 0,0-1 0 0 0,0 1 0 0 0,0-1 0 0 0,0 1 0 0 0,0-1 0 0 0,-1 1 0 0 0,1 0 0 0 0,0-1 0 0 0,-1 1 0 0 0,0 0 0 0 0,1-1 0 0 0,-1 1 0 0 0,0 0 0 0 0,0 0 0 0 0,0-1 0 0 0,0 3 0 0 0,2 3 0 0 0,21 91 0 0 0,-15-79 0 0 0,-2-16 0 0 0,14-19-76 0 0,90-152-1052 0 0,73-113 3588 0 0,-177 271-2280 0 0,1 0-1 0 0,0 0 1 0 0,0 0 0 0 0,1 1-1 0 0,1 0 1 0 0,-1 1-1 0 0,9-6-179 0 0,-11 14 84 0 0,-4 2-71 0 0,0 1 0 0 0,0-1-1 0 0,0 0 1 0 0,0 1-1 0 0,-1-1 1 0 0,1 1-1 0 0,-1 0 1 0 0,0-1-1 0 0,1 1 1 0 0,-1 0-1 0 0,-1 0 1 0 0,1 0-1 0 0,0 0 1 0 0,-1 0 0 0 0,1 0-1 0 0,-1 3-12 0 0,2 2 23 0 0,1 20-23 0 0,0 0-1 0 0,-2 1 0 0 0,-1-1 0 0 0,-1 0 0 0 0,-2 10 1 0 0,-12 89-1241 0 0,-3-28-367 0 0,18-99 1608 0 0,-1 0 0 0 0,1 0 0 0 0,0 0 0 0 0,0 0 0 0 0,0 0 0 0 0,-1 0 0 0 0,1-1 0 0 0,0 1 0 0 0,0 0 0 0 0,0 0 0 0 0,-1 0 0 0 0,1 0 0 0 0,0 0 0 0 0,0 0 0 0 0,-1 0 0 0 0,1 0 0 0 0,0 0 0 0 0,0 0 0 0 0,0 0 0 0 0,-1 0 0 0 0,1 0 0 0 0,0 1 0 0 0,0-1 0 0 0,0 0 0 0 0,-1 0 0 0 0,1 0 0 0 0,0 0 0 0 0,0 0 0 0 0,0 0 0 0 0,0 0 0 0 0,-1 0 0 0 0,1 1 0 0 0,0-1 0 0 0,0 0 0 0 0,0 0 0 0 0,0 0 0 0 0,0 0 0 0 0,-1 1 0 0 0,1-1 0 0 0,0 0 0 0 0,0 0 0 0 0,0 0 0 0 0,0 1 0 0 0,0-1 0 0 0,0 0 0 0 0,0 0 0 0 0,0 0 0 0 0,0 1 0 0 0,0-1 0 0 0,0 0 0 0 0,0 0 0 0 0,0 1 0 0 0,0-1 0 0 0,0 0 0 0 0,0 0 0 0 0,0 0 0 0 0,0 1 0 0 0,-46-45 636 0 0,36 36-426 0 0,-1 1 1 0 0,0 1-1 0 0,0-1 0 0 0,-1 2 0 0 0,1-1 0 0 0,-1 2 1 0 0,0 0-1 0 0,-1 0 0 0 0,-8-1-210 0 0,-17 10 400 0 0,36-3-347 0 0,2-1-52 0 0,0 0-1 0 0,-1 1 0 0 0,1-1 1 0 0,0 1-1 0 0,0-1 0 0 0,0 0 1 0 0,0 1-1 0 0,0-1 0 0 0,0 0 0 0 0,0 1 1 0 0,1-1-1 0 0,-1 1 0 0 0,0-1 1 0 0,1 0-1 0 0,-1 1 0 0 0,1-1 1 0 0,-1 0-1 0 0,1 0 0 0 0,0 1 0 0 0,0-1 1 0 0,-1 0-1 0 0,1 0 0 0 0,0 0 1 0 0,0 0-1 0 0,0 0 0 0 0,0 0 1 0 0,0 0-1 0 0,0 0 0 0 0,0-1 0 0 0,1 1 1 0 0,-1 0-1 0 0,0-1 0 0 0,0 1 1 0 0,1-1-1 0 0,-1 1 0 0 0,0-1 1 0 0,1 1-1 0 0,2 1-1 0 0,2 2-7 0 0,0 0-1 0 0,1-1 1 0 0,0 0-1 0 0,-1 0 1 0 0,1 0-1 0 0,0-1 1 0 0,0 0-1 0 0,1 0 1 0 0,-1-1-1 0 0,0 0 1 0 0,1 0-1 0 0,-1-1 1 0 0,0 0-1 0 0,1 0 1 0 0,-1-1-1 0 0,2 0 9 0 0,136-26-6949 0 0,-107 17 5122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4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254 267 16424 0 0,'0'0'481'0'0,"0"0"-7"0"0,0-2-304 0 0,-8-13 2344 0 0,3 12-2333 0 0,0 0-1 0 0,0 0 1 0 0,-1 1-1 0 0,1-1 1 0 0,-1 1-1 0 0,1 0 1 0 0,-1 1-1 0 0,0 0 1 0 0,0 0-1 0 0,0 0 1 0 0,0 0-1 0 0,0 1 1 0 0,1 0-1 0 0,-1 0 1 0 0,0 1-1 0 0,0 0 1 0 0,0 0-1 0 0,0 0 1 0 0,-4 2-181 0 0,-8-1 109 0 0,-31 16-70 0 0,42-15-98 0 0,3 7 44 0 0,6-7 17 0 0,0-1-1 0 0,0 0 0 0 0,1 0 1 0 0,-1 0-1 0 0,0 0 0 0 0,1 0 1 0 0,0 0-1 0 0,-1-1 0 0 0,1 1 1 0 0,0-1-1 0 0,0 0 0 0 0,0 0 1 0 0,0 0-1 0 0,0 0 0 0 0,0 0 1 0 0,0 0-2 0 0,21 3 247 0 0,-1 1-1 0 0,0 1 1 0 0,0 1 0 0 0,0 1 0 0 0,12 6-247 0 0,-13 3 144 0 0,-20-10-144 0 0,-4-2 15 0 0,0 0 0 0 0,0 0 0 0 0,0-1 0 0 0,-1 1 0 0 0,0 0 0 0 0,0-1 1 0 0,0 0-1 0 0,0 0 0 0 0,-1 0 0 0 0,1 0 0 0 0,-1 0 0 0 0,0-1 0 0 0,0 1 0 0 0,-1-1 0 0 0,1 0 0 0 0,-1 0 0 0 0,1-1 0 0 0,-1 0 0 0 0,-4 2-15 0 0,-1 2 18 0 0,-130 65 106 0 0,95-58-762 0 0,44-12 207 0 0,1-1-90 0 0,0 0-21 0 0,0 0-35 0 0,5-7-927 0 0,6-2 1104 0 0,0-1 0 0 0,1 1 1 0 0,1 1-1 0 0,0 0 0 0 0,0 1 0 0 0,0 1 0 0 0,1 0 1 0 0,1 0 399 0 0,2-2-129 0 0,161-61 1383 0 0,-102 30 1083 0 0,-20 15 732 0 0,-54 24-2698 0 0,6 1 925 0 0,-4 7-1217 0 0,-1 1 0 0 0,0 0 0 0 0,0-1 1 0 0,-1 1-1 0 0,0 0 0 0 0,0 1 0 0 0,-1-1 0 0 0,-1 0 0 0 0,1 0 1 0 0,-2 1-1 0 0,1-1 0 0 0,-1 0 0 0 0,0 0 0 0 0,-3 8-79 0 0,3-6 13 0 0,-1 0-118 0 0,0 1 0 0 0,0-1 0 0 0,-1 1 0 0 0,-1-1-1 0 0,0 0 1 0 0,0 0 0 0 0,-1-1 0 0 0,-1 2 105 0 0,5-11-399 0 0,1-1-249 0 0,-1 0-1040 0 0,-5 3-440 0 0</inkml:trace>
  <inkml:trace contextRef="#ctx0" brushRef="#br0" timeOffset="340.693">490 189 18055 0 0,'-1'-7'874'0'0,"1"-47"284"0"0,1 47-811 0 0,11-13 746 0 0,-11 20-1189 0 0,-1-1 0 0 0,1 1 0 0 0,0 0 0 0 0,0-1 0 0 0,0 1 0 0 0,0-1 0 0 0,0 1 0 0 0,0 0 0 0 0,0 0 0 0 0,0 0 0 0 0,-1 0 0 0 0,1-1 0 0 0,0 1 0 0 0,0 0 0 0 0,0 1 0 0 0,0-1 0 0 0,0 0 0 0 0,0 0 0 0 0,0 0 0 0 0,0 0 0 0 0,0 1 0 0 0,0-1 1 0 0,0 1-1 0 0,0-1 0 0 0,-1 0 0 0 0,1 1 0 0 0,0-1 0 0 0,0 1 0 0 0,0 0 0 0 0,0 0 96 0 0,1 0-762 0 0,5 6-3788 0 0,1-1-1218 0 0</inkml:trace>
  <inkml:trace contextRef="#ctx0" brushRef="#br0" timeOffset="1778.168">680 283 8608 0 0,'0'9'656'0'0,"0"-6"-469"0"0,0 0 1 0 0,1 0 0 0 0,-1 0 0 0 0,1 0 0 0 0,-1 0-1 0 0,1-1 1 0 0,0 1 0 0 0,0 0 0 0 0,0-1-1 0 0,1 1 1 0 0,-1 0 0 0 0,1-1 0 0 0,-1 0-1 0 0,1 1 1 0 0,0-1 0 0 0,0 0 0 0 0,0 0-1 0 0,0 0 1 0 0,0 0 0 0 0,0 0 0 0 0,1 0-1 0 0,-1-1 1 0 0,1 1 0 0 0,-1-1 0 0 0,1 0-1 0 0,-1 0 1 0 0,1 0 0 0 0,0 0 0 0 0,0 0-1 0 0,1 0-187 0 0,90 9 8982 0 0,-79-21-6311 0 0,-14 10-2446 0 0,-3-1-175 0 0,1 0 0 0 0,0 0 0 0 0,-1 1 1 0 0,1-1-1 0 0,-1 1 0 0 0,1-1 0 0 0,-1 1 0 0 0,0-1 1 0 0,0 1-1 0 0,0 0 0 0 0,1 0 0 0 0,-1 0 0 0 0,0 0 1 0 0,0 0-1 0 0,0 0 0 0 0,-1 1 0 0 0,1-1 0 0 0,0 1 1 0 0,0-1-1 0 0,-1 1-50 0 0,-10-2-26 0 0,1 0 1 0 0,-1 1 0 0 0,0 1-1 0 0,0 0 1 0 0,0 1 0 0 0,0 0-1 0 0,0 1 1 0 0,-7 2 25 0 0,18-4-196 0 0,2 0-41 0 0,0 0-10 0 0,0 0-18 0 0,0 0-75 0 0,0 0-39 0 0,0 0-5 0 0,19 10-1368 0 0,26 0-90 0 0,-26-4 1406 0 0,16 12 336 0 0,-25-3 231 0 0,0 1-1 0 0,-2 0 1 0 0,0 1 0 0 0,0 0 0 0 0,-2 0 0 0 0,0 1 0 0 0,-1 0 0 0 0,-1 0 0 0 0,0 0 0 0 0,-2 0-1 0 0,0 0 1 0 0,-1 1-131 0 0,0-11 20 0 0,0 0-1 0 0,-1 0 1 0 0,0 0 0 0 0,0 0-1 0 0,-1 0 1 0 0,0 0-1 0 0,0-1 1 0 0,-1 1-1 0 0,0 0 1 0 0,0-1-1 0 0,-1 1 1 0 0,0-1 0 0 0,0 0-1 0 0,-1 0 1 0 0,0 0-1 0 0,0 0 1 0 0,0-1-1 0 0,-1 0 1 0 0,0 0-1 0 0,-1 0 1 0 0,1 0-1 0 0,-1-1 1 0 0,0 0 0 0 0,0 0-1 0 0,-1 0 1 0 0,1-1-1 0 0,-7 3-19 0 0,9-5-3 0 0,0 1 0 0 0,0-1 0 0 0,0 0 0 0 0,0-1 0 0 0,0 1 0 0 0,-1-1 0 0 0,1 1 0 0 0,0-1 0 0 0,-1-1 0 0 0,1 1 0 0 0,0 0 0 0 0,-1-1 0 0 0,1 0 0 0 0,-1 0 0 0 0,1-1 0 0 0,-1 1 0 0 0,1-1 0 0 0,0 0 0 0 0,-1 0 0 0 0,1 0 0 0 0,0-1 0 0 0,0 1-1 0 0,0-1 1 0 0,0 0 0 0 0,0 0 0 0 0,0-1 0 0 0,0 1 0 0 0,1-1 0 0 0,-1 0 3 0 0,3 0 0 0 0,0-1 0 0 0,0 1 0 0 0,0-1 0 0 0,1 1 0 0 0,-1-1 0 0 0,1 1 0 0 0,0-1 0 0 0,0 0 0 0 0,0 1 0 0 0,0-1 0 0 0,1 1 0 0 0,0-1 0 0 0,-1 1 0 0 0,1-1 0 0 0,0 1 0 0 0,1 0 0 0 0,-1-1 0 0 0,1 1 0 0 0,0 0 0 0 0,-2 1 0 0 0,20-45 254 0 0,1 1 0 0 0,2 1 0 0 0,5-3-254 0 0,-14 28 217 0 0,2 0 1 0 0,0 1 0 0 0,1 0 0 0 0,1 2-1 0 0,16-13-217 0 0,-17 15 142 0 0,-12 10-120 0 0,-1 1-1 0 0,1 0 1 0 0,0 1-1 0 0,0 0 1 0 0,1-1-1 0 0,-1 1 1 0 0,1 1-1 0 0,-1-1 1 0 0,1 1-1 0 0,0 0 1 0 0,0 1-1 0 0,0-1 1 0 0,0 1-1 0 0,0 0 1 0 0,1 1-1 0 0,0-1-21 0 0,-3 3 3 0 0,-2 0-1 0 0,1 0 1 0 0,0 0-1 0 0,0 1 0 0 0,-1-1 1 0 0,1 0-1 0 0,-1 1 1 0 0,1 0-1 0 0,-1 0 1 0 0,0 0-1 0 0,0 0 1 0 0,-1 0-1 0 0,1 0 0 0 0,0 0 1 0 0,-1 0-1 0 0,0 1 1 0 0,0-1-1 0 0,0 1 1 0 0,0-1-1 0 0,-1 0 1 0 0,1 1-1 0 0,-1 0 1 0 0,0-1-1 0 0,0 1 0 0 0,0-1 1 0 0,0 1-3 0 0,0 0 0 0 0,2 7 0 0 0,-1-1 0 0 0,-1 1 0 0 0,0 0 0 0 0,0 0 0 0 0,-1 0 0 0 0,0-1 0 0 0,-1 1 0 0 0,0 0 0 0 0,-3 9 0 0 0,-2 3 66 0 0,6-22 6 0 0,1-1 4 0 0,-6-14 74 0 0,4 5-112 0 0,1 1-1 0 0,0 0 0 0 0,1-1 1 0 0,0 1-1 0 0,0-1 1 0 0,1 1-1 0 0,0-1 0 0 0,1 1 1 0 0,0 0-1 0 0,0 0 1 0 0,0 0-1 0 0,1 0 1 0 0,0 0-1 0 0,1 0 0 0 0,0 1 1 0 0,0-1-1 0 0,2 0-37 0 0,1-3 57 0 0,0 1 0 0 0,1-1 1 0 0,0 2-1 0 0,1-1 0 0 0,0 1 0 0 0,1 1 0 0 0,-1 0 0 0 0,2 0 0 0 0,-1 1 1 0 0,1 0-1 0 0,0 0 0 0 0,1 2 0 0 0,-1-1 0 0 0,8-1-57 0 0,-17 6 5 0 0,1-1 5 0 0,0 1-1 0 0,0-1 1 0 0,1 1-1 0 0,-1 0 0 0 0,0 0 1 0 0,1 0-1 0 0,-1 0 1 0 0,1 1-1 0 0,-1-1 0 0 0,0 1 1 0 0,1 0-1 0 0,-1 0 1 0 0,1 0-1 0 0,-1 1 1 0 0,1-1-1 0 0,-1 1 0 0 0,1 0 1 0 0,-1 0-1 0 0,4 1-9 0 0,-4 3-4 0 0,1 1-1 0 0,0 0 1 0 0,-1 0-1 0 0,0 0 1 0 0,-1 0-1 0 0,1 0 1 0 0,-1 0-1 0 0,0 1 1 0 0,-1-1 0 0 0,0 1-1 0 0,0-1 1 0 0,0 1-1 0 0,-1-1 1 0 0,0 1-1 0 0,0 0 1 0 0,0-1-1 0 0,-2 5 5 0 0,2 3-9 0 0,-2 35-222 0 0,0-38 14 0 0,1-1-1 0 0,0 0 0 0 0,0 1 1 0 0,2-1-1 0 0,-1 0 0 0 0,1 1 1 0 0,1-1-1 0 0,0 0 0 0 0,0 0 1 0 0,1 0-1 0 0,0 0 0 0 0,2 4 218 0 0,-4-12-26 0 0,1 0-1 0 0,-1-1 0 0 0,0 1 1 0 0,0-1-1 0 0,1 1 0 0 0,-1-1 0 0 0,1 0 1 0 0,-1 1-1 0 0,1-1 0 0 0,-1 0 1 0 0,1 0-1 0 0,0 0 0 0 0,-1 0 1 0 0,1 0-1 0 0,0-1 0 0 0,0 1 1 0 0,0-1-1 0 0,0 1 0 0 0,0-1 1 0 0,0 1-1 0 0,0-1 0 0 0,0 0 1 0 0,0 0-1 0 0,0 0 0 0 0,0 0 1 0 0,-1 0-1 0 0,1-1 0 0 0,0 1 0 0 0,0 0 1 0 0,0-1-1 0 0,0 0 0 0 0,1 0 27 0 0,59-30 95 0 0,-58 29-82 0 0,46-49 665 0 0,-37 36-263 0 0,0 0 0 0 0,-2-1-1 0 0,0-1 1 0 0,0 0 0 0 0,-2-1-1 0 0,3-5-414 0 0,-8 15 201 0 0,0-1-1 0 0,-1 1 0 0 0,1 0 1 0 0,-2-1-1 0 0,1 0 0 0 0,-1 0 1 0 0,0 0-1 0 0,-1 0 0 0 0,0 0 1 0 0,-1 0-1 0 0,0-6-200 0 0,-1 12 42 0 0,0 0 0 0 0,-1 0 0 0 0,0 0 0 0 0,1 0 1 0 0,-1 1-1 0 0,0-1 0 0 0,-1 1 0 0 0,1-1 0 0 0,0 1 0 0 0,-1 0 0 0 0,1-1 0 0 0,-1 1 0 0 0,0 1 0 0 0,1-1 1 0 0,-1 0-1 0 0,0 1 0 0 0,0-1 0 0 0,0 1 0 0 0,-1 0 0 0 0,1 0 0 0 0,-2 0-42 0 0,2 0 1 0 0,-1 0 1 0 0,0 1-1 0 0,0 0 1 0 0,0 0-1 0 0,0 0 0 0 0,0 1 1 0 0,1-1-1 0 0,-1 1 1 0 0,0 0-1 0 0,0 0 0 0 0,1 0 1 0 0,-1 0-1 0 0,1 1 1 0 0,-1-1-1 0 0,1 1 0 0 0,-1 0 1 0 0,1 0-1 0 0,0 0 0 0 0,0 1 1 0 0,0-1-1 0 0,0 1 1 0 0,0 0-1 0 0,1 0 0 0 0,-3 2-1 0 0,4-2-108 0 0,0 1-1 0 0,1-1 0 0 0,-1 0 1 0 0,1 0-1 0 0,0 0 0 0 0,-1 1 0 0 0,1-1 1 0 0,1 0-1 0 0,-1 0 0 0 0,0 1 0 0 0,1-1 1 0 0,0 0-1 0 0,0 0 0 0 0,0 0 1 0 0,0 0-1 0 0,0 0 0 0 0,0 0 0 0 0,1 0 1 0 0,-1 0-1 0 0,1-1 0 0 0,0 1 0 0 0,0 0 1 0 0,0-1-1 0 0,0 1 0 0 0,1-1 1 0 0,-1 0-1 0 0,1 0 0 0 0,-1 0 0 0 0,1 0 1 0 0,0 0-1 0 0,-1-1 0 0 0,1 1 1 0 0,1-1 108 0 0,2 1-147 0 0,0-1 0 0 0,0 0 0 0 0,-1 0 0 0 0,1-1 0 0 0,0 1 0 0 0,0-1 0 0 0,0-1 0 0 0,0 1 0 0 0,0-1 0 0 0,4-1 147 0 0,-8 2-4 0 0,34-22 680 0 0,-30 16-586 0 0,-6 5-76 0 0,0 1 0 0 0,0-1 1 0 0,1 1-1 0 0,-1-1 1 0 0,0 1-1 0 0,1 0 1 0 0,-1-1-1 0 0,0 1 1 0 0,1-1-1 0 0,-1 1 1 0 0,0 0-1 0 0,1-1 1 0 0,-1 1-1 0 0,1 0 1 0 0,-1-1-1 0 0,1 1 1 0 0,-1 0-1 0 0,1 0 1 0 0,-1-1-1 0 0,1 1 1 0 0,-1 0-1 0 0,1 0 1 0 0,-1 0-1 0 0,1 0 0 0 0,-1 0 1 0 0,1 0-1 0 0,-1 0 1 0 0,1 0-1 0 0,-1 0 1 0 0,1 0-1 0 0,0 0 1 0 0,-1 0-1 0 0,1 0 1 0 0,-1 0-1 0 0,1 0 1 0 0,-1 1-1 0 0,1-1 1 0 0,-1 0-1 0 0,1 0 1 0 0,-1 1-1 0 0,0-1 1 0 0,1 0-1 0 0,-1 1 1 0 0,1-1-1 0 0,-1 0 1 0 0,1 1-1 0 0,-1-1 0 0 0,0 0 1 0 0,1 1-1 0 0,-1-1 1 0 0,0 1-1 0 0,0-1 1 0 0,1 1-1 0 0,-1-1 1 0 0,0 1-1 0 0,0 0-14 0 0,7 33 1023 0 0,-7-25-926 0 0,5 28-97 0 0,7 17-99 0 0,17-1-470 0 0,-26-50 514 0 0,-1 0-1 0 0,1 0 1 0 0,-1-1-1 0 0,1 1 1 0 0,0-1-1 0 0,0 1 1 0 0,0-1 0 0 0,0 0-1 0 0,1-1 1 0 0,-1 1-1 0 0,0 0 1 0 0,1-1-1 0 0,-1 0 1 0 0,1 0-1 0 0,0 0 1 0 0,-1 0-1 0 0,1 0 1 0 0,0-1 0 0 0,-1 0-1 0 0,1 1 1 0 0,0-1-1 0 0,1-1 56 0 0,2 0-18 0 0,0-1-1 0 0,1 0 0 0 0,-1 0 1 0 0,0 0-1 0 0,0-1 0 0 0,0 0 1 0 0,0-1-1 0 0,0 0 0 0 0,-1 0 1 0 0,1 0-1 0 0,-1-1 0 0 0,0 1 1 0 0,-1-2-1 0 0,1 1 0 0 0,0-1 19 0 0,6-7 138 0 0,1-1-1 0 0,-2 0 1 0 0,1 0 0 0 0,-2-1-1 0 0,0-1 1 0 0,-1 1-1 0 0,-1-2 1 0 0,0 1 0 0 0,-1-1-1 0 0,2-11-137 0 0,2-4 526 0 0,-3-1-1 0 0,0 0 1 0 0,-2 0 0 0 0,0-25-526 0 0,-4 43 142 0 0,-2 0 1 0 0,0 0 0 0 0,-1 0-1 0 0,-1 0 1 0 0,0 0 0 0 0,-1 0-1 0 0,-3-8-142 0 0,-12-4 219 0 0,3 28-155 0 0,11 3-65 0 0,0 0 0 0 0,0 1 0 0 0,1-1 0 0 0,0 1 0 0 0,0 0 0 0 0,0 0 0 0 0,0 0 0 0 0,1 1 0 0 0,0-1 1 0 0,0 0-1 0 0,1 1 0 0 0,-1-1 0 0 0,1 1 0 0 0,0 5 1 0 0,-1 7-19 0 0,0 0 0 0 0,2 0 0 0 0,0 0 0 0 0,1 0 0 0 0,1-1 0 0 0,3 13 19 0 0,2 27-25 0 0,1 265-711 0 0,-19-198-3028 0 0,10-110-868 0 0,1-12 1178 0 0,0-1-4263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9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44 12152 0 0,'-5'-5'705'0'0,"-8"-10"-533"0"0,-10-6 4260 0 0,21 21-4232 0 0,0-1-1 0 0,0 1 1 0 0,0-1 0 0 0,0 1 0 0 0,0-1-1 0 0,0 1 1 0 0,0 0 0 0 0,-1 0 0 0 0,1 0-1 0 0,0 0 1 0 0,0 1 0 0 0,0-1 0 0 0,0 0-1 0 0,0 1 1 0 0,0 0 0 0 0,0-1 0 0 0,0 1 0 0 0,0 0-1 0 0,0 0 1 0 0,0 0 0 0 0,0 0 0 0 0,1 0-1 0 0,-1 1 1 0 0,0-1 0 0 0,1 0 0 0 0,-1 1-1 0 0,1-1 1 0 0,0 1 0 0 0,-2 1-200 0 0,-34 54 287 0 0,27-33-255 0 0,1 1 0 0 0,1 0 0 0 0,1 0 0 0 0,2 0 0 0 0,0 1 0 0 0,2 0 0 0 0,0 13-32 0 0,3-24 0 0 0,0-1 1 0 0,1 0-1 0 0,1 0 1 0 0,0 0-1 0 0,1 0 1 0 0,1 0 0 0 0,0 0-1 0 0,0-1 1 0 0,2 1-1 0 0,0-1 1 0 0,0-1-1 0 0,1 1 1 0 0,1-1-1 0 0,0 0 1 0 0,0-1 0 0 0,1 0-1 0 0,1 0 1 0 0,0-1-1 0 0,6 5 0 0 0,-11-9-107 0 0,1 1 0 0 0,0-2 1 0 0,1 1-1 0 0,0-1 0 0 0,0 0 0 0 0,0 0 0 0 0,0 0 0 0 0,1-1 0 0 0,-1-1 0 0 0,1 1 0 0 0,0-1 0 0 0,1-1 0 0 0,-1 1 0 0 0,0-1 1 0 0,1-1-1 0 0,-1 1 0 0 0,1-1 0 0 0,-1-1 0 0 0,1 0 0 0 0,-1 0 0 0 0,3-1 107 0 0,28-9-6870 0 0,-16 4 538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10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61 13104 0 0,'-22'-33'1432'0'0,"3"6"6175"0"0,15 44-6935 0 0,-3 43-160 0 0,4 5-433 0 0,3-1-1 0 0,7 57-78 0 0,-5-92 3 0 0,11 97-67 0 0,1-59 64 0 0,-10-53 11 0 0,-3-14 32 0 0,0 0-43 0 0,0 0 0 0 0,0 0 1 0 0,0-1-1 0 0,0 1 0 0 0,0 0 1 0 0,-1-1-1 0 0,1 1 0 0 0,0-1 1 0 0,0 1-1 0 0,-1-1 0 0 0,1 1 1 0 0,0-1-1 0 0,-1 0 0 0 0,1 1 1 0 0,0-1-1 0 0,-1 0 0 0 0,1 0 1 0 0,-1 1-1 0 0,1-1 0 0 0,-1 0 1 0 0,1 0-1 0 0,-1 0 0 0 0,0 0 1 0 0,1 1-1 0 0,-1-1 1 0 0,0 0-1 0 0,0 0 0 0 0,0 0 1 0 0,0 0-1 0 0,0 0 0 0 0,0 0 1 0 0,0 0-1 0 0,0 0 0 0 0,1-3-1 0 0,37-124 2108 0 0,-37 122-2069 0 0,1 0 1 0 0,0 0-1 0 0,1 0 1 0 0,-1 1-1 0 0,1-1 1 0 0,0 1-1 0 0,0 0 1 0 0,1 0-1 0 0,0 0 1 0 0,0 0-1 0 0,0 1 1 0 0,0-1-1 0 0,1 1 1 0 0,-1 0-1 0 0,1 1 1 0 0,3-2-39 0 0,-6 3-11 0 0,0 0 0 0 0,1 1 0 0 0,-1 0 1 0 0,1-1-1 0 0,-1 1 0 0 0,1 0 0 0 0,0 1 0 0 0,-1-1 1 0 0,1 0-1 0 0,0 1 0 0 0,0-1 0 0 0,-1 1 0 0 0,1 0 0 0 0,0 0 1 0 0,0 0-1 0 0,0 0 0 0 0,0 0 0 0 0,-1 1 0 0 0,1 0 1 0 0,0-1-1 0 0,-1 1 0 0 0,1 0 0 0 0,0 0 0 0 0,-1 0 0 0 0,1 1 1 0 0,-1-1-1 0 0,1 0 0 0 0,-1 1 0 0 0,0 0 0 0 0,0 0 1 0 0,0-1-1 0 0,1 1 0 0 0,-2 0 0 0 0,1 1 0 0 0,1 0 11 0 0,1 4-21 0 0,0 1 0 0 0,0-1-1 0 0,0 1 1 0 0,-1 0 0 0 0,0-1-1 0 0,-1 2 1 0 0,0-1 0 0 0,0 0-1 0 0,0 6 22 0 0,-2-9 0 0 0,-1 0 0 0 0,1 0 0 0 0,-1 1 0 0 0,0-1 0 0 0,-1 0 0 0 0,1 0 0 0 0,-1 0 0 0 0,0-1 0 0 0,0 1 0 0 0,0 0 0 0 0,-1-1 0 0 0,0 2 0 0 0,-4 7 0 0 0,-35 32 0 0 0,15-22 0 0 0,21-17-225 0 0,-1-1-1 0 0,1 0 1 0 0,-2 0-1 0 0,1 0 1 0 0,0-1 0 0 0,-1 0-1 0 0,0-1 1 0 0,0 0-1 0 0,0 0 1 0 0,0 0-1 0 0,-8 1 226 0 0,-6-1-1672 0 0,20-2 452 0 0,2-1-253 0 0,0 0-972 0 0,0 0-3696 0 0</inkml:trace>
  <inkml:trace contextRef="#ctx0" brushRef="#br0" timeOffset="719.064">633 503 15288 0 0,'0'0'348'0'0,"0"0"49"0"0,0 0 20 0 0,0 0-45 0 0,0 0-139 0 0,0 0 314 0 0,0 0 165 0 0,0 0 31 0 0,0 0-22 0 0,0 0-121 0 0,0 0-51 0 0,0 0-6 0 0,0 0-30 0 0,0 0-101 0 0,0 0-41 0 0,0 0-10 0 0,0 1-21 0 0,-2 6-233 0 0,0-1-1 0 0,0 0 0 0 0,-1 0 0 0 0,0 0 1 0 0,0 0-1 0 0,-1 0 0 0 0,0-1 1 0 0,0 1-1 0 0,0-1 0 0 0,0 0 1 0 0,-3 2-107 0 0,-61 46-95 0 0,2-1-960 0 0,19-19-2489 0 0,31-23 1896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08.4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7 284 12240 0 0,'0'0'273'0'0,"-3"-13"779"0"0,0 0-1082 0 0,8-14 6368 0 0,-4 26-5948 0 0,-1 1-7 0 0,0 0-27 0 0,12 1 353 0 0,-10 2-667 0 0,1 0 0 0 0,0 0 0 0 0,-1 0 0 0 0,0 0-1 0 0,0 0 1 0 0,0 1 0 0 0,0-1 0 0 0,0 1 0 0 0,-1-1-1 0 0,0 1 1 0 0,1-1 0 0 0,-1 1 0 0 0,-1 0 0 0 0,1 2-42 0 0,27 157 78 0 0,-21-109-78 0 0,-10-8-226 0 0,2-39 202 0 0,1-6-31 0 0,1-26-16 0 0,16-32 214 0 0,18-38 698 0 0,-30 81-689 0 0,0 0-1 0 0,2 0 0 0 0,0 1 0 0 0,0 0 1 0 0,1 0-1 0 0,1 0 0 0 0,0 1 1 0 0,1 0-1 0 0,0 1 0 0 0,0 0 0 0 0,2 1 1 0 0,-1 0-1 0 0,1 1 0 0 0,0 0 1 0 0,5-1-152 0 0,-16 9 11 0 0,0 0 1 0 0,0 0 0 0 0,0 0 0 0 0,0 0 0 0 0,0 1 0 0 0,0-1-1 0 0,0 0 1 0 0,0 1 0 0 0,1-1 0 0 0,-1 1 0 0 0,0 0 0 0 0,0-1-1 0 0,1 1 1 0 0,-1 0 0 0 0,0 0 0 0 0,0-1 0 0 0,1 1 0 0 0,-1 0-1 0 0,0 0 1 0 0,1 1 0 0 0,-1-1 0 0 0,0 0 0 0 0,0 0 0 0 0,1 1-1 0 0,-1-1 1 0 0,0 0 0 0 0,0 1 0 0 0,0-1 0 0 0,1 1 0 0 0,-1 0-1 0 0,0-1 1 0 0,0 1 0 0 0,0 0 0 0 0,0 0 0 0 0,0-1 0 0 0,0 1-1 0 0,0 0 1 0 0,-1 0 0 0 0,1 0 0 0 0,0 0 0 0 0,0 0 0 0 0,-1 1-1 0 0,1-1 1 0 0,0 0 0 0 0,-1 0 0 0 0,0 0 0 0 0,1 1 0 0 0,-1 0-12 0 0,2 8 7 0 0,0 0 1 0 0,-1 1 0 0 0,0-1-1 0 0,-1 0 1 0 0,-1 1 0 0 0,1-1 0 0 0,-1 0-1 0 0,-1 0 1 0 0,0 1 0 0 0,-1-1-8 0 0,-1 15 5 0 0,-7 62-405 0 0,15-27-688 0 0,-4-57 1009 0 0,1-1-1 0 0,-1 0 0 0 0,1 0 1 0 0,0 1-1 0 0,-1-1 1 0 0,1 0-1 0 0,0 0 0 0 0,0 0 1 0 0,1 0-1 0 0,-1 0 1 0 0,0 0-1 0 0,1 0 1 0 0,-1 0-1 0 0,1-1 0 0 0,0 1 1 0 0,-1-1-1 0 0,1 1 1 0 0,0-1-1 0 0,0 1 0 0 0,0-1 1 0 0,0 0-1 0 0,0 0 1 0 0,0 0-1 0 0,1 0 0 0 0,-1-1 1 0 0,0 1-1 0 0,0 0 1 0 0,1-1-1 0 0,-1 0 0 0 0,0 1 1 0 0,1-1-1 0 0,-1 0 1 0 0,0 0-1 0 0,1 0 0 0 0,-1-1 1 0 0,0 1-1 0 0,1-1 80 0 0,6 0-13 0 0,-1 0-1 0 0,1-1 0 0 0,-1 0 1 0 0,0-1-1 0 0,1 0 0 0 0,-1 0 1 0 0,0-1-1 0 0,-1 0 0 0 0,5-3 14 0 0,-1-1 304 0 0,-1-1 0 0 0,0 1-1 0 0,0-2 1 0 0,-1 1-1 0 0,0-2 1 0 0,0 1 0 0 0,-2-1-1 0 0,1 0 1 0 0,-1 0-1 0 0,-1-1 1 0 0,0 0 0 0 0,-1 0-1 0 0,0-1 1 0 0,0 0-1 0 0,-2 0 1 0 0,0 0 0 0 0,0 0-304 0 0,0 1 402 0 0,-3 11-214 0 0,0 1-52 0 0,0 0-28 0 0,0 0-4 0 0,0 1-17 0 0,-3 8-102 0 0,1-1 1 0 0,0 1 0 0 0,0 0-1 0 0,1 0 1 0 0,0 0-1 0 0,1-1 1 0 0,0 1-1 0 0,0 0 1 0 0,1 0 0 0 0,0 0-1 0 0,1 1 15 0 0,0-3-97 0 0,1 0 1 0 0,0 0-1 0 0,0 0 0 0 0,1 0 1 0 0,-1 0-1 0 0,1-1 0 0 0,1 0 0 0 0,-1 1 1 0 0,1-1-1 0 0,0-1 0 0 0,3 3 97 0 0,-2-4-36 0 0,1 0 0 0 0,-1 0 0 0 0,1 0 0 0 0,0-1 0 0 0,0 0 0 0 0,1-1 0 0 0,-1 1 0 0 0,0-2 0 0 0,1 1 0 0 0,0-1 0 0 0,-1 0 0 0 0,1 0 0 0 0,0-1 0 0 0,-1 0 0 0 0,1 0 0 0 0,0-1 0 0 0,-1 0 0 0 0,1 0 36 0 0,-6 1 19 0 0,-1 0 1 0 0,1 0-1 0 0,-1 0 0 0 0,0 0 0 0 0,1-1 1 0 0,-1 1-1 0 0,1 0 0 0 0,-1-1 0 0 0,1 1 1 0 0,-1-1-1 0 0,0 1 0 0 0,1-1 0 0 0,-1 0 0 0 0,0 0 1 0 0,1 1-1 0 0,-1-1 0 0 0,0 0 0 0 0,0 0 1 0 0,0 0-1 0 0,0 0 0 0 0,0 0 0 0 0,0-1 1 0 0,0 1-1 0 0,0 0 0 0 0,-1 0 0 0 0,1-1 1 0 0,0 1-1 0 0,-1 0 0 0 0,1-1 0 0 0,-1 1 0 0 0,1 0 1 0 0,-1-1-1 0 0,1 1 0 0 0,-1-1 0 0 0,0 1 1 0 0,0-1-1 0 0,0 1 0 0 0,0-1 0 0 0,0 1 1 0 0,0-1-1 0 0,-1 1 0 0 0,1-1 0 0 0,0 1 1 0 0,-1-1-1 0 0,1 1 0 0 0,-1 0 0 0 0,1-1 0 0 0,-1 1 1 0 0,0 0-1 0 0,1-1 0 0 0,-1 1 0 0 0,0 0 1 0 0,0 0-1 0 0,0-1-19 0 0,-10-11-11 0 0,0 1 0 0 0,-1 0 0 0 0,0 0-1 0 0,0 2 1 0 0,-1-1 0 0 0,-1 1 0 0 0,0 1 0 0 0,0 1 0 0 0,0 0 0 0 0,-1 0 0 0 0,-1 2 0 0 0,1 0-1 0 0,-1 1 1 0 0,0 0 0 0 0,-11-1 11 0 0,2-4-1412 0 0,31-1-4616 0 0,-2 2-1155 0 0</inkml:trace>
  <inkml:trace contextRef="#ctx0" brushRef="#br0" timeOffset="398.794">1113 55 15288 0 0,'7'-10'1162'0'0,"-6"9"-1100"0"0,0-1-1 0 0,0 1 1 0 0,0 0-1 0 0,-1-1 1 0 0,1 1 0 0 0,-1-1-1 0 0,1 1 1 0 0,-1-1-1 0 0,1 1 1 0 0,-1-1-1 0 0,0 1 1 0 0,0-1-1 0 0,1 1 1 0 0,-1-1 0 0 0,-1 0-1 0 0,1 1 1 0 0,0-1-1 0 0,0 1 1 0 0,0-1-1 0 0,-1 1 1 0 0,1-1 0 0 0,-1 1-1 0 0,1-1-61 0 0,-1 1 1011 0 0,-12-7 3255 0 0,9 9-4149 0 0,0-1 0 0 0,1 1-1 0 0,-1 0 1 0 0,0 0-1 0 0,1 0 1 0 0,-1 0 0 0 0,1 1-1 0 0,-1-1 1 0 0,1 1 0 0 0,0 0-1 0 0,0 0 1 0 0,0 0 0 0 0,0 1-1 0 0,0-1 1 0 0,0 1 0 0 0,1-1-1 0 0,-1 1 1 0 0,1 0-1 0 0,0 0 1 0 0,0 0 0 0 0,0 0-1 0 0,0 1 1 0 0,0-1 0 0 0,1 0-1 0 0,-1 1 1 0 0,1-1 0 0 0,0 1-1 0 0,0 0 1 0 0,0-1 0 0 0,1 1-1 0 0,-1 0-116 0 0,-4 32 12 0 0,0-1 0 0 0,3 1-1 0 0,1-1 1 0 0,1 1 0 0 0,4 13-12 0 0,-1 45 5 0 0,-11 75-749 0 0,-1-109-727 0 0,7-40-1691 0 0,1 0-3992 0 0,1-19 966 0 0</inkml:trace>
  <inkml:trace contextRef="#ctx0" brushRef="#br0" timeOffset="824.697">980 524 10536 0 0,'-39'-34'736'0'0,"-10"-16"5157"0"0,50 37 275 0 0,14 5-4344 0 0,22 5-954 0 0,142-3 598 0 0,-134 2-1468 0 0,-10 1-961 0 0,29-11-3767 0 0,-56 11-818 0 0,0-1-1482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15.6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1 350 13824 0 0,'0'0'314'0'0,"0"0"46"0"0,0 0 22 0 0,0 0-50 0 0,0-3-138 0 0,1 2-96 0 0,-1 1 1 0 0,0-1-1 0 0,0 1 0 0 0,1-1 0 0 0,-1 0 0 0 0,0 1 1 0 0,1-1-1 0 0,-1 1 0 0 0,1-1 0 0 0,-1 1 0 0 0,1-1 1 0 0,-1 1-1 0 0,1 0 0 0 0,-1-1 0 0 0,1 1 0 0 0,-1-1 0 0 0,1 1 1 0 0,-1 0-1 0 0,1 0 0 0 0,0-1 0 0 0,-1 1 0 0 0,1 0 1 0 0,0 0-1 0 0,-1 0 0 0 0,1 0 0 0 0,0 0 0 0 0,-1 0 1 0 0,1 0-1 0 0,0 0 0 0 0,-1 0 0 0 0,1 0 0 0 0,0 0 1 0 0,-1 0-1 0 0,1 0 0 0 0,-1 0 0 0 0,1 0 0 0 0,0 1 1 0 0,-1-1-1 0 0,1 0 0 0 0,-1 1 0 0 0,1-1 0 0 0,0 0 0 0 0,-1 1 1 0 0,1-1-1 0 0,-1 1 0 0 0,1-1 0 0 0,-1 0 0 0 0,0 1 1 0 0,1 0-1 0 0,-1-1 0 0 0,1 1-98 0 0,24 26 1271 0 0,-7 34-951 0 0,-13-34-264 0 0,-5 67-46 0 0,-4-67-10 0 0,1-21 0 0 0,0-2 12 0 0,2-3 48 0 0,1-1 47 0 0,0 0 145 0 0,0 0 61 0 0,0 0 9 0 0,-1-7-108 0 0,1 0-157 0 0,0 0-1 0 0,1 1 0 0 0,-1-1 0 0 0,1 0 1 0 0,1 1-1 0 0,-1-1 0 0 0,1 1 1 0 0,0-1-1 0 0,0 1 0 0 0,1 0 0 0 0,0 0 1 0 0,0 0-1 0 0,1 0 0 0 0,-1 1 0 0 0,1-1 1 0 0,0 1-1 0 0,1 0 0 0 0,-1 0 1 0 0,5-3-57 0 0,34-34 826 0 0,18-1-18 0 0,-40 34-634 0 0,-17 7-108 0 0,-3 3-58 0 0,0 0 0 0 0,1 0 0 0 0,-1-1 0 0 0,0 1 0 0 0,0 0 0 0 0,0 0 0 0 0,0 0 0 0 0,0 0 0 0 0,0 0 0 0 0,0 0 0 0 0,0 1 0 0 0,0-1 0 0 0,0 0 0 0 0,0 0 0 0 0,-1 1 0 0 0,1-1 0 0 0,-1 0 0 0 0,1 1 0 0 0,-1-1 0 0 0,1 1 0 0 0,-1-1 0 0 0,0 0 0 0 0,0 1 0 0 0,1-1 0 0 0,-1 1 0 0 0,0 1-8 0 0,3 64-113 0 0,-2-61-71 0 0,-1 0 0 0 0,1 0 0 0 0,0 1 0 0 0,0-1-1 0 0,1 0 1 0 0,-1 0 0 0 0,1-1 0 0 0,1 1 0 0 0,-1 0 0 0 0,4 4 184 0 0,-5-7-208 0 0,1 0 0 0 0,-1 0-1 0 0,1-1 1 0 0,0 1 0 0 0,0-1 0 0 0,0 0 0 0 0,0 0 0 0 0,0 1 0 0 0,0-1-1 0 0,1 0 1 0 0,-1-1 0 0 0,1 1 0 0 0,0 0 0 0 0,-1-1 0 0 0,1 1-1 0 0,0-1 1 0 0,0 0 0 0 0,0 0 0 0 0,0 0 0 0 0,0-1 0 0 0,0 1-1 0 0,0 0 1 0 0,0-1 0 0 0,0 0 0 0 0,0 0 0 0 0,0 0 0 0 0,0 0-1 0 0,0 0 1 0 0,0-1 0 0 0,0 0 0 0 0,0 1 0 0 0,0-1 0 0 0,0 0-1 0 0,0 0 209 0 0,9-5 232 0 0,0 0 0 0 0,0 0 0 0 0,-1-2 0 0 0,0 1 0 0 0,-1-1 0 0 0,1-1 0 0 0,-1 1 0 0 0,6-10-232 0 0,11-19 2048 0 0,-24 32-1597 0 0,-1 2-121 0 0,0 0 1 0 0,0 0 0 0 0,0-1-1 0 0,-1 1 1 0 0,1-1 0 0 0,-1 1-1 0 0,0-1 1 0 0,0 1 0 0 0,0-1-1 0 0,0 0 1 0 0,-1 1 0 0 0,0-1 0 0 0,0 0-1 0 0,0-2-330 0 0,-11 20 312 0 0,8-8-390 0 0,1 1-1 0 0,0-1 0 0 0,0 0 1 0 0,0 0-1 0 0,1 1 0 0 0,0-1 1 0 0,0 1-1 0 0,1 0 0 0 0,0-1 1 0 0,0 1-1 0 0,0-1 0 0 0,1 1 1 0 0,0-1-1 0 0,0 1 0 0 0,1-1 1 0 0,-1 1-1 0 0,2-1 0 0 0,-1 0 1 0 0,1 0-1 0 0,0 0 0 0 0,0 0 1 0 0,0-1-1 0 0,1 1 0 0 0,0-1 1 0 0,0 0-1 0 0,0 0 0 0 0,1 0 1 0 0,-1 0-1 0 0,1-1 0 0 0,0 0 1 0 0,1 0-1 0 0,-1 0 0 0 0,1-1 1 0 0,0 0-1 0 0,-1 0 0 0 0,4 1 79 0 0,-6-4-6 0 0,0 0-1 0 0,0 0 0 0 0,1 0 1 0 0,-1 0-1 0 0,0-1 0 0 0,0 1 1 0 0,0-1-1 0 0,0 0 0 0 0,0 0 1 0 0,0 0-1 0 0,0 0 0 0 0,-1-1 1 0 0,1 1-1 0 0,0-1 0 0 0,-1 0 1 0 0,1 1-1 0 0,-1-1 0 0 0,1 0 1 0 0,-1-1-1 0 0,0 1 0 0 0,0 0 1 0 0,0-1-1 0 0,0 1 0 0 0,0-1 1 0 0,0 1-1 0 0,-1-1 0 0 0,1 0 1 0 0,-1 0-1 0 0,0 0 0 0 0,0 0 1 0 0,0 0-1 0 0,0 0 0 0 0,-1 0 1 0 0,1 0-1 0 0,-1 0 0 0 0,0 0 1 0 0,0 0-1 0 0,0 0 0 0 0,0 0 1 0 0,0 0-1 0 0,-1-1 0 0 0,1 1 1 0 0,-1 0-1 0 0,0 0 0 0 0,0 0 1 0 0,0 0-1 0 0,0 1 0 0 0,-1-2 7 0 0,-83-165 1136 0 0,79 160-1079 0 0,1-2-1 0 0,0 1 0 0 0,1 0 0 0 0,0-1 1 0 0,1 0-1 0 0,0 0 0 0 0,0 0 1 0 0,1 0-1 0 0,1-1 0 0 0,0 1 1 0 0,1 0-1 0 0,0-1 0 0 0,0 1 1 0 0,1 0-1 0 0,1-1 0 0 0,0 1 0 0 0,0 0 1 0 0,1 0-1 0 0,1 0 0 0 0,0 1 1 0 0,0-1-1 0 0,1 1 0 0 0,0 0 1 0 0,1 0-1 0 0,0 0 0 0 0,1 1-56 0 0,-2 4 0 0 0,0 0 0 0 0,0 0 0 0 0,0 1 0 0 0,1 0 0 0 0,0 0 0 0 0,0 0 0 0 0,0 0 0 0 0,0 1 0 0 0,1 0 0 0 0,-1 1 0 0 0,1 0 0 0 0,0 0 0 0 0,0 0 0 0 0,0 0 0 0 0,-1 1 0 0 0,1 0 0 0 0,1 1 0 0 0,-1 0 0 0 0,0 0 0 0 0,0 0 0 0 0,0 1 0 0 0,0 0 0 0 0,0 0 0 0 0,3 2 0 0 0,-4-1 0 0 0,0 1 0 0 0,-1 0 0 0 0,0-1 0 0 0,0 2 0 0 0,0-1 0 0 0,0 1 0 0 0,0 0 0 0 0,0 0 0 0 0,-1 0 0 0 0,0 0 0 0 0,0 1 0 0 0,0 0 0 0 0,-1-1 0 0 0,1 2 0 0 0,-1-1 0 0 0,0 0 0 0 0,-1 1 0 0 0,1-1 0 0 0,-1 1 0 0 0,0 2 0 0 0,5 12 0 0 0,-2 1 0 0 0,0 0 0 0 0,-1 0 0 0 0,-2 0 0 0 0,0 6 0 0 0,0 11-6 0 0,-2 0 0 0 0,-2 0 0 0 0,-6 36 6 0 0,-12 61-734 0 0,13-67-51 0 0,4 2-371 0 0,3-69 767 0 0,0-1-99 0 0,0 0-22 0 0,0 0 68 0 0,1-2 436 0 0,1 1-1 0 0,-1-1 1 0 0,0 1 0 0 0,1-1 0 0 0,-1 0 0 0 0,0 1 0 0 0,0-1 0 0 0,0 0 0 0 0,0 0-1 0 0,0 0 1 0 0,0 0 0 0 0,0 0 0 0 0,-1 0 0 0 0,1 0 0 0 0,-1 0 0 0 0,0 0 0 0 0,1 0-1 0 0,-1 0 1 0 0,0 0 0 0 0,0 0 0 0 0,0 0 0 0 0,0 0 0 0 0,-1 0 0 0 0,1 0 0 0 0,-1 0-1 0 0,1 0 1 0 0,-1 0 6 0 0,-37-134 3432 0 0,35 79-2288 0 0,41 16-400 0 0,44 5 56 0 0,26-2-429 0 0,-29 18-278 0 0,-60 16-341 0 0,-18 4 52 0 0,-1 0-41 0 0,0 0-10 0 0,21-7-5334 0 0,-12 4 3674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18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227 142 12408 0 0,'0'0'281'0'0,"0"0"40"0"0,0-5 426 0 0,2 3-526 0 0,-1 1 0 0 0,0-1 1 0 0,0 0-1 0 0,0 0 0 0 0,0 1 0 0 0,0-1 1 0 0,-1 0-1 0 0,1 0 0 0 0,-1 0 0 0 0,1 0 1 0 0,-1 0-1 0 0,1 0 0 0 0,-1 0 0 0 0,0 0 1 0 0,0 0-1 0 0,0-1 0 0 0,0 1 0 0 0,-1 0 1 0 0,1 0-1 0 0,-1 0 0 0 0,1 0 0 0 0,-1 0 1 0 0,1 0-1 0 0,-1 1 0 0 0,0-1 0 0 0,0 0 1 0 0,0 0-1 0 0,0 0 0 0 0,0 1 0 0 0,-1-1 1 0 0,1 0-1 0 0,0 1 0 0 0,-1 0 0 0 0,1-1 1 0 0,-2 0-222 0 0,-4-2 79 0 0,-1 1 1 0 0,1 0-1 0 0,-1 1 1 0 0,0-1-1 0 0,0 1 0 0 0,0 1 1 0 0,0 0-1 0 0,0 0 1 0 0,0 0-1 0 0,0 1 1 0 0,0 0-1 0 0,0 1 1 0 0,0-1-1 0 0,0 2 1 0 0,0-1-1 0 0,0 1 1 0 0,0 1-1 0 0,0-1 1 0 0,0 1-1 0 0,1 0 0 0 0,0 1 1 0 0,0 0-1 0 0,0 0 1 0 0,0 1-1 0 0,-5 4-79 0 0,10-8 0 0 0,1 1 0 0 0,0 0 0 0 0,-1 0 0 0 0,1 0 0 0 0,0 1 0 0 0,0-1 0 0 0,0 0 0 0 0,0 0 0 0 0,0 1 0 0 0,1-1 0 0 0,-1 0 0 0 0,1 1 0 0 0,0-1 0 0 0,-1 0 0 0 0,1 1 0 0 0,0-1 0 0 0,0 1 0 0 0,0-1 0 0 0,1 0 0 0 0,-1 1 0 0 0,1-1 0 0 0,-1 0 0 0 0,1 1 0 0 0,0-1 0 0 0,0 0 0 0 0,0 0 0 0 0,0 1 0 0 0,0-1 0 0 0,0 0 0 0 0,1 0 0 0 0,-1 0 0 0 0,1 0 0 0 0,-1-1 0 0 0,1 1 0 0 0,0 0 0 0 0,1 0 0 0 0,5 5 0 0 0,1-1 0 0 0,0-1 0 0 0,0 1 0 0 0,0-1 0 0 0,1-1 0 0 0,0 0 0 0 0,0 0 0 0 0,0-1 0 0 0,1 0 0 0 0,44 11-12 0 0,-39-10 6 0 0,0-1-1 0 0,0 2 1 0 0,-1 0-1 0 0,1 1 1 0 0,-1 1-1 0 0,-1 0 1 0 0,1 1-1 0 0,-1 1 7 0 0,-13-9 1 0 0,0 1 0 0 0,0-1-1 0 0,0 1 1 0 0,0 0-1 0 0,0 0 1 0 0,0 0 0 0 0,0-1-1 0 0,0 1 1 0 0,0 0 0 0 0,0 0-1 0 0,-1 0 1 0 0,1 0-1 0 0,0 0 1 0 0,-1 1 0 0 0,1-1-1 0 0,-1 0 1 0 0,1 0 0 0 0,-1 0-1 0 0,0 0 1 0 0,0 1-1 0 0,1-1 1 0 0,-1 0 0 0 0,0 0-1 0 0,0 0 1 0 0,0 1 0 0 0,0-1-1 0 0,0 0 1 0 0,0 0-1 0 0,-1 1 1 0 0,1-1 0 0 0,0 0-1 0 0,0 0 1 0 0,-1 0 0 0 0,1 0-1 0 0,-1 1 1 0 0,1-1-1 0 0,-1 0 1 0 0,0 0 0 0 0,1 0-1 0 0,-1 0 1 0 0,0 0 0 0 0,0 0-1 0 0,0 0 1 0 0,0 0-1 0 0,-48 35 35 0 0,41-31-34 0 0,-84 38-1 0 0,47-26-197 0 0,36-14-381 0 0,-3 2-3875 0 0,2-3-2366 0 0</inkml:trace>
  <inkml:trace contextRef="#ctx0" brushRef="#br0" timeOffset="394.68">402 280 12032 0 0,'29'-17'993'0'0,"-24"17"8020"0"0,0 5-5360 0 0,7 19-4793 0 0,-11-19 2194 0 0,15 69-601 0 0,-8-3-400 0 0,6 12-461 0 0,-13-81 127 0 0,-1-2-811 0 0,0 0-352 0 0,0 0-804 0 0,0 0-3073 0 0,3 0-1316 0 0</inkml:trace>
  <inkml:trace contextRef="#ctx0" brushRef="#br0" timeOffset="689.606">595 97 15664 0 0,'-31'-76'1858'0'0,"31"76"-1777"0"0,-5-15 1137 0 0,6 9 2348 0 0,15 7-2026 0 0,-7 1-1377 0 0,-1 1-1 0 0,0 0 0 0 0,1 1 0 0 0,-1 0 1 0 0,-1 0-1 0 0,1 1 0 0 0,-1 0 1 0 0,0 0-1 0 0,0 0 0 0 0,0 1 1 0 0,3 4-163 0 0,-1-3 16 0 0,-1 0 1 0 0,0 1 0 0 0,-1 0 0 0 0,1 0 0 0 0,-1 0 0 0 0,-1 1 0 0 0,0 0 0 0 0,0 1 0 0 0,-1-1 0 0 0,0 1 0 0 0,-1 0 0 0 0,0 0 0 0 0,0 0 0 0 0,-1 1 0 0 0,-1-1 0 0 0,1 1 0 0 0,-2 0 0 0 0,1 0 0 0 0,-2-1-1 0 0,1 1 1 0 0,-2 0 0 0 0,1 0 0 0 0,-2 0 0 0 0,0 2-17 0 0,-2 2-62 0 0,0 0 0 0 0,-2-1 0 0 0,0 1 0 0 0,0-1 0 0 0,-1 0 0 0 0,-1-1 0 0 0,-1 0 0 0 0,-5 7 62 0 0,0-2-132 0 0,8-9-157 0 0,-1 0 0 0 0,0-1 1 0 0,-1 0-1 0 0,0 0 0 0 0,0 0 1 0 0,0-1-1 0 0,-1 0 0 0 0,0-1 1 0 0,0 0-1 0 0,-1 0 0 0 0,0-1 289 0 0,-14 5-2997 0 0,9-6 1462 0 0</inkml:trace>
  <inkml:trace contextRef="#ctx0" brushRef="#br0" timeOffset="1008.42">1088 118 18487 0 0,'0'0'422'0'0,"0"0"56"0"0,0 0 30 0 0,0 0-64 0 0,-1-1-289 0 0,0 1 63 0 0,0-1 0 0 0,1 0 0 0 0,-1 1 0 0 0,0-1 0 0 0,0 0 0 0 0,0 0 0 0 0,0 0 0 0 0,1 1 0 0 0,-1-1 0 0 0,0 0 0 0 0,1 0 0 0 0,-1 0 0 0 0,0 0 0 0 0,1-1 0 0 0,-1 1 0 0 0,1 0 0 0 0,0 0 0 0 0,-1 0 0 0 0,1 0 0 0 0,0 0 0 0 0,0 0 0 0 0,0-1 0 0 0,0 1 0 0 0,0 0 0 0 0,0 0 0 0 0,0-1-218 0 0,0 0 420 0 0,1 1-255 0 0,1-1-78 0 0,-1 1-23 0 0,2-2-51 0 0,-3 2-154 0 0,1 0 0 0 0,0 1 0 0 0,0-1 1 0 0,0 0-1 0 0,0 1 0 0 0,0-1 0 0 0,0 1 0 0 0,0 0 0 0 0,0-1 0 0 0,0 1 0 0 0,0 0 0 0 0,0-1 0 0 0,0 1 0 0 0,0 0 0 0 0,0 0 1 0 0,0 0-1 0 0,0 0 0 0 0,0 0 0 0 0,1 0 0 0 0,-1 0 0 0 0,0 1 0 0 0,0-1 0 0 0,0 0 0 0 0,0 0 0 0 0,0 1 0 0 0,0-1 0 0 0,0 1 1 0 0,0-1-1 0 0,0 1 141 0 0,6 6-2499 0 0,-2-1-2555 0 0,-2 0-1554 0 0</inkml:trace>
  <inkml:trace contextRef="#ctx0" brushRef="#br0" timeOffset="1318.826">1100 375 15720 0 0,'0'0'356'0'0,"0"0"49"0"0,-1 7 545 0 0,2 7 880 0 0,21 24 3358 0 0,-11 4-3343 0 0,-10-34-1720 0 0,-2 1 0 0 0,1-1 0 0 0,-1 1 0 0 0,-1-1 0 0 0,1 0 0 0 0,-1 1 0 0 0,-1-1 0 0 0,1 0 0 0 0,-2 0 0 0 0,1 0-1 0 0,-2 0-124 0 0,-25 51 107 0 0,22-48-183 0 0,-1-1-1 0 0,0 1 1 0 0,-1-1-1 0 0,0-1 1 0 0,0 0-1 0 0,-1 0 1 0 0,0-1 0 0 0,-1 0-1 0 0,0-1 1 0 0,-9 3 76 0 0,-6 7-160 0 0,-32 18-2279 0 0,0-3-3319 0 0,44-25 3679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16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111 108 13824 0 0,'14'-74'1630'0'0,"-16"42"2238"0"0,1 31-3191 0 0,1 1-6 0 0,0 0-26 0 0,0 0-86 0 0,-15 7 914 0 0,8-1-1348 0 0,1 0 1 0 0,0 1-1 0 0,1 0 0 0 0,-1 1 0 0 0,1-1 0 0 0,1 1 0 0 0,0 0 1 0 0,0 0-1 0 0,0 0 0 0 0,1 0 0 0 0,0 1 0 0 0,0 1-125 0 0,-6 14 526 0 0,1 1-606 0 0,0 0 0 0 0,2 0 0 0 0,0 1 0 0 0,2 0 0 0 0,1 0 0 0 0,1 0 0 0 0,2 18 80 0 0,22 110 512 0 0,-17-139-485 0 0,0 0 0 0 0,0 0 0 0 0,2-1 0 0 0,0 1 0 0 0,0-2 0 0 0,1 1 0 0 0,1-1 0 0 0,10 12-27 0 0,-16-21-70 0 0,0 0 0 0 0,0 0 0 0 0,1-1 0 0 0,-1 1 0 0 0,1-1-1 0 0,0 0 1 0 0,0 0 0 0 0,0 0 0 0 0,0-1 0 0 0,0 1 0 0 0,1-1 0 0 0,-1 0 0 0 0,1 0 0 0 0,0-1-1 0 0,-1 1 1 0 0,1-1 0 0 0,0 0 0 0 0,0 0 0 0 0,0-1 0 0 0,0 0 0 0 0,0 1 0 0 0,0-1-1 0 0,-1-1 1 0 0,1 1 0 0 0,0-1 0 0 0,0 0 0 0 0,4-1 70 0 0,40-19-4893 0 0,-33 11-2080 0 0</inkml:trace>
  <inkml:trace contextRef="#ctx0" brushRef="#br0" timeOffset="859.944">634 281 10512 0 0,'0'0'306'0'0,"0"0"-4"0"0,0 0-56 0 0,0 0 486 0 0,0 0 238 0 0,0 0 43 0 0,0 0 10 0 0,0-8 2048 0 0,-23-29 633 0 0,20 34-3607 0 0,-1-1-1 0 0,1 1 1 0 0,-1 0-1 0 0,0 0 1 0 0,0 0-1 0 0,0 1 1 0 0,0-1-1 0 0,0 1 1 0 0,-1 0-1 0 0,1 0 0 0 0,-1 1 1 0 0,1-1-1 0 0,-1 1 1 0 0,0 0-1 0 0,0 0 1 0 0,1 0-1 0 0,-3 1-96 0 0,1 0 20 0 0,0-1-1 0 0,0 2 1 0 0,0-1-1 0 0,0 1 1 0 0,1 0-1 0 0,-1 0 1 0 0,0 0 0 0 0,0 1-1 0 0,1 0 1 0 0,-1 0-1 0 0,1 0 1 0 0,0 1-1 0 0,0 0 1 0 0,0 0-1 0 0,0 0 1 0 0,0 1-1 0 0,0 0 1 0 0,1-1-1 0 0,0 2 1 0 0,0-1-1 0 0,0 0 1 0 0,0 1-1 0 0,1 0 1 0 0,0 0 0 0 0,0 0-1 0 0,0 0 1 0 0,0 0-1 0 0,1 1 1 0 0,0-1-1 0 0,0 1 1 0 0,0-1-1 0 0,1 1 1 0 0,0 0-1 0 0,0 0-19 0 0,2-2-147 0 0,0 0 0 0 0,1 0 0 0 0,0 0 0 0 0,-1 0 0 0 0,2 0 0 0 0,-1 0 0 0 0,0 0 0 0 0,1-1 0 0 0,-1 1 0 0 0,1-1 0 0 0,0 0 0 0 0,0 0 0 0 0,0 0 0 0 0,1 0 0 0 0,-1-1 0 0 0,1 1 0 0 0,0-1 0 0 0,-1 0 0 0 0,1 0 0 0 0,0 0 0 0 0,0 0 0 0 0,0-1 0 0 0,1 0 0 0 0,-1 0 0 0 0,0 0 0 0 0,0 0 0 0 0,1 0 0 0 0,-1-1 0 0 0,0 0 0 0 0,1 0 0 0 0,-1 0 0 0 0,2-1 147 0 0,26-5 16 0 0,-1-1 0 0 0,1-1 0 0 0,-1-2 0 0 0,9-6-16 0 0,24-16 3368 0 0,-48-2-1320 0 0,-16 33-1605 0 0,1 0-294 0 0,18-8-133 0 0,-15 12-16 0 0,0-1 0 0 0,0 1 0 0 0,0 0 0 0 0,-1 1 0 0 0,1-1 0 0 0,-1 1 0 0 0,1-1 0 0 0,-1 1 0 0 0,0 0 0 0 0,0 0 0 0 0,-1 0 0 0 0,1 1 0 0 0,-1-1 0 0 0,0 1 0 0 0,0 0 0 0 0,65 201-3588 0 0,-62-195 1566 0 0,2-1-24 0 0</inkml:trace>
  <inkml:trace contextRef="#ctx0" brushRef="#br0" timeOffset="1284.788">1174 382 13824 0 0,'3'-11'1056'0'0,"6"-20"1227"0"0,-2 24 5829 0 0,-5 17-6610 0 0,-5 19-1872 0 0,-11 7 196 0 0,-1-1-1 0 0,-1 0 0 0 0,-2-1 1 0 0,-6 5 174 0 0,-40 58-516 0 0,57-88 277 0 0,-12 10-1970 0 0,6-7-3073 0 0,-2 2-2237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13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1154 202 17711 0 0,'0'0'399'0'0,"0"-2"60"0"0,8-63 3363 0 0,-8 64-3334 0 0,0 1-82 0 0,0 0-20 0 0,0 0-38 0 0,0 0-150 0 0,0 0-66 0 0,0 0-18 0 0,0 0-31 0 0,0 0-124 0 0,0 0-106 0 0,0 0-213 0 0,0 0-89 0 0,0 1-978 0 0,4 5-4024 0 0,-1 1-1724 0 0</inkml:trace>
  <inkml:trace contextRef="#ctx0" brushRef="#br0" timeOffset="-1162.859">125 313 11056 0 0,'5'-3'530'0'0,"29"-35"2089"0"0,-30-4 2981 0 0,-13 31-4555 0 0,5 10-986 0 0,0-1 0 0 0,0 1 1 0 0,0 0-1 0 0,0 0 0 0 0,0 1 0 0 0,0-1 1 0 0,0 1-1 0 0,0 0 0 0 0,0 0 0 0 0,0 0 1 0 0,-1 1-1 0 0,1 0 0 0 0,0-1 0 0 0,0 1 0 0 0,0 1 1 0 0,0-1-1 0 0,0 0 0 0 0,1 1 0 0 0,-1 0 1 0 0,0 0-60 0 0,1-1 4 0 0,-1 1-20 0 0,0 0-1 0 0,0 0 1 0 0,-1 0-1 0 0,1 0 1 0 0,0 1-1 0 0,1-1 1 0 0,-1 1-1 0 0,0 0 1 0 0,1 0-1 0 0,0 1 0 0 0,0-1 1 0 0,0 0-1 0 0,0 1 1 0 0,0 0-1 0 0,1 0 1 0 0,-1 0-1 0 0,1 0 1 0 0,0 0-1 0 0,0 1 1 0 0,1-1-1 0 0,-1 0 1 0 0,1 1-1 0 0,0-1 1 0 0,0 1-1 0 0,1 0 0 0 0,-1-1 1 0 0,1 1-1 0 0,0-1 1 0 0,0 1-1 0 0,1 0 17 0 0,1-1 34 0 0,0-1-1 0 0,0 1 0 0 0,0-1 0 0 0,1 0 1 0 0,-1 0-1 0 0,1 0 0 0 0,0 0 0 0 0,0 0 1 0 0,0-1-1 0 0,0 1 0 0 0,1-1 0 0 0,-1 0 1 0 0,0 0-1 0 0,1 0 0 0 0,0 0 0 0 0,0-1-33 0 0,2 3 38 0 0,115 59 380 0 0,-76-23-274 0 0,-57-18 34 0 0,4-16-171 0 0,0 0 1 0 0,0-1-1 0 0,0 0 1 0 0,-1 0 0 0 0,0-1-1 0 0,0 0 1 0 0,0-1-1 0 0,0 0 1 0 0,-9 2-8 0 0,-3 1-24 0 0,-38 8-1576 0 0,51-13-283 0 0,7-1-3719 0 0,1 0-370 0 0</inkml:trace>
  <inkml:trace contextRef="#ctx0" brushRef="#br0" timeOffset="-803.192">338 465 10336 0 0,'12'-7'792'0'0,"-10"6"7742"0"0,-5 4-6584 0 0,-8 8-2212 0 0,10-9 277 0 0,0 1 0 0 0,-1-1 0 0 0,1 0 0 0 0,0 1 0 0 0,1 0 0 0 0,-1-1 0 0 0,0 1 0 0 0,1-1 0 0 0,-1 1 0 0 0,1 0 0 0 0,0-1 0 0 0,0 1 0 0 0,0 0 0 0 0,0-1 0 0 0,1 1 0 0 0,-1 0 0 0 0,1-1 0 0 0,-1 1 0 0 0,1 0 0 0 0,0-1 0 0 0,0 1 0 0 0,0-1-1 0 0,0 0 1 0 0,1 1 0 0 0,-1-1 0 0 0,1 0 0 0 0,-1 0 0 0 0,1 1 0 0 0,0-1 0 0 0,1 1-15 0 0,0-1-13 0 0,-1 0 0 0 0,1-1 0 0 0,0 1 0 0 0,-1 0 0 0 0,1-1 0 0 0,0 0 0 0 0,0 0 1 0 0,0 0-1 0 0,0 0 0 0 0,0 0 0 0 0,0 0 0 0 0,1-1 0 0 0,-1 1 0 0 0,0-1 0 0 0,3 0 13 0 0,73-10 52 0 0,-26-17 1254 0 0,-52 27-990 0 0,-5-20 876 0 0,1 16-1100 0 0,-1 0-1 0 0,1 0 1 0 0,-1 0-1 0 0,1 1 1 0 0,-1 0 0 0 0,0 0-1 0 0,-1 0 1 0 0,1 0-1 0 0,0 1 1 0 0,-1 0-1 0 0,0 0 1 0 0,0 0-92 0 0,-11-7 69 0 0,-3 0-418 0 0,1 1 0 0 0,-1 1 0 0 0,0 1 0 0 0,-1 0 0 0 0,-19-2 349 0 0,27 4-1427 0 0,4-1-5518 0 0,7 4 239 0 0</inkml:trace>
  <inkml:trace contextRef="#ctx0" brushRef="#br0" timeOffset="-343.345">642 74 11648 0 0,'-24'-27'808'0'0,"-21"-17"4725"0"0,45 44-5303 0 0,1 0 0 0 0,-1 0 1 0 0,0 0-1 0 0,0 0 0 0 0,0 0 1 0 0,0 0-1 0 0,0 0 0 0 0,0 0 1 0 0,1-1-1 0 0,-1 1 0 0 0,0 0 1 0 0,0 0-1 0 0,0 0 0 0 0,0 0 1 0 0,0 0-1 0 0,0 0 0 0 0,0 0 1 0 0,0 0-1 0 0,1 0 0 0 0,-1-1 1 0 0,0 1-1 0 0,0 0 0 0 0,0 0 1 0 0,0 0-1 0 0,0 0 0 0 0,0 0 1 0 0,0 0-1 0 0,0-1 0 0 0,0 1 0 0 0,0 0-230 0 0,8 2-443 0 0,2 0 569 0 0,0 1-1 0 0,0 0 1 0 0,-1 1-1 0 0,1 0 1 0 0,-1 1-1 0 0,1 0 1 0 0,-2 0-1 0 0,1 1 1 0 0,2 2-126 0 0,-7-5 22 0 0,5 4 10 0 0,-1 1 0 0 0,0 0-1 0 0,0 1 1 0 0,-1 0 0 0 0,0 0-1 0 0,-1 1 1 0 0,0 0 0 0 0,2 4-32 0 0,23 64 133 0 0,-23-48-100 0 0,-1 0 0 0 0,-1 0 0 0 0,-2 0 0 0 0,-1 1 0 0 0,-1 3-33 0 0,-1-22 11 0 0,-1 1 0 0 0,-1-1-1 0 0,0 0 1 0 0,0 0 0 0 0,-2 0-1 0 0,1 0 1 0 0,-1 0 0 0 0,-1-1-1 0 0,0 1 1 0 0,-1-1 0 0 0,0 0-1 0 0,-1 0 1 0 0,0-1 0 0 0,-1 1-1 0 0,0-1 1 0 0,0-1 0 0 0,-8 8-11 0 0,-95 84-102 0 0,-14-23-2686 0 0,122-77 2300 0 0,-2 1 309 0 0,1 2-4718 0 0,0-1 2850 0 0</inkml:trace>
  <inkml:trace contextRef="#ctx0" brushRef="#br0" timeOffset="688.134">1146 536 15344 0 0,'0'0'348'0'0,"0"0"49"0"0,0 0 21 0 0,9 10 106 0 0,-7-9-380 0 0,0 0-1 0 0,0 1 0 0 0,0-1 0 0 0,0 1 0 0 0,-1-1 1 0 0,1 1-1 0 0,0 0 0 0 0,-1 0 0 0 0,1 0 0 0 0,-1 0 1 0 0,0 0-1 0 0,0 0 0 0 0,1 0 0 0 0,-1 1 0 0 0,-1-1 1 0 0,1 0-1 0 0,0 1 0 0 0,-1-1 0 0 0,1 0 0 0 0,-1 1 0 0 0,1-1 1 0 0,-1 1-1 0 0,0-1 0 0 0,0 1 0 0 0,0-1 0 0 0,-1 0 1 0 0,1 1-1 0 0,-1-1 0 0 0,1 1 0 0 0,-1-1 0 0 0,0 1-143 0 0,-35 70 4493 0 0,-58 46-4249 0 0,44-72-546 0 0,-26 18-3693 0 0,61-52-1522 0 0,3 0-1564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22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75 15344 0 0,'0'0'348'0'0,"0"-3"122"0"0,0-24 482 0 0,0 26-525 0 0,0 1 139 0 0,0 0 30 0 0,-4-2 530 0 0,-2 3-910 0 0,0 1 0 0 0,0 1 0 0 0,1-1 0 0 0,-1 1 0 0 0,1 0 0 0 0,0 0 0 0 0,0 1 0 0 0,0 0 0 0 0,0 0 0 0 0,0 0 1 0 0,1 0-1 0 0,0 1 0 0 0,0-1 0 0 0,0 1 0 0 0,1 0 0 0 0,-1 0 0 0 0,-1 4-216 0 0,-105 166 17 0 0,-45 91-893 0 0,151-248-1921 0 0,4-18 854 0 0</inkml:trace>
  <inkml:trace contextRef="#ctx0" brushRef="#br0" timeOffset="318">594 192 11976 0 0,'9'-13'218'0'0,"1"0"1"0"0,-2-1 0 0 0,0 0-1 0 0,-1-1 1 0 0,0 0 0 0 0,3-11-219 0 0,-8 21 469 0 0,-1 1 1 0 0,1 0-1 0 0,-1-1 1 0 0,0 1-1 0 0,0-1 1 0 0,0 0-1 0 0,-1 1 1 0 0,0-1-1 0 0,0 0 1 0 0,0 1-1 0 0,0-1 1 0 0,-1 1-1 0 0,1-1 1 0 0,-1 0-1 0 0,-1 0-469 0 0,1 4 109 0 0,0 1 0 0 0,1-1 0 0 0,-1 0 0 0 0,0 1 0 0 0,0-1 0 0 0,0 1 0 0 0,0-1 0 0 0,0 1 0 0 0,0-1 0 0 0,-1 1 0 0 0,1 0 0 0 0,0-1 0 0 0,0 1 0 0 0,0 0 0 0 0,0 0 0 0 0,0 0 0 0 0,0 0 0 0 0,0 0 0 0 0,-1 0 0 0 0,1 0 0 0 0,0 0 0 0 0,0 1 0 0 0,0-1 0 0 0,0 0 0 0 0,0 1 0 0 0,0-1 0 0 0,0 1 0 0 0,0-1 0 0 0,0 1 0 0 0,0-1 0 0 0,0 1 0 0 0,0 0 0 0 0,0 0-109 0 0,-8 7 146 0 0,0 0 0 0 0,0 1-1 0 0,1 0 1 0 0,0 1 0 0 0,0 0-1 0 0,1 0 1 0 0,1 1 0 0 0,0 0-1 0 0,0 0 1 0 0,-1 5-146 0 0,-13 22 183 0 0,-100 155-183 0 0,4 3-9 0 0,90-147-46 0 0,-15 32-1707 0 0,15-20 1202 0 0,26-60-58 0 0,-2 3 1278 0 0,0-2-7459 0 0,2-2 615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31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70 284 10392 0 0,'0'0'233'0'0,"0"0"39"0"0,0 0 15 0 0,0 0-37 0 0,0 0-38 0 0,0 0 428 0 0,0 0 206 0 0,0 0 39 0 0,0 0-36 0 0,0 0-187 0 0,0 0-81 0 0,0 0-19 0 0,0 0-50 0 0,0 0-201 0 0,0 0-88 0 0,0 0-21 0 0,0 0-23 0 0,-1 1-84 0 0,-5 14-17 0 0,10-3-144 0 0,-4-12 74 0 0,0 1 1 0 0,1-1 0 0 0,-1 1-1 0 0,1-1 1 0 0,-1 1 0 0 0,0-1-1 0 0,1 0 1 0 0,-1 1 0 0 0,1-1-1 0 0,-1 0 1 0 0,1 1 0 0 0,-1-1-1 0 0,1 0 1 0 0,-1 0 0 0 0,1 0-1 0 0,0 1 1 0 0,-1-1 0 0 0,1 0-1 0 0,-1 0 1 0 0,1 0 0 0 0,-1 0-1 0 0,1 0 1 0 0,0 0 0 0 0,-1 0-1 0 0,1 0 1 0 0,-1 0 0 0 0,1 0-1 0 0,-1 0 1 0 0,1-1 0 0 0,0 1-1 0 0,-1 0 1 0 0,1 0 0 0 0,-1-1-1 0 0,1 1 1 0 0,-1 0 0 0 0,1 0-1 0 0,-1-1 1 0 0,1 1 0 0 0,-1-1-1 0 0,0 1 1 0 0,1 0 0 0 0,-1-1-1 0 0,1 1 1 0 0,-1-1 0 0 0,0 1-1 0 0,1-1 1 0 0,-1 1 0 0 0,0-1-1 0 0,0 1 1 0 0,1-1 0 0 0,-1 0-9 0 0,17-26 1343 0 0,-17 26-1078 0 0,-7-19 1533 0 0,7 20-1652 0 0,-9-3 238 0 0,4 4-371 0 0,1 0 0 0 0,0 0 0 0 0,-1 0 0 0 0,1 0 0 0 0,0 1 0 0 0,0 0 0 0 0,0 0 0 0 0,0 0 0 0 0,0 0 0 0 0,0 1 0 0 0,1-1 0 0 0,-1 1 0 0 0,1 0 0 0 0,0 0 0 0 0,0 0 0 0 0,0 1 0 0 0,0-1-1 0 0,0 1 1 0 0,1-1 0 0 0,0 1 0 0 0,-1 0-13 0 0,-9 50-369 0 0,12-52 321 0 0,-1 0 0 0 0,1 0 0 0 0,0 0 0 0 0,0 0 0 0 0,0 1 0 0 0,0-1 1 0 0,0 0-1 0 0,0 0 0 0 0,0 0 0 0 0,1 1 0 0 0,-1-1 0 0 0,1 0 0 0 0,0 0 0 0 0,0 0 0 0 0,0 0 0 0 0,0 0 0 0 0,0 0 0 0 0,0 0 0 0 0,0 0 1 0 0,0-1-1 0 0,1 1 0 0 0,-1 0 0 0 0,1-1 0 0 0,0 1 0 0 0,-1-1 0 0 0,1 1 0 0 0,0-1 0 0 0,0 0 0 0 0,0 0 0 0 0,-1 0 0 0 0,1 0 1 0 0,0 0-1 0 0,1 0 0 0 0,1 0 48 0 0,69 2-298 0 0,-69-4 336 0 0,0 0-1 0 0,1 0 1 0 0,-1-1-1 0 0,0 1 1 0 0,0-1-1 0 0,0 1 1 0 0,-1-1-1 0 0,1-1 1 0 0,0 1-1 0 0,-1 0 1 0 0,1-1 0 0 0,-1 0-1 0 0,0 0 1 0 0,0 0-1 0 0,1-1-37 0 0,-3 3 52 0 0,-1 1 0 0 0,1-1 0 0 0,-1 0 0 0 0,0 1 0 0 0,1-1 0 0 0,-1 0 0 0 0,0 0 0 0 0,1 1 0 0 0,-1-1 0 0 0,0 0 0 0 0,0 0 0 0 0,0 1 0 0 0,0-1 0 0 0,0 0 0 0 0,1 0 0 0 0,-1 0 0 0 0,-1 1 1 0 0,1-1-1 0 0,0 0 0 0 0,0 0 0 0 0,0 1 0 0 0,0-1 0 0 0,0 0 0 0 0,-1 0 0 0 0,1 1 0 0 0,0-1 0 0 0,-1 0 0 0 0,1 0 0 0 0,-1 1 0 0 0,1-1 0 0 0,0 1 0 0 0,-1-1 0 0 0,0 0 0 0 0,1 1 0 0 0,-1-1 0 0 0,1 1 0 0 0,-1-1 0 0 0,0 1 0 0 0,1-1 0 0 0,-1 1 0 0 0,0 0 0 0 0,1-1 0 0 0,-1 1 0 0 0,0 0 0 0 0,0 0 0 0 0,1-1 0 0 0,-1 1-52 0 0,-4 0 54 0 0,0 0 0 0 0,0 0 0 0 0,0 0 1 0 0,0 1-1 0 0,0 0 0 0 0,0 0 0 0 0,0 0 0 0 0,0 1 0 0 0,0-1 0 0 0,1 1 0 0 0,-1 0 0 0 0,1 1 0 0 0,-1-1 0 0 0,1 1 0 0 0,0 0 0 0 0,0 0 0 0 0,-3 3-54 0 0,-9 4 47 0 0,11-6-40 0 0,0 1 1 0 0,0 0-1 0 0,1 0 1 0 0,-1 0-1 0 0,1 0 1 0 0,1 1-1 0 0,-1 0 1 0 0,1 0-1 0 0,0 0 1 0 0,0 0-1 0 0,-2 5-7 0 0,4-7-34 0 0,-1 0 0 0 0,1 1-1 0 0,0-1 1 0 0,0 0-1 0 0,0 1 1 0 0,0-1 0 0 0,1 1-1 0 0,0-1 1 0 0,0 0 0 0 0,0 1-1 0 0,1-1 1 0 0,-1 1 0 0 0,1-1-1 0 0,0 1 1 0 0,0-1-1 0 0,0 0 1 0 0,1 0 0 0 0,0 1-1 0 0,0-1 1 0 0,0 0 0 0 0,0-1-1 0 0,0 1 1 0 0,1 0 0 0 0,0-1-1 0 0,0 1 1 0 0,0-1-1 0 0,0 0 1 0 0,0 0 0 0 0,0 0-1 0 0,1 0 1 0 0,3 2 34 0 0,5 1-135 0 0,0-1 0 0 0,1 1 1 0 0,-1-2-1 0 0,1 0 0 0 0,0-1 0 0 0,0 0 0 0 0,0 0 0 0 0,0-2 1 0 0,6 1 134 0 0,-2-1 50 0 0,0-1 0 0 0,0-1 1 0 0,0-1-1 0 0,0 0 1 0 0,0-1-1 0 0,0-1 0 0 0,0 0 1 0 0,-1-1-1 0 0,0-1 1 0 0,9-5-51 0 0,-20 7 156 0 0,-1 0 1 0 0,0-1-1 0 0,0 1 1 0 0,-1-1-1 0 0,1 0 1 0 0,-1 0-1 0 0,0 0 1 0 0,0 0 0 0 0,0-1-1 0 0,-1 1 1 0 0,0-1-1 0 0,0 0 1 0 0,-1 1-1 0 0,1-1 1 0 0,-1 0-1 0 0,-1 0 1 0 0,1 0-1 0 0,-1 0 1 0 0,0-6-157 0 0,3-11 456 0 0,1-22 376 0 0,3-15-81 0 0,-4 51-712 0 0,1 1 0 0 0,0-1 1 0 0,0 1-1 0 0,1 0 0 0 0,0 0 0 0 0,1 0 1 0 0,0 0-1 0 0,0 1 0 0 0,5-5-39 0 0,-4 6 0 0 0,-1 0 0 0 0,1 1 0 0 0,0 0 0 0 0,0 0 0 0 0,1 0 0 0 0,0 1 0 0 0,0 0 0 0 0,0 0 0 0 0,0 1 0 0 0,1 0 0 0 0,-7 2-5 0 0,0 0-1 0 0,0 1 1 0 0,0-1-1 0 0,1 0 1 0 0,-1 1-1 0 0,0 0 1 0 0,0-1-1 0 0,1 1 1 0 0,-1 0 0 0 0,0 0-1 0 0,0 0 1 0 0,1 1-1 0 0,-1-1 1 0 0,0 0-1 0 0,0 1 1 0 0,0 0-1 0 0,1-1 1 0 0,-1 1-1 0 0,0 0 1 0 0,0 0-1 0 0,0 0 1 0 0,0 0-1 0 0,0 1 1 0 0,-1-1 0 0 0,1 0-1 0 0,0 1 1 0 0,0-1-1 0 0,-1 1 1 0 0,1 0-1 0 0,-1 0 1 0 0,1 0 5 0 0,0 8-136 0 0,0 1 0 0 0,0 0 1 0 0,-1-1-1 0 0,0 1 0 0 0,-1 0 1 0 0,0-1-1 0 0,-1 1 0 0 0,0 0 1 0 0,-1-1-1 0 0,0 1 0 0 0,-1-1 1 0 0,0 1-1 0 0,-4 8 136 0 0,-9 60-1581 0 0,16-77 1536 0 0,1 0-1 0 0,-1 0 1 0 0,1-1 0 0 0,0 1 0 0 0,0 0 0 0 0,-1-1 0 0 0,1 1 0 0 0,0 0 0 0 0,1-1 0 0 0,-1 1 0 0 0,0-1 0 0 0,0 1 0 0 0,1-1 0 0 0,-1 0 0 0 0,0 0-1 0 0,1 0 1 0 0,-1 0 0 0 0,1 0 0 0 0,0 0 0 0 0,-1 0 0 0 0,1 0 0 0 0,0 0 0 0 0,-1-1 0 0 0,1 1 0 0 0,0-1 0 0 0,0 1 0 0 0,0-1 0 0 0,0 0 0 0 0,-1 1-1 0 0,1-1 1 0 0,0 0 0 0 0,0 0 0 0 0,0-1 0 0 0,0 1 0 0 0,0 0 0 0 0,0-1 0 0 0,-1 1 0 0 0,1-1 0 0 0,0 1 0 0 0,0-1 0 0 0,0 0 45 0 0,14-4 172 0 0,0 0 1 0 0,-1-1 0 0 0,1 0 0 0 0,-1-1 0 0 0,0-1 0 0 0,-1 0-1 0 0,0-2 1 0 0,4-3-173 0 0,-13 10 148 0 0,-1 0 0 0 0,1-1-1 0 0,-1 0 1 0 0,0 0-1 0 0,0 0 1 0 0,-1 0 0 0 0,1-1-1 0 0,-1 1 1 0 0,0-1-1 0 0,0 0 1 0 0,0 0 0 0 0,-1 0-1 0 0,0 0 1 0 0,0-1 0 0 0,0 1-1 0 0,0 0 1 0 0,-1-1-1 0 0,0 0 1 0 0,0 1 0 0 0,-1-1-1 0 0,0 1 1 0 0,0-1 0 0 0,0 0-1 0 0,0 1 1 0 0,-1-1-1 0 0,0 0 1 0 0,0 1 0 0 0,-1-1-1 0 0,1 1 1 0 0,-1 0-1 0 0,0-1 1 0 0,-1 0-148 0 0,1 5 19 0 0,0-1 0 0 0,0 1-1 0 0,0 0 1 0 0,0 0 0 0 0,0 0-1 0 0,0 0 1 0 0,-1 0 0 0 0,1 0 0 0 0,0 0-1 0 0,-1 1 1 0 0,1-1 0 0 0,0 1 0 0 0,-1 0-1 0 0,1 0 1 0 0,-1 0 0 0 0,1 0-1 0 0,0 0 1 0 0,-1 0 0 0 0,1 0 0 0 0,-1 1-1 0 0,1-1 1 0 0,0 1 0 0 0,-1 0-1 0 0,1 0 1 0 0,0 0 0 0 0,0 0 0 0 0,0 0-1 0 0,0 0 1 0 0,0 1 0 0 0,0-1 0 0 0,0 1-1 0 0,0-1 1 0 0,0 1 0 0 0,1 0-1 0 0,-1-1 1 0 0,1 1 0 0 0,-1 0 0 0 0,1 0-1 0 0,0 0 1 0 0,-1 1 0 0 0,1-1-1 0 0,0 0 1 0 0,0 0 0 0 0,1 0 0 0 0,-1 1-1 0 0,0-1 1 0 0,1 1-19 0 0,-2 2-50 0 0,1 1 1 0 0,0-1-1 0 0,0 0 0 0 0,0 0 1 0 0,0 1-1 0 0,1-1 1 0 0,0 0-1 0 0,0 0 0 0 0,1 1 1 0 0,-1-1-1 0 0,1 0 0 0 0,0 0 1 0 0,1 0-1 0 0,-1 1 0 0 0,1-1 1 0 0,0-1-1 0 0,0 1 0 0 0,0 0 1 0 0,1 0-1 0 0,0-1 0 0 0,0 1 1 0 0,0-1-1 0 0,0 0 0 0 0,1 0 1 0 0,1 0 49 0 0,2 3-171 0 0,2-1 0 0 0,-1 0 1 0 0,1 0-1 0 0,0-1 0 0 0,0-1 0 0 0,0 1 1 0 0,1-1-1 0 0,-1-1 0 0 0,1 0 0 0 0,0 0 1 0 0,0-1-1 0 0,0 0 0 0 0,0-1 0 0 0,0 0 1 0 0,1-1-1 0 0,3 0 171 0 0,-4 0 89 0 0,1 0 0 0 0,0 0 1 0 0,0-2-1 0 0,0 1 0 0 0,0-1 1 0 0,-1-1-1 0 0,1 0 0 0 0,-1 0 0 0 0,0-1 1 0 0,0 0-1 0 0,0-1 0 0 0,0 0 0 0 0,-1-1 1 0 0,0 0-1 0 0,0 0 0 0 0,0-1 0 0 0,-1 0 1 0 0,0-1-1 0 0,-1 1 0 0 0,1-1 1 0 0,-1-1-1 0 0,1-3-89 0 0,-3 7 123 0 0,-1-1 0 0 0,0 0 0 0 0,-1 0 0 0 0,1 0 0 0 0,-1 0 0 0 0,0 0 0 0 0,-1-1 0 0 0,0 1 0 0 0,0-1 1 0 0,0 0-1 0 0,0 0 0 0 0,-1 0 0 0 0,-1 0 0 0 0,1 0 0 0 0,-1 0 0 0 0,0 1 0 0 0,-1-1 0 0 0,1 0 0 0 0,-1 0 0 0 0,-1 0 0 0 0,1 0 0 0 0,-1 0 0 0 0,-2-3-123 0 0,1 7 29 0 0,0 1 0 0 0,0 0 0 0 0,-1 0 0 0 0,1 1 0 0 0,-1-1 0 0 0,1 1 0 0 0,-1-1 0 0 0,1 1 0 0 0,-1 0 0 0 0,0 0 0 0 0,1 1 0 0 0,-1-1 0 0 0,0 1 0 0 0,0 0 0 0 0,0 0 0 0 0,0 0 0 0 0,1 0 0 0 0,-1 1 0 0 0,0 0 0 0 0,0-1 0 0 0,1 1 0 0 0,-1 1 0 0 0,1-1 0 0 0,-1 0 0 0 0,1 1 0 0 0,-2 0-29 0 0,5-1 1 0 0,-8 1 1 0 0,1 1 0 0 0,0 1-1 0 0,0 0 1 0 0,0 0 0 0 0,0 0 0 0 0,1 1-1 0 0,-1 0 1 0 0,1 0 0 0 0,-4 5-2 0 0,8-8-40 0 0,0 0 0 0 0,0 0 0 0 0,0 0-1 0 0,0 0 1 0 0,0 0 0 0 0,0 1 0 0 0,0-1 0 0 0,1 0 0 0 0,0 1 0 0 0,-1 0-1 0 0,1-1 1 0 0,0 1 0 0 0,0 0 0 0 0,0-1 0 0 0,1 1 0 0 0,-1 0-1 0 0,1 0 1 0 0,-1 0 0 0 0,1 0 0 0 0,0 0 0 0 0,0 0 0 0 0,0 0 0 0 0,0-1-1 0 0,1 1 1 0 0,-1 0 0 0 0,1 0 0 0 0,0 0 0 0 0,0-1 0 0 0,0 1-1 0 0,0 0 1 0 0,0-1 0 0 0,1 1 0 0 0,-1 0 0 0 0,1-1 0 0 0,0 0 0 0 0,-1 1-1 0 0,1-1 1 0 0,0 0 0 0 0,0 0 0 0 0,1 0 0 0 0,-1 0 0 0 0,0-1-1 0 0,1 1 41 0 0,7 0-67 0 0,0 0-1 0 0,0 0 0 0 0,0-1 0 0 0,0-1 0 0 0,0 0 0 0 0,0 0 0 0 0,0-1 0 0 0,1 0 0 0 0,-1 0 1 0 0,0-2-1 0 0,-1 1 0 0 0,1-1 0 0 0,0 0 0 0 0,-1-1 0 0 0,1 0 0 0 0,-1-1 0 0 0,0 0 0 0 0,-1 0 1 0 0,1-1-1 0 0,-1 0 0 0 0,0 0 0 0 0,-1-1 0 0 0,1 0 0 0 0,0-3 68 0 0,22-16 1028 0 0,-29 25-836 0 0,10 5 424 0 0,-9 0-584 0 0,0-1-1 0 0,0 1 1 0 0,0-1 0 0 0,0 1-1 0 0,0-1 1 0 0,-1 1-1 0 0,0 0 1 0 0,0 0 0 0 0,0 0-1 0 0,0 0 1 0 0,-1 0-1 0 0,1 0 1 0 0,-1 0 0 0 0,0 0-32 0 0,1 9 9 0 0,3 79 104 0 0,0-49 2 0 0,20 28-595 0 0,-22-69 299 0 0,0-1 0 0 0,1 0 0 0 0,-1 0 0 0 0,1 0 0 0 0,-1-1-1 0 0,1 1 1 0 0,-1 0 0 0 0,1-1 0 0 0,-1 0 0 0 0,1 0 0 0 0,-1 1 0 0 0,1-1 0 0 0,-1-1 0 0 0,1 1 0 0 0,0 0 0 0 0,-1-1-1 0 0,1 1 1 0 0,-1-1 0 0 0,1 0 0 0 0,-1 0 0 0 0,0 0 0 0 0,1 0 0 0 0,-1 0 0 0 0,0 0 0 0 0,0-1 0 0 0,0 1-1 0 0,0-1 1 0 0,0 1 0 0 0,1-2 181 0 0,18-10-761 0 0,-1 0 0 0 0,0-2-1 0 0,-1 0 1 0 0,-1-1 0 0 0,0-1-1 0 0,-1-1 1 0 0,13-17 761 0 0,-13 9 47 0 0,-1-1 0 0 0,-1-1 0 0 0,-1-1 0 0 0,-2 0 0 0 0,0 0 0 0 0,0-10-47 0 0,11-57 3422 0 0,-23 94-3374 0 0,2-4 251 0 0,0-1 1 0 0,-1 0-1 0 0,0 0 0 0 0,0 0 1 0 0,-1 0-1 0 0,0 0 0 0 0,0 0 1 0 0,-1 0-1 0 0,1 0 0 0 0,-2 0 1 0 0,1 1-1 0 0,-1-1 0 0 0,0 0 0 0 0,0 0-299 0 0,1 6 387 0 0,1 1-40 0 0,-2 1-286 0 0,1 0 0 0 0,-1-1-1 0 0,0 1 1 0 0,1 0 0 0 0,-1 0 0 0 0,0 0 0 0 0,1 0 0 0 0,0 0 0 0 0,-1 1-1 0 0,1-1 1 0 0,-1 0 0 0 0,1 1 0 0 0,0-1 0 0 0,0 0 0 0 0,0 1-1 0 0,0 0 1 0 0,0-1 0 0 0,0 1 0 0 0,0 0 0 0 0,1-1 0 0 0,-1 1 0 0 0,1 0-1 0 0,-1 0 1 0 0,1 0 0 0 0,0-1 0 0 0,-1 1 0 0 0,1 0 0 0 0,0 1-61 0 0,5 90-119 0 0,0-48 55 0 0,12 143 64 0 0,-10-130-72 0 0,-3 8-4752 0 0,-4-64 3843 0 0,0-2 177 0 0,0 0 72 0 0,0 0 17 0 0,0 0 57 0 0,0 0 223 0 0,0 0 98 0 0,0 0 17 0 0,-15-14 6 0 0,-39-37 2162 0 0,17 17 280 0 0,34 29-2040 0 0,2 4 283 0 0,1 1 117 0 0,0 0 21 0 0,0 0-29 0 0,0 0-134 0 0,0 0-61 0 0,25 13 635 0 0,41 7-263 0 0,-44-17-631 0 0,-1-1-1 0 0,1-1 0 0 0,-1-2 1 0 0,1 0-1 0 0,-1-1 1 0 0,1 0-1 0 0,-1-2 1 0 0,0-1-1 0 0,0-1 0 0 0,0 0 1 0 0,-1-2-1 0 0,0 0 1 0 0,-1-1-1 0 0,1-2-25 0 0,-12 7 117 0 0,1 0-1 0 0,-2-1 1 0 0,1 0 0 0 0,0 0-1 0 0,-1-1 1 0 0,0 0 0 0 0,0 0-1 0 0,-1-1 1 0 0,0 0 0 0 0,0 0-1 0 0,0 0 1 0 0,-1-1 0 0 0,0 0-1 0 0,-1 0 1 0 0,1 0 0 0 0,-2 0-1 0 0,1-1 1 0 0,-1-1-117 0 0,-3 9 32 0 0,0-1 0 0 0,0 0 0 0 0,0 1 0 0 0,0-1 0 0 0,-1 0 0 0 0,1 1 0 0 0,-1-1 0 0 0,1 1 0 0 0,-1-1 0 0 0,0 1 0 0 0,1-1 0 0 0,-1 1 0 0 0,0-1 0 0 0,0 1 0 0 0,0 0 0 0 0,0-1 0 0 0,0 1 0 0 0,-1 0 0 0 0,1 0 0 0 0,0 0 0 0 0,0 0 0 0 0,-1 0 0 0 0,1 0 0 0 0,-1 0 0 0 0,1 0 0 0 0,-1 1 0 0 0,1-1 0 0 0,-1 1 0 0 0,1-1 0 0 0,-1 1 0 0 0,0-1 0 0 0,1 1 0 0 0,-1 0 0 0 0,0 0 0 0 0,1 0 0 0 0,-1 0 0 0 0,0 0 0 0 0,1 0 0 0 0,-1 0 0 0 0,0 0 0 0 0,1 1 0 0 0,-1-1 0 0 0,1 1 0 0 0,-1-1 0 0 0,1 1 0 0 0,-1 0 0 0 0,1 0 0 0 0,-1-1 0 0 0,1 1 0 0 0,-1 0-32 0 0,-3 3 0 0 0,1 0 0 0 0,-1 1 0 0 0,1-1 0 0 0,0 1 0 0 0,0-1 0 0 0,1 1 0 0 0,-1 0 0 0 0,1 1 0 0 0,0-1 0 0 0,1 0 0 0 0,-1 1 0 0 0,1 0 0 0 0,0-1 0 0 0,0 1 0 0 0,1 0 0 0 0,0 0 0 0 0,0 0 0 0 0,0 0 0 0 0,1 0 0 0 0,0 0 0 0 0,0 1 0 0 0,0-1 0 0 0,1 0 0 0 0,0 0 0 0 0,0 0 0 0 0,1 0 0 0 0,-1-1 0 0 0,2 4 0 0 0,-1-2 0 0 0,0 0 0 0 0,1 0 0 0 0,0 0 0 0 0,0 0 0 0 0,0-1 0 0 0,1 1 0 0 0,0-1 0 0 0,0 0 0 0 0,0 0 0 0 0,1 0 0 0 0,0-1 0 0 0,3 3 0 0 0,2 1 0 0 0,0 0 0 0 0,1-1 0 0 0,0 0 0 0 0,0-1 0 0 0,1 0 0 0 0,0-1 0 0 0,1 0 0 0 0,-1-1 0 0 0,4 0 0 0 0,-1 0 0 0 0,1-1 0 0 0,0 0 0 0 0,1-1 0 0 0,-1-1 0 0 0,0 0 0 0 0,13-2 0 0 0,-12 0-635 0 0,-1 0 1 0 0,1-2-1 0 0,0 0 0 0 0,0-1 1 0 0,-1-1-1 0 0,16-5 635 0 0,23-15-3542 0 0,-33 10-2932 0 0,-3-2-1237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34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107 105 14112 0 0,'0'0'322'0'0,"0"-13"768"0"0,0 4-1099 0 0,-7-38 4455 0 0,-5 31-558 0 0,-3 20-3351 0 0,2 40-484 0 0,13-42-111 0 0,0 1 0 0 0,-1 0 0 0 0,1-1 1 0 0,0 1-1 0 0,0 0 0 0 0,1 0 0 0 0,-1-1 0 0 0,1 1 0 0 0,-1 0 0 0 0,1-1 0 0 0,0 1 0 0 0,0-1 0 0 0,0 1 0 0 0,0-1 0 0 0,0 1 0 0 0,0-1 0 0 0,1 0 0 0 0,0 1 0 0 0,-1-1 1 0 0,1 0-1 0 0,0 0 0 0 0,0 0 0 0 0,0 0 0 0 0,0-1 0 0 0,0 1 0 0 0,0 0 0 0 0,1-1 0 0 0,-1 0 0 0 0,0 1 0 0 0,1-1 0 0 0,-1 0 0 0 0,1 0 0 0 0,1 0 58 0 0,3 1-179 0 0,1 0-1 0 0,-1 0 0 0 0,1 0 1 0 0,0-1-1 0 0,-1-1 1 0 0,1 1-1 0 0,0-1 0 0 0,0 0 1 0 0,-1-1-1 0 0,1 0 0 0 0,3-1 180 0 0,11-2-84 0 0,38-17-136 0 0,7-35 1426 0 0,-60 49-800 0 0,-6 5-306 0 0,1 1 0 0 0,0-1 0 0 0,-1 0 0 0 0,1 0 0 0 0,-1 1 1 0 0,1-1-1 0 0,-1 0 0 0 0,0-1 0 0 0,0 1 0 0 0,0 0 0 0 0,0 0 1 0 0,0 0-1 0 0,0-1 0 0 0,-1 1 0 0 0,1 0 0 0 0,-1-1 0 0 0,1 1 0 0 0,-1 0 1 0 0,0-1-1 0 0,0 1 0 0 0,0-1-100 0 0,-5-4 1440 0 0,1 4-1291 0 0,-3 2-133 0 0,-7 9-16 0 0,10-2 76 0 0,1 0 0 0 0,0 0 0 0 0,1 0 0 0 0,0 1 0 0 0,0-1 0 0 0,0 1 0 0 0,1-1 0 0 0,-1 1 0 0 0,2 0 0 0 0,-1 0 0 0 0,1-1 0 0 0,0 8-76 0 0,-1 13 136 0 0,-4 178-1088 0 0,3-190 925 0 0,0 0-155 0 0,-1 0 1 0 0,0-1-1 0 0,0 1 1 0 0,-2-1-1 0 0,0 0 0 0 0,0 0 1 0 0,-1 0-1 0 0,-8 12 182 0 0,4-13-47 0 0,0 0 1 0 0,-1 0-1 0 0,0-1 0 0 0,-1-1 0 0 0,-1 0 1 0 0,1 0-1 0 0,-2-1 0 0 0,1-1 0 0 0,-1 0 1 0 0,-1-1-1 0 0,0-1 0 0 0,0 0 0 0 0,-3 0 47 0 0,-36 2-420 0 0,53-9 409 0 0,-1 0 0 0 0,1 0 0 0 0,-1 0 0 0 0,1 0 0 0 0,0 0 0 0 0,0 0 0 0 0,-1-1 0 0 0,1 1 0 0 0,0-1 0 0 0,-1 1 0 0 0,1-1 0 0 0,0 1 0 0 0,0-1 0 0 0,0 0 0 0 0,0 1-1 0 0,0-1 1 0 0,0 0 0 0 0,0 0 0 0 0,0 0 0 0 0,0 0 0 0 0,0 0 0 0 0,0 0 0 0 0,0 0 0 0 0,1 0 0 0 0,-1 0 0 0 0,0-1 0 0 0,1 1 0 0 0,-1 0 0 0 0,1 0 0 0 0,-1-1 0 0 0,1 1 0 0 0,0 0 0 0 0,-1 0 0 0 0,1-1-1 0 0,0 1 1 0 0,0 0 0 0 0,0-1 0 0 0,0 0 11 0 0,2-4 0 0 0,-1-1 0 0 0,1 1 0 0 0,1 0 0 0 0,-1 0 0 0 0,1-1 0 0 0,0 2 0 0 0,0-1 0 0 0,1 0 0 0 0,0 1 0 0 0,0-1 0 0 0,0 1 0 0 0,1 0 0 0 0,-1 1 0 0 0,1-1 0 0 0,0 1 0 0 0,1-1 0 0 0,185-133 544 0 0,9 0-304 0 0,-200 138-209 0 0,1-1 1 0 0,-1 0-1 0 0,1 0 0 0 0,-1 1 0 0 0,1-1 0 0 0,0 0 0 0 0,-1 1 0 0 0,1-1 1 0 0,0 1-1 0 0,0-1 0 0 0,-1 1 0 0 0,1-1 0 0 0,0 1 0 0 0,0-1 1 0 0,0 1-1 0 0,-1 0 0 0 0,1 0 0 0 0,0-1 0 0 0,0 1 0 0 0,0 0 0 0 0,0 0 1 0 0,0 0-1 0 0,0 0 0 0 0,0 0 0 0 0,0 0 0 0 0,-1 0 0 0 0,1 0 1 0 0,0 0-1 0 0,0 0 0 0 0,0 1 0 0 0,0-1 0 0 0,0 0 0 0 0,0 1 0 0 0,-1-1 1 0 0,1 1-1 0 0,0-1 0 0 0,0 1 0 0 0,0-1 0 0 0,-1 1 0 0 0,1-1 0 0 0,0 1 1 0 0,-1-1-1 0 0,1 1 0 0 0,-1 0 0 0 0,1 0 0 0 0,-1-1 0 0 0,1 1 1 0 0,-1 0-1 0 0,1 0 0 0 0,-1 0 0 0 0,0-1 0 0 0,1 1 0 0 0,-1 0 0 0 0,0 0 1 0 0,1 0-32 0 0,-24 79 244 0 0,4-29-154 0 0,17-47-90 0 0,1-1 0 0 0,0-1 0 0 0,0 0 0 0 0,1 1 0 0 0,-1-1 0 0 0,0 1 0 0 0,1-1 0 0 0,0 1 0 0 0,-1-1 0 0 0,1 1 0 0 0,0 0 0 0 0,0-1 0 0 0,0 1 0 0 0,1-1 0 0 0,-1 1 0 0 0,1-1 0 0 0,-1 1 0 0 0,1-1 0 0 0,0 1 0 0 0,0-1 0 0 0,0 0 0 0 0,0 1 0 0 0,0-1 0 0 0,1 0 0 0 0,-1 0 0 0 0,1 0 0 0 0,0 1 0 0 0,6 0-92 0 0,0 0 0 0 0,0-1 0 0 0,0 0 0 0 0,0 0 0 0 0,0-1 0 0 0,0 0 0 0 0,1-1 0 0 0,-1 1 0 0 0,0-2 0 0 0,1 1 0 0 0,-1-1 0 0 0,0 0 0 0 0,0-1 0 0 0,0 0 0 0 0,0 0 0 0 0,0-1 0 0 0,0 0 0 0 0,6-3 92 0 0,-10 5 70 0 0,0 0 0 0 0,0-1 0 0 0,0 1 0 0 0,0-1 0 0 0,0 0 0 0 0,-1 0 0 0 0,1 0 0 0 0,-1 0 0 0 0,1-1 0 0 0,-1 1 0 0 0,0-1 0 0 0,1 0 0 0 0,-2 0 0 0 0,1 0 0 0 0,0 0-1 0 0,0-1 1 0 0,-1 1 0 0 0,0-1 0 0 0,0 1 0 0 0,0-1 0 0 0,0 0 0 0 0,-1 0 0 0 0,1 0 0 0 0,-1 0 0 0 0,0 0 0 0 0,0 0 0 0 0,0 0 0 0 0,-1-3-70 0 0,-1 3 75 0 0,0 1-1 0 0,0 0 1 0 0,0-1 0 0 0,-1 1-1 0 0,0 0 1 0 0,0 0 0 0 0,0 0-1 0 0,0 0 1 0 0,0 0 0 0 0,0 0-1 0 0,-1 0 1 0 0,1 1 0 0 0,-1-1-1 0 0,0 1 1 0 0,0 0-1 0 0,0 0 1 0 0,0 0 0 0 0,-1 0-75 0 0,-8-5-43 0 0,-1 0 0 0 0,0 1 0 0 0,-1 0 1 0 0,1 2-1 0 0,-1-1 0 0 0,0 1 0 0 0,-1 1 0 0 0,1 1 1 0 0,0 0-1 0 0,-6 1 43 0 0,-47-4-3216 0 0,12 13-2819 0 0,37-6 3860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35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37 6480 0 0,'0'0'141'0'0,"0"0"23"0"0,0 0 13 0 0,0 0 50 0 0,0 0 161 0 0,0 0 76 0 0,0 0 15 0 0,0 0-1 0 0,0 0-4 0 0,0 0-2 0 0,0 0 0 0 0,0 0 8 0 0,0 0 34 0 0,0 0 20 0 0,0 0 2 0 0,0 0-4 0 0,-17 1 2310 0 0,17-1-2755 0 0,1 0 0 0 0,-1 0 0 0 0,1 0-1 0 0,-1 0 1 0 0,1 0 0 0 0,-1 0 0 0 0,1 0 0 0 0,-1 1-1 0 0,0-1 1 0 0,1 0 0 0 0,-1 0 0 0 0,1 0 0 0 0,-1 1-1 0 0,0-1 1 0 0,1 0 0 0 0,-1 1 0 0 0,0-1 0 0 0,1 0-1 0 0,-1 1 1 0 0,0-1 0 0 0,0 0 0 0 0,1 1 0 0 0,-1-1-1 0 0,0 0 1 0 0,0 1 0 0 0,1-1 0 0 0,-1 1 0 0 0,0-1-1 0 0,0 0 1 0 0,0 1 0 0 0,0-1 0 0 0,0 1 0 0 0,0-1-1 0 0,0 1 1 0 0,0-1 0 0 0,0 1 0 0 0,0-1 0 0 0,0 1-1 0 0,0-1 1 0 0,0 0 0 0 0,0 1 0 0 0,0-1 0 0 0,0 1-1 0 0,0-1 1 0 0,-1 1 0 0 0,1-1 0 0 0,0 0 0 0 0,0 1-1 0 0,-1-1 1 0 0,1 0 0 0 0,0 1 0 0 0,0-1 0 0 0,-1 1-1 0 0,1-1 1 0 0,0 0 0 0 0,-1 0 0 0 0,1 1 0 0 0,-1-1-87 0 0,32 1 546 0 0,0-1 0 0 0,0-2 1 0 0,0-1-1 0 0,-1-1 1 0 0,30-9-547 0 0,-16 5 138 0 0,46-10-4 0 0,-21 8 23 0 0,-67 11-114 0 0,1 15-177 0 0,-3-12-6555 0 0,0-4 5155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37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170 481 17503 0 0,'0'0'399'0'0,"0"0"60"0"0,0 0 21 0 0,0-1-59 0 0,0-11 183 0 0,0 11-116 0 0,-5-4 1045 0 0,-1 3-1416 0 0,1 1-1 0 0,-1 0 1 0 0,1 0 0 0 0,-1 0-1 0 0,0 0 1 0 0,0 1-1 0 0,1 0 1 0 0,-1 0-1 0 0,0 1 1 0 0,0 0 0 0 0,1 0-1 0 0,-1 0 1 0 0,1 1-1 0 0,-4 0-116 0 0,-7 1-1 0 0,11-2 2 0 0,0 0 0 0 0,1 0 0 0 0,-1 0 0 0 0,1 0 0 0 0,-1 1 0 0 0,1 0 0 0 0,-1 0 0 0 0,1 0 0 0 0,0 0 0 0 0,0 1 0 0 0,0-1 0 0 0,0 1 0 0 0,0 1-1 0 0,11 23 124 0 0,38 4 22 0 0,-26-21-84 0 0,105 58 124 0 0,-118-66-97 0 0,-1 1 0 0 0,0 1 1 0 0,0-1-1 0 0,0 1 0 0 0,0 0 1 0 0,-1 0-1 0 0,1 0 0 0 0,-1 1 1 0 0,0-1-1 0 0,-1 1 0 0 0,1 0 1 0 0,-1 0-1 0 0,0 1 0 0 0,0-1 1 0 0,0 1-1 0 0,-1-1 0 0 0,2 6-89 0 0,-4-9 0 0 0,0 1 0 0 0,0 0 0 0 0,0-1 0 0 0,0 1 0 0 0,0 0 0 0 0,0-1 0 0 0,-1 1 0 0 0,1 0 0 0 0,-1-1 0 0 0,0 1 0 0 0,0-1 0 0 0,0 1 0 0 0,0-1 0 0 0,0 1 0 0 0,-1-1 0 0 0,1 0 0 0 0,-1 0 0 0 0,1 1 0 0 0,-1-1 0 0 0,0 0 0 0 0,0 0 0 0 0,0-1 0 0 0,0 1 0 0 0,0 0 0 0 0,0-1 0 0 0,-2 2 0 0 0,-67 30 0 0 0,60-29 0 0 0,5-2-163 0 0,-1 0 1 0 0,1 0-1 0 0,-1-1 0 0 0,0 0 0 0 0,0 0 1 0 0,0 0-1 0 0,0-1 0 0 0,0 0 0 0 0,1-1 1 0 0,-1 1-1 0 0,0-1 0 0 0,0-1 0 0 0,0 1 163 0 0,6 0-1657 0 0,1 0-410 0 0,1-8-927 0 0,2 1-3411 0 0</inkml:trace>
  <inkml:trace contextRef="#ctx0" brushRef="#br0" timeOffset="375.189">242 660 11976 0 0,'100'-92'1456'0'0,"-60"49"3399"0"0,-21 23-549 0 0,-19 19-3694 0 0,0 1-18 0 0,5 1 1158 0 0,-1 0-1665 0 0,-1 1 0 0 0,0 1 0 0 0,1-1 0 0 0,-1 0-1 0 0,0 1 1 0 0,-1 0 0 0 0,1-1 0 0 0,0 1 0 0 0,-1 0 0 0 0,0 0 0 0 0,0 1-1 0 0,1-1 1 0 0,-2 0 0 0 0,1 1 0 0 0,0-1 0 0 0,-1 1 0 0 0,0 0 0 0 0,0 0-1 0 0,0-1 1 0 0,0 1 0 0 0,0 2-87 0 0,10 87 80 0 0,-18-20-1058 0 0,7-67 789 0 0,0 0-1871 0 0,0-5-5117 0 0,0-1-178 0 0</inkml:trace>
  <inkml:trace contextRef="#ctx0" brushRef="#br0" timeOffset="376.189">576 420 17015 0 0,'-23'-75'1872'0'0,"12"-19"880"0"0,22 104-4386 0 0,1 7-4519 0 0,-4-7 173 0 0</inkml:trace>
  <inkml:trace contextRef="#ctx0" brushRef="#br0" timeOffset="1917.688">777 531 13104 0 0,'12'0'988'0'0,"32"4"114"0"0,-17-11 3498 0 0,-27 7-4438 0 0,1 0 1 0 0,-1-1-1 0 0,1 1 1 0 0,0 0-1 0 0,-1-1 0 0 0,1 1 1 0 0,-1 0-1 0 0,1-1 0 0 0,-1 1 1 0 0,1-1-1 0 0,-1 1 0 0 0,1 0 1 0 0,-1-1-1 0 0,0 1 0 0 0,1-1 1 0 0,-1 0-1 0 0,0 1 1 0 0,1-1-1 0 0,-1 1 0 0 0,0-1 1 0 0,0 1-1 0 0,0-1 0 0 0,1 0 1 0 0,-1 1-1 0 0,0-1 0 0 0,0 1 1 0 0,0-1-1 0 0,0 0 1 0 0,0 1-1 0 0,0-1 0 0 0,0 0 1 0 0,0 1-1 0 0,0-1 0 0 0,0 0 1 0 0,-1 1-1 0 0,1-1-162 0 0,-31-14 1979 0 0,-70 37-1633 0 0,74-13-311 0 0,20-7-110 0 0,0 0-1 0 0,1 1 0 0 0,-1-1 1 0 0,1 2-1 0 0,0-1 0 0 0,0 1 1 0 0,0 0-1 0 0,0 0 0 0 0,1 0 1 0 0,0 1-1 0 0,-5 4 76 0 0,9-8-56 0 0,1 1 0 0 0,-1-1 0 0 0,0 0 0 0 0,1 1 0 0 0,-1-1-1 0 0,1 1 1 0 0,-1-1 0 0 0,1 0 0 0 0,0 1 0 0 0,0-1 0 0 0,-1 1 0 0 0,1 0 0 0 0,0-1-1 0 0,0 1 1 0 0,0-1 0 0 0,1 1 0 0 0,-1-1 0 0 0,0 1 0 0 0,1-1 0 0 0,-1 0 0 0 0,1 1-1 0 0,-1-1 1 0 0,1 1 0 0 0,-1-1 0 0 0,1 0 0 0 0,0 1 0 0 0,0-1 0 0 0,0 0 0 0 0,0 0-1 0 0,0 0 1 0 0,0 0 0 0 0,1 1 56 0 0,40 30-1154 0 0,-41-32 1132 0 0,85 40-414 0 0,-80-34 436 0 0,-2-4 0 0 0,-1 1 0 0 0,0 0 0 0 0,0 0 0 0 0,0 1 0 0 0,0-1 0 0 0,0 1 0 0 0,-1-1 0 0 0,1 1 0 0 0,-1 0 0 0 0,0 0 0 0 0,0 0 0 0 0,-1 0 0 0 0,2 3 0 0 0,-1 0 6 0 0,0 0-1 0 0,0 0 0 0 0,-1 1 1 0 0,0-1-1 0 0,0 0 0 0 0,-1 1 1 0 0,0-1-1 0 0,0 1 0 0 0,-1-1 1 0 0,0 0-1 0 0,0 1 0 0 0,-2 4-5 0 0,1-3-103 0 0,-1-1 0 0 0,-1 0 0 0 0,0 0-1 0 0,0-1 1 0 0,0 1 0 0 0,-1-1 0 0 0,0 0-1 0 0,0 0 1 0 0,-1 0 0 0 0,0-1 0 0 0,0 0-1 0 0,-1 0 1 0 0,0 0 0 0 0,0-1 0 0 0,0 0-1 0 0,-2 0 104 0 0,7-3-16 0 0,-1 0-1 0 0,0 0 1 0 0,1-1-1 0 0,-1 1 1 0 0,0-1-1 0 0,0 1 1 0 0,0-1 0 0 0,0 0-1 0 0,0-1 1 0 0,0 1-1 0 0,0 0 1 0 0,0-1-1 0 0,-1 0 1 0 0,1 1-1 0 0,0-1 1 0 0,0 0-1 0 0,0-1 1 0 0,0 1-1 0 0,-1-1 1 0 0,1 1-1 0 0,0-1 1 0 0,0 0-1 0 0,0 0 1 0 0,0 0-1 0 0,0-1 1 0 0,1 1-1 0 0,-1-1 1 0 0,-1 0 16 0 0,3 0-18 0 0,0 0 0 0 0,0 0 0 0 0,0 0 0 0 0,0 0 0 0 0,1 0 0 0 0,-1-1 0 0 0,1 1 0 0 0,-1 0 0 0 0,1 0 0 0 0,0 0 0 0 0,0-1 0 0 0,0 1 0 0 0,0 0 0 0 0,0 0 0 0 0,1-1-1 0 0,-1 1 1 0 0,1 0 0 0 0,0-2 18 0 0,-1 1 1 0 0,4-11 38 0 0,0 0 0 0 0,1 0-1 0 0,0 1 1 0 0,1 0 0 0 0,1 0 0 0 0,7-12-39 0 0,10-18 508 0 0,-17 25-320 0 0,2 0 0 0 0,0 1 0 0 0,1 0-1 0 0,0 1 1 0 0,2 0 0 0 0,0 1 0 0 0,0 0-1 0 0,1 1 1 0 0,1 1 0 0 0,1 0 0 0 0,0 0-1 0 0,0 1 1 0 0,1 2 0 0 0,1-1 0 0 0,0 2-1 0 0,0 0 1 0 0,5-1-188 0 0,-19 9 15 0 0,0 0-1 0 0,-1 0 0 0 0,1 0 1 0 0,-1 0-1 0 0,1 1 0 0 0,0-1 1 0 0,0 1-1 0 0,-1 0 0 0 0,1 0 1 0 0,0 0-1 0 0,0 0 0 0 0,-1 0 1 0 0,1 1-1 0 0,0-1 0 0 0,-1 1 1 0 0,1-1-1 0 0,0 1 0 0 0,-1 0 1 0 0,1 0-1 0 0,-1 1 0 0 0,1-1 1 0 0,-1 0-1 0 0,0 1 0 0 0,0-1 1 0 0,1 1-1 0 0,-1 0 0 0 0,0 0 1 0 0,0 0-1 0 0,-1 0 0 0 0,1 0 1 0 0,0 0-1 0 0,-1 0-14 0 0,18 76 102 0 0,-16-51-87 0 0,-14 50-75 0 0,0-53 48 0 0,7-17 12 0 0,-1-7 0 0 0,4-1 0 0 0,-1-1 0 0 0,1 0 0 0 0,0 1 0 0 0,-1-1 0 0 0,1 0 0 0 0,0 0 0 0 0,0 0 0 0 0,0 0 0 0 0,0 0 0 0 0,0 0 0 0 0,1 0 0 0 0,-1 0 0 0 0,1 0 0 0 0,-1 0 0 0 0,1-1 0 0 0,0 1 0 0 0,0 0 0 0 0,0 0 0 0 0,0 0 0 0 0,0 0 0 0 0,0-1 0 0 0,1 1 0 0 0,-1 0 0 0 0,1 0 0 0 0,-1 0 0 0 0,1 0 0 0 0,0-1 0 0 0,0-3 0 0 0,1-6 49 0 0,0 0 0 0 0,1 1 0 0 0,0 0 0 0 0,0-1 0 0 0,1 1 0 0 0,1 1 0 0 0,0-1 0 0 0,5-7-49 0 0,-5 9 74 0 0,0 1-1 0 0,1 0 0 0 0,0 1 1 0 0,0-1-1 0 0,1 1 0 0 0,0 0 1 0 0,0 1-1 0 0,1-1 0 0 0,-1 2 1 0 0,1-1-1 0 0,4-1-73 0 0,-8 4 13 0 0,-1 1 1 0 0,1 0-1 0 0,0 0 0 0 0,0 0 1 0 0,0 0-1 0 0,0 0 1 0 0,0 1-1 0 0,0 0 1 0 0,0 0-1 0 0,0 0 0 0 0,1 0 1 0 0,-1 0-1 0 0,0 1 1 0 0,1 0-1 0 0,-1 0 0 0 0,0 0 1 0 0,3 1-14 0 0,4 8 107 0 0,-8-5-103 0 0,-1-1 1 0 0,0 1 0 0 0,0-1 0 0 0,0 1 0 0 0,-1 0 0 0 0,0-1-1 0 0,1 1 1 0 0,-1 0 0 0 0,0 0 0 0 0,-1 0 0 0 0,1 0 0 0 0,-1 0-1 0 0,0 0 1 0 0,0 0 0 0 0,0 0 0 0 0,0 0 0 0 0,-1 3-5 0 0,0 6-19 0 0,-3 55-344 0 0,1 36-1287 0 0,15-61 170 0 0,-11-40 1430 0 0,1-1-1 0 0,-1 0 0 0 0,1 1 0 0 0,0-1 1 0 0,0 0-1 0 0,-1 0 0 0 0,1 0 1 0 0,1-1-1 0 0,-1 1 0 0 0,0 0 1 0 0,0-1-1 0 0,1 1 0 0 0,-1-1 0 0 0,1 0 1 0 0,-1 0-1 0 0,1 0 0 0 0,-1 0 1 0 0,1 0-1 0 0,0-1 0 0 0,-1 1 1 0 0,1-1-1 0 0,0 0 0 0 0,-1 1 0 0 0,1-1 1 0 0,0 0-1 0 0,0-1 0 0 0,-1 1 1 0 0,1 0-1 0 0,0-1 0 0 0,0 0 1 0 0,-1 1-1 0 0,1-1 0 0 0,-1 0 0 0 0,2-1 52 0 0,10 0 70 0 0,1-2 123 0 0,0 0 0 0 0,-1-1 0 0 0,1 0-1 0 0,-1-1 1 0 0,0-1 0 0 0,12-7-194 0 0,-15 7 285 0 0,0 0-1 0 0,0 0 1 0 0,-1-1-1 0 0,0-1 1 0 0,-1 0-1 0 0,0 0 1 0 0,0-1-1 0 0,-1 0 1 0 0,0 0-1 0 0,-1-1 1 0 0,0 0 0 0 0,0 0-1 0 0,-1-1 1 0 0,-1 0-1 0 0,0 0 1 0 0,-1 0-1 0 0,0-1 1 0 0,-1 1-1 0 0,1-7-284 0 0,-11-49 1434 0 0,5 65-1402 0 0,-1 0-1 0 0,1 0 1 0 0,-1 0 0 0 0,0 0 0 0 0,0 0-1 0 0,0 0 1 0 0,0 1 0 0 0,0-1 0 0 0,-1 1-1 0 0,1 0 1 0 0,-1 0 0 0 0,0 0 0 0 0,1 1-1 0 0,-1-1 1 0 0,0 1 0 0 0,0 0 0 0 0,0 0-1 0 0,0 0 1 0 0,0 1 0 0 0,0-1 0 0 0,0 1-1 0 0,0 0 1 0 0,0 0 0 0 0,0 0 0 0 0,0 1 0 0 0,0-1-1 0 0,0 1 1 0 0,-3 1-32 0 0,2-2-28 0 0,1 1 0 0 0,-1-1 0 0 0,1 1 0 0 0,-1 0 1 0 0,1 1-1 0 0,0-1 0 0 0,0 1 0 0 0,-1-1 0 0 0,1 1 0 0 0,0 1 0 0 0,0-1 0 0 0,1 0 0 0 0,-1 1 1 0 0,0 0-1 0 0,1 0 0 0 0,0 0 0 0 0,0 0 0 0 0,0 1 0 0 0,0-1 0 0 0,0 1 0 0 0,0 0 0 0 0,1 0 0 0 0,0 0 1 0 0,0 0-1 0 0,0 0 0 0 0,0 1 28 0 0,2-1-109 0 0,0 0 0 0 0,1 0 0 0 0,-1 0 0 0 0,1 0 0 0 0,0 1 0 0 0,0-1 1 0 0,1-1-1 0 0,-1 1 0 0 0,1 0 0 0 0,0 0 0 0 0,0 0 0 0 0,0-1 0 0 0,0 1 0 0 0,0-1 0 0 0,1 0 1 0 0,0 0-1 0 0,0 0 0 0 0,0 0 0 0 0,0 0 0 0 0,0 0 0 0 0,0-1 0 0 0,1 1 0 0 0,-1-1 0 0 0,1 0 1 0 0,0 0-1 0 0,0-1 0 0 0,0 1 109 0 0,4 2-139 0 0,0-1 0 0 0,0 0 1 0 0,0 0-1 0 0,1-1 0 0 0,-1 0 0 0 0,1 0 1 0 0,-1-1-1 0 0,1 0 0 0 0,0-1 0 0 0,-1 0 1 0 0,1 0-1 0 0,0-1 0 0 0,-1 0 0 0 0,1-1 1 0 0,-1 1-1 0 0,1-2 0 0 0,-1 1 139 0 0,8-4 180 0 0,22-18 978 0 0,-31 18-205 0 0,-13 21 433 0 0,1-5-983 0 0,3-3-447 0 0,1 0 0 0 0,-1 0 0 0 0,1 0 0 0 0,1 0 0 0 0,-1 0 0 0 0,1 0 0 0 0,0 0 0 0 0,1 0 0 0 0,0 0 0 0 0,1 5 44 0 0,-1-9-68 0 0,0 1 0 0 0,0-1 0 0 0,0 0 0 0 0,1 0 0 0 0,-1 0-1 0 0,1 0 1 0 0,0 0 0 0 0,0 0 0 0 0,0 0 0 0 0,0 0 0 0 0,1-1 0 0 0,-1 1 0 0 0,1-1-1 0 0,0 1 1 0 0,-1-1 0 0 0,1 0 0 0 0,0 0 0 0 0,0-1 0 0 0,0 1 0 0 0,0-1 0 0 0,1 1 0 0 0,-1-1-1 0 0,0 0 1 0 0,1 0 0 0 0,-1 0 0 0 0,1-1 0 0 0,-1 1 0 0 0,0-1 0 0 0,1 0 0 0 0,-1 0-1 0 0,1 0 1 0 0,-1 0 0 0 0,4-1 68 0 0,2-2-11 0 0,-1 0 0 0 0,1-1 0 0 0,-1 0-1 0 0,0 0 1 0 0,0-1 0 0 0,0 0 0 0 0,-1-1 0 0 0,0 1-1 0 0,0-1 1 0 0,1-2 11 0 0,-7 7 0 0 0,28-27 225 0 0,-2-2-1 0 0,0 0 0 0 0,-2-2 1 0 0,11-21-225 0 0,-20 26 311 0 0,-1-2 1 0 0,-2 1 0 0 0,-1-2 0 0 0,-1 0 0 0 0,-2 0 0 0 0,-1-1 0 0 0,-1 0 0 0 0,-1 0 0 0 0,-1-11-312 0 0,-3 22 115 0 0,0 0 1 0 0,-1 0-1 0 0,-1 0 0 0 0,0 0 0 0 0,-2 0 0 0 0,-1 0 0 0 0,0-2-115 0 0,2 19 9 0 0,1 0-1 0 0,0 1 1 0 0,-1-1 0 0 0,0 1 0 0 0,1-1-1 0 0,-1 0 1 0 0,0 1 0 0 0,0 0 0 0 0,0-1 0 0 0,-1 1-1 0 0,1 0 1 0 0,-1-1 0 0 0,1 1 0 0 0,-1 0 0 0 0,0 0-1 0 0,0 0 1 0 0,1 1 0 0 0,-1-1 0 0 0,-1 0 0 0 0,1 1-1 0 0,0-1 1 0 0,0 1 0 0 0,-1 0 0 0 0,1-1 0 0 0,0 1-1 0 0,-1 0 1 0 0,1 1 0 0 0,-1-1 0 0 0,0 0 0 0 0,1 1-1 0 0,-1-1 1 0 0,1 1 0 0 0,-1 0 0 0 0,0 0-1 0 0,1 0 1 0 0,-1 0 0 0 0,0 0 0 0 0,1 1 0 0 0,-1-1-1 0 0,1 1 1 0 0,-1 0 0 0 0,-1 0-9 0 0,-1 2-2 0 0,1 1 1 0 0,-1-1-1 0 0,1 1 1 0 0,0-1-1 0 0,0 1 1 0 0,1 0-1 0 0,-1 1 0 0 0,1-1 1 0 0,0 1-1 0 0,0-1 1 0 0,0 1-1 0 0,1 0 1 0 0,-1 0-1 0 0,1 0 0 0 0,0 1 1 0 0,0 4 1 0 0,-17 91-47 0 0,19-99 46 0 0,-2 43-47 0 0,1 1 1 0 0,2 0 0 0 0,3-1 0 0 0,2 4 47 0 0,3 58-103 0 0,-1 74-329 0 0,-4-80-387 0 0,-4-98 851 0 0,0-3-116 0 0,0 0 0 0 0,0 1 0 0 0,0-1 0 0 0,0 1 0 0 0,0-1 0 0 0,0 1 0 0 0,0-1 0 0 0,0 0 0 0 0,0 1 0 0 0,0-1 0 0 0,0 1 0 0 0,0-1 0 0 0,0 0 0 0 0,0 1 0 0 0,1-1 1 0 0,-1 1-1 0 0,0-1 0 0 0,0 0 0 0 0,0 1 0 0 0,1-1 0 0 0,-1 0 0 0 0,0 1 0 0 0,0-1 0 0 0,1 0 0 0 0,-1 1 0 0 0,0-1 0 0 0,1 0 0 0 0,-1 0 0 0 0,0 1 0 0 0,1-1 0 0 0,-1 0 0 0 0,0 0 0 0 0,1 0 0 0 0,-1 1 0 0 0,1-1 0 0 0,-1 0 0 0 0,0 0 0 0 0,1 0 0 0 0,-1 0 0 0 0,1 0 0 0 0,-1 0 0 0 0,1 0 0 0 0,-1 0 0 0 0,0 0 0 0 0,1 0 0 0 0,-1 0 0 0 0,1 0 0 0 0,-1 0 0 0 0,0 0 0 0 0,1 0 0 0 0,-1 0 1 0 0,1-1-1 0 0,-1 1 0 0 0,0 0 0 0 0,1 0 0 0 0,-1-1 84 0 0,5-1-1530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36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47 11888 0 0,'0'0'266'0'0,"0"0"44"0"0,-3-12 407 0 0,-1-22 3776 0 0,8 41 1059 0 0,1 5-4555 0 0,8 15-1517 0 0,-12-23 401 0 0,1 0 0 0 0,0-1 0 0 0,0 1 0 0 0,0-1 0 0 0,1 1 0 0 0,-1-1 0 0 0,1 0 0 0 0,0 0 0 0 0,0 0 0 0 0,0 0 0 0 0,0 0 0 0 0,1-1 0 0 0,-1 0 0 0 0,1 1 0 0 0,-1-1 0 0 0,1 0 0 0 0,0-1 0 0 0,0 1 0 0 0,0-1 0 0 0,0 1 0 0 0,0-1 0 0 0,0-1 0 0 0,0 1 0 0 0,0 0 0 0 0,0-1 0 0 0,0 0 0 0 0,1 0 0 0 0,-1 0-1 0 0,0-1 1 0 0,0 1 0 0 0,0-1 0 0 0,0 0 0 0 0,3-1 119 0 0,-5 2-37 0 0,9-2 240 0 0,-1-1 1 0 0,1 0-1 0 0,-1 0 1 0 0,0-1-1 0 0,0 0 1 0 0,0-1-1 0 0,0 0 1 0 0,-1 0-1 0 0,0-1 1 0 0,5-4-204 0 0,-13 9 162 0 0,-5-15 1993 0 0,-29-8-599 0 0,32 23-1191 0 0,1 1 122 0 0,0 0 22 0 0,0 0-66 0 0,0 11-278 0 0,23 88-1625 0 0,-7-16 2072 0 0,-15-75-685 0 0,0 1-1 0 0,-1-1 0 0 0,0 1 1 0 0,0-1-1 0 0,0 1 1 0 0,-1-1-1 0 0,-1 1 0 0 0,1-1 1 0 0,-1 1-1 0 0,-1-1 1 0 0,0 0-1 0 0,0 0 0 0 0,0 0 1 0 0,-1-1-1 0 0,-5 8 74 0 0,0-1 0 0 0,-2-1 0 0 0,0 0 0 0 0,0-1 0 0 0,-1 0 0 0 0,-1-1 0 0 0,0 0 0 0 0,-1-1 0 0 0,0 0 0 0 0,0-1 0 0 0,-3 1 0 0 0,-9-1-470 0 0,25-8-29 0 0,1-1-12 0 0,0 0-137 0 0,0 0-572 0 0,4-17-7255 0 0,-1 7 2483 0 0</inkml:trace>
  <inkml:trace contextRef="#ctx0" brushRef="#br0" timeOffset="675.7">565 150 10832 0 0,'49'-41'918'0'0,"-26"21"3297"0"0,-23 19-3186 0 0,4-2 459 0 0,-4 4 7129 0 0,-69 66-8048 0 0,-48 37-611 0 0,114-101 6 0 0,0 0 0 0 0,1 1 1 0 0,-1-1-1 0 0,0 0 1 0 0,1 1-1 0 0,0 0 0 0 0,0 0 1 0 0,0 0-1 0 0,0 0 0 0 0,1 0 1 0 0,0 0-1 0 0,-1 0 0 0 0,2 0 1 0 0,-1 0-1 0 0,0 1 0 0 0,1 2 36 0 0,2-5-19 0 0,0 0 0 0 0,0 0 0 0 0,0 0 0 0 0,0-1 0 0 0,1 1-1 0 0,-1 0 1 0 0,1-1 0 0 0,-1 1 0 0 0,1-1 0 0 0,0 0 0 0 0,-1 0 0 0 0,1 0-1 0 0,0-1 1 0 0,0 1 0 0 0,0 0 0 0 0,0-1 0 0 0,-1 0 0 0 0,1 0 0 0 0,0 0 0 0 0,2 0 19 0 0,-4 0-4 0 0,22 0-32 0 0,0 0 1 0 0,-1-2 0 0 0,1-1 0 0 0,-1 0 0 0 0,0-2 0 0 0,0-1 0 0 0,8-3 35 0 0,-27 8-12 0 0,61-37-1536 0 0,-63 37 1460 0 0,1 0 0 0 0,-1-1-1 0 0,1 0 1 0 0,-1 1 0 0 0,0-1-1 0 0,1 0 1 0 0,-1 1 0 0 0,0-1 0 0 0,0 0-1 0 0,-1 0 1 0 0,1 0 0 0 0,0 0-1 0 0,-1 0 1 0 0,1 0 0 0 0,-1 0 0 0 0,1 0-1 0 0,-1 0 1 0 0,0 0 0 0 0,0 0-1 0 0,0 0 1 0 0,0 0 0 0 0,0-1 0 0 0,-1 1-1 0 0,1 0 1 0 0,0 0 0 0 0,-1 0-1 0 0,0 0 1 0 0,1 0 0 0 0,-1 0 0 0 0,0 1-1 0 0,0-1 1 0 0,0 0 0 0 0,0 0-1 0 0,-1 0 1 0 0,1 1 0 0 0,0-1 0 0 0,-1 1-1 0 0,1-1 1 0 0,-1 1 0 0 0,1 0-1 0 0,-3-2 89 0 0,-55-64 1668 0 0,52 57-998 0 0,6 9-356 0 0,1 1 97 0 0,0 0 18 0 0,0 0-27 0 0,0 0-130 0 0,0 0-59 0 0,0 0-12 0 0,0 0-6 0 0,0 0-23 0 0,0 0-11 0 0,0 0-1 0 0,0 0 0 0 0,0 11 160 0 0,11 67 491 0 0,-3 174-327 0 0,-11-171-1083 0 0,2-81 494 0 0,1 1-1 0 0,0 0 1 0 0,0-1 0 0 0,0 1-1 0 0,0 0 1 0 0,0-1 0 0 0,0 1-1 0 0,0 0 1 0 0,0-1 0 0 0,0 1-1 0 0,0 0 1 0 0,0-1 0 0 0,0 1-1 0 0,0 0 1 0 0,1-1 0 0 0,-1 1-1 0 0,0 0 1 0 0,0-1-1 0 0,1 1 1 0 0,-1-1 0 0 0,0 1-1 0 0,1-1 1 0 0,-1 1 0 0 0,1 0-1 0 0,-1-1 1 0 0,1 0 0 0 0,-1 1-1 0 0,1-1 1 0 0,-1 1 0 0 0,1-1-1 0 0,-1 1 1 0 0,1-1 0 0 0,0 0-1 0 0,-1 0 1 0 0,1 1-1 0 0,-1-1 1 0 0,1 0 0 0 0,0 0-1 0 0,-1 0 1 0 0,1 1 0 0 0,0-1-1 0 0,-1 0 1 0 0,1 0 0 0 0,0 0-1 0 0,0 0 1 0 0,-1 0 0 0 0,1-1-1 0 0,0 1 1 0 0,-1 0 0 0 0,1 0-1 0 0,0 0 1 0 0,-1-1-1 0 0,1 1 1 0 0,-1 0 0 0 0,1 0-1 0 0,0-1 1 0 0,-1 1 0 0 0,1-1-1 0 0,-1 1 1 0 0,1-1 105 0 0,7-5-1535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43.4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280 226 13792 0 0,'0'0'314'0'0,"0"0"110"0"0,0 0 162 0 0,0-1-410 0 0,-18-29 3654 0 0,-14 13-561 0 0,27 16-3068 0 0,-1 0 0 0 0,1 0-1 0 0,-1 1 1 0 0,0-1-1 0 0,1 1 1 0 0,-1 1 0 0 0,1-1-1 0 0,-1 1 1 0 0,0 0-1 0 0,1 0 1 0 0,-1 0 0 0 0,1 1-1 0 0,-1 0-200 0 0,-4 1 4 0 0,1 1 0 0 0,0 0-1 0 0,0 1 1 0 0,0 0 0 0 0,0 0-1 0 0,1 1 1 0 0,0 0 0 0 0,0 0-1 0 0,0 1 1 0 0,1 0 0 0 0,0 0 0 0 0,1 0-1 0 0,-5 8-3 0 0,6-9-150 0 0,1 0-1 0 0,1 1 0 0 0,-1 0 0 0 0,1 0 1 0 0,0 0-1 0 0,0 0 0 0 0,1 0 0 0 0,0 1 1 0 0,1-1-1 0 0,-1 1 0 0 0,1-1 0 0 0,1 1 1 0 0,-1-1-1 0 0,2 1 0 0 0,-1 0 1 0 0,1-1-1 0 0,0 1 0 0 0,0-1 0 0 0,2 5 151 0 0,-1-8-130 0 0,1-1-1 0 0,-1 1 0 0 0,1-1 0 0 0,0 0 1 0 0,0 0-1 0 0,0 0 0 0 0,1 0 0 0 0,-1 0 1 0 0,1-1-1 0 0,-1 1 0 0 0,1-1 0 0 0,0 0 1 0 0,0 0-1 0 0,0 0 0 0 0,0-1 0 0 0,0 0 1 0 0,1 1-1 0 0,-1-1 0 0 0,0-1 0 0 0,0 1 0 0 0,1-1 1 0 0,-1 1-1 0 0,0-1 0 0 0,1-1 0 0 0,-1 1 1 0 0,1-1-1 0 0,-1 1 0 0 0,0-1 0 0 0,4-2 131 0 0,6 0 112 0 0,-1-2 0 0 0,0 0 0 0 0,-1-1-1 0 0,1 0 1 0 0,-1 0 0 0 0,0-2-1 0 0,-1 1 1 0 0,1-2 0 0 0,0 0-112 0 0,1-1 34 0 0,40-56 3446 0 0,-49 59-1837 0 0,-1 9-781 0 0,-2 2-776 0 0,22 90-13 0 0,-8-15-1465 0 0,-15-77 950 0 0,7-6 276 0 0,20-36 293 0 0,1-14 481 0 0,-28 54-607 0 0,10-19 160 0 0,0 2-1 0 0,1-1 0 0 0,1 1 1 0 0,1 1-1 0 0,1 1 1 0 0,0-1-1 0 0,1 2 0 0 0,0 0 1 0 0,1 1-1 0 0,16-10-160 0 0,-30 22 9 0 0,0 0 0 0 0,0 0-1 0 0,0 0 1 0 0,0 1 0 0 0,0-1-1 0 0,0 0 1 0 0,0 1 0 0 0,0-1 0 0 0,0 1-1 0 0,0 0 1 0 0,1 0 0 0 0,-1 0-1 0 0,0 0 1 0 0,0 0 0 0 0,0 0 0 0 0,0 1-1 0 0,1-1 1 0 0,-1 1 0 0 0,0-1-1 0 0,0 1 1 0 0,0 0 0 0 0,0 0 0 0 0,0 0-1 0 0,0 0 1 0 0,0 0 0 0 0,-1 0-1 0 0,1 0 1 0 0,0 1 0 0 0,0-1 0 0 0,-1 1-1 0 0,1-1 1 0 0,-1 1 0 0 0,0 0-1 0 0,1-1 1 0 0,-1 1 0 0 0,0 0 0 0 0,0 0-1 0 0,0 0 1 0 0,0 0 0 0 0,0 0-1 0 0,-1 0 1 0 0,1 0 0 0 0,0 2-9 0 0,2 9-28 0 0,-1 1 0 0 0,0-1 1 0 0,0 1-1 0 0,-2-1 0 0 0,0 1 1 0 0,-1 11 27 0 0,1 7-157 0 0,-13 50-191 0 0,11-80 413 0 0,2-12 18 0 0,5-11 150 0 0,2 0 0 0 0,0 0 0 0 0,2 1 0 0 0,0 0 0 0 0,1 1 0 0 0,1 0 0 0 0,0 0 0 0 0,6-5-233 0 0,-6 10 0 0 0,-10 11 0 0 0,1 0 0 0 0,0 0 0 0 0,0 1 0 0 0,0-1 0 0 0,0 1 0 0 0,0-1 0 0 0,0 1 0 0 0,1 0 0 0 0,0 0 0 0 0,-1 0 0 0 0,1 0 0 0 0,0 0 0 0 0,0 1 0 0 0,0-1 0 0 0,0 1 0 0 0,2-1 0 0 0,2 2 0 0 0,-3 2 0 0 0,-1 1 0 0 0,1-1 0 0 0,-1 1 0 0 0,0 0 0 0 0,0 0 0 0 0,-1 0 0 0 0,1 0 0 0 0,-1 1 0 0 0,1-1 0 0 0,-1 1 0 0 0,0-1 0 0 0,0 1 0 0 0,-1 0 0 0 0,1 0 0 0 0,-1 0 0 0 0,0 0 0 0 0,0 0 0 0 0,0 0 0 0 0,0 0 0 0 0,-1 0 0 0 0,1 1 0 0 0,-1-1 0 0 0,0 0 0 0 0,-1 1 0 0 0,3 5 0 0 0,5 68 0 0 0,-3-52-67 0 0,-3-25-280 0 0,-1-1-131 0 0,0 0-30 0 0,30-27-100 0 0,47-74 912 0 0,-29 44-162 0 0,70-62 812 0 0,-23 25 77 0 0,-54 61-614 0 0,-40 32-345 0 0,10 8 53 0 0,-9 1-108 0 0,1 0 0 0 0,-1-1 0 0 0,0 1 0 0 0,0 0 0 0 0,-1 0 0 0 0,0 0 0 0 0,0 0 0 0 0,-1 0-1 0 0,0 1 1 0 0,-1-1 0 0 0,0 0 0 0 0,-1 4-17 0 0,-20 137-592 0 0,8-39-430 0 0,10-58 300 0 0,8-67 1002 0 0,-4 7-219 0 0,0 3 1 0 0,0-1 1 0 0,0 1-1 0 0,0 0 0 0 0,0 0 0 0 0,-1 0 0 0 0,0-1 1 0 0,0 1-1 0 0,-1 0 0 0 0,1 0 0 0 0,-1 1 0 0 0,-2-6-62 0 0,1 6 53 0 0,1 0-1 0 0,-1-1 1 0 0,1 1-1 0 0,-1 0 1 0 0,-1 0-1 0 0,1 1 1 0 0,0-1-1 0 0,-1 1 1 0 0,0-1-1 0 0,0 1 1 0 0,0 0-1 0 0,0 0 1 0 0,0 1-1 0 0,-1 0 1 0 0,1-1-1 0 0,-1 1 1 0 0,1 1-1 0 0,-1-1 1 0 0,-5 0-53 0 0,6 0 31 0 0,0 1 0 0 0,0 0 0 0 0,0 0 0 0 0,-1 1 0 0 0,1-1 0 0 0,0 1 0 0 0,-1 0 0 0 0,1 0 0 0 0,-1 1 0 0 0,1-1 0 0 0,0 1 0 0 0,-4 1-31 0 0,6 0 58 0 0,1 0-61 0 0,0 1-1 0 0,0 0 0 0 0,0 0 0 0 0,0 0 0 0 0,0-1 0 0 0,1 1 0 0 0,-1 0 0 0 0,1 0 0 0 0,0 0 0 0 0,0 0 0 0 0,0 0 0 0 0,0 0 1 0 0,0 0-1 0 0,1 0 0 0 0,-1 0 0 0 0,1 0 0 0 0,0 0 0 0 0,0 0 0 0 0,0 0 0 0 0,0-1 0 0 0,1 1 0 0 0,-1 0 0 0 0,1-1 1 0 0,-1 1-1 0 0,1-1 0 0 0,0 0 0 0 0,0 1 0 0 0,0-1 0 0 0,0 0 0 0 0,1 0 0 0 0,-1 0 0 0 0,0-1 0 0 0,1 1 0 0 0,0 0 0 0 0,0 0 4 0 0,5 5-4 0 0,-4-4-86 0 0,0 0 1 0 0,0-1-1 0 0,0 1 0 0 0,1-1 1 0 0,-1 0-1 0 0,1 0 0 0 0,-1-1 1 0 0,1 1-1 0 0,-1-1 0 0 0,1 0 1 0 0,0 0-1 0 0,0-1 0 0 0,-1 1 1 0 0,1-1-1 0 0,0 0 0 0 0,0 0 1 0 0,0-1-1 0 0,-1 1 0 0 0,1-1 1 0 0,0 0-1 0 0,-1 0 0 0 0,1-1 1 0 0,-1 0-1 0 0,1 1 0 0 0,-1-1 1 0 0,1-1-1 0 0,2-1 90 0 0,23-13-2865 0 0,-8 4 1215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6:45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54 10136 0 0,'0'0'230'0'0,"0"0"30"0"0,-1-1 19 0 0,-10-26 792 0 0,1 9 2234 0 0,9 17-2644 0 0,-14-5 1692 0 0,11 6-2162 0 0,0 1 0 0 0,0 0 0 0 0,1-1 0 0 0,-1 2 0 0 0,0-1 0 0 0,1 0 0 0 0,-1 1 0 0 0,1-1 0 0 0,-1 1 0 0 0,1 0 0 0 0,0 0 0 0 0,0 0 0 0 0,0 1 0 0 0,0-1-1 0 0,0 1 1 0 0,0 0 0 0 0,1-1 0 0 0,-3 4-191 0 0,4-5 23 0 0,-43 69 1256 0 0,26-30-1209 0 0,2 0 0 0 0,2 1 0 0 0,1 0 0 0 0,2 2 0 0 0,2-1 0 0 0,-2 32-70 0 0,11 44-20 0 0,2-94 32 0 0,1 1-1 0 0,2-1 1 0 0,0 1-1 0 0,1-2 1 0 0,1 1 0 0 0,2-1-1 0 0,4 8-11 0 0,-8-20 1 0 0,1 0-1 0 0,1 0 1 0 0,0-1 0 0 0,0 0-1 0 0,1 0 1 0 0,0-1-1 0 0,1 0 1 0 0,0 0 0 0 0,0-1-1 0 0,1 0 1 0 0,0-1-1 0 0,0 0 1 0 0,1 0 0 0 0,0-1-1 0 0,0-1 1 0 0,1 0-1 0 0,-1 0 1 0 0,1-1 0 0 0,0-1-1 0 0,7 2 0 0 0,84 10 0 0 0,-31-21-133 0 0,-30-8-3763 0 0,-30 8-3266 0 0</inkml:trace>
  <inkml:trace contextRef="#ctx0" brushRef="#br0" timeOffset="2514.429">535 159 13824 0 0,'0'0'314'0'0,"0"0"46"0"0,0 0 22 0 0,0 0-50 0 0,0 0-99 0 0,-7-4 1719 0 0,2 3 4153 0 0,2 7-6122 0 0,0 0 1 0 0,1 1-1 0 0,0-1 0 0 0,0 1 0 0 0,0 0 1 0 0,1-1-1 0 0,0 1 0 0 0,0 0 1 0 0,1 0-1 0 0,0 0 0 0 0,0 0 1 0 0,0 0-1 0 0,1-1 0 0 0,0 1 1 0 0,1 0-1 0 0,-1 0 0 0 0,1-1 0 0 0,1 1 1 0 0,-1-1-1 0 0,1 1 0 0 0,0-1 1 0 0,0 0-1 0 0,4 5 17 0 0,-4-9-113 0 0,0 0 0 0 0,1 0-1 0 0,-1 0 1 0 0,0 0 0 0 0,0 0 0 0 0,1-1 0 0 0,-1 1-1 0 0,1-1 1 0 0,0 0 0 0 0,-1 0 0 0 0,1 0-1 0 0,0-1 1 0 0,-1 1 0 0 0,1-1 0 0 0,0 0 0 0 0,0 0-1 0 0,-1 0 1 0 0,1-1 0 0 0,0 1 0 0 0,0-1 0 0 0,-1 0-1 0 0,1 0 1 0 0,-1 0 0 0 0,1-1 0 0 0,-1 1 0 0 0,1-1-1 0 0,-1 0 1 0 0,0 0 0 0 0,0 0 0 0 0,0 0 0 0 0,0 0-1 0 0,0-1 114 0 0,36-24 384 0 0,-26 16 438 0 0,-12 10-727 0 0,0 0 0 0 0,1 0 0 0 0,-1 0 0 0 0,0 0 0 0 0,0 0 0 0 0,0-1-1 0 0,1 1 1 0 0,-1 0 0 0 0,0-1 0 0 0,-1 1 0 0 0,1-1 0 0 0,0 1 0 0 0,0-1 0 0 0,-1 1-1 0 0,1-1 1 0 0,-1 1 0 0 0,1-1 0 0 0,-1 0 0 0 0,0 1 0 0 0,1-1 0 0 0,-1 0 0 0 0,0 0-95 0 0,-14-27 2361 0 0,13 28-2177 0 0,-10 1 57 0 0,9 2-241 0 0,0 0 0 0 0,0-1 0 0 0,0 1 0 0 0,1 0 0 0 0,-1 0 0 0 0,1 0 0 0 0,0 1 0 0 0,-1-1 0 0 0,1 0 0 0 0,0 0 0 0 0,0 1 0 0 0,0-1 0 0 0,1 1 0 0 0,-1-1 0 0 0,0 0 0 0 0,1 1 0 0 0,0-1 0 0 0,-1 1 0 0 0,1 0 0 0 0,0-1 0 0 0,1 1 0 0 0,-1-1 0 0 0,0 1 0 0 0,1 0 0 0 0,-1 0 0 0 0,-2 50 0 0 0,-1-1 0 0 0,-3 0 0 0 0,-3-1 0 0 0,-1 0 0 0 0,-13 33 0 0 0,20-72-199 0 0,-1 0 0 0 0,-1 0 0 0 0,0-1 0 0 0,0 0 0 0 0,-1 0 0 0 0,-1 0 0 0 0,0-1 0 0 0,0 0 0 0 0,-1 0 0 0 0,0-1 0 0 0,-1 0 0 0 0,0-1 0 0 0,0 1 0 0 0,-2-1 199 0 0,11-8-1 0 0,-6 5 60 0 0,-1 0 0 0 0,1-1 0 0 0,0 0 0 0 0,-1 0 0 0 0,0-1 0 0 0,0 0 0 0 0,0 0 0 0 0,-1 0 0 0 0,1-1-1 0 0,0 0 1 0 0,-1-1 0 0 0,0 1-59 0 0,-2-3 0 0 0,5-3 0 0 0,4 1 0 0 0,1-1 0 0 0,0 1 0 0 0,-1-1 0 0 0,1 1 0 0 0,1-1 0 0 0,-1 1 0 0 0,0-1 0 0 0,1 1 0 0 0,0-1 0 0 0,0 1 0 0 0,0-1 0 0 0,0 1 0 0 0,0 0 0 0 0,1 0 0 0 0,0-1 0 0 0,-1 1 0 0 0,1 0 0 0 0,0 0 0 0 0,1 1 0 0 0,-1-1 0 0 0,3-2 0 0 0,32-47 0 0 0,3 1 0 0 0,2 3 0 0 0,36-33 0 0 0,20 7 0 0 0,-11 33 75 0 0,-87 41-59 0 0,0 0 0 0 0,1 0 1 0 0,-1 0-1 0 0,1-1 0 0 0,-1 1 0 0 0,0 0 0 0 0,1 0 1 0 0,-1 0-1 0 0,1 0 0 0 0,-1 0 0 0 0,0 0 0 0 0,1 0 1 0 0,-1 0-1 0 0,1 0 0 0 0,-1 0 0 0 0,0 1 0 0 0,1-1 1 0 0,-1 0-1 0 0,1 0 0 0 0,-1 0 0 0 0,0 0 0 0 0,1 1 1 0 0,-1-1-1 0 0,0 0 0 0 0,1 0 0 0 0,-1 1 0 0 0,0-1 1 0 0,1 0-1 0 0,-1 0 0 0 0,0 1 0 0 0,0-1 0 0 0,1 0 1 0 0,-1 1-1 0 0,0-1 0 0 0,0 0 0 0 0,0 1 0 0 0,1-1 1 0 0,-1 1-1 0 0,0-1 0 0 0,0 0 0 0 0,0 1 0 0 0,0-1 1 0 0,0 1-1 0 0,0-1 0 0 0,0 0 0 0 0,0 1 0 0 0,0-1 1 0 0,0 1-1 0 0,0-1 0 0 0,0 0 0 0 0,0 1 0 0 0,0-1 1 0 0,0 1-1 0 0,0-1 0 0 0,-1 0 0 0 0,1 1 0 0 0,0-1 1 0 0,0 1-17 0 0,-7 29 1024 0 0,6-27-991 0 0,-25 75-33 0 0,25-74 0 0 0,-1 0 0 0 0,1 0 0 0 0,1 0 0 0 0,-1 0 0 0 0,0 0 0 0 0,1 0 0 0 0,0 0 0 0 0,0 0 0 0 0,0 0 0 0 0,1 0 0 0 0,-1 0 0 0 0,1 0 0 0 0,0 0 0 0 0,0 0 0 0 0,0 0 0 0 0,1 0 0 0 0,-1 0 0 0 0,1-1 0 0 0,0 1 0 0 0,0-1 0 0 0,0 1 0 0 0,1-1 0 0 0,-1 0 0 0 0,1 0 0 0 0,0 0 0 0 0,0 0 0 0 0,0 0 0 0 0,0-1 0 0 0,0 1 0 0 0,1-1 0 0 0,1 1 0 0 0,2-2 0 0 0,0 0 0 0 0,0-1 0 0 0,0 0 0 0 0,0-1 0 0 0,0 0 0 0 0,0 0 0 0 0,0 0 0 0 0,0-1 0 0 0,-1 0 0 0 0,1 0 0 0 0,0 0 0 0 0,-1-1 0 0 0,0 0 0 0 0,0-1 0 0 0,0 1 0 0 0,0-1 0 0 0,0 0 0 0 0,-1-1 0 0 0,1 1 0 0 0,-1-1 0 0 0,3-4 0 0 0,-6 7 0 0 0,0 0 0 0 0,0 0 0 0 0,-1-1 0 0 0,1 1 0 0 0,-1 0 0 0 0,1-1 0 0 0,-1 1 0 0 0,0-1 0 0 0,0 1 0 0 0,0-1 0 0 0,0 0 0 0 0,0 1 0 0 0,-1-1 0 0 0,1 0 0 0 0,-1 0 0 0 0,0 1 0 0 0,0-1 0 0 0,0 0 0 0 0,0 0 0 0 0,0 0 0 0 0,-1 1 0 0 0,1-1 0 0 0,-1 0 0 0 0,0 1 0 0 0,1-1 0 0 0,-5-4 10 0 0,0 1 0 0 0,-1-1-1 0 0,1 1 1 0 0,-1 1 0 0 0,0-1-1 0 0,-1 1 1 0 0,1 0 0 0 0,-1 1-1 0 0,0-1 1 0 0,0 1 0 0 0,0 1-1 0 0,-1-1 1 0 0,0 1 0 0 0,1 0-1 0 0,-1 1 1 0 0,-8-2-10 0 0,8 2-12 0 0,-19-5 77 0 0,1 0-971 0 0,11 1-2897 0 0,14 6 1263 0 0,1 0-18 0 0</inkml:trace>
  <inkml:trace contextRef="#ctx0" brushRef="#br0" timeOffset="2989.302">1352 459 13824 0 0,'0'0'314'0'0,"0"0"110"0"0,0 0 162 0 0,0 0-272 0 0,0 0 418 0 0,0 0 237 0 0,-2 1 45 0 0,-21 27 3858 0 0,-15 55-3213 0 0,37-80-1408 0 0,-19 44-270 0 0,-2-2-1 0 0,-1-1 1 0 0,-22 30 19 0 0,-25 27-5402 0 0,56-88-1761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02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16 334 11976 0 0,'0'0'266'0'0,"-4"-10"668"0"0,-8-42 2429 0 0,12 50-2996 0 0,9-4 94 0 0,-8 7-461 0 0,1-1 0 0 0,0 0 0 0 0,-1 0 0 0 0,1 1 0 0 0,0-1 0 0 0,0 1 0 0 0,-1-1 0 0 0,1 1 0 0 0,-1 0 0 0 0,1 0 0 0 0,-1 0 0 0 0,1-1 0 0 0,-1 2 0 0 0,1-1 0 0 0,-1 0 0 0 0,0 0 0 0 0,1 0 0 0 0,-1 0 0 0 0,0 1 0 0 0,0-1 0 0 0,0 1 0 0 0,16 12 0 0 0,-6-8 7 0 0,1-1-1 0 0,0 0 0 0 0,0-1 0 0 0,1-1 0 0 0,-1 0 0 0 0,1-1 0 0 0,-1 0 0 0 0,1 0 0 0 0,0-2 1 0 0,0 1-1 0 0,-1-2 0 0 0,10-1-6 0 0,-8 0 283 0 0,0-1 0 0 0,-1 0 0 0 0,1-1 1 0 0,-1-1-1 0 0,0 0 0 0 0,-1 0 0 0 0,1-2-283 0 0,1-2 0 0 0,-1 0 0 0 0,0-1 0 0 0,-1 0 0 0 0,0-1 0 0 0,-1 0 0 0 0,8-12 0 0 0,-6 9 0 0 0,5-6-668 0 0,0-2 0 0 0,-2 0-1 0 0,-1-1 1 0 0,-1-1-1 0 0,0 0 1 0 0,8-23 668 0 0,-18 34-5669 0 0</inkml:trace>
  <inkml:trace contextRef="#ctx0" brushRef="#br0" timeOffset="457.763">339 240 10512 0 0,'0'0'306'0'0,"0"0"-4"0"0,0 0-124 0 0,0 0 200 0 0,0-9 1789 0 0,1 6 3111 0 0,32 58-4968 0 0,8-11-310 0 0,-37-42 159 0 0,1-1-1 0 0,-1 0 1 0 0,0 0-1 0 0,0 0 1 0 0,1 0-1 0 0,-1-1 1 0 0,0 0-1 0 0,1 0 1 0 0,-1 0-1 0 0,0 0 0 0 0,1-1 1 0 0,-1 1-1 0 0,0-1 1 0 0,1 0-1 0 0,-1-1 1 0 0,0 1-1 0 0,0-1 1 0 0,0 1-1 0 0,3-3-158 0 0,12-2 469 0 0,152-60-27 0 0,-76 26-444 0 0,16-30-1498 0 0,-59 32-1906 0 0,-22 14-3415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04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13 159 11976 0 0,'0'0'266'0'0,"0"0"44"0"0,0 0 15 0 0,0 0-26 0 0,0 0-127 0 0,0 0 204 0 0,0 0 110 0 0,0 0 24 0 0,0 0 2 0 0,0 0 0 0 0,-4 8 954 0 0,3-7-1430 0 0,0 0-31 0 0,0 0 0 0 0,0 1 0 0 0,1-1 0 0 0,-1 1 0 0 0,0-1 0 0 0,1 1 0 0 0,-1-1 0 0 0,1 1 0 0 0,-1-1 0 0 0,1 1 0 0 0,0 0 0 0 0,0-1 0 0 0,0 1 0 0 0,0 0 0 0 0,0-1 0 0 0,0 1 0 0 0,0-1 0 0 0,0 1 0 0 0,0 0 0 0 0,1-1 0 0 0,-1 1 0 0 0,1-1 0 0 0,-1 1 0 0 0,1-1 0 0 0,0 1-1 0 0,0-1-4 0 0,0 2 0 0 0,1 0 0 0 0,-1-1 0 0 0,1 1 0 0 0,0-1 0 0 0,0 0 0 0 0,0 1 0 0 0,0-1 0 0 0,0 0 0 0 0,1 0 0 0 0,-1 0 0 0 0,1-1 0 0 0,-1 1 0 0 0,1-1 0 0 0,-1 1 0 0 0,1-1 0 0 0,0 0 0 0 0,0 0 0 0 0,0 0 0 0 0,0 0 0 0 0,0-1 0 0 0,0 1 0 0 0,1-1 0 0 0,6-1 128 0 0,0-2 0 0 0,0 0 0 0 0,0 0 0 0 0,-1-1-1 0 0,1 0 1 0 0,-1 0 0 0 0,0-1 0 0 0,0 0 0 0 0,0-1-1 0 0,-1 0 1 0 0,0-1 0 0 0,0 1 0 0 0,-1-1-1 0 0,0-1 1 0 0,0 1 0 0 0,6-9-128 0 0,-10 12 3 0 0,11-14-425 0 0,0 0 0 0 0,-1-1-1 0 0,-1-1 1 0 0,-1 0-1 0 0,5-11 423 0 0,-12 20-4298 0 0,0 1-1315 0 0</inkml:trace>
  <inkml:trace contextRef="#ctx0" brushRef="#br0" timeOffset="349.644">173 116 12152 0 0,'0'0'356'0'0,"0"0"-7"0"0,-1-1-221 0 0,-9-21 4630 0 0,9 21-4210 0 0,1 1-32 0 0,0 0-4 0 0,0 0 0 0 0,0 0 0 0 0,0 0 0 0 0,0 0-68 0 0,5 24-288 0 0,9 36-300 0 0,1 3 288 0 0,12-11-128 0 0,-26-51-16 0 0,0 0 0 0 0,0 0 0 0 0,0 0 0 0 0,0 1 0 0 0,0-2 0 0 0,0 1 0 0 0,1 0 0 0 0,-1 0 0 0 0,0 0 0 0 0,1 0 0 0 0,-1-1 0 0 0,0 1 0 0 0,1-1 0 0 0,-1 1 0 0 0,1-1 0 0 0,-1 0 0 0 0,1 1 0 0 0,-1-1 0 0 0,1 0 0 0 0,-1 0 0 0 0,1 0 0 0 0,0 0 0 0 0,-1 0 0 0 0,1-1 0 0 0,-1 1 0 0 0,1 0 0 0 0,0-1 0 0 0,2 0 124 0 0,1-1-1 0 0,-1 0 1 0 0,1 0-1 0 0,-1-1 1 0 0,1 1-1 0 0,-1-1 1 0 0,0 0 0 0 0,0 0-1 0 0,-1 0 1 0 0,1-1-1 0 0,-1 1 1 0 0,4-5-124 0 0,19-17 549 0 0,51-44-597 0 0,-5 22-5961 0 0,-61 46 4539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06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10136 0 0,'0'0'230'0'0,"0"0"30"0"0,0 0 19 0 0,0 0 105 0 0,0 0 411 0 0,0 0 182 0 0,0 0 42 0 0,0 0-133 0 0,0 0-534 0 0,0 0-74 0 0,0 0 30 0 0,0 0 4 0 0,0 7 90 0 0,14 23-245 0 0,10 14-93 0 0,-4-24-64 0 0,-17-20 96 0 0,0 0 0 0 0,0 0 0 0 0,0 0-1 0 0,0-1 1 0 0,0 1 0 0 0,0-1-1 0 0,0 0 1 0 0,0 0 0 0 0,0 0-1 0 0,0 0 1 0 0,0-1 0 0 0,-1 1 0 0 0,1-1-1 0 0,0 0 1 0 0,-1 1 0 0 0,1-1-1 0 0,-1 0 1 0 0,0-1 0 0 0,0 1-1 0 0,0 0 1 0 0,0-1 0 0 0,0 1 0 0 0,0-1-1 0 0,0 1 1 0 0,-1-1 0 0 0,1 0-1 0 0,0-3-95 0 0,-2 6 0 0 0,92-132-201 0 0,-78 113-4584 0 0,-13 18-668 0 0</inkml:trace>
  <inkml:trace contextRef="#ctx0" brushRef="#br0" timeOffset="343.313">191 52 10512 0 0,'0'0'306'0'0,"0"0"-4"0"0,0 0-82 0 0,0 0 373 0 0,0 0 188 0 0,0 0 34 0 0,0 0-7 0 0,0 0-61 0 0,0 0-31 0 0,0 0-5 0 0,0 0-25 0 0,0 0-113 0 0,0 0-49 0 0,0 0-11 0 0,0 0-69 0 0,0 1-289 0 0,1 7-154 0 0,0 0 0 0 0,0 0-1 0 0,1-1 1 0 0,0 1 0 0 0,0-1 0 0 0,1 0 0 0 0,0 1-1 0 0,1-1 1 0 0,-1 0 0 0 0,1-1 0 0 0,1 1-1 0 0,1 5-8 0 0,13 15-200 0 0,8-10 440 0 0,18-45-85 0 0,-8-6 325 0 0,29-18 339 0 0,-14 14-1449 0 0,-21 12-5200 0 0,-15 11-355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12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180 395 13824 0 0,'0'0'314'0'0,"0"0"46"0"0,0 0 22 0 0,0 0-50 0 0,0 0-220 0 0,-3-1 7394 0 0,-32 33-6746 0 0,-66 104-1391 0 0,69-90-2247 0 0,24-32 1468 0 0</inkml:trace>
  <inkml:trace contextRef="#ctx0" brushRef="#br0" timeOffset="507.429">592 223 13736 0 0,'0'0'306'0'0,"0"0"46"0"0,0 0 24 0 0,1-1-38 0 0,3-1-220 0 0,10-11 1621 0 0,-13 12-783 0 0,-1-13 1522 0 0,-1 12-2266 0 0,0-1 0 0 0,-1 0 0 0 0,1 1 0 0 0,0-1-1 0 0,-1 1 1 0 0,1 0 0 0 0,-1-1 0 0 0,0 1 0 0 0,0 0 0 0 0,0 0-1 0 0,0 0 1 0 0,0 0 0 0 0,0 0 0 0 0,-1 1 0 0 0,1-1-1 0 0,-1 1 1 0 0,1-1 0 0 0,-1 1 0 0 0,1 0 0 0 0,-1 0 0 0 0,0 0-1 0 0,1 0 1 0 0,-2 1-212 0 0,-4-3 34 0 0,0 1 1 0 0,0 0-1 0 0,0 0 0 0 0,-1 1 0 0 0,1 0 1 0 0,-1 1-1 0 0,1 0 0 0 0,-1 0 0 0 0,1 1 1 0 0,-1 0-1 0 0,1 0 0 0 0,0 1 0 0 0,-1 0 1 0 0,1 1-1 0 0,0 0 0 0 0,0 0 0 0 0,1 0 1 0 0,-1 1-1 0 0,1 0 0 0 0,-1 1 1 0 0,1 0-1 0 0,1 0 0 0 0,-1 0 0 0 0,1 1 1 0 0,0 0-1 0 0,0 0 0 0 0,0 1 0 0 0,1-1 1 0 0,-2 5-35 0 0,6-10-71 0 0,0 1 0 0 0,0 0 0 0 0,0 0 0 0 0,0 0 0 0 0,0 0 0 0 0,0 0 0 0 0,1 0 0 0 0,-1 0 0 0 0,1 0 0 0 0,-1 0 0 0 0,1 0 0 0 0,0 0 0 0 0,0 0 0 0 0,0 0 0 0 0,0 0 0 0 0,0 0 0 0 0,0 0 0 0 0,1 0 0 0 0,-1 1 0 0 0,0-1 0 0 0,1 0 0 0 0,0 0 0 0 0,0-1 1 0 0,0 1-1 0 0,-1 0 0 0 0,2 0 0 0 0,-1 0 0 0 0,0 0 0 0 0,0-1 0 0 0,0 1 0 0 0,1-1 0 0 0,-1 1 0 0 0,1-1 0 0 0,-1 1 0 0 0,3 0 71 0 0,68 27-2843 0 0,22-29 2354 0 0,-61-6 1437 0 0,-17-3 1934 0 0,-15 7-2458 0 0,-1 2-68 0 0,0 0-32 0 0,0 0-4 0 0,2 4-184 0 0,0 0 0 0 0,0 1 0 0 0,-1-1 0 0 0,0 0 0 0 0,0 0 0 0 0,0 1 0 0 0,0-1 0 0 0,0 1 0 0 0,-1-1 0 0 0,0 1 0 0 0,0-1 0 0 0,0 2-136 0 0,8 152-1233 0 0,5-108-2319 0 0,-13-49 2084 0 0,0-1-697 0 0,2 0-2739 0 0,4 0-1173 0 0</inkml:trace>
  <inkml:trace contextRef="#ctx0" brushRef="#br0" timeOffset="887.803">798 220 15144 0 0,'-15'-65'1649'0'0,"-15"-73"3492"0"0,30 138-5089 0 0,1 1 1 0 0,-1-1-1 0 0,0 0 1 0 0,1 0-1 0 0,-1 0 1 0 0,1 0-1 0 0,-1 0 1 0 0,1 0-1 0 0,-1 0 1 0 0,0 0-1 0 0,1 0 1 0 0,-1 0-1 0 0,1 0 1 0 0,-1 0-1 0 0,1 0 1 0 0,-1 0-1 0 0,0 0 1 0 0,1 0-1 0 0,-1-1 1 0 0,1 1-1 0 0,-1 0 1 0 0,0 0-1 0 0,1 0 1 0 0,-1-1-1 0 0,0 1 1 0 0,1 0-1 0 0,-1 0 1 0 0,0-1-1 0 0,1 1 1 0 0,-1 0-1 0 0,0-1 1 0 0,0 1-1 0 0,1 0 1 0 0,-1-1-1 0 0,0 1 1 0 0,0 0-1 0 0,0-1 1 0 0,1 1-1 0 0,-1-1 1 0 0,0 1-1 0 0,0 0 1 0 0,0-1-1 0 0,0 1 1 0 0,0-1-1 0 0,0 1 1 0 0,0-1-1 0 0,0 1 1 0 0,0 0-1 0 0,0-1 1 0 0,0 1-1 0 0,0-1 1 0 0,0 1-1 0 0,0-1 0 0 0,0 1 1 0 0,-1 0-1 0 0,1-1 1 0 0,0 1-1 0 0,0 0 1 0 0,0-1-1 0 0,-1 1 1 0 0,1-1-1 0 0,0 1 1 0 0,0 0-1 0 0,-1-1 1 0 0,1 1-53 0 0,6 5 97 0 0,-1 0 0 0 0,1 1 1 0 0,-1-1-1 0 0,0 1 0 0 0,0 1 0 0 0,-1-1 1 0 0,1 0-1 0 0,-2 1 0 0 0,4 5-97 0 0,11 20 146 0 0,-9-20-135 0 0,-1 1 0 0 0,-1 0-1 0 0,0 0 1 0 0,-1 0 0 0 0,0 1-1 0 0,-1 0 1 0 0,-1 0 0 0 0,0 1-1 0 0,-1-1 1 0 0,0 1 0 0 0,-1-1-1 0 0,-1 1 1 0 0,-1 0 0 0 0,0 0-1 0 0,-1 13-10 0 0,-7 14-11 0 0,-1-1 0 0 0,-1 0 0 0 0,-3 0 0 0 0,-1-1 0 0 0,-2-1 0 0 0,-6 7 11 0 0,15-30-115 0 0,-1 0 1 0 0,-1-1 0 0 0,0-1 0 0 0,-1 1 0 0 0,0-1 0 0 0,-1-1 0 0 0,-1 0 0 0 0,0-1 0 0 0,-1 0 0 0 0,0-1 0 0 0,-1 0 0 0 0,0-1 0 0 0,-7 3 114 0 0,-85 28-3225 0 0,87-38 1455 0 0</inkml:trace>
  <inkml:trace contextRef="#ctx0" brushRef="#br0" timeOffset="1609.789">1337 294 13560 0 0,'0'0'306'0'0,"0"-1"46"0"0,-12-52 2042 0 0,9-4 5689 0 0,4 56-7996 0 0,1-4-91 0 0,-1 4-112 0 0,-1 1-60 0 0,0 0-15 0 0,11 8-4846 0 0,-11-2-2101 0 0</inkml:trace>
  <inkml:trace contextRef="#ctx0" brushRef="#br0" timeOffset="2099.001">1337 622 17647 0 0,'0'0'399'0'0,"0"0"60"0"0,0 0 23 0 0,0 0-50 0 0,0 0-168 0 0,0 0 351 0 0,6 14 2397 0 0,-5-12-2878 0 0,1 0-1 0 0,-1 0 1 0 0,1 1 0 0 0,-1-1-1 0 0,0 0 1 0 0,1 1 0 0 0,-1-1 0 0 0,0 1-1 0 0,-1 0 1 0 0,1-1 0 0 0,0 1-1 0 0,-1 0 1 0 0,0-1 0 0 0,0 1 0 0 0,1 0-1 0 0,-2 0 1 0 0,1-1 0 0 0,0 1-1 0 0,0 0 1 0 0,-1-1 0 0 0,0 1-1 0 0,1 0 1 0 0,-1-1 0 0 0,0 1 0 0 0,0-1-1 0 0,0 1 1 0 0,-2 1-134 0 0,-44 70 407 0 0,41-66-356 0 0,-54 72-35 0 0,-57 18-1291 0 0,21-19-4887 0 0,81-63 4116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11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 13824 0 0,'0'0'314'0'0,"0"0"110"0"0,0 0 162 0 0,0 0-340 0 0,0 0 132 0 0,0 0 108 0 0,0 0 23 0 0,0 0 3 0 0,0 0 0 0 0,0 0 0 0 0,0 0 0 0 0,0 0 0 0 0,-3 7 512 0 0,-1 14-837 0 0,2 1 0 0 0,0 0-1 0 0,1 0 1 0 0,1 0 0 0 0,1 0-1 0 0,2 5-186 0 0,13 95-1826 0 0,10-19-372 0 0,-23-99 2246 0 0,-3-3 290 0 0,0-1 136 0 0,0 0 34 0 0,0 0-65 0 0,11-1-278 0 0,16-32 1244 0 0,-19 19-935 0 0,65-87 1739 0 0,-70 98-2213 0 0,1 0 0 0 0,-1 0 0 0 0,1 0 0 0 0,-1 0 0 0 0,1 0 0 0 0,0 1 0 0 0,0 0 0 0 0,0-1 0 0 0,0 2 0 0 0,0-1 0 0 0,1 0 0 0 0,-1 1 0 0 0,0 0 0 0 0,1 0 0 0 0,-1 0 0 0 0,1 0 0 0 0,0 1 0 0 0,-1 0 0 0 0,1 0 0 0 0,-1 0 0 0 0,1 1 0 0 0,-1-1 0 0 0,1 1 0 0 0,-1 0 0 0 0,3 1 0 0 0,-4-1 0 0 0,0 0 0 0 0,1 1 0 0 0,-1 0 0 0 0,0-1 0 0 0,0 1 0 0 0,0 0 0 0 0,0 1 0 0 0,-1-1 0 0 0,1 0 0 0 0,0 1 0 0 0,-1 0 0 0 0,0-1 0 0 0,0 1 0 0 0,0 0 0 0 0,0 0 0 0 0,0 0 0 0 0,0 0 0 0 0,-1 1 0 0 0,1-1 0 0 0,0 2 0 0 0,-1-1 0 0 0,0 0 0 0 0,0 0 0 0 0,0 1 0 0 0,-1-1 0 0 0,1 0 0 0 0,-1 0 0 0 0,0 0 0 0 0,0 0 0 0 0,0 0 0 0 0,-1 0 0 0 0,1 1 0 0 0,-1-1 0 0 0,0 0 0 0 0,0 0 0 0 0,-1 0 0 0 0,1-1 0 0 0,-1 1 0 0 0,0 0 0 0 0,0 0 0 0 0,-2 2 0 0 0,-59 65 0 0 0,39-46 0 0 0,18-20-6 0 0,0 0-1 0 0,0-1 1 0 0,-1 1 0 0 0,1-1-1 0 0,-1 0 1 0 0,0-1-1 0 0,-1 0 1 0 0,1 0 0 0 0,0 0-1 0 0,-1-1 7 0 0,-23 0-1360 0 0,20-15-2841 0 0,11 4 2169 0 0,0-2-14 0 0</inkml:trace>
  <inkml:trace contextRef="#ctx0" brushRef="#br0" timeOffset="406.618">578 237 15664 0 0,'25'2'1838'0'0,"-24"-1"-1134"0"0,-1-1 215 0 0,0 0 45 0 0,-4 17 1512 0 0,-44 58 334 0 0,-29 29-3882 0 0,30-51-4681 0 0,38-39 3834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17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284 216 15664 0 0,'0'0'356'0'0,"0"0"49"0"0,0 0 21 0 0,0 0-42 0 0,-9-11-236 0 0,5 6 250 0 0,-1 1-1 0 0,0-1 0 0 0,0 1 1 0 0,0 0-1 0 0,0 0 0 0 0,-1 1 1 0 0,0 0-1 0 0,1 0 0 0 0,-1 0 1 0 0,-1 0-1 0 0,1 1 0 0 0,0 0 1 0 0,0 0-1 0 0,-1 1 0 0 0,1 0 1 0 0,-1 0-1 0 0,1 1 0 0 0,-4-1-397 0 0,5 1 58 0 0,0 0-1 0 0,0 0 0 0 0,-1 0 0 0 0,1 1 1 0 0,0 0-1 0 0,0 0 0 0 0,0 0 0 0 0,0 0 1 0 0,0 1-1 0 0,0 0 0 0 0,1 0 0 0 0,-1 0 1 0 0,1 1-1 0 0,-1 0 0 0 0,1-1 0 0 0,0 1 1 0 0,-4 4-58 0 0,1-1-185 0 0,1 1 0 0 0,-1 0 0 0 0,2 0 0 0 0,-1 0 0 0 0,1 1-1 0 0,0 0 1 0 0,0 0 0 0 0,1 0 0 0 0,0 0 0 0 0,0 1 0 0 0,1 0 0 0 0,1 0 0 0 0,-1-1 0 0 0,1 2 0 0 0,1-1 0 0 0,0 0 0 0 0,0 0 0 0 0,0 0 0 0 0,1 1 0 0 0,1-1 0 0 0,0 5 185 0 0,0-10-183 0 0,1 0-1 0 0,-1-1 0 0 0,0 1 1 0 0,1 0-1 0 0,0-1 0 0 0,0 1 1 0 0,0-1-1 0 0,0 0 0 0 0,1 1 1 0 0,-1-1-1 0 0,1 0 0 0 0,0-1 1 0 0,0 1-1 0 0,0 0 0 0 0,0-1 1 0 0,0 0-1 0 0,0 1 0 0 0,1-1 1 0 0,-1-1-1 0 0,1 1 0 0 0,0 0 1 0 0,-1-1-1 0 0,1 0 0 0 0,0 0 1 0 0,0 0-1 0 0,0 0 0 0 0,0 0 1 0 0,0-1-1 0 0,0 0 0 0 0,0 0 1 0 0,0 0-1 0 0,0 0 0 0 0,-1-1 1 0 0,1 1-1 0 0,0-1 0 0 0,0 0 1 0 0,0 0-1 0 0,0-1 0 0 0,-1 1 1 0 0,1-1-1 0 0,1 0 184 0 0,75-62 3858 0 0,-9-17 1710 0 0,-66 78-5568 0 0,2 2 0 0 0,0 1 0 0 0,-1 3 0 0 0,-1 4 0 0 0,19 57 0 0 0,-16 51-1870 0 0,13-153 1748 0 0,25-47 1949 0 0,15-17 221 0 0,-53 92-1989 0 0,-6 7-54 0 0,0-1 1 0 0,1 1-1 0 0,-1-1 0 0 0,1 1 1 0 0,0 0-1 0 0,0 0 0 0 0,0 0 1 0 0,0 1-1 0 0,1-1 0 0 0,-1 1 0 0 0,1-1 1 0 0,0 1-1 0 0,-1 0 0 0 0,1 1 1 0 0,0-1-1 0 0,0 1 0 0 0,0-1 1 0 0,0 1-1 0 0,1 0 0 0 0,-1 1-5 0 0,-2 0 0 0 0,-1 0 0 0 0,0 1 0 0 0,0-1 0 0 0,0 1 0 0 0,0-1 0 0 0,0 1 0 0 0,1 0 0 0 0,-1-1 0 0 0,0 1 0 0 0,0 0 0 0 0,-1 0 0 0 0,1-1 0 0 0,0 1 0 0 0,0 0 0 0 0,0 0 0 0 0,0 0 0 0 0,-1 0 0 0 0,1 0 0 0 0,-1 0 0 0 0,1 1 0 0 0,0-1 0 0 0,-1 0 0 0 0,0 0 0 0 0,1 0 0 0 0,-1 0 0 0 0,0 1 0 0 0,1 0 0 0 0,0 2 0 0 0,5 15-198 0 0,-2 0 0 0 0,0-1 0 0 0,-1 2 0 0 0,0-1 0 0 0,-2 0 0 0 0,0 0 0 0 0,-2 1 0 0 0,0 3 198 0 0,0 18-242 0 0,12-42 76 0 0,7-39 230 0 0,2 0 403 0 0,-15 29-259 0 0,0 1 1 0 0,0-1 0 0 0,2 1 0 0 0,-1 0 0 0 0,1 0-1 0 0,0 1 1 0 0,8-8-209 0 0,24-2 0 0 0,-18 25 0 0 0,-17 0-58 0 0,0 1-1 0 0,-1-1 0 0 0,0 1 1 0 0,0 0-1 0 0,0 0 1 0 0,-1 0-1 0 0,0 0 0 0 0,0 0 1 0 0,-1 0-1 0 0,0 1 1 0 0,0-1-1 0 0,0 0 0 0 0,-1 1 1 0 0,0-1-1 0 0,-1 1 1 0 0,0-1-1 0 0,0 0 0 0 0,-1 1 1 0 0,1-1-1 0 0,-1 0 1 0 0,-2 2 58 0 0,2 1-51 0 0,2-10 46 0 0,0 1-1 0 0,-1-1 1 0 0,1 0 0 0 0,0 0 0 0 0,0 1-1 0 0,-1-1 1 0 0,1 0 0 0 0,0 0 0 0 0,0 1-1 0 0,-1-1 1 0 0,1 0 0 0 0,0 0 0 0 0,0 1-1 0 0,0-1 1 0 0,0 0 0 0 0,0 1-1 0 0,-1-1 1 0 0,1 0 0 0 0,0 1 0 0 0,0-1-1 0 0,0 0 1 0 0,0 1 0 0 0,0-1 0 0 0,0 0-1 0 0,0 1 1 0 0,0-1 0 0 0,0 1 0 0 0,0-1-1 0 0,0 0 1 0 0,0 1 0 0 0,1-1 0 0 0,-1 0-1 0 0,0 1 1 0 0,0-1 0 0 0,0 0 0 0 0,0 0-1 0 0,0 1 1 0 0,1-1 0 0 0,-1 0-1 0 0,0 1 1 0 0,0-1 0 0 0,1 0 0 0 0,-1 0-1 0 0,0 1 1 0 0,0-1 0 0 0,1 0 0 0 0,-1 0-1 0 0,0 0 1 0 0,1 0 0 0 0,-1 1 0 0 0,0-1-1 0 0,1 0 1 0 0,-1 0 0 0 0,0 0 0 0 0,1 0-1 0 0,-1 0 1 0 0,0 0 0 0 0,1 0-1 0 0,-1 0 1 0 0,0 0 0 0 0,1 0 0 0 0,-1 0-1 0 0,0 0 1 0 0,1 0 0 0 0,-1 0 0 0 0,0 0-1 0 0,1 0 1 0 0,-1 0 5 0 0,20-18-318 0 0,-13 11 275 0 0,111-110 43 0 0,-31 24 1392 0 0,43-81 1248 0 0,-130 172-2640 0 0,1 1 1 0 0,-1 0-1 0 0,1-1 0 0 0,-1 1 1 0 0,1 0-1 0 0,0-1 0 0 0,-1 1 0 0 0,1 0 1 0 0,0 0-1 0 0,0-1 0 0 0,0 1 1 0 0,0 0-1 0 0,0 0 0 0 0,0 0 1 0 0,0 0-1 0 0,1 1 0 0 0,-1-1 0 0 0,0 0 1 0 0,1 0-1 0 0,-1 1 0 0 0,0-1 1 0 0,1 0-1 0 0,-1 1 0 0 0,0 0 0 0 0,1-1 1 0 0,-1 1-1 0 0,1 0 0 0 0,-1 0 1 0 0,1 0-1 0 0,-1 0 0 0 0,1 0 0 0 0,-1 0 1 0 0,1 0-1 0 0,-1 0 0 0 0,1 0 1 0 0,-1 1-1 0 0,1-1 0 0 0,-1 1 1 0 0,0-1-1 0 0,1 1 0 0 0,-1 0 0 0 0,0-1 1 0 0,1 1-1 0 0,-1 0 0 0 0,0 0 1 0 0,0 0-1 0 0,0 0 0 0 0,0 0 0 0 0,0 0 1 0 0,0 0-1 0 0,0 0 0 0 0,0 0 1 0 0,0 1-1 0 0,0-1 0 0 0,0 1 0 0 0,5 17 0 0 0,-2 0 0 0 0,0 1 0 0 0,0-1 0 0 0,-2 1 0 0 0,-1-1 0 0 0,0 1 0 0 0,-1 0 0 0 0,-2 9 0 0 0,-3 29 0 0 0,-10 73-1992 0 0,15-113 1992 0 0,0-19 0 0 0,0 1 0 0 0,0 0 0 0 0,0 0 0 0 0,0-1 0 0 0,0 1 0 0 0,0 0 0 0 0,0 0 0 0 0,1 0 0 0 0,-1-1 0 0 0,0 1 0 0 0,0 0 0 0 0,0 0 0 0 0,0-1 0 0 0,0 1 0 0 0,1 0 0 0 0,-1 0 0 0 0,0 0 0 0 0,0 0 0 0 0,0-1 0 0 0,1 1 0 0 0,-1 0 0 0 0,0 0 0 0 0,0 0 0 0 0,0 0 0 0 0,1 0 0 0 0,-1 0 0 0 0,0 0 0 0 0,0 0 0 0 0,1 0 0 0 0,-1 0 0 0 0,0 0 0 0 0,0-1 0 0 0,1 1 0 0 0,-1 0 0 0 0,0 1 0 0 0,0-1 0 0 0,1 0 0 0 0,-1 0 0 0 0,0 0 0 0 0,0 0 0 0 0,1 0 0 0 0,-1 0 0 0 0,0 0 0 0 0,0 0 0 0 0,1 0 0 0 0,-1 0 0 0 0,0 1 0 0 0,0-1 0 0 0,0 0 0 0 0,1 0 0 0 0,-1 0 0 0 0,0 0 0 0 0,0 1 0 0 0,0-1 0 0 0,0 0 0 0 0,1 0 0 0 0,-1 0 0 0 0,0 1 0 0 0,0-1 0 0 0,0 0 0 0 0,0 0 0 0 0,0 1 0 0 0,0-1 0 0 0,0 0 0 0 0,2-2 47 0 0,-1-1 0 0 0,1 0 0 0 0,-1 1 0 0 0,0-1 0 0 0,0 0 0 0 0,0 0 0 0 0,0 0 0 0 0,-1 0 1 0 0,1 1-1 0 0,-1-1 0 0 0,0 0 0 0 0,0 0 0 0 0,0 0 0 0 0,0 0 0 0 0,0 0 0 0 0,-1 0 0 0 0,1 0 0 0 0,-1 0 0 0 0,0 0 0 0 0,0 0 0 0 0,0 1 0 0 0,0-1 0 0 0,0 0 0 0 0,-1 1 0 0 0,1-1 0 0 0,-1 1 0 0 0,1-1 0 0 0,-1 1 0 0 0,-1-2-47 0 0,-1 0 96 0 0,0-1-1 0 0,0 1 1 0 0,0 0-1 0 0,0 0 1 0 0,0 0 0 0 0,-1 0-1 0 0,0 1 1 0 0,0-1-1 0 0,0 1 1 0 0,0 1-1 0 0,0-1 1 0 0,-1 1 0 0 0,1 0-1 0 0,-1 0 1 0 0,1 0-1 0 0,-1 1 1 0 0,0 0-1 0 0,0 0 1 0 0,0 1 0 0 0,1-1-1 0 0,-1 1 1 0 0,0 0-1 0 0,0 1 1 0 0,0 0-1 0 0,0-1 1 0 0,1 2 0 0 0,-1-1-1 0 0,-4 2-95 0 0,6-1-28 0 0,1-1 0 0 0,0 1 1 0 0,0-1-1 0 0,0 1 0 0 0,0 0 0 0 0,0 0 0 0 0,0 0 1 0 0,1 0-1 0 0,-1 1 0 0 0,0-1 0 0 0,1 1 0 0 0,0-1 0 0 0,0 1 1 0 0,0 0-1 0 0,0 0 0 0 0,0 0 0 0 0,0 0 0 0 0,1 1 1 0 0,0-1-1 0 0,-1 0 0 0 0,1 0 0 0 0,0 4 28 0 0,0-1-43 0 0,1 0 0 0 0,0 1-1 0 0,1-1 1 0 0,-1 0 0 0 0,1 0-1 0 0,0 0 1 0 0,1 0 0 0 0,0 0 0 0 0,0 0-1 0 0,0 0 1 0 0,0 0 0 0 0,1-1-1 0 0,0 1 1 0 0,0-1 0 0 0,1 0 0 0 0,-1 0-1 0 0,1 0 1 0 0,0 0 0 0 0,1 0-1 0 0,-1-1 1 0 0,1 0 0 0 0,0 0 0 0 0,0 0-1 0 0,0-1 1 0 0,0 0 0 0 0,1 0-1 0 0,-1 0 1 0 0,1 0 43 0 0,0-3-193 0 0,-1 1-1 0 0,0-1 1 0 0,1 0 0 0 0,-1-1-1 0 0,0 1 1 0 0,1-1-1 0 0,-1 0 1 0 0,0 0-1 0 0,0-1 1 0 0,0 1 0 0 0,0-1-1 0 0,0 0 1 0 0,0-1-1 0 0,0 1 1 0 0,0-1 0 0 0,-1 0-1 0 0,0 0 1 0 0,1 0-1 0 0,-1-1 1 0 0,0 0 193 0 0,-2 2-176 0 0,18-12-2209 0 0,3-3-5465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31.4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50 8552 0 0,'0'0'190'0'0,"0"0"28"0"0,0 0 11 0 0,0 0 104 0 0,0 0 354 0 0,0-20 4608 0 0,0-9 56 0 0,0 28-4839 0 0,0 1 0 0 0,0 0 0 0 0,0 0 0 0 0,0 0 0 0 0,0 0 0 0 0,0 0 0 0 0,0 0 0 0 0,0 0-68 0 0,0 8-272 0 0,-9 200-172 0 0,-2 14 0 0 0,16-164-1384 0 0,-5-57 1114 0 0,0 0 0 0 0,0 0 1 0 0,0 0-1 0 0,0 0 0 0 0,1 0 0 0 0,-1 0 0 0 0,0 0 0 0 0,1 0 0 0 0,-1 0 0 0 0,0 0 0 0 0,1-1 0 0 0,-1 1 1 0 0,1 0-1 0 0,0 0 0 0 0,-1 0 0 0 0,1 0 0 0 0,0-1 0 0 0,-1 1 0 0 0,1 0 0 0 0,0-1 0 0 0,0 1 0 0 0,0-1 0 0 0,-1 1 1 0 0,1-1-1 0 0,0 1 0 0 0,0-1 0 0 0,0 1 0 0 0,0-1 0 0 0,0 0 0 0 0,0 1 0 0 0,0-1 0 0 0,0 0 0 0 0,0 0 1 0 0,0 0-1 0 0,0 0 0 0 0,0 0 0 0 0,0 0 0 0 0,0 0 0 0 0,0 0 0 0 0,0 0 0 0 0,0-1 0 0 0,0 1 0 0 0,0 0 0 0 0,0-1 1 0 0,0 1-1 0 0,0 0 270 0 0,52-34-7415 0 0,23-42 9081 0 0,-16-13 9269 0 0,-53 77-8702 0 0,-6 11-1205 0 0,-1 1-72 0 0,0 0-285 0 0,0 0-126 0 0,0 0-29 0 0,0 0-8 0 0,0 0-17 0 0,0 0-10 0 0,-2 1-1 0 0,-1 1-420 0 0,0 2 0 0 0,-1-1-1 0 0,1 0 1 0 0,1 1 0 0 0,-1-1-1 0 0,0 1 1 0 0,1 0 0 0 0,0 0-1 0 0,0 0 1 0 0,0 0 0 0 0,0 0-1 0 0,1 0 1 0 0,-1 0 0 0 0,1 1-1 0 0,0-1 1 0 0,1 1 0 0 0,-1 2-60 0 0,-2 18-68 0 0,3 57-119 0 0,1-79 174 0 0,-1 0 0 0 0,1 0-1 0 0,0 0 1 0 0,0 0 0 0 0,0 0-1 0 0,0 0 1 0 0,0 0 0 0 0,1 0-1 0 0,-1 0 1 0 0,1-1 0 0 0,0 1-1 0 0,0 0 1 0 0,0-1 0 0 0,0 0-1 0 0,0 1 1 0 0,0-1 0 0 0,1 0-1 0 0,-1 0 1 0 0,1 0 0 0 0,-1-1-1 0 0,1 1 1 0 0,0-1 0 0 0,0 1-1 0 0,0-1 1 0 0,0 0 0 0 0,0 0-1 0 0,0 0 1 0 0,0 0 0 0 0,0-1-1 0 0,1 1 14 0 0,4-1-12 0 0,-1 0-1 0 0,1 0 1 0 0,-1 0 0 0 0,1-1-1 0 0,-1 0 1 0 0,1-1 0 0 0,-1 0-1 0 0,0 0 1 0 0,0 0 0 0 0,0-1-1 0 0,0 0 1 0 0,0 0-1 0 0,0-1 1 0 0,-1 0 0 0 0,0 0-1 0 0,0-1 1 0 0,0 1 0 0 0,5-6 12 0 0,-8 7 51 0 0,-1 1 1 0 0,1-1-1 0 0,0 0 1 0 0,-1 0-1 0 0,0 0 1 0 0,0-1-1 0 0,0 1 1 0 0,0-1-1 0 0,-1 1 1 0 0,1-1-1 0 0,-1 1 1 0 0,0-1-1 0 0,0 0 1 0 0,0 0 0 0 0,0 1-1 0 0,-1-1 1 0 0,1 0-1 0 0,-1 0 1 0 0,0 0-1 0 0,-1-1-51 0 0,0-3 61 0 0,0 1 0 0 0,0 0 0 0 0,-1 0 0 0 0,0 0 0 0 0,0 0-1 0 0,-1 0 1 0 0,0 0 0 0 0,0 1 0 0 0,-1-1 0 0 0,0 1 0 0 0,0 0 0 0 0,0 0-1 0 0,-1 0 1 0 0,0 1 0 0 0,0-1 0 0 0,0 1 0 0 0,-1 0 0 0 0,1 1 0 0 0,-1-1 0 0 0,0 1-1 0 0,-1 1 1 0 0,1-1 0 0 0,-2 0-61 0 0,3 3-70 0 0,-1 0 1 0 0,0 0-1 0 0,0 0 0 0 0,0 0 0 0 0,0 1 0 0 0,0 0 0 0 0,0 0 1 0 0,1 1-1 0 0,-1 0 0 0 0,0 0 0 0 0,-3 1 70 0 0,-36 17-3985 0 0,37-18 2658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35.5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262 15 13520 0 0,'0'0'398'0'0,"0"0"-3"0"0,0-13-216 0 0,0 12 8819 0 0,-2 19-8753 0 0,0 0 0 0 0,-2 0 0 0 0,0-1 0 0 0,-1 1 0 0 0,-1-1 0 0 0,-1 0 0 0 0,0 0 0 0 0,-1-1 0 0 0,-7 10-245 0 0,-35 60-80 0 0,-59 106-842 0 0,77-138-2042 0 0,21-37 834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17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 83 15288 0 0,'0'0'348'0'0,"-1"-7"466"0"0,-1-6-550 0 0,-9-27 1277 0 0,-4 20 2811 0 0,12 20-4237 0 0,0-1-1 0 0,0 0 0 0 0,0 1 1 0 0,0 0-1 0 0,0 0 0 0 0,0 0 1 0 0,0 0-1 0 0,0 0 0 0 0,0 1 0 0 0,0-1 1 0 0,0 1-1 0 0,0 0 0 0 0,0 0 1 0 0,0 0-1 0 0,0 0 0 0 0,1 0 1 0 0,-1 1-1 0 0,0 0 0 0 0,1-1 1 0 0,-1 1-1 0 0,1 0 0 0 0,0 0 1 0 0,-1 0-1 0 0,1 0 0 0 0,0 1 1 0 0,0-1-1 0 0,-1 2-114 0 0,-8 13 54 0 0,1-1 0 0 0,0 2 0 0 0,1-1 0 0 0,1 1 0 0 0,1 0 0 0 0,1 1 0 0 0,0-1 0 0 0,1 1 0 0 0,1 1-1 0 0,0 11-53 0 0,1-16 6 0 0,-3 16-9 0 0,1 0-1 0 0,1 0 0 0 0,2 1 1 0 0,1-1-1 0 0,1 1 0 0 0,2-1 1 0 0,6 28 3 0 0,-5-39-49 0 0,1 0 1 0 0,1-1-1 0 0,1 1 1 0 0,1-1-1 0 0,1 0 1 0 0,0-1-1 0 0,1 1 0 0 0,2-2 1 0 0,-1 0-1 0 0,2 0 1 0 0,0-1-1 0 0,4 3 49 0 0,-8-10 13 0 0,0-1 0 0 0,1 1 0 0 0,0-2-1 0 0,1 0 1 0 0,-1 0 0 0 0,2 0 0 0 0,-1-1 0 0 0,0-1-1 0 0,1 0 1 0 0,0 0 0 0 0,1-1 0 0 0,-1 0 0 0 0,0-1-1 0 0,1-1 1 0 0,6 1-13 0 0,-12-2-25 0 0,-1-1 1 0 0,1 0-1 0 0,-1 0 0 0 0,1 0 0 0 0,-1-1 0 0 0,1 0 0 0 0,-1 0 0 0 0,1 0 1 0 0,-1-1-1 0 0,0 1 0 0 0,0-1 0 0 0,0-1 0 0 0,0 1 0 0 0,0-1 1 0 0,2-1 24 0 0,35-40-4085 0 0,-34 30 2550 0 0</inkml:trace>
  <inkml:trace contextRef="#ctx0" brushRef="#br0" timeOffset="16913.724">466 50 15632 0 0,'0'0'356'0'0,"-7"-5"859"0"0,3 1 3575 0 0,3 10-3652 0 0,6 14-1891 0 0,-5-18 1181 0 0,2 6-199 0 0,-2-3-312 0 0,0 0-1 0 0,1 0 0 0 0,0 0 0 0 0,0 0 0 0 0,0 0 1 0 0,1 0-1 0 0,0 0 0 0 0,0 0 0 0 0,0 0 1 0 0,0-1-1 0 0,1 1 0 0 0,0-1 0 0 0,0 0 0 0 0,0 1 1 0 0,0-1-1 0 0,1-1 0 0 0,-1 1 0 0 0,1 0 1 0 0,0-1-1 0 0,0 0 0 0 0,1 0 0 0 0,-1 0 0 0 0,0-1 1 0 0,1 1 83 0 0,0-3-62 0 0,0-1 1 0 0,-1 0 0 0 0,1 0 0 0 0,-1-1 0 0 0,0 1-1 0 0,1-1 1 0 0,-1 0 0 0 0,0 0 0 0 0,0 0-1 0 0,0 0 1 0 0,0-1 0 0 0,0 0 0 0 0,2-2 61 0 0,4-3 203 0 0,1-1 1 0 0,-2 0-1 0 0,1-1 1 0 0,-1 0-1 0 0,0 0 1 0 0,-1-1-1 0 0,-1 0 1 0 0,3-5-204 0 0,-7-4 1645 0 0,-4 19-1591 0 0,0 0 1 0 0,0 0-1 0 0,0 0 0 0 0,-1 0 1 0 0,1 1-1 0 0,0-1 0 0 0,-1 0 1 0 0,1 0-1 0 0,0 1 0 0 0,-1-1 1 0 0,1 1-1 0 0,-1-1 0 0 0,1 1 1 0 0,-1 0-1 0 0,1-1 1 0 0,-1 1-1 0 0,1 0 0 0 0,-1 0 1 0 0,1 0-1 0 0,-1 0 0 0 0,1 0 1 0 0,-1 1-1 0 0,1-1 0 0 0,-1 0 1 0 0,1 1-1 0 0,0-1 0 0 0,-1 1 1 0 0,1-1-1 0 0,-1 1 0 0 0,1 0 1 0 0,0 0-1 0 0,0 0 0 0 0,-1-1 1 0 0,1 1-1 0 0,0 0 1 0 0,0 0-1 0 0,0 1 0 0 0,-1 0-54 0 0,-1 2 0 0 0,-1 1 0 0 0,1-1 0 0 0,0 1 0 0 0,1 0 0 0 0,-1 0 0 0 0,1 0 0 0 0,0 0 0 0 0,0 1 0 0 0,1-1 0 0 0,-1 1 0 0 0,1-1 0 0 0,0 1 0 0 0,1 1 0 0 0,-4 13 0 0 0,0 6-132 0 0,1 1-1 0 0,1-1 0 0 0,1 1 0 0 0,2 13 133 0 0,1-14-143 0 0,-2 1 0 0 0,-2-1-1 0 0,0 0 1 0 0,-1-1-1 0 0,-2 5 144 0 0,2-22-99 0 0,1 1 0 0 0,-1 0 0 0 0,-1-1 0 0 0,0 0 0 0 0,0 0 0 0 0,0 0 0 0 0,-1 0 0 0 0,0-1 0 0 0,-1 1 0 0 0,0-1-1 0 0,0-1 1 0 0,0 1 0 0 0,-2 0 99 0 0,-29 12 168 0 0,35-19-140 0 0,-1 1 0 0 0,1 0 0 0 0,-1 0 0 0 0,1-1 0 0 0,-1 1 0 0 0,0-1 0 0 0,1 0 0 0 0,-1 0 0 0 0,1 0 0 0 0,-1 0 1 0 0,0 0-1 0 0,1 0 0 0 0,-1-1 0 0 0,1 1 0 0 0,-1-1 0 0 0,1 0 0 0 0,-3-1-28 0 0,-4 0 59 0 0,7 1-71 0 0,0 0 0 0 0,1 0 0 0 0,-1-1 0 0 0,0 1 0 0 0,1 0 0 0 0,-1-1-1 0 0,1 1 1 0 0,-1-1 0 0 0,1 1 0 0 0,0-1 0 0 0,0 1 0 0 0,-1-1 0 0 0,1 0 0 0 0,0 0-1 0 0,1 0 1 0 0,-1 0 0 0 0,0 0 0 0 0,1 0 0 0 0,-1 0 0 0 0,1 0 0 0 0,-1 0 0 0 0,1 0-1 0 0,0 0 1 0 0,0 0 0 0 0,0 0 0 0 0,0 0 0 0 0,0 0 0 0 0,0 0 0 0 0,1 0 0 0 0,-1 0 0 0 0,1 0-1 0 0,-1 0 1 0 0,2-1 12 0 0,0-2-360 0 0,0 0-1 0 0,1 0 0 0 0,0 0 1 0 0,0 1-1 0 0,0-1 0 0 0,0 1 0 0 0,1 0 1 0 0,0 0-1 0 0,0 0 0 0 0,0 1 1 0 0,2-2 360 0 0,6-6-1102 0 0,2-5-649 0 0,-3 1-172 0 0</inkml:trace>
  <inkml:trace contextRef="#ctx0" brushRef="#br0" timeOffset="17325.314">770 215 12408 0 0,'46'-10'1498'0'0,"-46"10"-778"0"0,0 0 250 0 0,0 0 43 0 0,0 0-7 0 0,4 23 4097 0 0,-8 25-1535 0 0,0-20-2688 0 0,-4 32-127 0 0,-7 32-673 0 0,4 17-2310 0 0,14-102 144 0 0,-2-6-4692 0 0,-1-1-519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3.0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0 9040 0 0,'0'0'266'0'0,"0"0"1"0"0,0 0-27 0 0,0 0 519 0 0,0 0 250 0 0,0 0 51 0 0,0 0-19 0 0,0 0-122 0 0,0 0-58 0 0,0 0-11 0 0,0 0-41 0 0,0 0-161 0 0,0 0-68 0 0,0 0-18 0 0,0 0-18 0 0,0 0-66 0 0,0 0-29 0 0,0 0-8 0 0,0 0 13 0 0,0 2 56 0 0,-1 6-341 0 0,0 0 0 0 0,-1 0 0 0 0,0 0 0 0 0,0 0 0 0 0,-1-1 0 0 0,0 1 0 0 0,0-1-1 0 0,-1 1 1 0 0,-4 6-169 0 0,-5 12 212 0 0,-86 139-745 0 0,54-99-4932 0 0,41-57 3584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0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320 53 10512 0 0,'0'0'306'0'0,"4"-7"104"0"0,-4 6-255 0 0,1-1 0 0 0,0 1 0 0 0,-1 0 0 0 0,0-1 0 0 0,1 1 0 0 0,-1-1 0 0 0,0 1 0 0 0,1 0 0 0 0,-1-1 0 0 0,0 1 0 0 0,0-1 0 0 0,0 1 0 0 0,0-1 0 0 0,0 1 0 0 0,-1-1 0 0 0,1 1 0 0 0,0 0 0 0 0,-1-1 0 0 0,1 1 0 0 0,-1-1 0 0 0,1 1 0 0 0,-1 0 0 0 0,0 0 1 0 0,0-1-1 0 0,0 0-155 0 0,-2 1 383 0 0,-1-1 0 0 0,1 1 1 0 0,0 0-1 0 0,-1 0 1 0 0,1 0-1 0 0,-1 0 1 0 0,0 1-1 0 0,1 0 1 0 0,-1-1-1 0 0,1 1 1 0 0,-1 0-1 0 0,0 1 0 0 0,1-1 1 0 0,-1 1-1 0 0,-1 0-383 0 0,-108 32 616 0 0,101-29-450 0 0,0 1-1 0 0,0 1 0 0 0,1 0 1 0 0,0 0-1 0 0,0 1 0 0 0,1 1 1 0 0,-1 0-1 0 0,2 0 0 0 0,-1 1 1 0 0,1 0-1 0 0,1 1 0 0 0,-7 8-165 0 0,14-16-26 0 0,0-1 0 0 0,0 1 0 0 0,0 0 0 0 0,0-1 1 0 0,0 1-1 0 0,0 0 0 0 0,1 0 0 0 0,-1-1 0 0 0,1 1 0 0 0,0 0 0 0 0,-1 0 0 0 0,1 0 0 0 0,0 0 0 0 0,0 0 0 0 0,0-1 0 0 0,0 1 0 0 0,0 0 0 0 0,1 0 0 0 0,-1 0 0 0 0,1 0 0 0 0,-1-1 0 0 0,1 1 0 0 0,-1 0 1 0 0,1 0-1 0 0,0-1 0 0 0,0 1 0 0 0,0-1 0 0 0,0 1 0 0 0,0 0 0 0 0,0-1 0 0 0,1 0 0 0 0,-1 1 0 0 0,0-1 0 0 0,1 0 0 0 0,-1 0 0 0 0,1 0 0 0 0,-1 0 0 0 0,1 0 0 0 0,1 1 26 0 0,69 28-916 0 0,190 4 916 0 0,-222-16 112 0 0,-40-17-111 0 0,1-1 0 0 0,0 1 0 0 0,-1 0 0 0 0,1 0 0 0 0,0 0 0 0 0,-1 0 0 0 0,1 0 0 0 0,-1-1 0 0 0,0 1 0 0 0,1 0 0 0 0,-1 0 0 0 0,0 0 0 0 0,1 0 0 0 0,-1 0 0 0 0,0 0 0 0 0,0 0 0 0 0,0 0 0 0 0,0 0 0 0 0,0 0 0 0 0,0 0 0 0 0,0 0 0 0 0,0 1 0 0 0,0-1 0 0 0,-1 0 0 0 0,1-1 0 0 0,0 1 0 0 0,-1 0 0 0 0,1 0 0 0 0,-1 0 0 0 0,1 0 0 0 0,-1 0 0 0 0,1 0 0 0 0,-1 0 0 0 0,1 0 0 0 0,-1-1 0 0 0,0 1 0 0 0,0 0 0 0 0,1-1 0 0 0,-1 1 0 0 0,0 0-1 0 0,-25 26-144 0 0,-153 80 144 0 0,48-57-2173 0 0,108-39 1365 0 0,21-11 461 0 0,2 0-6 0 0,0 0-95 0 0,0 0-375 0 0,5-7-1176 0 0,2-3 975 0 0</inkml:trace>
  <inkml:trace contextRef="#ctx0" brushRef="#br0" timeOffset="1740.501">648 290 11976 0 0,'0'0'266'0'0,"0"0"44"0"0,0 0 15 0 0,0 0-26 0 0,0 0-59 0 0,0 0 490 0 0,-4 6 1253 0 0,-3 4-1797 0 0,0 1-1 0 0,1-1 1 0 0,0 1 0 0 0,1 0-1 0 0,0 0 1 0 0,1 1 0 0 0,0 0-1 0 0,1 0 1 0 0,0-1 0 0 0,1 2 0 0 0,0-1-1 0 0,1 0 1 0 0,1 0 0 0 0,0 0-1 0 0,0 1 1 0 0,1-1 0 0 0,1 0-1 0 0,0 1-185 0 0,0-9 0 0 0,0 1 0 0 0,0-1 0 0 0,0 0 0 0 0,1 0 0 0 0,0 0 0 0 0,0-1 0 0 0,0 1 0 0 0,0-1 0 0 0,0 1 0 0 0,1-1 0 0 0,-1 0 0 0 0,1 0 0 0 0,0-1 0 0 0,0 1 0 0 0,0-1 0 0 0,0 0 0 0 0,1 0 0 0 0,-1 0 0 0 0,0 0 0 0 0,1-1 0 0 0,-1 0 0 0 0,1 0 0 0 0,0 0 0 0 0,1 0 0 0 0,-1-2 0 0 0,0 1 0 0 0,1-1 0 0 0,-1 0 0 0 0,0 0 0 0 0,0 0 0 0 0,1-1 0 0 0,-1 0 0 0 0,0 0 0 0 0,-1 0 0 0 0,1-1 0 0 0,3-2 0 0 0,29-31 66 0 0,-35 33 85 0 0,0 1 0 0 0,-1 0 0 0 0,0-1 1 0 0,0 0-1 0 0,1 1 0 0 0,-1-1 0 0 0,-1 0 0 0 0,1 1 1 0 0,0-1-1 0 0,-1 0 0 0 0,1 0 0 0 0,-1 0 0 0 0,0 0 1 0 0,0 1-1 0 0,0-1 0 0 0,-1 0 0 0 0,1 0 0 0 0,0 0 1 0 0,-1 1-1 0 0,0-1 0 0 0,0 0 0 0 0,0-1-151 0 0,-25-50 1232 0 0,21 47-1165 0 0,0 0-1 0 0,0 0 1 0 0,-1 1-1 0 0,0 0 1 0 0,-1 0 0 0 0,1 1-1 0 0,-1-1 1 0 0,0 1-1 0 0,0 1 1 0 0,-1-1-1 0 0,-6-2-66 0 0,-9-3-23 0 0,0 1 0 0 0,0 2 1 0 0,-1 0-1 0 0,0 1 0 0 0,0 1 0 0 0,-21-1 23 0 0,16 3-970 0 0,-22-2-426 0 0,21 12-3034 0 0,29-6 2398 0 0,1-1-14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6.8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13104 0 0,'0'0'297'0'0,"0"0"39"0"0,0 0 19 0 0,0 0-34 0 0,0 0-113 0 0,0 0 308 0 0,0 0 157 0 0,0 0 30 0 0,0 1-26 0 0,1 19-85 0 0,2 0 0 0 0,0 0 0 0 0,1-1 0 0 0,1 1 0 0 0,3 6-592 0 0,10 42 1041 0 0,-10 73-1297 0 0,-8-134-142 0 0,0 1 0 0 0,0 0 0 0 0,-1 0 0 0 0,0 0 0 0 0,-1-1 0 0 0,1 1 0 0 0,-2-1 0 0 0,1 1 0 0 0,-1-1 0 0 0,-3 7 398 0 0,-1-10-3469 0 0,6-3 1687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7.2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42 102 13584 0 0,'0'-7'793'0'0,"-15"-81"4505"0"0,5 87-9175 0 0,-4-3 1644 0 0,11 3-20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7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15664 0 0,'0'0'356'0'0,"0"0"49"0"0,0 0 21 0 0,0 0-42 0 0,0 0-161 0 0,0 0 253 0 0,0 0 136 0 0,0 0 27 0 0,0 0-29 0 0,0 0-150 0 0,0 0-68 0 0,0 0-9 0 0,0 0 12 0 0,0 0 73 0 0,0 0 38 0 0,0 0 6 0 0,0 0-69 0 0,0 2-294 0 0,7 65-133 0 0,-10 101-88 0 0,1-127-959 0 0,-1-16-5516 0 0,1-13-282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48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160 287 13824 0 0,'0'0'314'0'0,"0"0"46"0"0,0 0 22 0 0,0 0-50 0 0,0 0-99 0 0,0 0 407 0 0,0 0 198 0 0,0 0 40 0 0,0 0-33 0 0,0 0-173 0 0,0 0-80 0 0,0 0-15 0 0,0 0-23 0 0,0 0-97 0 0,0 0-45 0 0,0 0-11 0 0,0 0-15 0 0,-4 8 516 0 0,-23 72-926 0 0,2-14-323 0 0,18-44 31 0 0,-2 0-1 0 0,0 0 1 0 0,-1-1-1 0 0,-1-1 1 0 0,-12 17 316 0 0,0-8-2681 0 0,12-15 507 0 0</inkml:trace>
  <inkml:trace contextRef="#ctx0" brushRef="#br0" timeOffset="2481.534">582 176 9904 0 0,'0'0'222'0'0,"0"0"30"0"0,0 0 20 0 0,-3-11 2274 0 0,0 7-2270 0 0,1-1 0 0 0,-1 1 1 0 0,-1 0-1 0 0,1 0 1 0 0,0 0-1 0 0,-1 0 0 0 0,0 1 1 0 0,0 0-1 0 0,0-1 1 0 0,0 1-1 0 0,0 1 0 0 0,-1-1 1 0 0,0 1-1 0 0,1 0 0 0 0,-1 0 1 0 0,0 0-1 0 0,0 0 1 0 0,0 1-1 0 0,0 0 0 0 0,0 0 1 0 0,0 0-1 0 0,0 1 1 0 0,0-1-1 0 0,-1 1 0 0 0,1 1 1 0 0,0-1-1 0 0,0 1 1 0 0,0 0-1 0 0,0 0 0 0 0,-1 0-276 0 0,-9 3 38 0 0,-1 1 0 0 0,1 0 0 0 0,1 0 0 0 0,-1 2 0 0 0,1 0 0 0 0,0 1 0 0 0,-3 2-38 0 0,13-7-53 0 0,0 1 0 0 0,0-1 1 0 0,1 1-1 0 0,-1 0 0 0 0,1 0 1 0 0,0 0-1 0 0,0 1 0 0 0,0-1 1 0 0,1 1-1 0 0,0-1 0 0 0,0 1 1 0 0,0 0-1 0 0,0 0 0 0 0,1 0 53 0 0,1-3-89 0 0,0 1 0 0 0,1-1-1 0 0,-1 0 1 0 0,1 0 0 0 0,-1 0-1 0 0,1 0 1 0 0,0 0 0 0 0,0 1-1 0 0,0-2 1 0 0,0 1 0 0 0,1 0-1 0 0,-1 0 1 0 0,0 0 0 0 0,1 0-1 0 0,-1-1 1 0 0,1 1 0 0 0,0-1-1 0 0,-1 1 1 0 0,1-1 0 0 0,0 0-1 0 0,0 1 1 0 0,0-1 0 0 0,0 0-1 0 0,0 0 1 0 0,0-1 0 0 0,0 1-1 0 0,0 0 1 0 0,1-1 0 0 0,-1 1-1 0 0,1-1 90 0 0,3 2-149 0 0,1-2-1 0 0,-1 1 0 0 0,0-1 0 0 0,1 0 0 0 0,-1 0 0 0 0,1 0 0 0 0,-1-1 0 0 0,0 0 0 0 0,1-1 0 0 0,-1 1 0 0 0,4-2 150 0 0,8-2-151 0 0,80-21 511 0 0,-48 8 632 0 0,-48 18-847 0 0,1-1 0 0 0,-1 0 1 0 0,1 0-1 0 0,-1-1 0 0 0,0 1 0 0 0,0 0 0 0 0,0-1 0 0 0,0 0 0 0 0,0 1 0 0 0,0-1 0 0 0,0 0 0 0 0,0 0 0 0 0,-1 0 0 0 0,1 0 0 0 0,-1 0 0 0 0,1 0 0 0 0,-1-1-145 0 0,-1 2 510 0 0,0 1-67 0 0,0 0-244 0 0,0 0 70 0 0,0 0 62 0 0,0 0 11 0 0,0 0-34 0 0,0 0-149 0 0,0 0-60 0 0,0 0-17 0 0,3 26 64 0 0,19 138-844 0 0,-10-81-2390 0 0,-10-76 2370 0 0,0-3-1438 0 0,-2-2-2667 0 0,0-2-263 0 0</inkml:trace>
  <inkml:trace contextRef="#ctx0" brushRef="#br0" timeOffset="2814.665">787 139 11976 0 0,'-9'-37'1200'0'0,"-18"-42"1559"0"0,18 58-403 0 0,9 20-1840 0 0,0 1-13 0 0,0 0-39 0 0,0 0-16 0 0,0 0-7 0 0,0 0-50 0 0,0 0-207 0 0,0 0-89 0 0,6 3 110 0 0,63 52 1776 0 0,-12 25-1981 0 0,-53-72-15 0 0,0 1-1 0 0,0 0 0 0 0,-1 0 0 0 0,0 1 1 0 0,0-1-1 0 0,-1 0 0 0 0,-1 1 1 0 0,0 0-1 0 0,0-1 0 0 0,0 1 1 0 0,-2 0-1 0 0,1-1 0 0 0,-1 1 1 0 0,0 0-1 0 0,-1-1 0 0 0,0 1 0 0 0,-1-1 1 0 0,0 0-1 0 0,0 0 0 0 0,-1 0 1 0 0,0 0-1 0 0,-2 2 16 0 0,-12 19-522 0 0,-1-2 0 0 0,-1 0 0 0 0,-2-1 0 0 0,0-1 1 0 0,-2-1-1 0 0,0-2 0 0 0,-17 12 522 0 0,10-11-3612 0 0,19-17-2249 0 0</inkml:trace>
  <inkml:trace contextRef="#ctx0" brushRef="#br0" timeOffset="3268.752">1166 223 17247 0 0,'0'0'396'0'0,"0"0"52"0"0,0 0 28 0 0,0 0-60 0 0,-4-7 239 0 0,-3-18 2098 0 0,7 24-2241 0 0,-1-10 2135 0 0,2 5-2630 0 0,2 3-81 0 0,-3 2-273 0 0,0 1-138 0 0,0 0-33 0 0,0 0-72 0 0,0 0-285 0 0,7 4-2374 0 0,-6 3-3924 0 0</inkml:trace>
  <inkml:trace contextRef="#ctx0" brushRef="#br0" timeOffset="3789.414">1133 534 17503 0 0,'0'0'399'0'0,"0"0"60"0"0,0 0 21 0 0,0 0-59 0 0,0 0-204 0 0,0 0 170 0 0,0 0 101 0 0,0 0 21 0 0,0 0 3 0 0,1 1 0 0 0,12 23 2048 0 0,-9-6-1456 0 0,-4-8-1103 0 0,-1 1 1 0 0,0-1-1 0 0,-1 0 0 0 0,0 1 0 0 0,0-1 1 0 0,-1 0-1 0 0,0 0 0 0 0,-1 0 0 0 0,0-1 1 0 0,-1 0-1 0 0,0 1 0 0 0,0-1 0 0 0,-3 2-1 0 0,-10 11-384 0 0,-1-1 0 0 0,-1-1 0 0 0,-1 0 0 0 0,0-2 0 0 0,-2 0 0 0 0,0-2 0 0 0,-6 3 384 0 0,-10 7-7562 0 0,21-15 925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00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0 14336 0 0,'0'0'421'0'0,"0"0"-12"0"0,0 0-158 0 0,0 0 309 0 0,0 0 161 0 0,0 0 30 0 0,0 0-59 0 0,0 0-278 0 0,0 0-118 0 0,-1 14 707 0 0,-32 74 2662 0 0,7-41-3665 0 0,16-28-589 0 0,-2 0 1 0 0,0 0-1 0 0,0-2 0 0 0,-2 1 0 0 0,0-2 0 0 0,-12 11 589 0 0,11-13-1795 0 0,-3-1-68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01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75 19351 0 0,'-1'-7'940'0'0,"-5"-46"312"0"0,5 38 708 0 0,17 33-6146 0 0,-13-12 2652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59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13 5160 0 0,'0'0'151'0'0,"0"0"123"0"0,0 0 418 0 0,0 0 185 0 0,13 0 2215 0 0,15-8 3923 0 0,-27 7-6561 0 0,-1 1-231 0 0,0 0 0 0 0,0 0-1 0 0,0 0 1 0 0,0-1 0 0 0,0 1-1 0 0,0 0 1 0 0,0 0-1 0 0,0 0 1 0 0,0 0 0 0 0,0 0-1 0 0,0-1 1 0 0,0 1-1 0 0,0 0 1 0 0,0 0 0 0 0,0 0-1 0 0,0 0 1 0 0,0 0-1 0 0,0-1 1 0 0,0 1 0 0 0,0 0-1 0 0,0 0 1 0 0,0 0-1 0 0,0 0 1 0 0,0 0 0 0 0,0-1-1 0 0,0 1-222 0 0,-9 2 31 0 0,0 0 0 0 0,0 1 0 0 0,0 0 0 0 0,0 0 0 0 0,1 1 0 0 0,-1 0 0 0 0,1 0 0 0 0,0 1 0 0 0,0 0 0 0 0,1 1 0 0 0,0 0-1 0 0,-1 0 1 0 0,2 0 0 0 0,-1 1 0 0 0,-1 2-31 0 0,6-7-12 0 0,1-1 0 0 0,-1 1 0 0 0,0-1-1 0 0,1 1 1 0 0,0 0 0 0 0,-1 0 0 0 0,1 0-1 0 0,0 0 1 0 0,0 0 0 0 0,0 0 0 0 0,0 0-1 0 0,0 0 1 0 0,1 1 0 0 0,-1-1 0 0 0,0 0-1 0 0,1 0 1 0 0,0 1 0 0 0,0-1 0 0 0,0 0-1 0 0,0 1 1 0 0,0-1 0 0 0,0 0 0 0 0,0 1-1 0 0,1-1 1 0 0,-1 0 0 0 0,1 0 0 0 0,-1 1-1 0 0,1-1 1 0 0,0 0 0 0 0,0 0 0 0 0,0 0-1 0 0,1 1 13 0 0,3 2 0 0 0,0-1 0 0 0,0 0 0 0 0,1 0 0 0 0,-1 0 0 0 0,1-1 0 0 0,0 0 0 0 0,0 0 0 0 0,0 0 0 0 0,0-1 0 0 0,0 0 0 0 0,1 0 0 0 0,-1-1 0 0 0,0 1 0 0 0,1-1 0 0 0,4-1 0 0 0,11 5 0 0 0,84 12 0 0 0,-100-16-2 0 0,-1-1-1 0 0,0 1 0 0 0,1 0 1 0 0,-1 0-1 0 0,1 1 0 0 0,-1-1 1 0 0,0 1-1 0 0,0 0 0 0 0,0 1 1 0 0,0-1-1 0 0,-1 1 0 0 0,1 0 1 0 0,0 1 2 0 0,-5-2-30 0 0,0-1 0 0 0,0 1 0 0 0,0-1 0 0 0,0 1 0 0 0,0 0-1 0 0,0-1 1 0 0,-1 1 0 0 0,1-1 0 0 0,-1 1 0 0 0,1-1 0 0 0,-1 1 0 0 0,0-1 0 0 0,1 1 0 0 0,-1-1 0 0 0,0 1 0 0 0,0-1 0 0 0,0 0 0 0 0,0 0 0 0 0,0 0 0 0 0,0 1 0 0 0,0-1 0 0 0,-1 0 0 0 0,1 0 0 0 0,0 0 0 0 0,-1-1 0 0 0,1 1 0 0 0,0 0 0 0 0,-1 0 0 0 0,1-1 0 0 0,-2 1 30 0 0,0 1-25 0 0,-85 35-799 0 0,-7-3-369 0 0,63-21-1231 0 0,30-12 1027 0 0,1-1-2819 0 0,-5 0-1209 0 0</inkml:trace>
  <inkml:trace contextRef="#ctx0" brushRef="#br0" timeOffset="633.304">506 101 13392 0 0,'0'0'298'0'0,"0"0"46"0"0,0 0 24 0 0,0 0-38 0 0,0 0-64 0 0,0 0 549 0 0,0 0 265 0 0,0 0 52 0 0,0 0-74 0 0,0 0-351 0 0,0 0-158 0 0,0 0-33 0 0,0 0-21 0 0,0 0-74 0 0,0 0-34 0 0,0 0-10 0 0,0 0-33 0 0,0 0-134 0 0,0 0-61 0 0,0 0-12 0 0,0 0 50 0 0,0 0 212 0 0,0 0 90 0 0,0 0 20 0 0,0 0-66 0 0,-4 7-278 0 0,2-3-165 0 0,1 0 0 0 0,-1 0 0 0 0,1 0 0 0 0,0 0 0 0 0,1 1 0 0 0,-1-1 0 0 0,1 0 0 0 0,0 1 0 0 0,0-1 0 0 0,0 0 0 0 0,0 1 0 0 0,1-1 0 0 0,0 2 0 0 0,1 21 0 0 0,10 78 0 0 0,-9-44-3328 0 0,5-61-1017 0 0,-8-8 2313 0 0,0 6-14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03.4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79 17503 0 0,'0'-8'858'0'0,"-7"-25"204"0"0,3 26-499 0 0,4 7-507 0 0,0 0-1 0 0,0 1 1 0 0,0-1 0 0 0,0 0 0 0 0,0 0 0 0 0,0 1 0 0 0,0-1-1 0 0,0 0 1 0 0,0 1 0 0 0,0-1 0 0 0,0 0 0 0 0,0 0 0 0 0,-1 1-1 0 0,1-1 1 0 0,0 0 0 0 0,0 0 0 0 0,0 1 0 0 0,0-1 0 0 0,-1 0-1 0 0,1 0 1 0 0,0 0 0 0 0,0 1 0 0 0,0-1 0 0 0,-1 0 0 0 0,1 0-1 0 0,0 0 1 0 0,0 0 0 0 0,-1 1 0 0 0,1-1 0 0 0,0 0 0 0 0,0 0-1 0 0,-1 0 1 0 0,1 0 0 0 0,0 0 0 0 0,-1 0 0 0 0,1 0 0 0 0,0 0-1 0 0,0 0 1 0 0,-1 0 0 0 0,1 0 0 0 0,0 0 0 0 0,-1 0 0 0 0,1 0-1 0 0,0 0 1 0 0,0 0 0 0 0,-1 0 0 0 0,1 0 0 0 0,0 0 0 0 0,-1-1-1 0 0,1 1 1 0 0,0 0 0 0 0,0 0 0 0 0,-1 0 0 0 0,1 0 0 0 0,0-1-1 0 0,0 1 1 0 0,0 0 0 0 0,-1 0 0 0 0,1 0 0 0 0,0-1 0 0 0,0 1-1 0 0,0 0 1 0 0,0-1-56 0 0,-5 10 2 0 0,2-1 1 0 0,-1 1-1 0 0,1 0 0 0 0,1 0 0 0 0,0 0 0 0 0,0 0 0 0 0,1 0 1 0 0,-1 8-3 0 0,-1 3-2 0 0,-15 176-1382 0 0,26-61-2712 0 0,-5-124 3597 0 0,1 5-3477 0 0,3-17 4561 0 0,43-48 2755 0 0,-27 28-1946 0 0,-13 10-1015 0 0,1 0 0 0 0,0 2-1 0 0,0-1 1 0 0,1 1 0 0 0,0 1 0 0 0,1 0 0 0 0,0 1 0 0 0,4-1-379 0 0,-6 3 201 0 0,0 1-1 0 0,1 0 1 0 0,-1 1 0 0 0,1 1-1 0 0,-1-1 1 0 0,1 2 0 0 0,0 0-1 0 0,2 0-200 0 0,-12 1 0 0 0,-1-1 0 0 0,1 1 0 0 0,0 0 0 0 0,0 0 0 0 0,-1 0 0 0 0,1 1 0 0 0,0-1 0 0 0,-1 0 0 0 0,1 1 0 0 0,0-1 0 0 0,-1 1 0 0 0,1-1 0 0 0,-1 1 0 0 0,1 0 0 0 0,-1-1 0 0 0,1 1 0 0 0,-1 0 0 0 0,1 0 0 0 0,-1 0 0 0 0,0 0 0 0 0,1 1 0 0 0,-1-1 0 0 0,0 0 0 0 0,0 0 0 0 0,0 1 0 0 0,0-1 0 0 0,0 1 0 0 0,0-1 0 0 0,-1 1 0 0 0,1-1 0 0 0,0 1 0 0 0,-1-1 0 0 0,1 1 0 0 0,-1 1 0 0 0,0 4-66 0 0,0 0 0 0 0,0 0 1 0 0,-1 1-1 0 0,-1-1 0 0 0,1 0 0 0 0,-1 0 0 0 0,0 0 0 0 0,-1 0 0 0 0,1-1 0 0 0,-1 1 0 0 0,-1 0 0 0 0,1-1 1 0 0,-1 0-1 0 0,0 0 0 0 0,-1 0 0 0 0,1-1 0 0 0,-1 1 0 0 0,0-1 0 0 0,-1 0 0 0 0,1 0 0 0 0,-6 3 66 0 0,10-7-85 0 0,-95 71-2807 0 0,49-54-3253 0 0,35-15 532 0 0</inkml:trace>
  <inkml:trace contextRef="#ctx0" brushRef="#br0" timeOffset="296.365">403 85 15576 0 0,'49'-84'3913'0'0,"-48"84"-3173"0"0,-1 0-211 0 0,0 0-90 0 0,0 0-21 0 0,0 0-19 0 0,3 4 217 0 0,2 7-367 0 0,0 0-1 0 0,-2 1 1 0 0,1-1 0 0 0,-1 1 0 0 0,-1 0-1 0 0,0-1 1 0 0,-1 6-249 0 0,0-11 50 0 0,14 210 560 0 0,-17-182-479 0 0,-1-1 0 0 0,-2 0 0 0 0,-2 0 0 0 0,-5 16-131 0 0,7-32 12 0 0,2-6-144 0 0,0 0 1 0 0,-1-1-1 0 0,0 1 0 0 0,-1-1 1 0 0,0-1-1 0 0,-1 1 0 0 0,0-1 0 0 0,0 1 1 0 0,-1-2-1 0 0,0 1 0 0 0,-1-1 0 0 0,0 0 1 0 0,0-1-1 0 0,-1 0 0 0 0,-1 1 132 0 0,6-5 8 0 0,-97 54-962 0 0,84-51 408 0 0,0-1 1 0 0,-1-1-1 0 0,0-1 0 0 0,1 0 1 0 0,-1-1-1 0 0,-7-1 546 0 0,-48-1-5557 0 0,48-4 3511 0 0</inkml:trace>
  <inkml:trace contextRef="#ctx0" brushRef="#br0" timeOffset="740.428">881 200 17999 0 0,'0'0'407'0'0,"0"0"60"0"0,0-10 611 0 0,11-27 836 0 0,8 13 47 0 0,-15 21-1948 0 0,-1 0-71 0 0,-2 2-240 0 0,3-3-2575 0 0,-4 4 942 0 0</inkml:trace>
  <inkml:trace contextRef="#ctx0" brushRef="#br0" timeOffset="1222.972">915 500 16871 0 0,'0'0'382'0'0,"0"0"54"0"0,0 0 22 0 0,0 0-46 0 0,8 7-137 0 0,22 22 4890 0 0,-28-25-5062 0 0,0-1 1 0 0,-1 1-1 0 0,0-1 1 0 0,1 1-1 0 0,-1 0 1 0 0,-1 0-1 0 0,1-1 1 0 0,0 1-1 0 0,-1 0 1 0 0,0 0-1 0 0,0 0 1 0 0,0-1-1 0 0,0 1 1 0 0,-1 0-1 0 0,0 2-103 0 0,0 2 32 0 0,-1 0 0 0 0,0 0 0 0 0,0 0 0 0 0,-1 0 0 0 0,0 0 0 0 0,0-1 0 0 0,0 1 0 0 0,-1-1 0 0 0,-1 0 0 0 0,1 0 0 0 0,-4 3-32 0 0,-1 2-164 0 0,-1 0-1 0 0,0-1 1 0 0,0 0-1 0 0,-1-1 1 0 0,-1 0 0 0 0,0-1-1 0 0,0 0 1 0 0,-1-1-1 0 0,-5 2 165 0 0,-85 43-5201 0 0,73-42 3514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01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15664 0 0,'0'0'356'0'0,"0"0"49"0"0,0 0 21 0 0,0 0-42 0 0,0 0-180 0 0,0 0 176 0 0,0 0 107 0 0,0 0 22 0 0,0 0 3 0 0,0 0 0 0 0,0 0 0 0 0,0 0 0 0 0,0 7 80 0 0,5 122-576 0 0,-7-103-691 0 0,-1 0 0 0 0,-1 0 0 0 0,-2 0 0 0 0,0 0 0 0 0,-1-1 0 0 0,-2 0 0 0 0,-1 0 675 0 0,7-19-2308 0 0,2-5-3146 0 0</inkml:trace>
  <inkml:trace contextRef="#ctx0" brushRef="#br0" timeOffset="807.72">247 173 15664 0 0,'0'0'356'0'0,"0"0"49"0"0,0 0 21 0 0,0 0-42 0 0,0 0-112 0 0,8-10 2446 0 0,-4 6-2418 0 0,1 0 0 0 0,0 0 1 0 0,0 1-1 0 0,1 0 1 0 0,-1 0-1 0 0,1 0 0 0 0,-1 1 1 0 0,1 0-1 0 0,0 0 0 0 0,0 0 1 0 0,0 1-1 0 0,0 0 0 0 0,0 0 1 0 0,0 0-1 0 0,0 1 1 0 0,1 0-1 0 0,-1 0 0 0 0,5 1-300 0 0,9 6 54 0 0,-19-4-118 0 0,0-1 1 0 0,1 0-1 0 0,-1 0 1 0 0,0 1-1 0 0,0-1 1 0 0,0 1 0 0 0,-1-1-1 0 0,1 1 1 0 0,-1-1-1 0 0,1 1 1 0 0,-1 0-1 0 0,0-1 1 0 0,0 1 0 0 0,0 0-1 0 0,0-1 1 0 0,0 1-1 0 0,-1-1 1 0 0,1 1-1 0 0,-1-1 1 0 0,0 1-1 0 0,1-1 1 0 0,-1 1 0 0 0,0-1-1 0 0,-1 1 1 0 0,1-1-1 0 0,0 0 1 0 0,-1 0-1 0 0,1 0 1 0 0,-1 0 0 0 0,0 0-1 0 0,1 0 1 0 0,-1 0-1 0 0,-1 1 64 0 0,-4 5 125 0 0,-5 6-625 0 0,0 0 0 0 0,2 0 1 0 0,0 1-1 0 0,0 1 0 0 0,2 0 0 0 0,0 0 1 0 0,0 0-1 0 0,2 1 0 0 0,-1 2 500 0 0,7-18-5 0 0,0 0 0 0 0,0 1 0 0 0,1-1-1 0 0,-1 1 1 0 0,0-1 0 0 0,1 0 0 0 0,-1 1 0 0 0,0-1-1 0 0,1 0 1 0 0,-1 1 0 0 0,1-1 0 0 0,0 0 0 0 0,0 0-1 0 0,-1 1 1 0 0,1-1 0 0 0,0 0 0 0 0,0 0 0 0 0,0 0 0 0 0,0 0-1 0 0,0 0 1 0 0,0 0 0 0 0,0 0 0 0 0,1-1 0 0 0,-1 1-1 0 0,0 0 1 0 0,0-1 0 0 0,1 1 0 0 0,-1 0 0 0 0,0-1 0 0 0,1 0-1 0 0,-1 1 1 0 0,0-1 0 0 0,1 0 0 0 0,-1 0 0 0 0,1 0-1 0 0,0 0 6 0 0,161-30 1832 0 0,-79 17-1224 0 0,6-18-809 0 0,-90 31-84 0 0,3-2 206 0 0,-2-1-3558 0 0,-1-2 2104 0 0</inkml:trace>
  <inkml:trace contextRef="#ctx0" brushRef="#br0" timeOffset="1623.178">938 179 13824 0 0,'0'0'314'0'0,"0"0"110"0"0,0 0 162 0 0,0 0-272 0 0,0 0 418 0 0,13 8 4528 0 0,-11-1-5243 0 0,-6 23-17 0 0,1-24 72 0 0,-47 89 1904 0 0,-17 28-4452 0 0,56-104 1929 0 0,-9 13-5636 0 0,8-21 14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16.1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4 13792 0 0,'0'0'314'0'0,"0"0"46"0"0,0 0 22 0 0,0 0-50 0 0,0-1-220 0 0,18-1 2522 0 0,-13 2 1447 0 0,-2 16-3162 0 0,-3-10-812 0 0,-1-1 0 0 0,-1 1-1 0 0,1-1 1 0 0,-1 1 0 0 0,0-1 0 0 0,0 0-1 0 0,-1 0 1 0 0,1 0 0 0 0,-1 0 0 0 0,0 0 0 0 0,-2 2-107 0 0,-78 108 50 0 0,-12 9-3090 0 0,63-93-785 0 0,5-19-1343 0 0,25-11 2514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15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9040 0 0,'0'0'266'0'0,"14"4"108"0"0,36 8 3088 0 0,-16-1 665 0 0,-34-11-3630 0 0,-4 20 3428 0 0,-87 68-3121 0 0,80-78-831 0 0,4-5-50 0 0,0 1 1 0 0,0 1 0 0 0,1-1 0 0 0,0 1 0 0 0,0 0 0 0 0,0 0 0 0 0,1 1 0 0 0,0-1-1 0 0,1 1 1 0 0,0 1 0 0 0,0-1 0 0 0,0 0 0 0 0,-1 8 76 0 0,5-14-19 0 0,0 0-1 0 0,0 1 1 0 0,0-1-1 0 0,0 1 1 0 0,0-1 0 0 0,1 1-1 0 0,-1-1 1 0 0,1 0 0 0 0,0 1-1 0 0,0-1 1 0 0,0 0-1 0 0,0 0 1 0 0,0 1 0 0 0,0-1-1 0 0,0 0 1 0 0,1 0-1 0 0,-1 0 1 0 0,1 0 0 0 0,-1-1-1 0 0,1 1 1 0 0,0 0 0 0 0,0-1-1 0 0,0 1 1 0 0,0-1-1 0 0,0 1 1 0 0,0-1 0 0 0,0 0-1 0 0,0 0 1 0 0,0 0-1 0 0,1 0 1 0 0,-1-1 19 0 0,77 21-198 0 0,-77-20 196 0 0,134-1-116 0 0,-114 6 150 0 0,-23 15 763 0 0,0-18-899 0 0,-49 57-1421 0 0,28-40 1227 0 0,-55 32-114 0 0,15-33-1625 0 0,50-35-5 0 0,11 9 1530 0 0,1 1 0 0 0</inkml:trace>
  <inkml:trace contextRef="#ctx0" brushRef="#br0" timeOffset="457.662">472 204 11976 0 0,'0'0'266'0'0,"0"0"44"0"0,0 0 15 0 0,0 0-26 0 0,0 0-81 0 0,0 0 401 0 0,0 0 197 0 0,0 0 43 0 0,0 0-12 0 0,0 0-64 0 0,0 0-23 0 0,0 0-7 0 0,0 0-43 0 0,0 0-180 0 0,0 0-76 0 0,0 0-20 0 0,0 0 9 0 0,0 0 45 0 0,0 0 21 0 0,0 0 3 0 0,0 0-69 0 0,-4 13-278 0 0,-11 89 1619 0 0,11-11-1656 0 0,12 10 16 0 0,18-21-218 0 0,-25-78-316 0 0,-1-2-143 0 0,0 0-38 0 0,17-25-3186 0 0,-12 15-1315 0 0,2 0-1482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18.7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46 14752 0 0,'-4'-37'1146'0'0,"3"36"-1012"0"0,1 1-1 0 0,0-1 1 0 0,-1 1-1 0 0,1-1 1 0 0,0 1-1 0 0,-1-1 1 0 0,1 1-1 0 0,-1-1 1 0 0,1 1-1 0 0,0 0 1 0 0,-1-1-1 0 0,1 1 1 0 0,-1 0-1 0 0,0-1 1 0 0,1 1-1 0 0,-1 0 1 0 0,1 0-1 0 0,-1-1 1 0 0,1 1-1 0 0,-1 0 1 0 0,1 0-1 0 0,-1 0 1 0 0,0 0-1 0 0,1 0 1 0 0,-1 0-1 0 0,1 0 1 0 0,-1 0-1 0 0,0 0 1 0 0,1 0-1 0 0,-1 0 1 0 0,1 0-1 0 0,-1 0 1 0 0,0 1 0 0 0,1-1-1 0 0,-1 0 1 0 0,1 0-1 0 0,-1 1 1 0 0,1-1-1 0 0,-1 0 1 0 0,1 1-1 0 0,-1-1 1 0 0,1 0-1 0 0,-1 1 1 0 0,1-1-1 0 0,0 1 1 0 0,-1-1-134 0 0,-21 23-47 0 0,7 13-4016 0 0,11-25-2547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20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1 15464 0 0,'0'0'348'0'0,"0"0"49"0"0,0 0 23 0 0,0 0-38 0 0,0 0-170 0 0,0 0 208 0 0,0 0 116 0 0,0 0 28 0 0,0 0-4 0 0,0 0-33 0 0,0 0-14 0 0,0 0-1 0 0,0 0-1 0 0,-1 1-7 0 0,-24 69 1151 0 0,0-6-1431 0 0,-11 21 506 0 0,2-35-1034 0 0,-20 27-2644 0 0,52-76 2570 0 0,-5 7-28 0 0,4-3-3104 0 0,3-5 2089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20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132 128 12176 0 0,'0'0'273'0'0,"0"0"40"0"0,0 0 23 0 0,0 0-34 0 0,1 0-201 0 0,13-10 1874 0 0,-8 7 851 0 0,-4 3-2305 0 0,-2 0-69 0 0,0 0-32 0 0,0 0-4 0 0,0 0-6 0 0,0 0-30 0 0,0 0-18 0 0,0 0-2 0 0,0 0-10 0 0,0 0-45 0 0,0 0-17 0 0,0 0-7 0 0,0 0-13 0 0,0 0-50 0 0,0 0-24 0 0,0 0-2 0 0,-27 21 370 0 0,10-8-516 0 0,1 0 0 0 0,1 1 1 0 0,0 0-1 0 0,1 2 1 0 0,1-1-1 0 0,-7 11-46 0 0,18-24-5 0 0,0 0 0 0 0,1 1 0 0 0,-1-1 0 0 0,0 0 0 0 0,1 1 1 0 0,0-1-1 0 0,0 1 0 0 0,-1 0 0 0 0,2-1 0 0 0,-1 1 0 0 0,0 0 0 0 0,0 0 0 0 0,1 0 0 0 0,0-1 0 0 0,-1 1 0 0 0,1 0 0 0 0,0 0 0 0 0,0 0 0 0 0,1 0 0 0 0,-1 0 0 0 0,1-1 0 0 0,-1 1 0 0 0,1 0 0 0 0,0 0 0 0 0,0-1 0 0 0,0 1 1 0 0,0 0-1 0 0,1-1 0 0 0,-1 1 0 0 0,1-1 0 0 0,-1 0 0 0 0,1 1 0 0 0,0-1 0 0 0,0 0 0 0 0,0 0 0 0 0,0 0 0 0 0,0 0 0 0 0,1-1 0 0 0,-1 1 0 0 0,1-1 0 0 0,-1 1 0 0 0,3 0 5 0 0,94 45-742 0 0,-96-45 741 0 0,-1-1 0 0 0,1 1 0 0 0,-1-1 0 0 0,1 1 0 0 0,-1 0 0 0 0,0 0 0 0 0,0 0 0 0 0,0 0 0 0 0,0 0 1 0 0,0 0-1 0 0,-1 1 0 0 0,1-1 0 0 0,-1 1 0 0 0,1-1 0 0 0,-1 1 0 0 0,0-1 0 0 0,0 1 0 0 0,0 0 0 0 0,0 0 1 0 0,-1-1-1 0 0,1 1 0 0 0,-1 0 0 0 0,0 0 0 0 0,1 0 0 0 0,-1 0 0 0 0,0 0 0 0 0,-1-1 0 0 0,1 2 1 0 0,-2 3-26 0 0,0-1-1 0 0,-1 0 0 0 0,0 0 1 0 0,0 0-1 0 0,0 0 0 0 0,-1 0 1 0 0,1-1-1 0 0,-1 1 0 0 0,-1-1 1 0 0,1 0-1 0 0,-1 0 0 0 0,0-1 1 0 0,-4 4 26 0 0,-49 27-864 0 0,17-22-2912 0 0,30-10 1523 0 0,3 1-3843 0 0</inkml:trace>
  <inkml:trace contextRef="#ctx0" brushRef="#br0" timeOffset="496.177">355 260 13824 0 0,'0'0'314'0'0,"0"0"46"0"0,0 0 22 0 0,0 0-50 0 0,0 0-82 0 0,0 0 482 0 0,0 0 237 0 0,0 0 45 0 0,0 0-61 0 0,0 0-288 0 0,0 0-121 0 0,0 0-28 0 0,0 1-72 0 0,-30 62-272 0 0,26-49-216 0 0,0 1-1 0 0,2-1 1 0 0,0 1-1 0 0,0 0 0 0 0,1 0 1 0 0,1 0-1 0 0,1-1 1 0 0,0 1-1 0 0,1 2 45 0 0,-2-16-49 0 0,0 1 0 0 0,1 0 1 0 0,-1-1-1 0 0,0 1 0 0 0,1 0 0 0 0,0 0 0 0 0,-1-1 0 0 0,1 1 1 0 0,0-1-1 0 0,0 1 0 0 0,0-1 0 0 0,0 1 0 0 0,0-1 0 0 0,0 1 1 0 0,0-1-1 0 0,0 0 0 0 0,1 0 0 0 0,-1 0 0 0 0,0 1 0 0 0,1-1 1 0 0,-1-1-1 0 0,1 1 0 0 0,-1 0 0 0 0,1 0 0 0 0,0 0 1 0 0,-1-1-1 0 0,1 1 0 0 0,0-1 0 0 0,-1 1 0 0 0,1-1 0 0 0,0 0 1 0 0,0 0-1 0 0,-1 0 0 0 0,1 0 0 0 0,0 0 0 0 0,0 0 0 0 0,-1 0 1 0 0,1 0-1 0 0,0-1 49 0 0,66-25-1687 0 0,-1-29 3025 0 0,-28 13 708 0 0,-37 40-1972 0 0,0-1 0 0 0,-1 1 0 0 0,1 0-1 0 0,0 0 1 0 0,-1-1 0 0 0,0 1 0 0 0,0-1 0 0 0,1 1-1 0 0,-2-1 1 0 0,1 0 0 0 0,0 1 0 0 0,0-1-1 0 0,-1 0 1 0 0,1 1 0 0 0,-1-1 0 0 0,0 0 0 0 0,0 0-1 0 0,0 0 1 0 0,0 1 0 0 0,-1-1 0 0 0,1 0-1 0 0,-1 1 1 0 0,0-1 0 0 0,1 0 0 0 0,-1 1 0 0 0,0-1-1 0 0,-1 0 1 0 0,1 1 0 0 0,0 0 0 0 0,-1-1-1 0 0,1 1 1 0 0,-1 0 0 0 0,0 0 0 0 0,0 0-1 0 0,0 0 1 0 0,0 0-74 0 0,-5-5 0 0 0,0 0 0 0 0,-1 1 0 0 0,0 1 0 0 0,0-1 0 0 0,0 1 0 0 0,-1 1 0 0 0,0-1 0 0 0,0 1 0 0 0,-5-1 0 0 0,-27-2 0 0 0,-25 3-5260 0 0,58 4-1559 0 0</inkml:trace>
  <inkml:trace contextRef="#ctx0" brushRef="#br0" timeOffset="963.263">660 13 14336 0 0,'0'0'421'0'0,"0"0"-12"0"0,0 0-123 0 0,0 0 455 0 0,0 0 229 0 0,0 0 44 0 0,0 0-61 0 0,0 0-288 0 0,0 0-121 0 0,0 0-28 0 0,0 0-4 0 0,0 0 0 0 0,0 0 0 0 0,0 0 0 0 0,-1 1-74 0 0,1 4-418 0 0,0-1 0 0 0,0 1 0 0 0,1-1 0 0 0,0 0 0 0 0,0 0 0 0 0,0 1 0 0 0,0-1 0 0 0,1 0 0 0 0,-1 0 0 0 0,1 0 0 0 0,0 0 0 0 0,0 0 0 0 0,1-1 0 0 0,-1 1 0 0 0,3 2-20 0 0,46 85-66 0 0,-41-72 66 0 0,-1 1 0 0 0,-2-1 0 0 0,1 1 0 0 0,-2 1 0 0 0,-1-1 0 0 0,-1 1 0 0 0,0 0 0 0 0,-2 1 0 0 0,0-1 0 0 0,-2 0 0 0 0,0 0 0 0 0,-1 1 0 0 0,-1-1 0 0 0,-4 17 0 0 0,2-23 0 0 0,0 0 0 0 0,-1-1 0 0 0,0 0 0 0 0,-1 0 0 0 0,-1 0 0 0 0,0 0 0 0 0,-1-1 0 0 0,-5 6 0 0 0,2-3-229 0 0,0-1-1 0 0,-1 1 0 0 0,-1-2 0 0 0,-1 0 1 0 0,0 0-1 0 0,-1-2 0 0 0,-8 7 230 0 0,-19 2-3174 0 0,31-18 1652 0 0</inkml:trace>
  <inkml:trace contextRef="#ctx0" brushRef="#br0" timeOffset="1391.62">1339 118 14944 0 0,'-1'0'340'0'0,"-28"-2"946"0"0,-17-31 1571 0 0,32 19-1733 0 0,9-1-532 0 0,1-5-368 0 0,5 5 292 0 0,1 9-2138 0 0,-1-1-4257 0 0,-1 1-319 0 0</inkml:trace>
  <inkml:trace contextRef="#ctx0" brushRef="#br0" timeOffset="1735.129">1203 446 15664 0 0,'0'0'356'0'0,"0"0"49"0"0,0 0 21 0 0,0 0-42 0 0,0 0-180 0 0,0 0 176 0 0,0 0 107 0 0,4 6 602 0 0,15 21 2978 0 0,-5 54-2409 0 0,-11-50-1227 0 0,-2-9-369 0 0,-2 0 0 0 0,0 1 0 0 0,-1-1-1 0 0,-1 0 1 0 0,-1 0 0 0 0,-1 0 0 0 0,-2 0 0 0 0,0-1 0 0 0,0 0-1 0 0,-2 0 1 0 0,-9 15-62 0 0,8-18-175 0 0,-1 1 0 0 0,0-1-1 0 0,-2-1 1 0 0,1-1 0 0 0,-2 1-1 0 0,0-2 1 0 0,-1 0 0 0 0,-1-1-1 0 0,0 0 1 0 0,-16 9 175 0 0,-28 4-5215 0 0,41-20-1960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8:18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1 13824 0 0,'0'0'314'0'0,"0"0"46"0"0,0 0 22 0 0,0 0-50 0 0,0 0-150 0 0,0 0 196 0 0,0 12 1129 0 0,-7 137 2645 0 0,-10 115-5496 0 0,7-209-1020 0 0,-3-22-2193 0 0,11-30 3031 0 0</inkml:trace>
  <inkml:trace contextRef="#ctx0" brushRef="#br0" timeOffset="1023.891">220 297 17015 0 0,'0'0'388'0'0,"0"0"52"0"0,0 0 30 0 0,0 0-56 0 0,5-1 272 0 0,40-8 2372 0 0,26-11-2050 0 0,-28 17-1008 0 0,-36 6 0 0 0,-6-3 0 0 0,-1 1 0 0 0,1-1 0 0 0,0 1 0 0 0,0-1 0 0 0,0 1 0 0 0,-1 0 0 0 0,1 0 0 0 0,0-1 0 0 0,-1 1 0 0 0,1 0 0 0 0,-1 0 0 0 0,1 0 0 0 0,-1 0 0 0 0,1-1 0 0 0,-1 1 0 0 0,1 0 0 0 0,-1 0 0 0 0,0 0 0 0 0,0 0 0 0 0,1 0 0 0 0,-1 0 0 0 0,0 0 0 0 0,0 0 0 0 0,0 0 0 0 0,0 0 0 0 0,0 0 0 0 0,0 0 0 0 0,0 0 0 0 0,-1 1 0 0 0,-2 8-381 0 0,0 0 0 0 0,-1-1-1 0 0,0 1 1 0 0,-1-1 0 0 0,0 0 0 0 0,-1-1-1 0 0,1 1 1 0 0,-6 4 381 0 0,1 2-282 0 0,-16 11-308 0 0,24-25 563 0 0,2-1 91 0 0,0 0 5 0 0,0 0 10 0 0,16 0 402 0 0,15-2-315 0 0,36 4 505 0 0,-64-1-656 0 0,-1-1 0 0 0,0 1 0 0 0,0 0 1 0 0,0 0-1 0 0,1 0 0 0 0,-1 0 0 0 0,0 1 1 0 0,0-1-1 0 0,-1 1 0 0 0,1-1 0 0 0,0 1 1 0 0,0-1-1 0 0,-1 1 0 0 0,1 0 0 0 0,-1 0 1 0 0,1 0-1 0 0,-1 0 0 0 0,0 0 0 0 0,0 0 1 0 0,0 0-1 0 0,0 0 0 0 0,0 1 0 0 0,0-1 1 0 0,-1 0-1 0 0,1 1 0 0 0,-1-1 0 0 0,1 1-15 0 0,-2 2-26 0 0,1 0-1 0 0,-1 0 0 0 0,-1 1 1 0 0,1-1-1 0 0,-1 0 0 0 0,1 0 1 0 0,-2 0-1 0 0,1 0 0 0 0,0-1 1 0 0,-1 1-1 0 0,0 0 0 0 0,0-1 1 0 0,0 0-1 0 0,-1 0 0 0 0,1 0 1 0 0,-1 0-1 0 0,0 0 27 0 0,-44 50-3707 0 0,41-48-591 0 0,2 2-1315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7: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3098 262 11648 0 0,'0'0'340'0'0,"-7"0"114"0"0,-78-10 5695 0 0,65 9-5432 0 0,-1 2 0 0 0,0 0-1 0 0,0 1 1 0 0,1 1 0 0 0,0 1-1 0 0,-20 6-716 0 0,25-4 65 0 0,-1 0-1 0 0,1 2 0 0 0,0-1 1 0 0,0 2-1 0 0,1 0 0 0 0,0 1 1 0 0,1 0-1 0 0,-10 10-64 0 0,19-15-27 0 0,0 0 0 0 0,0 0 0 0 0,1 0 0 0 0,-1 1 1 0 0,1 0-1 0 0,1-1 0 0 0,-1 1 0 0 0,1 0 0 0 0,0 0 0 0 0,0 0 0 0 0,1 0 1 0 0,0 1-1 0 0,-1 3 27 0 0,2-7-114 0 0,0 0 0 0 0,0 0 1 0 0,0 0-1 0 0,1-1 0 0 0,-1 1 1 0 0,1 0-1 0 0,-1 0 0 0 0,1-1 0 0 0,0 1 1 0 0,0 0-1 0 0,0-1 0 0 0,0 1 1 0 0,1-1-1 0 0,-1 1 0 0 0,1-1 1 0 0,-1 0-1 0 0,1 1 0 0 0,0-1 1 0 0,0 0-1 0 0,0 0 0 0 0,0-1 1 0 0,0 1-1 0 0,0 0 0 0 0,1 0 1 0 0,-1-1-1 0 0,0 0 0 0 0,1 1 1 0 0,-1-1-1 0 0,1 0 0 0 0,0 0 0 0 0,-1 0 1 0 0,1-1-1 0 0,0 1 0 0 0,1-1 114 0 0,6 0-82 0 0,0 0 0 0 0,0-1-1 0 0,1 0 1 0 0,-1-1-1 0 0,0 0 1 0 0,0 0 0 0 0,-1-1-1 0 0,1-1 1 0 0,0 0-1 0 0,-1 0 83 0 0,147-84 1359 0 0,-142 81-1214 0 0,-12 6-112 0 0,0-1 0 0 0,0 1 0 0 0,1-1 0 0 0,-1 1 0 0 0,0 0-1 0 0,1 0 1 0 0,-1 0 0 0 0,1 1 0 0 0,0-1 0 0 0,-1 1 0 0 0,1-1 0 0 0,-1 1 0 0 0,1 0 0 0 0,0 0 0 0 0,-1 0 0 0 0,1 0 0 0 0,0 0 0 0 0,-1 1 0 0 0,1-1 0 0 0,-1 1 0 0 0,1 0 0 0 0,-1-1 0 0 0,3 2-33 0 0,-1 2-14 0 0,1 0 0 0 0,-1 0 0 0 0,0 1 0 0 0,0-1 0 0 0,0 1 0 0 0,-1 0 0 0 0,1 0 0 0 0,-1 0 0 0 0,0 0 0 0 0,-1 1 0 0 0,0-1 0 0 0,1 1 0 0 0,-2 0 0 0 0,1-1 0 0 0,0 3 14 0 0,5 12-397 0 0,0 33-260 0 0,6-134 2587 0 0,17 7 38 0 0,10 42-1560 0 0,-12 36-264 0 0,-23-1-175 0 0,1 0 0 0 0,-1 0-1 0 0,0 1 1 0 0,-1-1 0 0 0,1 1 0 0 0,-1 0-1 0 0,1 1 1 0 0,-1-1 0 0 0,0 1-1 0 0,-1 0 1 0 0,1 0 0 0 0,-1 0 0 0 0,0 1 31 0 0,0 0-189 0 0,0 1 1 0 0,0-1 0 0 0,-1 1 0 0 0,1 0-1 0 0,-2 0 1 0 0,1 0 0 0 0,-1 0 0 0 0,0 1-1 0 0,0-1 1 0 0,-1 4 188 0 0,0-9-99 0 0,0-2 31 0 0,0 0 4 0 0,0 0 22 0 0,0 0 87 0 0,0 0 35 0 0,4-15 149 0 0,30-42 547 0 0,4 21-209 0 0,-33 30-522 0 0,1 1 1 0 0,0 0-1 0 0,0 0 0 0 0,1 1 1 0 0,-1 0-1 0 0,1 0 0 0 0,0 0 1 0 0,0 1-1 0 0,0 0 0 0 0,0 1 1 0 0,1-1-1 0 0,-1 1 0 0 0,6 0-45 0 0,-8 3-63 0 0,-1 1 0 0 0,0-1 0 0 0,0 1 0 0 0,0 0 0 0 0,0 0 0 0 0,0 0 0 0 0,-1 1 0 0 0,1-1-1 0 0,0 1 1 0 0,-1 0 0 0 0,0 0 0 0 0,0 1 0 0 0,0-1 0 0 0,0 0 0 0 0,0 1 0 0 0,-1 0 0 0 0,0 0 0 0 0,0-1 0 0 0,0 1-1 0 0,0 0 1 0 0,0 1 0 0 0,-1-1 0 0 0,0 0 0 0 0,1 0 0 0 0,-2 1 0 0 0,1-1 0 0 0,0 1 0 0 0,-1 3 63 0 0,7 52-1931 0 0,-7-58 1830 0 0,0-2 10 0 0,7-5-45 0 0,28-55 124 0 0,-24 36 13 0 0,42-98 2219 0 0,23-29-288 0 0,-69 140-1762 0 0,0-1 0 0 0,1 2 0 0 0,0-1 0 0 0,1 1-1 0 0,0 1 1 0 0,1 0 0 0 0,0 0 0 0 0,3-1-170 0 0,-12 9 8 0 0,0 0-1 0 0,1 0 1 0 0,-1 0 0 0 0,1 0 0 0 0,-1 0-1 0 0,1 0 1 0 0,0 1 0 0 0,-1-1 0 0 0,1 1-1 0 0,0-1 1 0 0,0 1 0 0 0,-1 0 0 0 0,1-1-1 0 0,0 1 1 0 0,0 0 0 0 0,-1 0 0 0 0,1 0 0 0 0,0 0-1 0 0,0 1 1 0 0,-1-1 0 0 0,1 0 0 0 0,0 1-1 0 0,0 0 1 0 0,-1-1 0 0 0,1 1 0 0 0,0 0-1 0 0,-1-1 1 0 0,1 1 0 0 0,-1 0 0 0 0,1 0-1 0 0,-1 0 1 0 0,0 1 0 0 0,1-1 0 0 0,-1 0-1 0 0,0 0 1 0 0,0 1 0 0 0,0-1 0 0 0,0 1-1 0 0,0-1 1 0 0,0 1 0 0 0,0-1 0 0 0,0 1-1 0 0,-1 0 1 0 0,1-1 0 0 0,-1 1 0 0 0,1 0-1 0 0,-1-1 1 0 0,0 1 0 0 0,1 0-8 0 0,18 109-57 0 0,-27 17-1417 0 0,-3-50-671 0 0,7 26-2190 0 0,4-103 4293 0 0,0-1 131 0 0,0 0 31 0 0,0 0 33 0 0,0 0 169 0 0,0 0 78 0 0,0 0 14 0 0,0 0 10 0 0,-1-20 1468 0 0,-1 15-1721 0 0,0 1 0 0 0,0 0 0 0 0,0 0 0 0 0,-1-1-1 0 0,1 2 1 0 0,-1-1 0 0 0,0 0 0 0 0,0 0 0 0 0,-1 1 0 0 0,1 0-1 0 0,-1-1 1 0 0,1 1 0 0 0,-1 1 0 0 0,0-1 0 0 0,0 1 0 0 0,-1-1-1 0 0,1 1 1 0 0,0 0 0 0 0,-1 1 0 0 0,1-1 0 0 0,-1 1 0 0 0,0 0-1 0 0,1 0 1 0 0,-3 0-171 0 0,-60-13 551 0 0,56 14-838 0 0,7-1 342 0 0,1 0 1 0 0,-1 1-1 0 0,1-1 1 0 0,-1 1-1 0 0,0 0 0 0 0,1 0 1 0 0,-1 1-1 0 0,0-1 1 0 0,1 1-1 0 0,-1-1 0 0 0,1 1 1 0 0,-1 0-1 0 0,1 0 0 0 0,-1 1 1 0 0,1-1-1 0 0,0 1 1 0 0,0 0-1 0 0,-1 0 0 0 0,1 0 1 0 0,1 0-1 0 0,-1 0 1 0 0,0 1-1 0 0,0-1 0 0 0,1 1 1 0 0,0 0-1 0 0,-1-1 0 0 0,1 1 1 0 0,0 1-56 0 0,0 0-47 0 0,1-1 1 0 0,-1 1-1 0 0,1 0 0 0 0,0-1 1 0 0,1 1-1 0 0,-1 0 0 0 0,0 0 1 0 0,1 0-1 0 0,0 0 1 0 0,0 0-1 0 0,0 0 0 0 0,1 0 1 0 0,-1 0-1 0 0,1-1 1 0 0,0 1-1 0 0,0 0 0 0 0,0 0 1 0 0,0-1-1 0 0,1 1 0 0 0,0 0 1 0 0,0-1-1 0 0,0 0 1 0 0,0 1-1 0 0,0-1 0 0 0,0 0 1 0 0,1 0-1 0 0,0 0 0 0 0,-1 0 1 0 0,1-1-1 0 0,2 2 47 0 0,1 1-84 0 0,0-1-1 0 0,1-1 0 0 0,-1 1 1 0 0,1-1-1 0 0,0 0 1 0 0,0 0-1 0 0,0-1 1 0 0,0 0-1 0 0,0 0 0 0 0,0-1 1 0 0,1 1-1 0 0,-1-2 1 0 0,0 1-1 0 0,1-1 0 0 0,-1 0 1 0 0,3-1 84 0 0,74-19-4004 0 0,-68 10-3390 0 0</inkml:trace>
  <inkml:trace contextRef="#ctx0" brushRef="#br0" timeOffset="390.672">4325 154 13824 0 0,'0'-2'314'0'0,"11"-64"1012"0"0,-12 9 3960 0 0,-17 32-2091 0 0,13 22-2701 0 0,3 3-453 0 0,0 0 0 0 0,0 0-1 0 0,0 0 1 0 0,-1 0 0 0 0,1 0 0 0 0,0 0-1 0 0,0 1 1 0 0,0-1 0 0 0,0 1-1 0 0,0 0 1 0 0,0-1 0 0 0,0 1 0 0 0,0 0-1 0 0,0 0 1 0 0,0 0 0 0 0,0 1-1 0 0,0-1 1 0 0,1 0 0 0 0,-1 1 0 0 0,0-1-1 0 0,1 1 1 0 0,-1 0 0 0 0,1-1 0 0 0,0 1-1 0 0,0 0 1 0 0,-1 0 0 0 0,1 0-41 0 0,-3 3 28 0 0,-4 5-28 0 0,1 1 0 0 0,1 0 0 0 0,0 0 0 0 0,0 1 0 0 0,1 0 0 0 0,0 0 0 0 0,1 0 0 0 0,-2 11 0 0 0,1-6 0 0 0,-3 17 0 0 0,1 0 0 0 0,1 1 0 0 0,2 0 0 0 0,1 0 0 0 0,2 0 0 0 0,2 0 0 0 0,1 5 0 0 0,1-20 0 0 0,1 1 0 0 0,1-1 0 0 0,1 0 0 0 0,0 0 0 0 0,2-1 0 0 0,0 0 0 0 0,1 0 0 0 0,7 8 0 0 0,-4-3-138 0 0,2-1 0 0 0,1-1 0 0 0,1 0-1 0 0,0-1 1 0 0,2-1 0 0 0,15 14 138 0 0,-28-29-24 0 0,1-1 0 0 0,-1 0 1 0 0,1 0-1 0 0,-1 0 0 0 0,1-1 0 0 0,1 0 0 0 0,-1 0 1 0 0,0-1-1 0 0,1 1 0 0 0,-1-1 0 0 0,1-1 1 0 0,1 1 23 0 0,-5-2-186 0 0,1-1 0 0 0,0 0 0 0 0,0 0 0 0 0,-1 0 0 0 0,1 0 0 0 0,-1-1 0 0 0,1 1 0 0 0,-1-1 0 0 0,0 0 0 0 0,1 0 0 0 0,-1 0 0 0 0,0-1 0 0 0,0 1 0 0 0,-1-1 0 0 0,1 1 0 0 0,0-1 0 0 0,-1 0 0 0 0,0 0 0 0 0,1 0 0 0 0,-1-1 0 0 0,0 1 0 0 0,-1 0 0 0 0,1-1 0 0 0,-1 1 0 0 0,2-3 186 0 0,0 0-762 0 0,4-7-840 0 0</inkml:trace>
  <inkml:trace contextRef="#ctx0" brushRef="#br0" timeOffset="1334.178">4655 76 13272 0 0,'0'0'298'0'0,"0"0"109"0"0,0 0 160 0 0,0-1-395 0 0,1-16 2902 0 0,-1 17 546 0 0,-4 7-1503 0 0,-8 62-2117 0 0,9-52-173 0 0,1 0 0 0 0,1 0 0 0 0,1 0 0 0 0,0 0 0 0 0,1 0 0 0 0,1 0 0 0 0,1 0 0 0 0,0 0 0 0 0,6 15 173 0 0,-7-29-174 0 0,-1 0 1 0 0,1 0-1 0 0,0 0 0 0 0,0 0 0 0 0,0-1 1 0 0,0 1-1 0 0,1-1 0 0 0,-1 1 1 0 0,1-1-1 0 0,-1 0 0 0 0,1 0 0 0 0,0 0 1 0 0,0 0-1 0 0,0-1 0 0 0,0 1 0 0 0,0-1 1 0 0,0 0-1 0 0,0 0 0 0 0,1 0 1 0 0,-1 0-1 0 0,0 0 0 0 0,1-1 0 0 0,-1 1 1 0 0,0-1-1 0 0,1 0 0 0 0,-1 0 1 0 0,0 0-1 0 0,1-1 0 0 0,-1 1 0 0 0,0-1 1 0 0,1 0-1 0 0,-1 0 0 0 0,0 0 1 0 0,2-1 173 0 0,88-41-435 0 0,-87 39 680 0 0,0 0 0 0 0,-1 0 0 0 0,1-1 0 0 0,-1 0 1 0 0,0 0-1 0 0,0 0 0 0 0,-1 0 0 0 0,1-1 0 0 0,-1 0 0 0 0,-1 0 0 0 0,1 0 0 0 0,-1 0 0 0 0,1-3-245 0 0,-3 5 201 0 0,0 1-1 0 0,0-1 0 0 0,0 1 1 0 0,-1-1-1 0 0,1 0 0 0 0,-1 1 1 0 0,0-1-1 0 0,0 0 1 0 0,-1 1-1 0 0,1-1 0 0 0,-1 0 1 0 0,0 1-1 0 0,0-1 0 0 0,0 1 1 0 0,0-1-1 0 0,0 1 0 0 0,-1 0 1 0 0,0-1-1 0 0,1 1 0 0 0,-1 0 1 0 0,0 0-1 0 0,-1 0 0 0 0,-1-1-200 0 0,-17-16 1979 0 0,16 29-1814 0 0,3-2-165 0 0,0 1 0 0 0,1-1 0 0 0,0 0 0 0 0,1 1 0 0 0,0-1 0 0 0,0 1 0 0 0,0-1 0 0 0,1 0 0 0 0,1 4 0 0 0,0 7 0 0 0,1 4 0 0 0,-2-1 0 0 0,0 1 0 0 0,-1-1 0 0 0,-2 0 0 0 0,0 1 0 0 0,-1-1 0 0 0,-1 0 0 0 0,-1 0 0 0 0,0 0 0 0 0,-6 9 0 0 0,-1-5-218 0 0,-2 0 0 0 0,0 0 0 0 0,-2-2 0 0 0,-1 0 0 0 0,-11 12 218 0 0,23-29-64 0 0,-8 10-596 0 0,-1 0-1 0 0,0-1 1 0 0,-1 0 0 0 0,-1-1-1 0 0,-6 4 661 0 0,20-17-394 0 0,-2 1 425 0 0,2-1-6279 0 0,2-1 4 0 0</inkml:trace>
  <inkml:trace contextRef="#ctx0" brushRef="#br0" timeOffset="1824.888">5103 491 12928 0 0,'0'0'297'0'0,"0"0"39"0"0,0 0 16 0 0,0 0-41 0 0,0 0-99 0 0,-11-8 3278 0 0,10 4-3206 0 0,0-1 0 0 0,1 1 0 0 0,-1 0 1 0 0,1 0-1 0 0,0-1 0 0 0,0 1 0 0 0,1 0 0 0 0,-1 0 0 0 0,1-1 0 0 0,0 1 0 0 0,0 0 0 0 0,0 0 1 0 0,1 0-1 0 0,-1 0 0 0 0,1 0 0 0 0,0 0 0 0 0,0 1 0 0 0,1-1 0 0 0,-1 0 0 0 0,1 1 0 0 0,-1 0 0 0 0,1 0 1 0 0,2-2-285 0 0,18-2 250 0 0,-18 7-236 0 0,-4 0-9 0 0,0 0-1 0 0,1 0 1 0 0,-1 0 0 0 0,0 0 0 0 0,0 0 0 0 0,0 1 0 0 0,0-1 0 0 0,0 0 0 0 0,0 1 0 0 0,0-1 0 0 0,0 1 0 0 0,0-1 0 0 0,-1 1 0 0 0,1-1 0 0 0,0 1 0 0 0,0 0-1 0 0,0-1 1 0 0,0 1 0 0 0,-1 0 0 0 0,1 0 0 0 0,0 0 0 0 0,-1 0 0 0 0,1-1 0 0 0,-1 1 0 0 0,1 0 0 0 0,-1 0 0 0 0,1 0 0 0 0,-1 0 0 0 0,0 0 0 0 0,1 0 0 0 0,-1 1-5 0 0,2 2 9 0 0,-1 3-84 0 0,1-1 1 0 0,-1 1-1 0 0,0-1 0 0 0,-1 1 0 0 0,1-1 1 0 0,-2 1-1 0 0,1 0 0 0 0,0-1 0 0 0,-1 1 0 0 0,0-1 1 0 0,-1 1-1 0 0,0-1 0 0 0,0 0 0 0 0,0 1 0 0 0,-1 0 75 0 0,-5 20-183 0 0,-19 59-1272 0 0,20-34 895 0 0,7-51 593 0 0,0 0 0 0 0,0 0 0 0 0,0 0-1 0 0,1-1 1 0 0,-1 1 0 0 0,0 0 0 0 0,1 0 0 0 0,-1 0-1 0 0,0 0 1 0 0,1 0 0 0 0,-1 0 0 0 0,1 0-1 0 0,0-1 1 0 0,-1 1 0 0 0,1 0 0 0 0,0 0 0 0 0,-1-1-1 0 0,1 1 1 0 0,0-1 0 0 0,0 1 0 0 0,0 0 0 0 0,-1-1-1 0 0,1 1 1 0 0,0-1 0 0 0,0 0 0 0 0,0 1-1 0 0,0-1 1 0 0,0 0 0 0 0,0 0 0 0 0,0 1 0 0 0,0-1-1 0 0,0 0 1 0 0,0 0 0 0 0,0 0 0 0 0,0 0-1 0 0,0 0 1 0 0,0 0 0 0 0,0-1 0 0 0,0 1 0 0 0,0 0-1 0 0,0-1-32 0 0,11-3 76 0 0,-1 0 0 0 0,0-1-1 0 0,-1-1 1 0 0,1 0-1 0 0,-1 0 1 0 0,0-1 0 0 0,8-8-76 0 0,15-9-798 0 0,32-20-2288 0 0,-46 31 926 0 0,-1-1-4269 0 0</inkml:trace>
  <inkml:trace contextRef="#ctx0" brushRef="#br0" timeOffset="2338.977">5730 386 13792 0 0,'0'0'314'0'0,"0"0"46"0"0,0 0 22 0 0,0 0-50 0 0,0 0-80 0 0,0 0 485 0 0,0 0 235 0 0,0 0 48 0 0,0 0-59 0 0,0 0-289 0 0,0 0-127 0 0,0 0-29 0 0,0 0-4 0 0,0 0 0 0 0,0 14 1012 0 0,-19 38 544 0 0,-35 68-1220 0 0,43-91-1246 0 0,-1-1 0 0 0,-1-1-1 0 0,-1 0 1 0 0,-18 23 398 0 0,-6 1-3332 0 0,25-40 1777 0 0</inkml:trace>
  <inkml:trace contextRef="#ctx0" brushRef="#br0" timeOffset="12569.497">3132 1788 15720 0 0,'0'0'356'0'0,"0"0"123"0"0,-7-1 397 0 0,-16-6-790 0 0,-53 11 4270 0 0,65 0-4230 0 0,-2-1 130 0 0,1 2 0 0 0,-1 0 0 0 0,1 0 0 0 0,0 1 0 0 0,0 0 0 0 0,-9 8-256 0 0,8-5-14 0 0,1 0 0 0 0,-1 1-1 0 0,2 1 1 0 0,0 0 0 0 0,0 1 0 0 0,1 0-1 0 0,-5 7 15 0 0,11-12-139 0 0,0 0 0 0 0,0 0 0 0 0,1 1-1 0 0,0-1 1 0 0,0 1 0 0 0,1-1-1 0 0,0 1 1 0 0,1 0 0 0 0,-1 7 139 0 0,1-10-244 0 0,0 1-1 0 0,0-1 1 0 0,1 0-1 0 0,0 1 1 0 0,1-1 0 0 0,-1 0-1 0 0,1 0 1 0 0,0 1 0 0 0,0-1-1 0 0,0 0 1 0 0,1 0 0 0 0,0 0-1 0 0,0 0 1 0 0,0 0-1 0 0,0-1 1 0 0,1 1 0 0 0,0 0-1 0 0,0-1 1 0 0,0 0 0 0 0,1 0-1 0 0,-1 0 1 0 0,1 0-1 0 0,0-1 1 0 0,0 1 0 0 0,0-1-1 0 0,1 0 1 0 0,-1 0 0 0 0,3 1 244 0 0,-2-3-285 0 0,0 1 1 0 0,0-1-1 0 0,0 0 1 0 0,0-1-1 0 0,1 1 1 0 0,-1-1-1 0 0,0 0 1 0 0,0 0-1 0 0,0-1 1 0 0,0 1-1 0 0,0-1 1 0 0,0 0-1 0 0,0-1 1 0 0,4 0 284 0 0,1-2 59 0 0,0 0 0 0 0,-1-1 0 0 0,1 0 0 0 0,-1-1 0 0 0,0 0-1 0 0,0 0 1 0 0,-1-1 0 0 0,0 0 0 0 0,0 0 0 0 0,4-6-59 0 0,49-55 2524 0 0,15-10 797 0 0,-21 31-1641 0 0,-54 47-1433 0 0,5 0 410 0 0,-4 2-653 0 0,1 0 0 0 0,-1 0 0 0 0,1 1-1 0 0,-1-1 1 0 0,0 0 0 0 0,0 1 0 0 0,0 0-1 0 0,0-1 1 0 0,0 1 0 0 0,-1 0-1 0 0,1 0 1 0 0,-1 0 0 0 0,0 0 0 0 0,0 0-1 0 0,0 0 1 0 0,0 0 0 0 0,0 0 0 0 0,-1 0-1 0 0,1 1 1 0 0,-1-1 0 0 0,0 0 0 0 0,0 0-1 0 0,0 0 1 0 0,-1 1 0 0 0,1-1 0 0 0,-1 0-1 0 0,0 2-3 0 0,1 5-266 0 0,-8 47-1789 0 0,-19 20-2148 0 0,10-47 3651 0 0,17-29 889 0 0,0-1 138 0 0,0 0 33 0 0,0 0-11 0 0,0 0-60 0 0,0-18 806 0 0,14-48 1090 0 0,16-16-556 0 0,-15 48-1149 0 0,1 0 0 0 0,1 1 0 0 0,2 1 0 0 0,21-27-628 0 0,-39 56 0 0 0,1 1 0 0 0,-1-1 0 0 0,1 1 0 0 0,0-1 0 0 0,0 1 0 0 0,1 0 0 0 0,-1 0 0 0 0,0 0 0 0 0,1 0 0 0 0,-1 0 0 0 0,1 1 0 0 0,-1-1 0 0 0,1 1 0 0 0,0-1 0 0 0,0 1 0 0 0,-1 0 0 0 0,1 0 0 0 0,0 0 0 0 0,0 1 0 0 0,0-1 0 0 0,0 1 0 0 0,0-1 0 0 0,0 1 0 0 0,0 0 0 0 0,1 0 0 0 0,-1 1 0 0 0,0-1 0 0 0,0 0 0 0 0,0 1 0 0 0,0 0 0 0 0,0 0 0 0 0,-1 0 0 0 0,1 0 0 0 0,0 0 0 0 0,0 1 0 0 0,-1-1 0 0 0,1 1 0 0 0,-1 0 0 0 0,2 0 0 0 0,3 7-195 0 0,0 0 1 0 0,0 1-1 0 0,-1-1 0 0 0,0 1 0 0 0,-1 0 0 0 0,0 1 0 0 0,-1-1 1 0 0,0 1-1 0 0,-1 0 0 0 0,0 0 0 0 0,0 0 0 0 0,-1 0 0 0 0,-1 1 1 0 0,0-1-1 0 0,0 9 195 0 0,-5 10-1102 0 0,1-15 1149 0 0,3-26 305 0 0,5-2 79 0 0,1 0-1 0 0,0 0 1 0 0,1 1-1 0 0,0 0 0 0 0,1 0 1 0 0,1 0-1 0 0,-1 1 1 0 0,8-5-431 0 0,-15 14 4 0 0,1 0 1 0 0,-1 1-1 0 0,1 0 1 0 0,0-1-1 0 0,0 1 1 0 0,0 0-1 0 0,-1 0 1 0 0,1 0-1 0 0,0 0 1 0 0,0 0-1 0 0,0 0 1 0 0,1 1-1 0 0,-1-1 1 0 0,0 1-1 0 0,0-1 0 0 0,0 1 1 0 0,0 0-1 0 0,0 0 1 0 0,1 0-1 0 0,-1 0 1 0 0,0 0-1 0 0,0 1 1 0 0,0-1-1 0 0,0 0 1 0 0,1 1-1 0 0,-1 0 1 0 0,0-1-1 0 0,0 1 1 0 0,0 0-1 0 0,0 0 0 0 0,0 0 1 0 0,-1 1-1 0 0,1-1 1 0 0,0 0-1 0 0,0 1 1 0 0,-1-1-1 0 0,2 2-4 0 0,3 7-461 0 0,0 0 0 0 0,-1 1 1 0 0,0 0-1 0 0,-1 0 0 0 0,0 1 0 0 0,-1-1 0 0 0,0 1 0 0 0,-1 0 0 0 0,0-1 0 0 0,0 1 0 0 0,-2 0 0 0 0,1 0 0 0 0,-2 2 461 0 0,-6 16-1919 0 0,7-29 1587 0 0,0-1 333 0 0,14-21 796 0 0,11-22 691 0 0,2 0 1 0 0,1 2-1 0 0,2 1 0 0 0,2 1 0 0 0,35-32-1488 0 0,-39 44-118 0 0,-14 12 347 0 0,0 1-1 0 0,1 0 0 0 0,1 1 0 0 0,0 0 1 0 0,1 2-1 0 0,1 0 0 0 0,-1 1 0 0 0,8-3-228 0 0,-23 12 16 0 0,1 0-1 0 0,-1 0 0 0 0,1 0 0 0 0,0 0 1 0 0,-1 1-1 0 0,1-1 0 0 0,0 1 0 0 0,0-1 1 0 0,-1 1-1 0 0,1 0 0 0 0,0 0 1 0 0,0 0-1 0 0,-1 1 0 0 0,1-1 0 0 0,0 1 1 0 0,0-1-1 0 0,-1 1 0 0 0,1 0 0 0 0,-1 0 1 0 0,1 0-1 0 0,-1 0 0 0 0,3 2-15 0 0,-2 0 0 0 0,0-1 0 0 0,0 1 0 0 0,0 0 0 0 0,-1 0 0 0 0,1 0 0 0 0,-1 0 0 0 0,0 0 0 0 0,0 0 0 0 0,0 1 0 0 0,0-1 0 0 0,0 1 0 0 0,-1 0 0 0 0,0-1 0 0 0,0 1 0 0 0,0 0 0 0 0,1 2 0 0 0,1 16-234 0 0,0-1 0 0 0,-2 0 0 0 0,0 1 0 0 0,-1-1 0 0 0,-2 1 0 0 0,0-1 0 0 0,-1 0 0 0 0,-2 7 234 0 0,-26 49-3072 0 0,15-53 1968 0 0,11-21 1120 0 0,4-2 155 0 0,1-1 77 0 0,0 0 21 0 0,0 0-3 0 0,0 0-29 0 0,0 0-12 0 0,-1-1-1 0 0,-47-55 2542 0 0,44 52-2679 0 0,0 0-1 0 0,0 0 1 0 0,0 1 0 0 0,0 0 0 0 0,-1-1 0 0 0,1 2 0 0 0,-1-1 0 0 0,1 0 0 0 0,-1 1 0 0 0,0 0 0 0 0,0 0-1 0 0,0 0 1 0 0,-1 1 0 0 0,1 0 0 0 0,0 0 0 0 0,-1 0 0 0 0,1 1 0 0 0,0-1 0 0 0,-1 1 0 0 0,1 1 0 0 0,0-1-1 0 0,-1 1 1 0 0,1 0 0 0 0,0 0 0 0 0,0 0 0 0 0,-1 1 0 0 0,1 0 0 0 0,-2 1-87 0 0,3-2 0 0 0,0 0 0 0 0,0 0 0 0 0,0 1 0 0 0,1 0 0 0 0,-1 0 0 0 0,0 0 0 0 0,1 0-1 0 0,-1 1 1 0 0,1-1 0 0 0,0 1 0 0 0,0 0 0 0 0,0 0 0 0 0,0 0 0 0 0,0 0 0 0 0,1 0 0 0 0,0 1 0 0 0,-1-1 0 0 0,1 1 0 0 0,0 0 0 0 0,1-1 0 0 0,-1 1 0 0 0,1 0 0 0 0,-1 0 0 0 0,1 0 0 0 0,1 0 0 0 0,-1 2 0 0 0,0-1-26 0 0,1 0 0 0 0,0 0 1 0 0,1-1-1 0 0,-1 1 1 0 0,1 0-1 0 0,0-1 1 0 0,0 1-1 0 0,1 0 1 0 0,-1-1-1 0 0,1 0 1 0 0,0 1-1 0 0,0-1 0 0 0,0 0 1 0 0,1 0-1 0 0,-1 0 1 0 0,1 0-1 0 0,0 0 1 0 0,0-1-1 0 0,2 2 26 0 0,1 0-98 0 0,0 0 0 0 0,0 0-1 0 0,1-1 1 0 0,0 0 0 0 0,-1 0 0 0 0,1-1-1 0 0,0 0 1 0 0,0 0 0 0 0,1 0-1 0 0,-1-1 1 0 0,1 0 0 0 0,-1-1 0 0 0,1 0-1 0 0,0 0 1 0 0,-1 0 0 0 0,1-1-1 0 0,0 0 1 0 0,0-1 0 0 0,-1 1 0 0 0,1-2-1 0 0,-1 1 1 0 0,1-1 0 0 0,-1 0-1 0 0,1 0 1 0 0,-1-1 0 0 0,0 0 0 0 0,0-1-1 0 0,1 0 99 0 0,44-32-1176 0 0,-18 8-1966 0 0,-22 18 1620 0 0</inkml:trace>
  <inkml:trace contextRef="#ctx0" brushRef="#br0" timeOffset="13140.363">4769 1531 14656 0 0,'0'0'332'0'0,"0"-2"118"0"0,-4-13 500 0 0,-11 1 2848 0 0,12 13-3685 0 0,0 1 1 0 0,-1 0-1 0 0,1 0 0 0 0,0 0 0 0 0,0 0 1 0 0,0 1-1 0 0,-1-1 0 0 0,1 1 1 0 0,0 0-1 0 0,0 0 0 0 0,0 0 0 0 0,0 0 1 0 0,0 0-1 0 0,0 1 0 0 0,0-1 1 0 0,1 1-1 0 0,-1 0 0 0 0,1 0 0 0 0,-1 0 1 0 0,1 0-1 0 0,-1 0 0 0 0,1 1 1 0 0,0-1-1 0 0,0 1 0 0 0,0-1 0 0 0,1 1 1 0 0,-1 0-1 0 0,0 0 0 0 0,0 2-113 0 0,-12 23 86 0 0,0 0-1 0 0,2 1 1 0 0,1 1-1 0 0,2 0 1 0 0,1 1-1 0 0,-3 19-85 0 0,-1 1 47 0 0,-9 103-47 0 0,24-12 0 0 0,-3-131-27 0 0,0 0-1 0 0,1-1 0 0 0,0 1 1 0 0,1 0-1 0 0,0-1 1 0 0,1 0-1 0 0,0 1 0 0 0,0-1 1 0 0,1 0-1 0 0,1-1 1 0 0,-1 1-1 0 0,2-1 0 0 0,-1 0 1 0 0,1 0-1 0 0,1 0 1 0 0,-1-1-1 0 0,2 0 0 0 0,-1-1 1 0 0,1 1-1 0 0,2 0 28 0 0,-7-6-21 0 0,1 0 0 0 0,0 0 0 0 0,0-1-1 0 0,1 1 1 0 0,-1-1 0 0 0,0 0 0 0 0,0 0-1 0 0,0-1 1 0 0,1 1 0 0 0,-1-1 0 0 0,0 0-1 0 0,1 0 1 0 0,-1-1 0 0 0,0 1 0 0 0,1-1-1 0 0,-1 0 1 0 0,0 0 0 0 0,0 0 0 0 0,0-1-1 0 0,0 1 1 0 0,0-1 0 0 0,0 0 0 0 0,0 0-1 0 0,0 0 1 0 0,-1-1 0 0 0,1 0 21 0 0,43-37-2390 0 0,-11-6-4253 0 0,-25 30 653 0 0</inkml:trace>
  <inkml:trace contextRef="#ctx0" brushRef="#br0" timeOffset="15494.822">4952 1747 13824 0 0,'0'0'314'0'0,"0"0"46"0"0,0 0 22 0 0,0 0-50 0 0,0 0-150 0 0,0 0 196 0 0,0 0 108 0 0,0 0 23 0 0,0 0 42 0 0,0 0 164 0 0,0 0 75 0 0,0 0 12 0 0,0 0-61 0 0,0 0-274 0 0,0 0-126 0 0,0 0-21 0 0,0 0-31 0 0,0 0-101 0 0,0 0-41 0 0,0 0-10 0 0,4 13 53 0 0,1 4-193 0 0,20 62-994 0 0,2-29-2442 0 0,-26-48 3179 0 0,1 0 0 0 0,0 0-1 0 0,0 0 1 0 0,1 0 0 0 0,-1 0 0 0 0,0-1-1 0 0,1 1 1 0 0,-1-1 0 0 0,1 1 0 0 0,-1-1-1 0 0,1 0 1 0 0,-1 0 0 0 0,1 0-1 0 0,0-1 1 0 0,0 1 0 0 0,-1 0 0 0 0,1-1-1 0 0,0 0 1 0 0,0 0 0 0 0,0 0 0 0 0,0 0-1 0 0,-1 0 1 0 0,1-1 0 0 0,2 1 260 0 0,40-20-931 0 0,-34 8 1540 0 0,1 0 0 0 0,-1 0 0 0 0,-1-1 0 0 0,0 0 0 0 0,-1-1 0 0 0,-1 0 0 0 0,0-1-609 0 0,22-72 4739 0 0,-29 85-4523 0 0,-1 0 0 0 0,0 0-1 0 0,-1 0 1 0 0,1 0-1 0 0,0 0 1 0 0,-1 0-1 0 0,1 0 1 0 0,-1 0 0 0 0,1 0-1 0 0,-1 0 1 0 0,0 0-1 0 0,0 0 1 0 0,0 1-1 0 0,0-1 1 0 0,0 0 0 0 0,0 1-1 0 0,-1-1 1 0 0,1 1-1 0 0,-1-1-215 0 0,2 1 512 0 0,0 1 0 0 0,-2 0-85 0 0,-3-3-352 0 0,4 2-130 0 0,-7 26-16 0 0,21 55 7 0 0,-7-34 5 0 0,2 74-343 0 0,-11-110 296 0 0,0 1-1 0 0,-1-1 1 0 0,0 1-1 0 0,0-1 1 0 0,-1-1-1 0 0,-1 1 1 0 0,1 0 0 0 0,-1-1-1 0 0,-1 0 1 0 0,0-1-1 0 0,-7 7 107 0 0,9-9-8 0 0,-55 52 8 0 0,-4-22 211 0 0,36-29-198 0 0,27-7-41 0 0,0 0 1 0 0,0-1-1 0 0,-1 1 0 0 0,1-1 0 0 0,0 1 0 0 0,0-1 0 0 0,0 1 1 0 0,0-1-1 0 0,0 1 0 0 0,0-1 0 0 0,0 0 0 0 0,0 0 0 0 0,0 0 1 0 0,0 1-1 0 0,0-1 0 0 0,0 0 0 0 0,1 0 0 0 0,-1 0 0 0 0,0 0 0 0 0,1 0 1 0 0,-1-1-1 0 0,0 1 0 0 0,1 0 0 0 0,0 0 0 0 0,-1 0 0 0 0,1 0 1 0 0,0-1-1 0 0,-1 1 0 0 0,1 0 0 0 0,0 0 0 0 0,0-1 0 0 0,0 1 1 0 0,0 0-1 0 0,0 0 0 0 0,0-1 0 0 0,1 1 0 0 0,-1 0 0 0 0,0 0 1 0 0,1 0-1 0 0,-1-1 0 0 0,0 1 0 0 0,1 0 0 0 0,0 0 0 0 0,-1 0 1 0 0,1 0-1 0 0,0 0 0 0 0,-1 0 0 0 0,1 0 0 0 0,0 0 0 0 0,1-1 28 0 0,40-45-4216 0 0,-27 33 2416 0 0</inkml:trace>
  <inkml:trace contextRef="#ctx0" brushRef="#br0" timeOffset="15947.845">5403 1957 11048 0 0,'0'0'324'0'0,"0"0"-4"0"0,0 0-30 0 0,0 0 649 0 0,0 0 306 0 0,0 0 61 0 0,0 0-73 0 0,0 0-331 0 0,0 0-144 0 0,0 0-29 0 0,0 0-32 0 0,0 0-101 0 0,1-2-41 0 0,3-2-336 0 0,1 1-1 0 0,-1-1 1 0 0,1 1-1 0 0,0 0 1 0 0,0 0-1 0 0,0 1 1 0 0,0-1 0 0 0,0 1-1 0 0,0 0 1 0 0,1 1-1 0 0,-1-1 1 0 0,1 1-1 0 0,-1 0 1 0 0,1 0 0 0 0,2 1-219 0 0,43-1 216 0 0,-50 1-224 0 0,0 0 1 0 0,0 1 0 0 0,1-1 0 0 0,-1 0 0 0 0,0 1-1 0 0,0-1 1 0 0,0 1 0 0 0,0-1 0 0 0,0 1 0 0 0,0 0-1 0 0,0-1 1 0 0,-1 1 0 0 0,1 0 0 0 0,0 0 0 0 0,0-1-1 0 0,0 1 1 0 0,-1 0 0 0 0,1 0 0 0 0,0 0 0 0 0,-1 0-1 0 0,1 0 1 0 0,-1 0 0 0 0,1 0 0 0 0,-1 0 0 0 0,0 0 0 0 0,1 0-1 0 0,-1 1 1 0 0,0-1 0 0 0,0 0 0 0 0,0 0 0 0 0,1 0-1 0 0,-1 0 1 0 0,0 0 0 0 0,-1 1 0 0 0,1-1 0 0 0,0 0-1 0 0,0 0 1 0 0,0 0 0 0 0,-1 0 0 0 0,1 0 0 0 0,-1 0-1 0 0,1 0 1 0 0,-1 0 0 0 0,1 0 0 0 0,-1 0 0 0 0,1 0-1 0 0,-1 0 1 0 0,0 0 0 0 0,0 0 0 0 0,1 0 0 0 0,-1-1-1 0 0,0 1 1 0 0,0 0 7 0 0,-51 47-1986 0 0,-54 25-472 0 0,105-72 2400 0 0,12-5 46 0 0,2 0 129 0 0,6-3 252 0 0,0 1 0 0 0,1 0 0 0 0,0 2 0 0 0,0 0 1 0 0,0 1-1 0 0,12 0-369 0 0,-30 3 41 0 0,-1 0 1 0 0,1 0 0 0 0,0 0 0 0 0,-1 0 0 0 0,1 1 0 0 0,-1-1-1 0 0,1 0 1 0 0,0 1 0 0 0,-1-1 0 0 0,1 1 0 0 0,-1-1-1 0 0,1 1 1 0 0,-1 0 0 0 0,1 0 0 0 0,-1 0 0 0 0,0 0-1 0 0,1 0 1 0 0,-1 0 0 0 0,0 0 0 0 0,0 0 0 0 0,0 0 0 0 0,0 0-1 0 0,0 1 1 0 0,0-1 0 0 0,0 0 0 0 0,0 1 0 0 0,0-1-1 0 0,0 1 1 0 0,-1-1 0 0 0,1 1 0 0 0,-1-1 0 0 0,1 1-1 0 0,-1 0 1 0 0,0-1 0 0 0,0 1 0 0 0,1 0 0 0 0,-1-1-1 0 0,0 1 1 0 0,-1 0-42 0 0,0 7-43 0 0,-1 0 1 0 0,0-1-1 0 0,-1 1 0 0 0,0-1 0 0 0,0 0 0 0 0,-1 1 0 0 0,0-2 0 0 0,0 1 0 0 0,-1 0 0 0 0,0-1 1 0 0,0 0-1 0 0,-7 7 43 0 0,9-10-135 0 0,-91 110-2297 0 0,63-88 404 0 0,23-18 595 0 0,1-5-56 0 0</inkml:trace>
  <inkml:trace contextRef="#ctx0" brushRef="#br0" timeOffset="16463.236">5783 2091 14912 0 0,'0'0'340'0'0,"0"0"50"0"0,0 0 24 0 0,0 0-54 0 0,0 0-139 0 0,0 0 303 0 0,0 0 157 0 0,4 5 2342 0 0,-3-2-2821 0 0,0 0-1 0 0,-1 0 1 0 0,0 1 0 0 0,1-1 0 0 0,-1 0 0 0 0,0 0-1 0 0,0 1 1 0 0,-1-1 0 0 0,1 0 0 0 0,-1 0 0 0 0,0 0-1 0 0,1 1 1 0 0,-2-1 0 0 0,1 0 0 0 0,0 0 0 0 0,0 0-1 0 0,-2 2-201 0 0,-4 13 370 0 0,-58 150-1294 0 0,47-120 356 0 0,9-29-2672 0 0,6-12 1218 0 0</inkml:trace>
  <inkml:trace contextRef="#ctx0" brushRef="#br0" timeOffset="74980.561">3756 2594 12416 0 0,'-95'125'872'0'0,"77"-101"-576"0"0,0-1 0 0 0,-2-1 0 0 0,0-1 0 0 0,-1-1 0 0 0,-2-1 0 0 0,-6 4-296 0 0,-63 34 1216 0 0,-39-10-166 0 0,88-38-879 0 0,0-2 0 0 0,0-2 0 0 0,0-2 1 0 0,0-1-1 0 0,-1-3 0 0 0,1-1 0 0 0,0-2 0 0 0,0-3 0 0 0,0-1 0 0 0,1-2 0 0 0,0-1 0 0 0,-6-5-171 0 0,-161-79 656 0 0,-106-67 326 0 0,92 44-812 0 0,164 89-90 0 0,2-4 0 0 0,1-1 0 0 0,2-3 0 0 0,-48-43-80 0 0,-301-291 0 0 0,101 17 1878 0 0,-10 26-1894 0 0,168 170 706 0 0,38 77 173 0 0,92 72-792 0 0,0 0 0 0 0,0 1 1 0 0,0 1-1 0 0,-1 0 0 0 0,0 1 0 0 0,0 0 1 0 0,-1 2-1 0 0,0-1 0 0 0,-4 1-71 0 0,14 3 0 0 0,0 0 0 0 0,0 0 0 0 0,0 1 0 0 0,0 0 0 0 0,0 0 0 0 0,0 1 0 0 0,0-1 0 0 0,0 1 0 0 0,0 0 0 0 0,0 1 0 0 0,1 0 0 0 0,-1-1 0 0 0,0 2 0 0 0,1-1 0 0 0,0 1 0 0 0,-4 2 0 0 0,-18 22-401 0 0,17 9-3256 0 0,13-29 2507 0 0</inkml:trace>
  <inkml:trace contextRef="#ctx0" brushRef="#br0" timeOffset="75697.769">189 822 11976 0 0,'0'0'266'0'0,"0"0"44"0"0,0 0 15 0 0,0 0-26 0 0,-1 0-198 0 0,-4 3-21 0 0,-12 35 2256 0 0,-9 70-752 0 0,-34 60-1598 0 0,17-26 14 0 0,7-35 80 0 0,35-104-53 0 0,1-2 105 0 0,0-1 20 0 0,0 0-7 0 0,25-77 519 0 0,-10 25-546 0 0,3 1-1 0 0,2 1 0 0 0,13-22-117 0 0,30-27 0 0 0,-55 87 21 0 0,1 0-1 0 0,0 0 1 0 0,1 1-1 0 0,0 0 0 0 0,0 1 1 0 0,1 0-1 0 0,1 1 0 0 0,0 0 1 0 0,0 1-1 0 0,1 0 0 0 0,4-1-20 0 0,-11 7 20 0 0,1 0 0 0 0,-1 1-1 0 0,1 0 1 0 0,-1 1-1 0 0,1-1 1 0 0,0 1 0 0 0,-1 0-1 0 0,1 1 1 0 0,0 0-1 0 0,-1 0 1 0 0,1 0 0 0 0,-1 1-1 0 0,0 0 1 0 0,1 0-1 0 0,-1 1 1 0 0,0-1 0 0 0,0 2-1 0 0,-1-1 1 0 0,1 0-1 0 0,0 2-19 0 0,37 18 0 0 0,-36-19-27 0 0,1 0 0 0 0,0-1 0 0 0,0 0 0 0 0,1 0 0 0 0,-1-1 0 0 0,1 0 0 0 0,-1-1 0 0 0,1 0 0 0 0,0 0 0 0 0,1 0 27 0 0,71-12-3325 0 0,-32 0 689 0 0,-26-6-2476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9:11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213 194 11600 0 0,'0'0'264'0'0,"-13"7"733"0"0,-32 27 4283 0 0,-1 13-742 0 0,36-39-4331 0 0,1 0-1 0 0,0 1 0 0 0,1 1 0 0 0,0-1 1 0 0,0 2-1 0 0,1-1 0 0 0,1 1 1 0 0,-1 0-1 0 0,2 0 0 0 0,0 0 0 0 0,0 1 1 0 0,1 0-1 0 0,0 0 0 0 0,1 1-206 0 0,-1 6-332 0 0,1 0 0 0 0,1-1 0 0 0,1 1 0 0 0,0 0 0 0 0,2 0 0 0 0,2 17 332 0 0,-3-33-73 0 0,1 0 0 0 0,0-1 0 0 0,0 1 0 0 0,0 0 0 0 0,0 0 0 0 0,0-1 0 0 0,0 1 0 0 0,1 0 0 0 0,0-1 0 0 0,-1 1 0 0 0,1-1 0 0 0,0 0 0 0 0,0 0 0 0 0,0 1 0 0 0,1-1 0 0 0,-1-1 0 0 0,0 1 0 0 0,1 0 0 0 0,-1-1 0 0 0,1 1 0 0 0,-1-1 0 0 0,1 1 0 0 0,0-1 0 0 0,0 0 0 0 0,0 0 0 0 0,0-1 0 0 0,-1 1 0 0 0,1-1 0 0 0,0 1 0 0 0,0-1 0 0 0,0 0 0 0 0,3 0 73 0 0,1 0-51 0 0,1 0-1 0 0,0-1 1 0 0,0 0-1 0 0,0-1 1 0 0,0 1-1 0 0,-1-2 1 0 0,1 1-1 0 0,-1-1 1 0 0,1 0-1 0 0,-1 0 1 0 0,0-1-1 0 0,0 0 1 0 0,-1 0-1 0 0,1-1 1 0 0,-1 0-1 0 0,6-5 52 0 0,-6 4 6 0 0,4-2 59 0 0,-1 0 1 0 0,-1-1-1 0 0,1 0 1 0 0,-1 0-1 0 0,-1-1 1 0 0,0 0-1 0 0,4-8-65 0 0,-8 13 106 0 0,0 0-1 0 0,0 0 1 0 0,-1 0-1 0 0,0-1 1 0 0,0 1-1 0 0,0-1 1 0 0,-1 1-1 0 0,0-1 1 0 0,0 0-1 0 0,0 0 1 0 0,-1 1-1 0 0,0-1 1 0 0,0 0-1 0 0,0 0 1 0 0,-1 0-1 0 0,-1-4-105 0 0,-1 1 105 0 0,-2-1 0 0 0,1 1-1 0 0,-1 0 1 0 0,0 1 0 0 0,-1-1 0 0 0,1 1-1 0 0,-2 0 1 0 0,1 0 0 0 0,-1 1-1 0 0,-1 0 1 0 0,1 0 0 0 0,-1 1 0 0 0,0 0-1 0 0,-1 0 1 0 0,-2-1-105 0 0,-107-51-2003 0 0,117 58 1525 0 0,-3-2 995 0 0,3 0-6829 0 0,13-7 4266 0 0</inkml:trace>
  <inkml:trace contextRef="#ctx0" brushRef="#br0" timeOffset="518.323">492 167 11976 0 0,'0'0'266'0'0,"0"0"44"0"0,0 0 15 0 0,0 0-26 0 0,0 0-74 0 0,5 5 3076 0 0,-1-1-2763 0 0,-1 0 0 0 0,1 0 0 0 0,-1 1 0 0 0,0 0 0 0 0,-1 0 0 0 0,1-1-1 0 0,-1 1 1 0 0,0 1 0 0 0,-1-1 0 0 0,1 0 0 0 0,-1 0 0 0 0,1 4-538 0 0,0 0 346 0 0,7 25-619 0 0,-2 0-1 0 0,-1 0 1 0 0,-2 0-1 0 0,-1 0 0 0 0,-2 6 274 0 0,-5 28-608 0 0,-11-12-1274 0 0,12-50 1796 0 0,2-5 408 0 0,-2-8 660 0 0,2-5-728 0 0,1-1-1 0 0,0 1 1 0 0,0-1-1 0 0,1 1 1 0 0,1-1-1 0 0,0 1 1 0 0,1 0-1 0 0,0-1 1 0 0,1 1-1 0 0,0 1 1 0 0,1-1-1 0 0,2-2-253 0 0,1-7 545 0 0,31-50 572 0 0,-31 57-1117 0 0,0-1 0 0 0,2 1 0 0 0,-1 1 0 0 0,2 0 0 0 0,0 0 0 0 0,0 1 0 0 0,1 0 0 0 0,1 1 0 0 0,0 0 0 0 0,5-2 0 0 0,76-44-5397 0 0,-85 53-2109 0 0</inkml:trace>
  <inkml:trace contextRef="#ctx0" brushRef="#br0" timeOffset="1253.921">1143 1 13824 0 0,'0'0'314'0'0,"0"0"46"0"0,0 0 22 0 0,0 0-50 0 0,-8 0 632 0 0,0 1-506 0 0,-1 1 1 0 0,1 0 0 0 0,0 0 0 0 0,0 1 0 0 0,0 0 0 0 0,0 1 0 0 0,0 0 0 0 0,1 0 0 0 0,-1 0 0 0 0,1 1 0 0 0,0 0 0 0 0,1 1 0 0 0,-1-1 0 0 0,1 1 0 0 0,0 1 0 0 0,-4 5-459 0 0,-25 26 443 0 0,-19 78 684 0 0,24-10-1411 0 0,25-65 154 0 0,1-1 0 0 0,2 1 0 0 0,2 29 130 0 0,1-63-26 0 0,-1 4 9 0 0,1 0 1 0 0,0 1 0 0 0,0-1 0 0 0,1 0-1 0 0,1-1 1 0 0,0 1 0 0 0,0 0-1 0 0,1-1 1 0 0,4 7 16 0 0,-6-12-26 0 0,0 0 0 0 0,1 0 0 0 0,-1 0 0 0 0,1 0 0 0 0,1 0 0 0 0,-1-1 0 0 0,1 1 0 0 0,0-1 0 0 0,0 0 0 0 0,0 0 0 0 0,0 0 0 0 0,1-1 0 0 0,-1 1 0 0 0,1-1 0 0 0,0 0 0 0 0,0-1-1 0 0,0 1 1 0 0,0-1 0 0 0,1 0 0 0 0,-1 0 0 0 0,1-1 0 0 0,-1 1 0 0 0,1-1 0 0 0,-1-1 0 0 0,2 1 26 0 0,12-5 0 0 0,31-56-6757 0 0,-42 50 483 0 0</inkml:trace>
  <inkml:trace contextRef="#ctx0" brushRef="#br0" timeOffset="3078.34">1416 123 10512 0 0,'0'0'306'0'0,"0"0"-4"0"0,-7-9-182 0 0,-12-16 5814 0 0,18 25-5037 0 0,0-3 220 0 0,-3 0 1982 0 0,2 4-3050 0 0,0 0 1 0 0,0 0-1 0 0,0 0 0 0 0,0 0 0 0 0,1 0 0 0 0,-1 1 0 0 0,0-1 1 0 0,0 0-1 0 0,1 1 0 0 0,-1 0 0 0 0,1-1 0 0 0,-1 1 0 0 0,1 0 1 0 0,0 0-1 0 0,0 0 0 0 0,0 0 0 0 0,0 0 0 0 0,0 0 0 0 0,0 0 0 0 0,0 0 1 0 0,1 0-1 0 0,-1 0 0 0 0,1 1-49 0 0,-3 7-95 0 0,2 1 0 0 0,-1-1 0 0 0,1 0 0 0 0,1 0 0 0 0,0 1 0 0 0,0-1-1 0 0,1 0 1 0 0,0 0 0 0 0,1 1 0 0 0,0-1 0 0 0,1 0 0 0 0,0-1 0 0 0,3 8 95 0 0,-3-14-164 0 0,-1 0 0 0 0,1 1 1 0 0,0-1-1 0 0,0 0 0 0 0,0 0 0 0 0,0 0 0 0 0,1-1 0 0 0,-1 1 1 0 0,1-1-1 0 0,0 0 0 0 0,-1 0 0 0 0,1 0 0 0 0,0 0 1 0 0,0-1-1 0 0,2 1 164 0 0,43-17-636 0 0,-44 12 624 0 0,3-1 173 0 0,0-1 0 0 0,-1 0 0 0 0,0-1 0 0 0,0 1 0 0 0,0-2 0 0 0,0 1 0 0 0,-1-1-1 0 0,0 1 1 0 0,-1-2 0 0 0,0 1 0 0 0,1-2-161 0 0,-5 8 274 0 0,-5-14 1314 0 0,-4 10-860 0 0,1 5-627 0 0,5 2-21 0 0,-1 0 0 0 0,1-1 1 0 0,0 1-1 0 0,0 0 0 0 0,0 0 1 0 0,1 0-1 0 0,-1 0 0 0 0,0 1 0 0 0,1-1 1 0 0,0 0-1 0 0,-1 1 0 0 0,1-1 1 0 0,0 1-1 0 0,0-1 0 0 0,0 1 0 0 0,0-1 1 0 0,1 1-1 0 0,-1 0 0 0 0,1-1 0 0 0,0 1 1 0 0,0 0-1 0 0,0 0 0 0 0,0 2-80 0 0,-2 10 175 0 0,-2 85-188 0 0,1-67-336 0 0,1-13 167 0 0,0 1 0 0 0,0-1 0 0 0,-2 0 0 0 0,-1 0 0 0 0,0 0 0 0 0,-2 0 0 0 0,0-1 0 0 0,-3 3 182 0 0,6-15-12 0 0,0 0 0 0 0,-1-1 0 0 0,1 1 0 0 0,-2-1 0 0 0,1 0 0 0 0,-1-1 0 0 0,0 1 0 0 0,0-1 0 0 0,0-1 0 0 0,-1 1 0 0 0,1-1 0 0 0,-3 1 12 0 0,-49 22 642 0 0,47-25-642 0 0,-54 3 0 0 0,61-6-3 0 0,3 1-3 0 0,0 0 0 0 0,0 0 0 0 0,0 0-1 0 0,1 0 1 0 0,-1-1 0 0 0,0 1 0 0 0,0 0-1 0 0,0 0 1 0 0,0-1 0 0 0,0 1 0 0 0,0-1 0 0 0,0 1-1 0 0,0-1 1 0 0,1 1 0 0 0,-1-1 0 0 0,0 1 0 0 0,0-1-1 0 0,1 0 1 0 0,-1 1 0 0 0,0-1 0 0 0,1 0 0 0 0,-1 0-1 0 0,1 1 1 0 0,-1-1 0 0 0,1 0 0 0 0,-1 0-1 0 0,1 0 1 0 0,-1 0 0 0 0,1 0 0 0 0,0 0 0 0 0,0 0-1 0 0,-1 0 1 0 0,1 0 0 0 0,0 0 0 0 0,0 0 0 0 0,0 0 6 0 0,1-5-279 0 0,-1 1 0 0 0,1 0 0 0 0,1-1 0 0 0,-1 1 0 0 0,1 0 0 0 0,0 0 0 0 0,0 0 0 0 0,0 0 1 0 0,0 0-1 0 0,1 1 0 0 0,0-1 0 0 0,0 1 0 0 0,1 0 0 0 0,-1-1 0 0 0,1 1 0 0 0,0 1 0 0 0,4-4 279 0 0,-8 6-32 0 0,18-18-2256 0 0</inkml:trace>
  <inkml:trace contextRef="#ctx0" brushRef="#br0" timeOffset="3471.682">1902 292 14240 0 0,'0'0'416'0'0,"0"0"-3"0"0,0 0-106 0 0,-9 0 2790 0 0,-28 16 1536 0 0,33-14-4369 0 0,-3 3 39 0 0,0 0-1 0 0,-1 0 1 0 0,1 0-1 0 0,1 1 1 0 0,-1 0-1 0 0,1 1 1 0 0,0-1-1 0 0,1 1 1 0 0,-1 0-303 0 0,-81 169-2858 0 0,80-160 946 0 0,2-1-468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9:23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15 474 12272 0 0,'0'0'362'0'0,"0"0"-11"0"0,0 0-79 0 0,0 0 489 0 0,0 0 242 0 0,0 0 49 0 0,-13 7 4241 0 0,13-6-5291 0 0,0-1 0 0 0,0 1 0 0 0,-1 0 0 0 0,1-1 0 0 0,0 1 0 0 0,0-1 0 0 0,0 1 0 0 0,0 0 0 0 0,0-1 0 0 0,0 1 0 0 0,0 0 0 0 0,0-1 0 0 0,0 1 0 0 0,0 0 0 0 0,0-1 0 0 0,0 1 0 0 0,1 0 0 0 0,-1-1 0 0 0,0 1 0 0 0,0 0 0 0 0,1-1 0 0 0,-1 1 0 0 0,0-1 0 0 0,1 1 0 0 0,-1-1 0 0 0,1 1 0 0 0,-1-1 0 0 0,0 1 0 0 0,1-1 0 0 0,-1 1 0 0 0,1-1 0 0 0,0 1 0 0 0,-1-1 0 0 0,1 0 0 0 0,-1 1 1 0 0,1-1-1 0 0,0 0 0 0 0,-1 0 0 0 0,1 1 0 0 0,0-1-2 0 0,1 1 0 0 0,7 3-5 0 0,0-1-1 0 0,0 0 1 0 0,0-1-1 0 0,1 1 0 0 0,-1-2 1 0 0,1 1-1 0 0,-1-2 1 0 0,1 1-1 0 0,0-1 1 0 0,-1 0-1 0 0,1-1 0 0 0,0 0 1 0 0,-1-1-1 0 0,1 0 1 0 0,-1-1-1 0 0,0 1 1 0 0,0-2-1 0 0,0 1 1 0 0,0-1-1 0 0,7-5 6 0 0,8 0-11 0 0,104-48-83 0 0,-41 16 262 0 0,-71 25 115 0 0,-27 6 182 0 0,1 7-335 0 0,0 0 0 0 0,0 1 0 0 0,0 1 0 0 0,0-1 0 0 0,0 2 0 0 0,0-1 0 0 0,0 1 0 0 0,0 1 0 0 0,0 0 0 0 0,0 1 0 0 0,-9 1-130 0 0,16-2 18 0 0,-9 0-14 0 0,1 0 0 0 0,0 1 0 0 0,0 1 1 0 0,0 0-1 0 0,1 0 0 0 0,-1 1 0 0 0,1 0 0 0 0,-1 1 0 0 0,1 0 0 0 0,1 1 0 0 0,-1 0 0 0 0,1 0 0 0 0,0 1 0 0 0,0 1 0 0 0,1-1 0 0 0,0 1 1 0 0,0 0-1 0 0,0 3-4 0 0,3-6-47 0 0,2 0 0 0 0,-1 1 0 0 0,0-1 0 0 0,1 1 0 0 0,0-1 0 0 0,1 1 0 0 0,-1 0 0 0 0,1 0 0 0 0,0 0 0 0 0,0 1 0 0 0,1-1 0 0 0,0 0 0 0 0,0 1 0 0 0,0-1 0 0 0,1 1 0 0 0,0-1 1 0 0,0 0-1 0 0,1 1 0 0 0,0 1 47 0 0,2 4-337 0 0,0-1 1 0 0,1 1 0 0 0,0-1 0 0 0,1 0 0 0 0,0-1 0 0 0,1 1 0 0 0,0-1-1 0 0,5 6 337 0 0,-8-13-357 0 0,0 1 1 0 0,1-1-1 0 0,-1 0 0 0 0,1 0 0 0 0,0-1 0 0 0,0 1 0 0 0,0-1 0 0 0,0 1 0 0 0,0-1 0 0 0,1-1 1 0 0,-1 1-1 0 0,1-1 0 0 0,-1 1 0 0 0,1-1 0 0 0,-1 0 0 0 0,1-1 0 0 0,0 1 0 0 0,0-1 0 0 0,-1 0 1 0 0,1 0-1 0 0,0-1 0 0 0,-1 1 0 0 0,1-1 0 0 0,0 0 0 0 0,-1 0 0 0 0,1-1 0 0 0,-1 1 0 0 0,3-2 357 0 0,20-11-1910 0 0</inkml:trace>
  <inkml:trace contextRef="#ctx0" brushRef="#br0" timeOffset="905.973">599 503 10272 0 0,'31'-23'712'0'0,"-30"22"-395"0"0,1-1 1 0 0,-1 0-1 0 0,0 1 0 0 0,0-1 1 0 0,1 0-1 0 0,-1 1 1 0 0,-1-1-1 0 0,1 0 1 0 0,0 0-1 0 0,0 0 0 0 0,-1 0 1 0 0,1 0-1 0 0,-1 0 1 0 0,1 0-1 0 0,-1 0 1 0 0,0 0-1 0 0,0 0 0 0 0,0 0 1 0 0,0 0-1 0 0,0 0 1 0 0,0 0-1 0 0,-1 0 1 0 0,1 0-1 0 0,0 0 0 0 0,-2-1-317 0 0,-1-15 5586 0 0,20 29-5506 0 0,-15-7-74 0 0,21 49-215 0 0,-16-16-538 0 0,-23 58-1259 0 0,6-80 1570 0 0,9-14 258 0 0,1-1 21 0 0,0 0 72 0 0,1-15 391 0 0,1 0 1 0 0,1 0 0 0 0,0 0-1 0 0,1 0 1 0 0,1 0 0 0 0,0 1-1 0 0,1 0 1 0 0,2-2-307 0 0,30-45 1565 0 0,-27 55-1393 0 0,-10 6-151 0 0,1 1-1 0 0,0-1 0 0 0,0 1 1 0 0,0 0-1 0 0,0-1 0 0 0,0 1 1 0 0,-1 0-1 0 0,1 0 1 0 0,0 0-1 0 0,-1 0 0 0 0,1 1 1 0 0,-1-1-1 0 0,1 0 0 0 0,-1 1 1 0 0,0-1-1 0 0,0 1 1 0 0,1-1-1 0 0,-1 1 0 0 0,0 0 1 0 0,0 0-1 0 0,0-1 0 0 0,-1 1 1 0 0,1 0-1 0 0,0 0 1 0 0,-1 0-21 0 0,28 89-1851 0 0,-13-17-2072 0 0,-15-74 3818 0 0,0 1-1 0 0,1-1 0 0 0,-1 1 0 0 0,0-1 1 0 0,0 0-1 0 0,0 1 0 0 0,1-1 0 0 0,-1 0 1 0 0,0 1-1 0 0,0-1 0 0 0,1 0 0 0 0,-1 0 1 0 0,0 1-1 0 0,1-1 0 0 0,-1 0 0 0 0,0 0 0 0 0,1 1 1 0 0,-1-1-1 0 0,1 0 0 0 0,-1 0 0 0 0,0 0 1 0 0,1 0-1 0 0,-1 0 0 0 0,1 0 0 0 0,-1 0 1 0 0,0 1-1 0 0,1-1 0 0 0,-1 0 0 0 0,1 0 1 0 0,-1 0-1 0 0,0-1 0 0 0,1 1 0 0 0,-1 0 1 0 0,1 0-1 0 0,-1 0 0 0 0,0 0 0 0 0,1 0 1 0 0,-1 0-1 0 0,1-1 0 0 0,-1 1 0 0 0,0 0 0 0 0,1 0 1 0 0,-1 0-1 0 0,0-1 0 0 0,1 1 0 0 0,-1 0 1 0 0,0-1-1 0 0,0 1 0 0 0,1 0 0 0 0,-1-1 1 0 0,0 1-1 0 0,0 0 0 0 0,1-1 0 0 0,-1 1 1 0 0,0 0-1 0 0,0-1 106 0 0,19-19-147 0 0,23-41 1534 0 0,19-40 1203 0 0,60-95 2649 0 0,-80 122-3723 0 0,9 0-23 0 0,-27 54-1101 0 0,-11 34-238 0 0,-6 5-143 0 0,-1 0 1 0 0,0 0 0 0 0,-2 0 0 0 0,0 1-1 0 0,-1-1 1 0 0,-1 17-12 0 0,7 72-889 0 0,3 10-2310 0 0,-7-95 2389 0 0,-4-22 1007 0 0,0-1 99 0 0,0 0 21 0 0,0 0-14 0 0,0 0-74 0 0,0 0-33 0 0,-27-21 1670 0 0,21 18-1648 0 0,0 0 0 0 0,-1 0 1 0 0,1 0-1 0 0,-1 1 0 0 0,0 0 0 0 0,0 0 1 0 0,0 1-1 0 0,0 0 0 0 0,0 0 1 0 0,0 0-1 0 0,-3 1-218 0 0,-4-1 228 0 0,3 1-117 0 0,1 0 0 0 0,-1 1 0 0 0,1 0 1 0 0,0 1-1 0 0,-1 0 0 0 0,1 1 0 0 0,0 0 0 0 0,0 0 1 0 0,0 1-1 0 0,-4 3-111 0 0,9-5 13 0 0,1 0-1 0 0,-1 1 1 0 0,1 0 0 0 0,0 0 0 0 0,0 0 0 0 0,0 1-1 0 0,0-1 1 0 0,1 1 0 0 0,-1 0 0 0 0,1 0-1 0 0,0 0 1 0 0,0 0 0 0 0,0 1 0 0 0,1-1 0 0 0,0 1-1 0 0,-1 0 1 0 0,2-1 0 0 0,-1 1 0 0 0,0 0 0 0 0,1 0-1 0 0,0 0 1 0 0,0 1-13 0 0,1-1-20 0 0,0 0 0 0 0,0 0 0 0 0,0 0 0 0 0,1 0 1 0 0,-1 0-1 0 0,1 0 0 0 0,0 0 0 0 0,1 0 0 0 0,-1-1 0 0 0,1 1 0 0 0,0 0 0 0 0,0-1 0 0 0,0 1 0 0 0,1-1 0 0 0,0 0 0 0 0,2 4 20 0 0,-2-6-49 0 0,-1 1 0 0 0,1-1 0 0 0,0 0-1 0 0,0 0 1 0 0,0 0 0 0 0,0 0-1 0 0,0-1 1 0 0,0 1 0 0 0,0-1-1 0 0,1 1 1 0 0,-1-1 0 0 0,0 0 0 0 0,1-1-1 0 0,-1 1 1 0 0,1-1 0 0 0,-1 1-1 0 0,1-1 1 0 0,-1 0 0 0 0,1 0 0 0 0,-1-1-1 0 0,1 1 1 0 0,-1-1 0 0 0,1 1-1 0 0,-1-1 1 0 0,2-1 49 0 0,5-1-309 0 0,-1-1 0 0 0,1 0 0 0 0,-1-1 1 0 0,0 0-1 0 0,0 0 0 0 0,0-1 0 0 0,8-6 309 0 0,66-65-5341 0 0,-64 57 3307 0 0</inkml:trace>
  <inkml:trace contextRef="#ctx0" brushRef="#br0" timeOffset="2252.621">1332 410 15664 0 0,'0'0'356'0'0,"0"0"49"0"0,0 0 21 0 0,0-2-42 0 0,1-3-250 0 0,6 1-49 0 0,-4 1-48 0 0,-1 2 124 0 0,-1 0-1 0 0,1 0 1 0 0,-1 0-1 0 0,1 0 1 0 0,0 0 0 0 0,-1 0-1 0 0,1 0 1 0 0,0 1-1 0 0,0-1 1 0 0,0 0 0 0 0,0 1-1 0 0,-1 0 1 0 0,1-1 0 0 0,0 1-1 0 0,0 0 1 0 0,0 0-1 0 0,0 0 1 0 0,0 0 0 0 0,0 1-1 0 0,0-1-160 0 0,6 3 44 0 0,-1 1-1 0 0,1 0 0 0 0,-1 0 0 0 0,-1 1 0 0 0,1 0 0 0 0,0 0 1 0 0,-1 1-1 0 0,0 0 0 0 0,0 0 0 0 0,-1 0 0 0 0,0 0 1 0 0,0 1-1 0 0,0 0 0 0 0,-1 0 0 0 0,0 0 0 0 0,-1 1 0 0 0,1 0 1 0 0,0 3-44 0 0,25 76-1943 0 0,-21-39-850 0 0,-19-74 3183 0 0,14-57 1468 0 0,17 9 12 0 0,-13 62-1663 0 0,-6 9-117 0 0,0 0 0 0 0,0 0 0 0 0,1 0-1 0 0,-1 0 1 0 0,1 0 0 0 0,0 0 0 0 0,0 0 0 0 0,0 0 0 0 0,0 1-1 0 0,0-1 1 0 0,1 1 0 0 0,-1 0 0 0 0,1-1 0 0 0,-1 1-1 0 0,1 0 1 0 0,0 1 0 0 0,0-1 0 0 0,0 0 0 0 0,0 1 0 0 0,0 0-1 0 0,0-1 1 0 0,1 1 0 0 0,-1 0 0 0 0,0 1 0 0 0,0-1-1 0 0,1 1 1 0 0,0-1-90 0 0,0 3 0 0 0,1-1 0 0 0,-1 0 0 0 0,1 1 0 0 0,-1 0 0 0 0,0 0-1 0 0,1 0 1 0 0,-1 1 0 0 0,0-1 0 0 0,-1 1 0 0 0,1 0 0 0 0,0 0-1 0 0,-1 1 1 0 0,0-1 0 0 0,0 1 0 0 0,0-1 0 0 0,0 1 0 0 0,0 0-1 0 0,-1 0 1 0 0,0 0 0 0 0,1 0 0 0 0,-2 1 0 0 0,1-1 0 0 0,0 1 0 0 0,-1-1-1 0 0,0 1 1 0 0,0-1 0 0 0,0 1 0 0 0,0 4 0 0 0,4 8-6 0 0,-3-11-162 0 0,0 1 0 0 0,-1 0 1 0 0,0 0-1 0 0,0 0 0 0 0,-1 0 1 0 0,0 0-1 0 0,0 0 1 0 0,0 0-1 0 0,-1 0 0 0 0,0 0 1 0 0,-1 2 167 0 0,-1-1-116 0 0,3-40 344 0 0,34-59 1537 0 0,-21 68-1428 0 0,-11 17-206 0 0,1 1 0 0 0,0-1 1 0 0,0 1-1 0 0,0-1 0 0 0,1 1 0 0 0,-1 0 0 0 0,1 0 0 0 0,1 1 0 0 0,-1-1 0 0 0,1 1 0 0 0,-1 0 0 0 0,1 0 0 0 0,2 0-131 0 0,-2 1 0 0 0,9 6 0 0 0,-7 1 0 0 0,-4 1-40 0 0,-1-1 0 0 0,0 1 0 0 0,0-1 1 0 0,0 1-1 0 0,0 0 0 0 0,-1 0 0 0 0,0 0 0 0 0,0 0 0 0 0,0-1 0 0 0,-1 1 0 0 0,1 0 0 0 0,-1 1 0 0 0,-1 2 40 0 0,4 26-350 0 0,1 2-1181 0 0,-2-30 1332 0 0,-2-4 30 0 0,1-1 1 0 0,-1 1-1 0 0,0 0 0 0 0,1-1 0 0 0,-1 1 0 0 0,1-1 0 0 0,0 1 0 0 0,0 0 0 0 0,-1-1 0 0 0,1 0 1 0 0,0 1-1 0 0,0-1 0 0 0,0 1 0 0 0,1-1 0 0 0,-1 0 0 0 0,0 0 0 0 0,0 0 0 0 0,1 0 0 0 0,-1 0 1 0 0,1 0-1 0 0,-1 0 0 0 0,1 0 0 0 0,-1 0 0 0 0,1-1 0 0 0,-1 1 0 0 0,1 0 0 0 0,0-1 0 0 0,-1 0 1 0 0,1 1-1 0 0,0-1 0 0 0,-1 0 169 0 0,86-25-2060 0 0,-76 20 2657 0 0,0-2 0 0 0,0 0 0 0 0,-1 0-1 0 0,0-1 1 0 0,0 0 0 0 0,0-1 0 0 0,-1 0 0 0 0,-1 0 0 0 0,4-5-597 0 0,-12 14 24 0 0,8-16 2865 0 0,-8 15-2384 0 0,0 1-25 0 0,0 0-100 0 0,0 0-41 0 0,0 0-10 0 0,0 0-34 0 0,0 0-139 0 0,-18 33 105 0 0,16-29-421 0 0,1-1 1 0 0,-1 1-1 0 0,1-1 0 0 0,0 1 0 0 0,1 0 0 0 0,-1-1 0 0 0,1 1 1 0 0,-1 0-1 0 0,1 0 0 0 0,0-1 0 0 0,1 1 0 0 0,-1 0 1 0 0,1-1-1 0 0,-1 1 0 0 0,1 0 0 0 0,0-1 0 0 0,0 1 0 0 0,1-1 1 0 0,-1 1-1 0 0,1-1 0 0 0,0 1 0 0 0,0-1 0 0 0,0 0 1 0 0,0 0-1 0 0,0 0 0 0 0,1 0 0 0 0,-1 0 0 0 0,1-1 0 0 0,0 1 1 0 0,0-1-1 0 0,0 0 0 0 0,0 0 0 0 0,0 0 0 0 0,0 0 1 0 0,1 0-1 0 0,-1-1 0 0 0,1 1 0 0 0,1-1 160 0 0,-2 0-123 0 0,1-1 1 0 0,0 1-1 0 0,0-1 0 0 0,0 0 1 0 0,0-1-1 0 0,0 1 0 0 0,0-1 1 0 0,0 1-1 0 0,-1-1 0 0 0,1 0 1 0 0,0-1-1 0 0,-1 1 0 0 0,1-1 1 0 0,3-1 122 0 0,46-34 709 0 0,-35 16 666 0 0,-15 18-1183 0 0,0 0-1 0 0,0 0 1 0 0,-1 0 0 0 0,1 0-1 0 0,-1 0 1 0 0,0 0 0 0 0,0-1-1 0 0,0 1 1 0 0,0-1 0 0 0,0 1-1 0 0,-1-1 1 0 0,0 0 0 0 0,0 0-1 0 0,0 0 1 0 0,0 1 0 0 0,0-1-1 0 0,-1-1-191 0 0,0 2 150 0 0,0-1-1 0 0,0 1 1 0 0,0-1-1 0 0,0 1 1 0 0,-1-1-1 0 0,0 1 1 0 0,0-1-1 0 0,0 1 1 0 0,0 0-1 0 0,0 0 1 0 0,-1-1-1 0 0,1 1 1 0 0,-1 0-1 0 0,0 0 1 0 0,0 0-1 0 0,0 1 1 0 0,0-1-1 0 0,-1 0 1 0 0,1 1-1 0 0,-1 0 1 0 0,1-1-1 0 0,-1 1 1 0 0,0 0-150 0 0,-80-19-2453 0 0,75 19-217 0 0,1 2 1194 0 0</inkml:trace>
  <inkml:trace contextRef="#ctx0" brushRef="#br0" timeOffset="3780.165">2551 65 16759 0 0,'0'0'382'0'0,"1"-7"511"0"0,1-1-489 0 0,-1 5-250 0 0,-1-1 1 0 0,1 1-1 0 0,0-1 1 0 0,0 1-1 0 0,1 0 1 0 0,-1 0-1 0 0,1-1 1 0 0,-1 1-1 0 0,1 0 1 0 0,0 0-1 0 0,0 1 1 0 0,0-1-1 0 0,1 0 1 0 0,1-2-155 0 0,-2 5 698 0 0,-2 0-82 0 0,11 0 2240 0 0,-8 7-2799 0 0,0 0 0 0 0,0-1 0 0 0,-1 1 0 0 0,1 1 0 0 0,-2-1 0 0 0,1 0 0 0 0,-1 0 0 0 0,0 1 0 0 0,-1-1 0 0 0,1 0 0 0 0,-2 8-57 0 0,2 10 65 0 0,2 29-297 0 0,-3-21-203 0 0,2 0-1 0 0,2-1 1 0 0,0 1-1 0 0,2-1 1 0 0,2-1 0 0 0,1 1-1 0 0,3 5 436 0 0,4-3-905 0 0,3-11 421 0 0,-18-22 563 0 0,-1-1 65 0 0,0 0 14 0 0,0 0 18 0 0,0 0 67 0 0,-5-18 858 0 0,-1 13-919 0 0,-1 0 0 0 0,1 0 0 0 0,-1 0-1 0 0,0 1 1 0 0,0 0 0 0 0,-1 0 0 0 0,1 1 0 0 0,-1 0-1 0 0,0 0 1 0 0,0 0 0 0 0,0 1 0 0 0,0 1-1 0 0,0-1 1 0 0,-1 2 0 0 0,-5-1-182 0 0,-7-3 233 0 0,3 2-206 0 0,1 0 0 0 0,-1 1 0 0 0,1 1 0 0 0,-1 0 0 0 0,0 1 0 0 0,1 1 0 0 0,0 1 0 0 0,-14 4-27 0 0,27-7-8 0 0,1 1 0 0 0,-1 0 0 0 0,0 1-1 0 0,1-1 1 0 0,-1 0 0 0 0,1 1 0 0 0,0 0-1 0 0,-1 0 1 0 0,1 0 0 0 0,0 0 0 0 0,0 1 0 0 0,1-1-1 0 0,-1 1 1 0 0,0-1 0 0 0,1 1 0 0 0,-1 0-1 0 0,1 0 1 0 0,0 0 0 0 0,0 1 0 0 0,0-1 0 0 0,1 0-1 0 0,-1 1 1 0 0,1-1 0 0 0,-1 1 0 0 0,1-1-1 0 0,0 1 1 0 0,1 0 0 0 0,-1-1 0 0 0,1 1 0 0 0,-1 0-1 0 0,1 0 1 0 0,0-1 0 0 0,1 1 0 0 0,-1 0-1 0 0,1 0 1 0 0,-1 0 8 0 0,3 1-167 0 0,1 1 0 0 0,-1-1 0 0 0,1 0 0 0 0,0 0 0 0 0,0 0-1 0 0,0-1 1 0 0,1 1 0 0 0,-1-1 0 0 0,1 0 0 0 0,0-1 0 0 0,0 1 0 0 0,1-1 0 0 0,-1 0 0 0 0,1 0-1 0 0,-1 0 1 0 0,1-1 0 0 0,0 0 0 0 0,0 0 0 0 0,0 0 0 0 0,0-1 0 0 0,1 0 0 0 0,-1 0-1 0 0,0-1 1 0 0,0 0 0 0 0,1 0 0 0 0,-1 0 0 0 0,0-1 0 0 0,0 0 0 0 0,6-1 167 0 0,15 0-251 0 0,0-1-1 0 0,0-2 1 0 0,0 0 0 0 0,0-2 0 0 0,-1-1 0 0 0,0-1-1 0 0,-1-1 1 0 0,0-1 0 0 0,0-1 0 0 0,12-10 251 0 0,51-52 2136 0 0,-86 72-1955 0 0,0 0 0 0 0,0-1 0 0 0,0 1 1 0 0,0 0-1 0 0,0-1 0 0 0,-1 1 0 0 0,1-1 0 0 0,-1 1 1 0 0,0-1-1 0 0,1 0 0 0 0,-1 0 0 0 0,-1 0 0 0 0,1 1 1 0 0,0-1-1 0 0,-1 0 0 0 0,1 0 0 0 0,-1 0 1 0 0,0 0-1 0 0,0 0 0 0 0,0 0 0 0 0,0 0 0 0 0,-1 0 1 0 0,1 0-1 0 0,-1 0 0 0 0,0 0 0 0 0,0 0 0 0 0,0 1 1 0 0,0-1-1 0 0,0 0 0 0 0,0 1 0 0 0,-1-1 1 0 0,0 0-1 0 0,1 1 0 0 0,-1 0 0 0 0,-2-2-181 0 0,-10-9 1072 0 0,13 12-879 0 0,-7 6 134 0 0,5-2-350 0 0,0 0 0 0 0,0 0-1 0 0,0 1 1 0 0,1-1 0 0 0,-1 1-1 0 0,1 0 1 0 0,0 0 0 0 0,0 0 0 0 0,1 0-1 0 0,-1 0 1 0 0,1 0 0 0 0,0 0 0 0 0,0 1-1 0 0,0-1 1 0 0,0 0 0 0 0,1 1-1 0 0,0-1 1 0 0,0 0 0 0 0,0 1 0 0 0,0-1-1 0 0,1 0 1 0 0,0 4 23 0 0,0-5-125 0 0,0-1 0 0 0,0 0 0 0 0,0 0 0 0 0,0-1 0 0 0,0 1 0 0 0,0 0 0 0 0,1 0 0 0 0,-1 0 1 0 0,1-1-1 0 0,-1 1 0 0 0,1-1 0 0 0,0 1 0 0 0,-1-1 0 0 0,1 0 0 0 0,0 1 0 0 0,0-1 0 0 0,0 0 0 0 0,0 0 0 0 0,0-1 0 0 0,0 1 0 0 0,0 0 0 0 0,1-1 0 0 0,-1 1 0 0 0,0-1 0 0 0,2 1 125 0 0,61-22-2932 0 0,-35 5 2580 0 0,0-10 1344 0 0,-30 25-876 0 0,1 0-1 0 0,0 0 1 0 0,-1 0-1 0 0,1 0 0 0 0,-1 0 1 0 0,1 0-1 0 0,-1 0 1 0 0,0 0-1 0 0,1 0 1 0 0,-1 0-1 0 0,0 0 0 0 0,0 0 1 0 0,0 0-1 0 0,0 0 1 0 0,0 0-1 0 0,0 0 1 0 0,0 0-1 0 0,0 0 0 0 0,0-1 1 0 0,0 1-1 0 0,-1 0 1 0 0,1 0-1 0 0,0 0 1 0 0,-1 0-1 0 0,1 0 1 0 0,-1 0-1 0 0,1 0 0 0 0,-1 0 1 0 0,1 1-1 0 0,-1-1 1 0 0,0 0-1 0 0,1 0 1 0 0,-2 0-116 0 0,2 0 448 0 0,0 1 6 0 0,0 0-58 0 0,0 16-240 0 0,-1-12-293 0 0,1 1 0 0 0,0-1 1 0 0,0 0-1 0 0,1 0 0 0 0,-1 0 0 0 0,1 0 0 0 0,0 1 0 0 0,0-1 0 0 0,0 0 0 0 0,0 0 1 0 0,1 0-1 0 0,-1-1 0 0 0,1 1 0 0 0,0 0 0 0 0,0-1 0 0 0,1 1 0 0 0,-1-1 0 0 0,1 1 1 0 0,0-1-1 0 0,0 0 0 0 0,0 0 0 0 0,0-1 0 0 0,0 1 0 0 0,1-1 0 0 0,-1 1 0 0 0,1-1 1 0 0,-1 0-1 0 0,1 0 0 0 0,0-1 0 0 0,0 1 0 0 0,0-1 0 0 0,0 0 0 0 0,0 0 0 0 0,0 0 1 0 0,0 0-1 0 0,1-1 0 0 0,-1 1 0 0 0,3-1 137 0 0,2-2-10 0 0,0 0 0 0 0,1-1 0 0 0,-1 0 1 0 0,-1-1-1 0 0,1 1 0 0 0,0-1 0 0 0,-1-1 0 0 0,0 0 0 0 0,0 0 0 0 0,0-1 0 0 0,-1 0 1 0 0,0 0-1 0 0,0 0 0 0 0,0-1 0 0 0,-1 0 0 0 0,0-1 0 0 0,0 1 0 0 0,-1-1 1 0 0,0 0-1 0 0,2-5 10 0 0,15-72 1790 0 0,-21-36 861 0 0,-9 44-1462 0 0,5 60-900 0 0,3 13-192 0 0,0 1 0 0 0,-1-1 0 0 0,1 0 0 0 0,-1 1 1 0 0,0-1-1 0 0,0 1 0 0 0,-1-1 0 0 0,1 1 0 0 0,-1-1 1 0 0,1 1-1 0 0,-1 0 0 0 0,0 0 0 0 0,-2-2-97 0 0,-2 2 187 0 0,4 5-186 0 0,-1-1 1 0 0,0 1 0 0 0,1 0-1 0 0,-1 0 1 0 0,1 0 0 0 0,0 0-1 0 0,0 0 1 0 0,0 0 0 0 0,0 1-1 0 0,0-1 1 0 0,0 1 0 0 0,0 0-1 0 0,1-1 1 0 0,0 1-1 0 0,-1 0 1 0 0,1 0 0 0 0,0 0-1 0 0,0 0 1 0 0,1 0 0 0 0,-1 0-1 0 0,1 0 1 0 0,-1 0 0 0 0,1 0-1 0 0,0 0-1 0 0,-3 11-2 0 0,-12 90-378 0 0,14-93 248 0 0,0-1 0 0 0,1 1-1 0 0,0 0 1 0 0,1-1 0 0 0,0 1-1 0 0,0-1 1 0 0,1 1 0 0 0,1-1-1 0 0,0 0 1 0 0,0 0 0 0 0,1 0-1 0 0,0 0 1 0 0,3 3 132 0 0,-2-7-310 0 0,0 1 1 0 0,0-1-1 0 0,1 0 0 0 0,-1-1 1 0 0,2 0-1 0 0,-1 1 0 0 0,0-2 1 0 0,1 1-1 0 0,0-1 0 0 0,0 0 1 0 0,0-1-1 0 0,1 1 0 0 0,-1-1 1 0 0,1-1-1 0 0,0 0 0 0 0,0 0 1 0 0,-1 0-1 0 0,1-1 0 0 0,0 0 1 0 0,1-1-1 0 0,-1 1 0 0 0,0-2 0 0 0,0 1 1 0 0,0-1-1 0 0,0 0 0 0 0,1-1 310 0 0,9-1 402 0 0,0-1-1 0 0,0-1 0 0 0,0-1 1 0 0,-1 0-1 0 0,0-1 0 0 0,9-6-401 0 0,-19 10 256 0 0,-1-1 0 0 0,0 0 0 0 0,0 0 0 0 0,-1-1 0 0 0,1 0 0 0 0,-1 0 0 0 0,0 0 0 0 0,0 0 0 0 0,0-1 0 0 0,-1 0 0 0 0,0 0 0 0 0,0 0 0 0 0,-1 0 0 0 0,0-1 0 0 0,0 0 0 0 0,1-3-256 0 0,-2 7 97 0 0,-1-1-1 0 0,0 0 0 0 0,0 1 1 0 0,0-1-1 0 0,0 0 1 0 0,-1 0-1 0 0,0 0 1 0 0,1 1-1 0 0,-1-1 0 0 0,-1 0 1 0 0,1 0-1 0 0,0 0 1 0 0,-1 1-1 0 0,0-1 0 0 0,0 0 1 0 0,0 0-1 0 0,0 1 1 0 0,-1-1-1 0 0,1 1 1 0 0,-1-1-1 0 0,0 1 0 0 0,0 0 1 0 0,0 0-1 0 0,-1 0 1 0 0,1 0-1 0 0,-1 0 1 0 0,0 0-1 0 0,1 0 0 0 0,-1 1 1 0 0,0 0-1 0 0,-1-1 1 0 0,1 1-1 0 0,0 0 0 0 0,-1 1 1 0 0,1-1-1 0 0,-1 1 1 0 0,1-1-1 0 0,-3 0-96 0 0,2 2 1 0 0,-1 1 0 0 0,0-1 0 0 0,1 0 0 0 0,-1 1 0 0 0,1 0 0 0 0,0 0 0 0 0,-1 0 0 0 0,1 1 0 0 0,0 0 0 0 0,0-1 0 0 0,0 1 0 0 0,0 1-1 0 0,0-1 1 0 0,0 1 0 0 0,0-1 0 0 0,1 1 0 0 0,-1 0 0 0 0,1 0 0 0 0,0 1 0 0 0,0-1 0 0 0,-1 2-1 0 0,-48 86-4 0 0,49-81 4 0 0,-1-1 0 0 0,2 1 0 0 0,-1 0 0 0 0,1 0 0 0 0,1 0 0 0 0,0 0 0 0 0,0 0 0 0 0,1 0 0 0 0,1 0 0 0 0,0 9 0 0 0,0-14-113 0 0,0-1 1 0 0,1 0-1 0 0,-1 0 0 0 0,1 0 1 0 0,-1-1-1 0 0,1 1 0 0 0,0 0 1 0 0,1-1-1 0 0,-1 1 0 0 0,0-1 0 0 0,1 0 1 0 0,0 1-1 0 0,0-1 0 0 0,0 0 1 0 0,0-1-1 0 0,0 1 0 0 0,1-1 1 0 0,-1 1-1 0 0,3 0 113 0 0,3 0-177 0 0,1 0 0 0 0,-1-1 0 0 0,1 0 1 0 0,-1 0-1 0 0,1-1 0 0 0,0-1 0 0 0,-1 1 0 0 0,1-1 0 0 0,0-1 1 0 0,-1 0-1 0 0,1 0 0 0 0,0-1 0 0 0,-1-1 0 0 0,0 1 0 0 0,0-1 1 0 0,2-1 176 0 0,68-27-5375 0 0,-67 25 3840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15:39:15.8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132 247 11432 0 0,'0'0'256'0'0,"0"0"34"0"0,0 0 22 0 0,-1-1-30 0 0,-11-5 1639 0 0,-4-3 3676 0 0,14 9-5082 0 0,2 0-17 0 0,-9 1 934 0 0,7 2-1464 0 0,1 1 1 0 0,-1 0-1 0 0,0 0 0 0 0,1 0 0 0 0,0 0 0 0 0,0 0 0 0 0,0 0 0 0 0,1 0 0 0 0,-1 0 1 0 0,1 0-1 0 0,0 0 0 0 0,0 0 0 0 0,0 1 0 0 0,1-1 0 0 0,-1 0 0 0 0,1 0 0 0 0,0 0 1 0 0,0 0-1 0 0,1 0 0 0 0,-1 0 0 0 0,1-1 0 0 0,0 1 0 0 0,0 0 0 0 0,0-1 0 0 0,0 1 1 0 0,1-1-1 0 0,-1 0 0 0 0,1 0 0 0 0,0 0 0 0 0,0 0 0 0 0,0 0 0 0 0,0 0 32 0 0,7 2-788 0 0,-1-1-1 0 0,1 0 1 0 0,0 0-1 0 0,0-1 0 0 0,1 0 1 0 0,-1-1-1 0 0,0 0 1 0 0,1-1-1 0 0,-1 0 1 0 0,1 0-1 0 0,0-1 0 0 0,-1-1 1 0 0,6 0 788 0 0,9 1-1112 0 0,58-21 1344 0 0,-82 21-95 0 0,0-1 0 0 0,0 1 1 0 0,-1 0-1 0 0,1 0 0 0 0,0-1 1 0 0,0 1-1 0 0,-1-1 0 0 0,1 1 0 0 0,0-1 1 0 0,-1 1-1 0 0,1-1 0 0 0,0 1 1 0 0,-1-1-1 0 0,1 0 0 0 0,-1 1 1 0 0,1-1-1 0 0,-1 0 0 0 0,1 1 0 0 0,-1-1 1 0 0,1 0-1 0 0,-1 0 0 0 0,0 0 1 0 0,0 1-1 0 0,1-1 0 0 0,-1 0 1 0 0,0 0-1 0 0,0 0 0 0 0,0 1 1 0 0,0-1-1 0 0,0 0 0 0 0,0 0 0 0 0,0 0 1 0 0,0 0-1 0 0,0 0 0 0 0,0 1 1 0 0,0-1-1 0 0,-1 0 0 0 0,1 0 1 0 0,0 0-1 0 0,-1 1 0 0 0,1-1 0 0 0,0 0 1 0 0,-1 0-1 0 0,1 1 0 0 0,-1-1 1 0 0,1 0-1 0 0,-1 1 0 0 0,0-1 1 0 0,1 1-1 0 0,-1-1-137 0 0,-34-33 3477 0 0,-11 8-934 0 0,44 26-2254 0 0,-14 8 688 0 0,6 41-587 0 0,14-20-445 0 0,-1-1 0 0 0,-2 1 0 0 0,-1 0 0 0 0,-1-1 1 0 0,-2 1-1 0 0,0-1 0 0 0,-2 1 0 0 0,-1-1 0 0 0,-7 18 55 0 0,-29 46-360 0 0,-7-32 40 0 0,43-55 287 0 0,-5 5-64 0 0,0 1 0 0 0,-1-2 0 0 0,-1 1 1 0 0,0-2-1 0 0,0 0 0 0 0,0 0 0 0 0,-1-1 0 0 0,-13 4 97 0 0,26-11-10 0 0,1 1 0 0 0,-1-1 0 0 0,1 1-1 0 0,-1-1 1 0 0,0 0 0 0 0,1 0 0 0 0,-1 0-1 0 0,0 1 1 0 0,0-1 0 0 0,1 0 0 0 0,-1 0-1 0 0,0 0 1 0 0,1 0 0 0 0,-1 0 0 0 0,0 0-1 0 0,0 0 1 0 0,1 0 0 0 0,-1 0 0 0 0,0-1-1 0 0,1 1 1 0 0,-1 0 0 0 0,0 0 0 0 0,1-1-1 0 0,-1 1 1 0 0,0 0 0 0 0,1-1 0 0 0,-1 1-1 0 0,1 0 1 0 0,-1-1 0 0 0,1 1 0 0 0,-1-1-1 0 0,1 1 1 0 0,-1-1 0 0 0,1 1 0 0 0,-1-1-1 0 0,1 0 1 0 0,-1 1 0 0 0,1-1 0 0 0,0 0-1 0 0,0 1 1 0 0,-1-1 0 0 0,1 0 0 0 0,0 1-1 0 0,0-1 1 0 0,0 0 0 0 0,-1 1 0 0 0,1-1-1 0 0,0 0 1 0 0,0 1 0 0 0,0-1 0 0 0,0 0 10 0 0,11-37-278 0 0,2 14 254 0 0,1 1 0 0 0,0 0 0 0 0,2 1 0 0 0,0 1 0 0 0,2 0 0 0 0,15-13 24 0 0,78-75 304 0 0,-92 92-188 0 0,-13 10 2 0 0,1 1 0 0 0,-1 0 0 0 0,1 0 0 0 0,1 1 0 0 0,-1 0 0 0 0,1 0 0 0 0,0 0 0 0 0,0 1 0 0 0,0 1 0 0 0,2-1-118 0 0,-9 4 2 0 0,0 1-1 0 0,0-1 0 0 0,0 1 1 0 0,0 0-1 0 0,0-1 0 0 0,-1 1 0 0 0,1 0 1 0 0,0 0-1 0 0,0-1 0 0 0,-1 1 1 0 0,1 0-1 0 0,0 0 0 0 0,-1 0 1 0 0,1 0-1 0 0,-1 0 0 0 0,1 0 1 0 0,-1 0-1 0 0,0 0 0 0 0,1 0 0 0 0,-1 0 1 0 0,0 0-1 0 0,0 0 0 0 0,0 0 1 0 0,0 0-1 0 0,1 1 0 0 0,-2-1 1 0 0,1 0-1 0 0,0 0 0 0 0,0 0 1 0 0,0 0-1 0 0,0 0 0 0 0,-1 0 0 0 0,1 0 1 0 0,0 0-1 0 0,-1 1-1 0 0,1 5 222 0 0,-6 48 886 0 0,4-47-1063 0 0,0 1 0 0 0,1-1 0 0 0,0 0 1 0 0,1 1-1 0 0,0-1 0 0 0,0 0 0 0 0,1 1 1 0 0,0-1-1 0 0,0 0 0 0 0,1 0 1 0 0,1 2-46 0 0,-3-8-56 0 0,1-1 0 0 0,0 1 0 0 0,0-1 0 0 0,-1 1 0 0 0,1-1 0 0 0,0 1 0 0 0,0-1 1 0 0,1 0-1 0 0,-1 1 0 0 0,0-1 0 0 0,0 0 0 0 0,1 0 0 0 0,-1 0 0 0 0,0 0 0 0 0,1 0 1 0 0,-1 0-1 0 0,1 0 0 0 0,0-1 0 0 0,-1 1 0 0 0,1 0 0 0 0,-1-1 0 0 0,1 0 0 0 0,0 1 1 0 0,0-1-1 0 0,-1 0 0 0 0,1 0 0 0 0,0 0 0 0 0,-1 0 0 0 0,1 0 0 0 0,0 0 0 0 0,0 0 0 0 0,-1 0 1 0 0,1-1-1 0 0,1 0 56 0 0,54-22 18 0 0,-42 15 61 0 0,-1 0 0 0 0,0-1-1 0 0,-1-1 1 0 0,0 0 0 0 0,0-1-1 0 0,-1 0 1 0 0,0-1 0 0 0,-1 0-1 0 0,5-8-78 0 0,-14 18 54 0 0,-1 0 1 0 0,1-1-1 0 0,0 0 0 0 0,-1 1 0 0 0,0-1 0 0 0,1 0 0 0 0,-1 1 1 0 0,0-1-1 0 0,-1 0 0 0 0,1 0 0 0 0,0 0 0 0 0,-1 0 0 0 0,1 0 1 0 0,-1 0-1 0 0,0 0 0 0 0,0 0 0 0 0,0 0 0 0 0,-1 0 0 0 0,1 0 1 0 0,-1 0-1 0 0,1 0 0 0 0,-1 0 0 0 0,0 1 0 0 0,-1-2-54 0 0,1 1 25 0 0,0-1 0 0 0,0 1 0 0 0,-1 0 0 0 0,1 0-1 0 0,-1 1 1 0 0,1-1 0 0 0,-1 0 0 0 0,0 0 0 0 0,0 1 0 0 0,-1-1-1 0 0,1 1 1 0 0,0 0 0 0 0,-1 0 0 0 0,0 0 0 0 0,1 0 0 0 0,-1 0 0 0 0,0 0-1 0 0,0 1 1 0 0,-3-2-25 0 0,-74-14-452 0 0,43 16-3758 0 0,29 1-3639 0 0</inkml:trace>
  <inkml:trace contextRef="#ctx0" brushRef="#br0" timeOffset="402.544">914 467 14336 0 0,'0'0'421'0'0,"0"0"-12"0"0,0 0-77 0 0,0 0 649 0 0,0 0 307 0 0,0 0 66 0 0,0 0-80 0 0,0 0-384 0 0,0 0-170 0 0,0 0-31 0 0,0 0-30 0 0,0 0-97 0 0,-4 6 474 0 0,-102 106 1628 0 0,49-22-7662 0 0,49-80 3284 0 0</inkml:trace>
  <inkml:trace contextRef="#ctx0" brushRef="#br0" timeOffset="1214.588">1180 231 14832 0 0,'0'0'332'0'0,"0"0"50"0"0,-12-8 513 0 0,10 7-801 0 0,1 0 1 0 0,-1 0-1 0 0,0 0 1 0 0,0 0-1 0 0,0 0 1 0 0,1 0 0 0 0,-1 0-1 0 0,0 1 1 0 0,0-1-1 0 0,0 1 1 0 0,0-1-1 0 0,0 1 1 0 0,0 0-1 0 0,0 0 1 0 0,0 0-1 0 0,0 0 1 0 0,0 0-1 0 0,0 0 1 0 0,0 1-1 0 0,0-1 1 0 0,0 1-1 0 0,0-1 1 0 0,0 1 0 0 0,0 0-1 0 0,0 0 1 0 0,0 0-1 0 0,0 0 1 0 0,1 0-1 0 0,-1 0 1 0 0,0 0-1 0 0,1 0 1 0 0,-1 1-1 0 0,1-1 1 0 0,0 1-1 0 0,-1-1 1 0 0,1 1-1 0 0,0 0 1 0 0,0-1-1 0 0,0 1 1 0 0,0 0-1 0 0,0 0 1 0 0,0 0-95 0 0,-2 6 494 0 0,0 0-1 0 0,0 1 1 0 0,1-1-1 0 0,0 1 1 0 0,0-1-1 0 0,1 1 1 0 0,0 0-1 0 0,1 8-493 0 0,-1-14-68 0 0,1 0 0 0 0,-1 1-1 0 0,1-1 1 0 0,0 0-1 0 0,0 0 1 0 0,0 1 0 0 0,1-1-1 0 0,-1 0 1 0 0,1 0 0 0 0,0 0-1 0 0,0 1 1 0 0,0-1 0 0 0,0 0-1 0 0,1 0 1 0 0,-1 0 0 0 0,1-1-1 0 0,-1 1 1 0 0,1 0 0 0 0,0-1-1 0 0,0 1 1 0 0,0-1-1 0 0,1 1 1 0 0,-1-1 0 0 0,1 0-1 0 0,-1 0 1 0 0,1 0 0 0 0,0 0-1 0 0,-1-1 1 0 0,1 1 0 0 0,1 0 68 0 0,8 1-422 0 0,0 0 1 0 0,0-1 0 0 0,0 0-1 0 0,1-1 1 0 0,-1 0 0 0 0,1-1-1 0 0,-1 0 1 0 0,1-1 0 0 0,-1-1-1 0 0,1 0 422 0 0,-8 1 69 0 0,1 0-1 0 0,-1-1 1 0 0,0 1-1 0 0,-1-1 1 0 0,1 0-1 0 0,0-1 1 0 0,0 1-1 0 0,-1-1 1 0 0,0 0-1 0 0,1 0 1 0 0,-1 0-1 0 0,0-1 1 0 0,0 1-1 0 0,2-4-68 0 0,-6-14 2284 0 0,-22-18-31 0 0,21 37-1882 0 0,1 2 117 0 0,0 0 21 0 0,0 0-66 0 0,-7 15-278 0 0,11 38-165 0 0,-2-31 0 0 0,-1 0 0 0 0,-1 0 0 0 0,-1 0 0 0 0,0 0 0 0 0,-2 0 0 0 0,-1-1 0 0 0,-1 1 0 0 0,0-1 0 0 0,-6 13 0 0 0,3-17-41 0 0,0-1-1 0 0,0 0 0 0 0,-2 0 1 0 0,0-1-1 0 0,-1 0 0 0 0,0-1 1 0 0,-1 0-1 0 0,0-1 1 0 0,-9 6 41 0 0,17-15-97 0 0,-1 1 1 0 0,1-1 0 0 0,-1-1 0 0 0,0 1 0 0 0,0-1 0 0 0,0 1 0 0 0,0-1 0 0 0,-1-1 0 0 0,1 1 0 0 0,-1-1 0 0 0,0 0 0 0 0,0 0-1 0 0,0-1 1 0 0,0 0 0 0 0,-1 0 96 0 0,6 0-96 0 0,0-1 1 0 0,0-1-1 0 0,0 1 0 0 0,0 0 0 0 0,0 0 0 0 0,0 0 0 0 0,0 0 1 0 0,0-1-1 0 0,1 1 0 0 0,-1 0 0 0 0,0-1 0 0 0,0 1 0 0 0,0-1 0 0 0,0 1 1 0 0,1-1-1 0 0,-1 1 0 0 0,0-1 0 0 0,1 0 0 0 0,-1 1 0 0 0,0-1 1 0 0,1 0-1 0 0,-1 0 0 0 0,1 1 0 0 0,-1-1 0 0 0,1 0 0 0 0,-1 0 0 0 0,1 0 1 0 0,0 0-1 0 0,-1 1 0 0 0,1-1 0 0 0,0 0 0 0 0,0 0 0 0 0,0 0 1 0 0,-1 0-1 0 0,1-1 96 0 0,0-11-2038 0 0</inkml:trace>
  <inkml:trace contextRef="#ctx0" brushRef="#br0" timeOffset="1665.812">1476 473 14480 0 0,'34'-13'1741'0'0,"-33"12"-885"0"0,-1 1 273 0 0,0 0 58 0 0,0 0-45 0 0,0 0-234 0 0,0 0-106 0 0,0 0-24 0 0,-28 27 1964 0 0,-55 61-1172 0 0,72-70-2278 0 0,0 0 0 0 0,1 1 0 0 0,1 0 0 0 0,1 1 0 0 0,-3 11 708 0 0,7-20-2385 0 0,0-1-5465 0 0</inkml:trace>
  <inkml:trace contextRef="#ctx0" brushRef="#br0" timeOffset="2097.606">1875 531 17503 0 0,'0'0'399'0'0,"0"0"60"0"0,0 0 21 0 0,0-1-59 0 0,0-5-276 0 0,0 0 10 0 0,0 5 564 0 0,0 1 243 0 0,-5-7 2937 0 0,0 8-3878 0 0,1 0-1 0 0,-1 1 1 0 0,1-1-1 0 0,-1 1 1 0 0,1-1 0 0 0,0 2-1 0 0,0-1 1 0 0,0 0 0 0 0,0 1-1 0 0,0-1 1 0 0,0 1-1 0 0,1 0 1 0 0,-1 1 0 0 0,1-1-1 0 0,0 0 1 0 0,0 1 0 0 0,0 0-1 0 0,1 0 1 0 0,-1 0 0 0 0,-1 4-21 0 0,-10 10 20 0 0,-47 77-2128 0 0,35-58-3449 0 0,25-35 3511 0 0</inkml:trace>
  <inkml:trace contextRef="#ctx0" brushRef="#br0" timeOffset="3810.285">2031 204 11976 0 0,'0'0'266'0'0,"-8"-10"668"0"0,-15-18 591 0 0,5 5 3749 0 0,17 22-4574 0 0,1 1-17 0 0,0 0-10 0 0,0 0-1 0 0,0 0-89 0 0,-4 17-358 0 0,4-11-314 0 0,0 0-1 0 0,1 0 0 0 0,0-1 1 0 0,0 1-1 0 0,0 0 0 0 0,1-1 0 0 0,0 1 1 0 0,0-1-1 0 0,0 1 0 0 0,1-1 1 0 0,-1 0-1 0 0,1 0 0 0 0,1 0 1 0 0,-1 0-1 0 0,1 0 0 0 0,0-1 0 0 0,0 0 1 0 0,0 0-1 0 0,0 0 0 0 0,1 0 1 0 0,-1-1-1 0 0,1 1 0 0 0,0-1 1 0 0,0 0-1 0 0,1-1 0 0 0,-1 1 1 0 0,1-1-1 0 0,-1 0 0 0 0,1-1 0 0 0,-1 1 1 0 0,1-1-1 0 0,0 0 0 0 0,4 0 90 0 0,9-1-323 0 0,-1 0 0 0 0,0-1 0 0 0,1-1 0 0 0,-1 0 0 0 0,0-2 0 0 0,3-1 323 0 0,-9 3-6 0 0,-6 0 93 0 0,-1 0 0 0 0,1 0-1 0 0,0-1 1 0 0,-1 1 0 0 0,0-1-1 0 0,0-1 1 0 0,1 1 0 0 0,-2 0-1 0 0,1-1 1 0 0,0 0 0 0 0,-1-1-1 0 0,3-2-86 0 0,-6 6 324 0 0,-6-17 2378 0 0,5 18-2677 0 0,0 0 1 0 0,0-1-1 0 0,0 1 0 0 0,0 0 1 0 0,-1-1-1 0 0,1 1 1 0 0,0 0-1 0 0,-1-1 1 0 0,1 1-1 0 0,0 0 1 0 0,0-1-1 0 0,-1 1 0 0 0,1 0 1 0 0,-1 0-1 0 0,1-1 1 0 0,0 1-1 0 0,-1 0 1 0 0,1 0-1 0 0,0 0 1 0 0,-1 0-1 0 0,1 0 1 0 0,-1-1-1 0 0,1 1 0 0 0,0 0 1 0 0,-1 0-1 0 0,1 0 1 0 0,-1 0-1 0 0,1 0 1 0 0,-1 0-1 0 0,1 0 1 0 0,0 1-1 0 0,-1-1 1 0 0,1 0-1 0 0,-1 0 0 0 0,1 0 1 0 0,0 0-1 0 0,-1 0 1 0 0,1 1-1 0 0,-1-1 1 0 0,1 0-1 0 0,0 0 1 0 0,-1 1-1 0 0,1-1 0 0 0,0 0 1 0 0,0 0-1 0 0,-1 1 1 0 0,1-1-1 0 0,0 0 1 0 0,-1 1-1 0 0,1-1 1 0 0,0 0-1 0 0,0 1 1 0 0,0-1-1 0 0,0 1 0 0 0,-1-1 1 0 0,1 0-1 0 0,0 1 1 0 0,0-1-1 0 0,0 1 1 0 0,0-1-1 0 0,0 0 1 0 0,0 1-1 0 0,0-1 0 0 0,0 1 1 0 0,0-1-26 0 0,-8 34 1464 0 0,5 131-1261 0 0,-14-47-150 0 0,-13-37-458 0 0,5-34-660 0 0,22-44 287 0 0,-2 3 1274 0 0,3-4-3566 0 0,1 0-3382 0 0,4-7 4599 0 0</inkml:trace>
  <inkml:trace contextRef="#ctx0" brushRef="#br0" timeOffset="4185.512">2376 500 13824 0 0,'0'0'314'0'0,"5"-11"760"0"0,9-35 1891 0 0,9-5 4227 0 0,-22 50-7020 0 0,3-2-154 0 0,2 0-18 0 0,-1 7 0 0 0,-4 1-64 0 0,1-1-1 0 0,-1 1 1 0 0,0 0 0 0 0,0-1-1 0 0,-1 1 1 0 0,1 0-1 0 0,-1 0 1 0 0,0 0 0 0 0,0 0-1 0 0,-1 0 1 0 0,1-1-1 0 0,-1 1 1 0 0,0 0 0 0 0,-1 0-1 0 0,1-1 1 0 0,-2 5 64 0 0,-4 17-346 0 0,0 5-262 0 0,4-15 608 0 0,3-9 0 0 0,3 0 0 0 0,16 6-442 0 0,26-29-1452 0 0,28-38-4141 0 0,-54 40 255 0 0</inkml:trace>
  <inkml:trace contextRef="#ctx0" brushRef="#br0" timeOffset="4502.143">2805 358 11976 0 0,'2'-1'266'0'0,"30"-18"982"0"0,-31 19-197 0 0,-1 0 358 0 0,0 0 67 0 0,0 0-67 0 0,0 0-349 0 0,0 0-150 0 0,0 0-29 0 0,0 0-50 0 0,0 0-181 0 0,-19 41 2468 0 0,-15 22-2086 0 0,-22 22-1235 0 0,27-48-1576 0 0,12-13-2954 0 0,12-17-2925 0 0</inkml:trace>
  <inkml:trace contextRef="#ctx0" brushRef="#br0" timeOffset="5072.156">2942 58 13824 0 0,'0'0'314'0'0,"0"0"46"0"0,-8-5 466 0 0,-2-3-676 0 0,9 7 570 0 0,1 1 249 0 0,0 0 45 0 0,-6-2 637 0 0,3 2 2036 0 0,0 4-3605 0 0,1 1 1 0 0,-1-1-1 0 0,1 0 0 0 0,0 1 0 0 0,0-1 0 0 0,0 1 0 0 0,1 0 0 0 0,-1-1 0 0 0,1 1 1 0 0,0 0-1 0 0,1 0 0 0 0,-1 0 0 0 0,1 0 0 0 0,0 0 0 0 0,0 0 0 0 0,1-1 1 0 0,-1 1-1 0 0,1 0 0 0 0,0 0 0 0 0,1 1-82 0 0,-1-1-235 0 0,0 0 0 0 0,0 0-1 0 0,1 0 1 0 0,-1 0 0 0 0,1 0 0 0 0,0-1 0 0 0,1 1-1 0 0,-1-1 1 0 0,1 1 0 0 0,0-1 0 0 0,0 0 0 0 0,1 0-1 0 0,-1 0 1 0 0,1 0 0 0 0,-1-1 0 0 0,1 0 0 0 0,0 1-1 0 0,1-1 1 0 0,-1-1 0 0 0,1 1 0 0 0,-1-1 0 0 0,1 1-1 0 0,0-1 1 0 0,-1-1 0 0 0,1 1 0 0 0,2 0 235 0 0,6 1-817 0 0,-1 0 0 0 0,1 0 0 0 0,1-2 0 0 0,-1 1 0 0 0,0-2 0 0 0,0 0 0 0 0,0 0 0 0 0,1-1 0 0 0,10-3 817 0 0,-6 1-81 0 0,-9 2 344 0 0,0 0 0 0 0,0-1 0 0 0,-1 0 0 0 0,1-1 0 0 0,0 1 0 0 0,-1-2-1 0 0,0 1 1 0 0,0-1 0 0 0,0 0 0 0 0,0-1 0 0 0,2-2-263 0 0,-9 7 160 0 0,0-1 1 0 0,0 0-1 0 0,0 0 0 0 0,0 1 1 0 0,-1-1-1 0 0,1 0 1 0 0,0 0-1 0 0,0 0 0 0 0,-1 0 1 0 0,1 0-1 0 0,-1 0 1 0 0,1 0-1 0 0,-1 0 0 0 0,1 0 1 0 0,-1 0-1 0 0,0 0 1 0 0,1 0-1 0 0,-1 0 0 0 0,0 0 1 0 0,0-1-1 0 0,0 1 1 0 0,0 0-1 0 0,0 0 0 0 0,0 0 1 0 0,0 0-1 0 0,0 0 0 0 0,0-1 1 0 0,-1 1-1 0 0,1 0 1 0 0,0 0-1 0 0,-1 0 0 0 0,1 0 1 0 0,-1 0-1 0 0,1 0 1 0 0,-1 0-1 0 0,1 0 0 0 0,-1 0 1 0 0,0 0-1 0 0,0 0 1 0 0,1 0-1 0 0,-1 1 0 0 0,0-1 1 0 0,0 0-1 0 0,0 1 1 0 0,0-1-1 0 0,0 0 0 0 0,0 1-160 0 0,0-2 22 0 0,0 0 100 0 0,-1 1 1 0 0,1-1-1 0 0,0 0 1 0 0,-1 1-1 0 0,1-1 1 0 0,-1 1-1 0 0,0 0 1 0 0,1-1 0 0 0,-1 1-1 0 0,0 0 1 0 0,0 0-1 0 0,0 0 1 0 0,0 0-1 0 0,0 0 1 0 0,0 1-1 0 0,0-1 1 0 0,0 1-1 0 0,0-1 1 0 0,0 1-1 0 0,0 0 1 0 0,-1-1 0 0 0,1 1-1 0 0,0 0 1 0 0,0 1-1 0 0,0-1 1 0 0,0 0-1 0 0,0 1 1 0 0,0-1-1 0 0,-1 1 1 0 0,1-1-1 0 0,0 1 1 0 0,0 0-1 0 0,1 0 1 0 0,-1 0 0 0 0,0 0-1 0 0,0 0 1 0 0,0 1-1 0 0,1-1 1 0 0,-1 0-1 0 0,0 1 1 0 0,1-1-1 0 0,0 1 1 0 0,-1 0-123 0 0,-10 17 82 0 0,1 1 1 0 0,1-1 0 0 0,1 1-1 0 0,1 1 1 0 0,-5 16-83 0 0,8-22 8 0 0,-14 35-566 0 0,-23 86-2616 0 0,39-106-1250 0 0,2-29 2244 0 0</inkml:trace>
  <inkml:trace contextRef="#ctx0" brushRef="#br0" timeOffset="5510.574">3262 439 14888 0 0,'4'-7'714'0'0,"27"-60"2209"0"0,-10 13 2390 0 0,-14 49-2991 0 0,-6 18-891 0 0,-1-7-1834 0 0,-1 4-50 0 0,0 0-1 0 0,0 0 1 0 0,-1 0-1 0 0,0-1 0 0 0,-1 1 1 0 0,0-1-1 0 0,0 1 0 0 0,-4 5 454 0 0,6-13-456 0 0,3 8-1626 0 0,2-11 2145 0 0,1 1 1 0 0,-1-1-1 0 0,0 0 0 0 0,1 0 1 0 0,-1-1-1 0 0,0 0 1 0 0,0 1-1 0 0,0-1 1 0 0,0 0-1 0 0,0-1 0 0 0,0 1 1 0 0,-1-1-1 0 0,3-2-63 0 0,6-3 964 0 0,11-3-254 0 0,0 14 1074 0 0,-17 1-1536 0 0,-1 0-232 0 0,-4 1-16 0 0,0-1 0 0 0,-1 1 0 0 0,1-1 0 0 0,-1 1 0 0 0,0-1 0 0 0,0 1 0 0 0,0-1 0 0 0,0 1 0 0 0,-1-1 0 0 0,0 0 0 0 0,0 1 0 0 0,0-1 0 0 0,-1 0 0 0 0,1 1 0 0 0,-1-1 0 0 0,0 0 0 0 0,-1 0 0 0 0,-2 12 0 0 0,-50 97-1209 0 0,39-84 78 0 0,-5 7-3947 0 0,11-26-1695 0 0</inkml:trace>
  <inkml:trace contextRef="#ctx0" brushRef="#br0" timeOffset="5853.736">3493 34 21191 0 0,'0'0'480'0'0,"0"-13"1167"0"0,0 6-1466 0 0,3-5 282 0 0,-2 10 25 0 0,-1 2 21 0 0,0 0 3 0 0,0 0 0 0 0,0 0 0 0 0,11 11 736 0 0,-6-4-1241 0 0,-1 1-1 0 0,0-1 1 0 0,-1 1-1 0 0,0 0 1 0 0,0 0-1 0 0,0 0 1 0 0,-1 0-1 0 0,0 0 1 0 0,-1 0 0 0 0,0 1-1 0 0,0-1 1 0 0,-1 5-7 0 0,3 11-107 0 0,1 3 104 0 0,-1-1-1 0 0,-1 1 1 0 0,-1 0-1 0 0,-2 0 1 0 0,0 0-1 0 0,-2-1 1 0 0,-1 1-1 0 0,-5 17 4 0 0,-40 83 0 0 0,5-39-1093 0 0,25-48-55 0 0,-1-1 0 0 0,-1-1 0 0 0,-16 19 1148 0 0,31-50-240 0 0,-13 17-1680 0 0,5-11-3116 0 0,-1-3-1830 0 0</inkml:trace>
  <inkml:trace contextRef="#ctx0" brushRef="#br0" timeOffset="6325.09">3899 237 18631 0 0,'0'0'422'0'0,"0"0"56"0"0,0 0 33 0 0,0-6 101 0 0,-4-19 601 0 0,4-5 1383 0 0,0 13-3433 0 0,0 15 143 0 0,0 1-2849 0 0,0 1 1953 0 0</inkml:trace>
  <inkml:trace contextRef="#ctx0" brushRef="#br0" timeOffset="6670.33">3941 490 16240 0 0,'0'0'474'0'0,"0"0"-1"0"0,0 0-119 0 0,0 0 618 0 0,0 0 305 0 0,0 0 60 0 0,0 0-73 0 0,0 0-336 0 0,0 0-146 0 0,0 0-29 0 0,0 0-58 0 0,0 0-215 0 0,0 0-96 0 0,0 0-22 0 0,-7 4 234 0 0,-12 28 303 0 0,-31 73-506 0 0,34-76-1026 0 0,-1-1-1 0 0,-2-1 0 0 0,0-1 1 0 0,-2 0-1 0 0,-1-2 1 0 0,0 0-1 0 0,-2-2 0 0 0,-1 0 1 0 0,0-2-1 0 0,-13 6 634 0 0,16-12-1896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3429000" cy="1143000"/>
          </a:xfrm>
        </p:spPr>
        <p:txBody>
          <a:bodyPr anchor="b"/>
          <a:lstStyle>
            <a:lvl1pPr>
              <a:defRPr sz="3200" b="0">
                <a:solidFill>
                  <a:srgbClr val="F5E985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828800"/>
            <a:ext cx="3429000" cy="1752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2623248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60615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2488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40859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68625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442625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8838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0458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30467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173177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04800"/>
            <a:ext cx="22288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04800"/>
            <a:ext cx="65341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96859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809D2E-E9E4-407E-AB2B-61A75B55E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107EF7-2CC7-45FD-A899-B7DD340C6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415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ic-world.com/verilo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customXml" Target="../ink/ink10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6.png"/><Relationship Id="rId4" Type="http://schemas.openxmlformats.org/officeDocument/2006/relationships/customXml" Target="../ink/ink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png"/><Relationship Id="rId5" Type="http://schemas.openxmlformats.org/officeDocument/2006/relationships/customXml" Target="../ink/ink1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13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.png"/><Relationship Id="rId21" Type="http://schemas.openxmlformats.org/officeDocument/2006/relationships/image" Target="../media/image280.png"/><Relationship Id="rId42" Type="http://schemas.openxmlformats.org/officeDocument/2006/relationships/customXml" Target="../ink/ink30.xml"/><Relationship Id="rId63" Type="http://schemas.openxmlformats.org/officeDocument/2006/relationships/image" Target="../media/image52.png"/><Relationship Id="rId84" Type="http://schemas.openxmlformats.org/officeDocument/2006/relationships/customXml" Target="../ink/ink51.xml"/><Relationship Id="rId138" Type="http://schemas.openxmlformats.org/officeDocument/2006/relationships/customXml" Target="../ink/ink78.xml"/><Relationship Id="rId159" Type="http://schemas.openxmlformats.org/officeDocument/2006/relationships/image" Target="../media/image1000.png"/><Relationship Id="rId170" Type="http://schemas.openxmlformats.org/officeDocument/2006/relationships/customXml" Target="../ink/ink94.xml"/><Relationship Id="rId191" Type="http://schemas.openxmlformats.org/officeDocument/2006/relationships/image" Target="../media/image116.png"/><Relationship Id="rId205" Type="http://schemas.openxmlformats.org/officeDocument/2006/relationships/image" Target="../media/image123.png"/><Relationship Id="rId107" Type="http://schemas.openxmlformats.org/officeDocument/2006/relationships/image" Target="../media/image74.png"/><Relationship Id="rId11" Type="http://schemas.openxmlformats.org/officeDocument/2006/relationships/image" Target="../media/image230.png"/><Relationship Id="rId53" Type="http://schemas.openxmlformats.org/officeDocument/2006/relationships/image" Target="../media/image47.png"/><Relationship Id="rId74" Type="http://schemas.openxmlformats.org/officeDocument/2006/relationships/customXml" Target="../ink/ink46.xml"/><Relationship Id="rId128" Type="http://schemas.openxmlformats.org/officeDocument/2006/relationships/customXml" Target="../ink/ink73.xml"/><Relationship Id="rId149" Type="http://schemas.openxmlformats.org/officeDocument/2006/relationships/image" Target="../media/image95.png"/><Relationship Id="rId5" Type="http://schemas.openxmlformats.org/officeDocument/2006/relationships/image" Target="../media/image200.png"/><Relationship Id="rId95" Type="http://schemas.openxmlformats.org/officeDocument/2006/relationships/image" Target="../media/image68.png"/><Relationship Id="rId160" Type="http://schemas.openxmlformats.org/officeDocument/2006/relationships/customXml" Target="../ink/ink89.xml"/><Relationship Id="rId181" Type="http://schemas.openxmlformats.org/officeDocument/2006/relationships/image" Target="../media/image111.png"/><Relationship Id="rId216" Type="http://schemas.openxmlformats.org/officeDocument/2006/relationships/customXml" Target="../ink/ink117.xml"/><Relationship Id="rId22" Type="http://schemas.openxmlformats.org/officeDocument/2006/relationships/customXml" Target="../ink/ink23.xml"/><Relationship Id="rId43" Type="http://schemas.openxmlformats.org/officeDocument/2006/relationships/image" Target="../media/image420.png"/><Relationship Id="rId64" Type="http://schemas.openxmlformats.org/officeDocument/2006/relationships/customXml" Target="../ink/ink41.xml"/><Relationship Id="rId118" Type="http://schemas.openxmlformats.org/officeDocument/2006/relationships/customXml" Target="../ink/ink68.xml"/><Relationship Id="rId139" Type="http://schemas.openxmlformats.org/officeDocument/2006/relationships/image" Target="../media/image90.png"/><Relationship Id="rId85" Type="http://schemas.openxmlformats.org/officeDocument/2006/relationships/image" Target="../media/image63.png"/><Relationship Id="rId150" Type="http://schemas.openxmlformats.org/officeDocument/2006/relationships/customXml" Target="../ink/ink84.xml"/><Relationship Id="rId171" Type="http://schemas.openxmlformats.org/officeDocument/2006/relationships/image" Target="../media/image106.png"/><Relationship Id="rId192" Type="http://schemas.openxmlformats.org/officeDocument/2006/relationships/customXml" Target="../ink/ink105.xml"/><Relationship Id="rId206" Type="http://schemas.openxmlformats.org/officeDocument/2006/relationships/customXml" Target="../ink/ink112.xml"/><Relationship Id="rId12" Type="http://schemas.openxmlformats.org/officeDocument/2006/relationships/customXml" Target="../ink/ink18.xml"/><Relationship Id="rId108" Type="http://schemas.openxmlformats.org/officeDocument/2006/relationships/customXml" Target="../ink/ink63.xml"/><Relationship Id="rId129" Type="http://schemas.openxmlformats.org/officeDocument/2006/relationships/image" Target="../media/image85.png"/><Relationship Id="rId54" Type="http://schemas.openxmlformats.org/officeDocument/2006/relationships/customXml" Target="../ink/ink36.xml"/><Relationship Id="rId75" Type="http://schemas.openxmlformats.org/officeDocument/2006/relationships/image" Target="../media/image58.png"/><Relationship Id="rId96" Type="http://schemas.openxmlformats.org/officeDocument/2006/relationships/customXml" Target="../ink/ink57.xml"/><Relationship Id="rId140" Type="http://schemas.openxmlformats.org/officeDocument/2006/relationships/customXml" Target="../ink/ink79.xml"/><Relationship Id="rId161" Type="http://schemas.openxmlformats.org/officeDocument/2006/relationships/image" Target="../media/image101.png"/><Relationship Id="rId182" Type="http://schemas.openxmlformats.org/officeDocument/2006/relationships/customXml" Target="../ink/ink100.xml"/><Relationship Id="rId217" Type="http://schemas.openxmlformats.org/officeDocument/2006/relationships/image" Target="../media/image129.png"/><Relationship Id="rId6" Type="http://schemas.openxmlformats.org/officeDocument/2006/relationships/customXml" Target="../ink/ink15.xml"/><Relationship Id="rId23" Type="http://schemas.openxmlformats.org/officeDocument/2006/relationships/image" Target="../media/image320.png"/><Relationship Id="rId119" Type="http://schemas.openxmlformats.org/officeDocument/2006/relationships/image" Target="../media/image80.png"/><Relationship Id="rId44" Type="http://schemas.openxmlformats.org/officeDocument/2006/relationships/customXml" Target="../ink/ink31.xml"/><Relationship Id="rId65" Type="http://schemas.openxmlformats.org/officeDocument/2006/relationships/image" Target="../media/image53.png"/><Relationship Id="rId86" Type="http://schemas.openxmlformats.org/officeDocument/2006/relationships/customXml" Target="../ink/ink52.xml"/><Relationship Id="rId130" Type="http://schemas.openxmlformats.org/officeDocument/2006/relationships/customXml" Target="../ink/ink74.xml"/><Relationship Id="rId151" Type="http://schemas.openxmlformats.org/officeDocument/2006/relationships/image" Target="../media/image96.png"/><Relationship Id="rId172" Type="http://schemas.openxmlformats.org/officeDocument/2006/relationships/customXml" Target="../ink/ink95.xml"/><Relationship Id="rId193" Type="http://schemas.openxmlformats.org/officeDocument/2006/relationships/image" Target="../media/image117.png"/><Relationship Id="rId207" Type="http://schemas.openxmlformats.org/officeDocument/2006/relationships/image" Target="../media/image124.png"/><Relationship Id="rId13" Type="http://schemas.openxmlformats.org/officeDocument/2006/relationships/image" Target="../media/image240.png"/><Relationship Id="rId109" Type="http://schemas.openxmlformats.org/officeDocument/2006/relationships/image" Target="../media/image75.png"/><Relationship Id="rId55" Type="http://schemas.openxmlformats.org/officeDocument/2006/relationships/image" Target="../media/image48.png"/><Relationship Id="rId76" Type="http://schemas.openxmlformats.org/officeDocument/2006/relationships/customXml" Target="../ink/ink47.xml"/><Relationship Id="rId97" Type="http://schemas.openxmlformats.org/officeDocument/2006/relationships/image" Target="../media/image69.png"/><Relationship Id="rId120" Type="http://schemas.openxmlformats.org/officeDocument/2006/relationships/customXml" Target="../ink/ink69.xml"/><Relationship Id="rId141" Type="http://schemas.openxmlformats.org/officeDocument/2006/relationships/image" Target="../media/image91.png"/><Relationship Id="rId7" Type="http://schemas.openxmlformats.org/officeDocument/2006/relationships/image" Target="../media/image210.png"/><Relationship Id="rId162" Type="http://schemas.openxmlformats.org/officeDocument/2006/relationships/customXml" Target="../ink/ink90.xml"/><Relationship Id="rId183" Type="http://schemas.openxmlformats.org/officeDocument/2006/relationships/image" Target="../media/image112.png"/><Relationship Id="rId218" Type="http://schemas.openxmlformats.org/officeDocument/2006/relationships/customXml" Target="../ink/ink118.xml"/><Relationship Id="rId24" Type="http://schemas.openxmlformats.org/officeDocument/2006/relationships/customXml" Target="../ink/ink24.xml"/><Relationship Id="rId45" Type="http://schemas.openxmlformats.org/officeDocument/2006/relationships/image" Target="../media/image43.png"/><Relationship Id="rId66" Type="http://schemas.openxmlformats.org/officeDocument/2006/relationships/customXml" Target="../ink/ink42.xml"/><Relationship Id="rId87" Type="http://schemas.openxmlformats.org/officeDocument/2006/relationships/image" Target="../media/image64.png"/><Relationship Id="rId110" Type="http://schemas.openxmlformats.org/officeDocument/2006/relationships/customXml" Target="../ink/ink64.xml"/><Relationship Id="rId131" Type="http://schemas.openxmlformats.org/officeDocument/2006/relationships/image" Target="../media/image86.png"/><Relationship Id="rId152" Type="http://schemas.openxmlformats.org/officeDocument/2006/relationships/customXml" Target="../ink/ink85.xml"/><Relationship Id="rId173" Type="http://schemas.openxmlformats.org/officeDocument/2006/relationships/image" Target="../media/image107.png"/><Relationship Id="rId194" Type="http://schemas.openxmlformats.org/officeDocument/2006/relationships/customXml" Target="../ink/ink106.xml"/><Relationship Id="rId208" Type="http://schemas.openxmlformats.org/officeDocument/2006/relationships/customXml" Target="../ink/ink113.xml"/><Relationship Id="rId14" Type="http://schemas.openxmlformats.org/officeDocument/2006/relationships/customXml" Target="../ink/ink19.xml"/><Relationship Id="rId30" Type="http://schemas.openxmlformats.org/officeDocument/2006/relationships/customXml" Target="../ink/ink27.xml"/><Relationship Id="rId56" Type="http://schemas.openxmlformats.org/officeDocument/2006/relationships/customXml" Target="../ink/ink37.xml"/><Relationship Id="rId77" Type="http://schemas.openxmlformats.org/officeDocument/2006/relationships/image" Target="../media/image59.png"/><Relationship Id="rId100" Type="http://schemas.openxmlformats.org/officeDocument/2006/relationships/customXml" Target="../ink/ink59.xml"/><Relationship Id="rId105" Type="http://schemas.openxmlformats.org/officeDocument/2006/relationships/image" Target="../media/image73.png"/><Relationship Id="rId126" Type="http://schemas.openxmlformats.org/officeDocument/2006/relationships/customXml" Target="../ink/ink72.xml"/><Relationship Id="rId147" Type="http://schemas.openxmlformats.org/officeDocument/2006/relationships/image" Target="../media/image94.png"/><Relationship Id="rId168" Type="http://schemas.openxmlformats.org/officeDocument/2006/relationships/customXml" Target="../ink/ink93.xml"/><Relationship Id="rId8" Type="http://schemas.openxmlformats.org/officeDocument/2006/relationships/customXml" Target="../ink/ink16.xml"/><Relationship Id="rId51" Type="http://schemas.openxmlformats.org/officeDocument/2006/relationships/image" Target="../media/image46.png"/><Relationship Id="rId72" Type="http://schemas.openxmlformats.org/officeDocument/2006/relationships/customXml" Target="../ink/ink45.xml"/><Relationship Id="rId93" Type="http://schemas.openxmlformats.org/officeDocument/2006/relationships/image" Target="../media/image67.png"/><Relationship Id="rId98" Type="http://schemas.openxmlformats.org/officeDocument/2006/relationships/customXml" Target="../ink/ink58.xml"/><Relationship Id="rId121" Type="http://schemas.openxmlformats.org/officeDocument/2006/relationships/image" Target="../media/image81.png"/><Relationship Id="rId142" Type="http://schemas.openxmlformats.org/officeDocument/2006/relationships/customXml" Target="../ink/ink80.xml"/><Relationship Id="rId163" Type="http://schemas.openxmlformats.org/officeDocument/2006/relationships/image" Target="../media/image102.png"/><Relationship Id="rId184" Type="http://schemas.openxmlformats.org/officeDocument/2006/relationships/customXml" Target="../ink/ink101.xml"/><Relationship Id="rId189" Type="http://schemas.openxmlformats.org/officeDocument/2006/relationships/image" Target="../media/image115.png"/><Relationship Id="rId219" Type="http://schemas.openxmlformats.org/officeDocument/2006/relationships/image" Target="../media/image130.png"/><Relationship Id="rId3" Type="http://schemas.openxmlformats.org/officeDocument/2006/relationships/image" Target="../media/image30.png"/><Relationship Id="rId214" Type="http://schemas.openxmlformats.org/officeDocument/2006/relationships/customXml" Target="../ink/ink116.xml"/><Relationship Id="rId25" Type="http://schemas.openxmlformats.org/officeDocument/2006/relationships/image" Target="../media/image330.png"/><Relationship Id="rId46" Type="http://schemas.openxmlformats.org/officeDocument/2006/relationships/customXml" Target="../ink/ink32.xml"/><Relationship Id="rId67" Type="http://schemas.openxmlformats.org/officeDocument/2006/relationships/image" Target="../media/image54.png"/><Relationship Id="rId116" Type="http://schemas.openxmlformats.org/officeDocument/2006/relationships/customXml" Target="../ink/ink67.xml"/><Relationship Id="rId137" Type="http://schemas.openxmlformats.org/officeDocument/2006/relationships/image" Target="../media/image89.png"/><Relationship Id="rId158" Type="http://schemas.openxmlformats.org/officeDocument/2006/relationships/customXml" Target="../ink/ink88.xml"/><Relationship Id="rId20" Type="http://schemas.openxmlformats.org/officeDocument/2006/relationships/customXml" Target="../ink/ink22.xml"/><Relationship Id="rId41" Type="http://schemas.openxmlformats.org/officeDocument/2006/relationships/image" Target="../media/image410.png"/><Relationship Id="rId62" Type="http://schemas.openxmlformats.org/officeDocument/2006/relationships/customXml" Target="../ink/ink40.xml"/><Relationship Id="rId83" Type="http://schemas.openxmlformats.org/officeDocument/2006/relationships/image" Target="../media/image62.png"/><Relationship Id="rId88" Type="http://schemas.openxmlformats.org/officeDocument/2006/relationships/customXml" Target="../ink/ink53.xml"/><Relationship Id="rId111" Type="http://schemas.openxmlformats.org/officeDocument/2006/relationships/image" Target="../media/image76.png"/><Relationship Id="rId132" Type="http://schemas.openxmlformats.org/officeDocument/2006/relationships/customXml" Target="../ink/ink75.xml"/><Relationship Id="rId153" Type="http://schemas.openxmlformats.org/officeDocument/2006/relationships/image" Target="../media/image97.png"/><Relationship Id="rId174" Type="http://schemas.openxmlformats.org/officeDocument/2006/relationships/customXml" Target="../ink/ink96.xml"/><Relationship Id="rId179" Type="http://schemas.openxmlformats.org/officeDocument/2006/relationships/image" Target="../media/image110.png"/><Relationship Id="rId195" Type="http://schemas.openxmlformats.org/officeDocument/2006/relationships/image" Target="../media/image118.png"/><Relationship Id="rId209" Type="http://schemas.openxmlformats.org/officeDocument/2006/relationships/image" Target="../media/image125.png"/><Relationship Id="rId190" Type="http://schemas.openxmlformats.org/officeDocument/2006/relationships/customXml" Target="../ink/ink104.xml"/><Relationship Id="rId204" Type="http://schemas.openxmlformats.org/officeDocument/2006/relationships/customXml" Target="../ink/ink111.xml"/><Relationship Id="rId220" Type="http://schemas.openxmlformats.org/officeDocument/2006/relationships/customXml" Target="../ink/ink119.xml"/><Relationship Id="rId225" Type="http://schemas.openxmlformats.org/officeDocument/2006/relationships/image" Target="../media/image133.png"/><Relationship Id="rId15" Type="http://schemas.openxmlformats.org/officeDocument/2006/relationships/image" Target="../media/image250.png"/><Relationship Id="rId57" Type="http://schemas.openxmlformats.org/officeDocument/2006/relationships/image" Target="../media/image49.png"/><Relationship Id="rId106" Type="http://schemas.openxmlformats.org/officeDocument/2006/relationships/customXml" Target="../ink/ink62.xml"/><Relationship Id="rId127" Type="http://schemas.openxmlformats.org/officeDocument/2006/relationships/image" Target="../media/image84.png"/><Relationship Id="rId10" Type="http://schemas.openxmlformats.org/officeDocument/2006/relationships/customXml" Target="../ink/ink17.xml"/><Relationship Id="rId52" Type="http://schemas.openxmlformats.org/officeDocument/2006/relationships/customXml" Target="../ink/ink35.xml"/><Relationship Id="rId73" Type="http://schemas.openxmlformats.org/officeDocument/2006/relationships/image" Target="../media/image57.png"/><Relationship Id="rId78" Type="http://schemas.openxmlformats.org/officeDocument/2006/relationships/customXml" Target="../ink/ink48.xml"/><Relationship Id="rId94" Type="http://schemas.openxmlformats.org/officeDocument/2006/relationships/customXml" Target="../ink/ink56.xml"/><Relationship Id="rId99" Type="http://schemas.openxmlformats.org/officeDocument/2006/relationships/image" Target="../media/image70.png"/><Relationship Id="rId101" Type="http://schemas.openxmlformats.org/officeDocument/2006/relationships/image" Target="../media/image71.png"/><Relationship Id="rId122" Type="http://schemas.openxmlformats.org/officeDocument/2006/relationships/customXml" Target="../ink/ink70.xml"/><Relationship Id="rId143" Type="http://schemas.openxmlformats.org/officeDocument/2006/relationships/image" Target="../media/image92.png"/><Relationship Id="rId148" Type="http://schemas.openxmlformats.org/officeDocument/2006/relationships/customXml" Target="../ink/ink83.xml"/><Relationship Id="rId164" Type="http://schemas.openxmlformats.org/officeDocument/2006/relationships/customXml" Target="../ink/ink91.xml"/><Relationship Id="rId169" Type="http://schemas.openxmlformats.org/officeDocument/2006/relationships/image" Target="../media/image105.png"/><Relationship Id="rId185" Type="http://schemas.openxmlformats.org/officeDocument/2006/relationships/image" Target="../media/image113.png"/><Relationship Id="rId4" Type="http://schemas.openxmlformats.org/officeDocument/2006/relationships/customXml" Target="../ink/ink14.xml"/><Relationship Id="rId9" Type="http://schemas.openxmlformats.org/officeDocument/2006/relationships/image" Target="../media/image220.png"/><Relationship Id="rId180" Type="http://schemas.openxmlformats.org/officeDocument/2006/relationships/customXml" Target="../ink/ink99.xml"/><Relationship Id="rId210" Type="http://schemas.openxmlformats.org/officeDocument/2006/relationships/customXml" Target="../ink/ink114.xml"/><Relationship Id="rId215" Type="http://schemas.openxmlformats.org/officeDocument/2006/relationships/image" Target="../media/image128.png"/><Relationship Id="rId26" Type="http://schemas.openxmlformats.org/officeDocument/2006/relationships/customXml" Target="../ink/ink25.xml"/><Relationship Id="rId47" Type="http://schemas.openxmlformats.org/officeDocument/2006/relationships/image" Target="../media/image44.png"/><Relationship Id="rId68" Type="http://schemas.openxmlformats.org/officeDocument/2006/relationships/customXml" Target="../ink/ink43.xml"/><Relationship Id="rId89" Type="http://schemas.openxmlformats.org/officeDocument/2006/relationships/image" Target="../media/image65.png"/><Relationship Id="rId112" Type="http://schemas.openxmlformats.org/officeDocument/2006/relationships/customXml" Target="../ink/ink65.xml"/><Relationship Id="rId133" Type="http://schemas.openxmlformats.org/officeDocument/2006/relationships/image" Target="../media/image87.png"/><Relationship Id="rId154" Type="http://schemas.openxmlformats.org/officeDocument/2006/relationships/customXml" Target="../ink/ink86.xml"/><Relationship Id="rId175" Type="http://schemas.openxmlformats.org/officeDocument/2006/relationships/image" Target="../media/image108.png"/><Relationship Id="rId196" Type="http://schemas.openxmlformats.org/officeDocument/2006/relationships/customXml" Target="../ink/ink107.xml"/><Relationship Id="rId200" Type="http://schemas.openxmlformats.org/officeDocument/2006/relationships/customXml" Target="../ink/ink109.xml"/><Relationship Id="rId16" Type="http://schemas.openxmlformats.org/officeDocument/2006/relationships/customXml" Target="../ink/ink20.xml"/><Relationship Id="rId221" Type="http://schemas.openxmlformats.org/officeDocument/2006/relationships/image" Target="../media/image131.png"/><Relationship Id="rId37" Type="http://schemas.openxmlformats.org/officeDocument/2006/relationships/image" Target="../media/image390.png"/><Relationship Id="rId58" Type="http://schemas.openxmlformats.org/officeDocument/2006/relationships/customXml" Target="../ink/ink38.xml"/><Relationship Id="rId79" Type="http://schemas.openxmlformats.org/officeDocument/2006/relationships/image" Target="../media/image60.png"/><Relationship Id="rId102" Type="http://schemas.openxmlformats.org/officeDocument/2006/relationships/customXml" Target="../ink/ink60.xml"/><Relationship Id="rId123" Type="http://schemas.openxmlformats.org/officeDocument/2006/relationships/image" Target="../media/image82.png"/><Relationship Id="rId144" Type="http://schemas.openxmlformats.org/officeDocument/2006/relationships/customXml" Target="../ink/ink81.xml"/><Relationship Id="rId90" Type="http://schemas.openxmlformats.org/officeDocument/2006/relationships/customXml" Target="../ink/ink54.xml"/><Relationship Id="rId165" Type="http://schemas.openxmlformats.org/officeDocument/2006/relationships/image" Target="../media/image103.png"/><Relationship Id="rId186" Type="http://schemas.openxmlformats.org/officeDocument/2006/relationships/customXml" Target="../ink/ink102.xml"/><Relationship Id="rId211" Type="http://schemas.openxmlformats.org/officeDocument/2006/relationships/image" Target="../media/image126.png"/><Relationship Id="rId27" Type="http://schemas.openxmlformats.org/officeDocument/2006/relationships/image" Target="../media/image340.png"/><Relationship Id="rId48" Type="http://schemas.openxmlformats.org/officeDocument/2006/relationships/customXml" Target="../ink/ink33.xml"/><Relationship Id="rId69" Type="http://schemas.openxmlformats.org/officeDocument/2006/relationships/image" Target="../media/image55.png"/><Relationship Id="rId113" Type="http://schemas.openxmlformats.org/officeDocument/2006/relationships/image" Target="../media/image77.png"/><Relationship Id="rId134" Type="http://schemas.openxmlformats.org/officeDocument/2006/relationships/customXml" Target="../ink/ink76.xml"/><Relationship Id="rId80" Type="http://schemas.openxmlformats.org/officeDocument/2006/relationships/customXml" Target="../ink/ink49.xml"/><Relationship Id="rId155" Type="http://schemas.openxmlformats.org/officeDocument/2006/relationships/image" Target="../media/image98.png"/><Relationship Id="rId176" Type="http://schemas.openxmlformats.org/officeDocument/2006/relationships/customXml" Target="../ink/ink97.xml"/><Relationship Id="rId197" Type="http://schemas.openxmlformats.org/officeDocument/2006/relationships/image" Target="../media/image119.png"/><Relationship Id="rId201" Type="http://schemas.openxmlformats.org/officeDocument/2006/relationships/image" Target="../media/image121.png"/><Relationship Id="rId222" Type="http://schemas.openxmlformats.org/officeDocument/2006/relationships/customXml" Target="../ink/ink120.xml"/><Relationship Id="rId17" Type="http://schemas.openxmlformats.org/officeDocument/2006/relationships/image" Target="../media/image260.png"/><Relationship Id="rId38" Type="http://schemas.openxmlformats.org/officeDocument/2006/relationships/customXml" Target="../ink/ink28.xml"/><Relationship Id="rId59" Type="http://schemas.openxmlformats.org/officeDocument/2006/relationships/image" Target="../media/image50.png"/><Relationship Id="rId103" Type="http://schemas.openxmlformats.org/officeDocument/2006/relationships/image" Target="../media/image72.png"/><Relationship Id="rId124" Type="http://schemas.openxmlformats.org/officeDocument/2006/relationships/customXml" Target="../ink/ink71.xml"/><Relationship Id="rId70" Type="http://schemas.openxmlformats.org/officeDocument/2006/relationships/customXml" Target="../ink/ink44.xml"/><Relationship Id="rId91" Type="http://schemas.openxmlformats.org/officeDocument/2006/relationships/image" Target="../media/image66.png"/><Relationship Id="rId145" Type="http://schemas.openxmlformats.org/officeDocument/2006/relationships/image" Target="../media/image93.png"/><Relationship Id="rId166" Type="http://schemas.openxmlformats.org/officeDocument/2006/relationships/customXml" Target="../ink/ink92.xml"/><Relationship Id="rId187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115.xml"/><Relationship Id="rId28" Type="http://schemas.openxmlformats.org/officeDocument/2006/relationships/customXml" Target="../ink/ink26.xml"/><Relationship Id="rId49" Type="http://schemas.openxmlformats.org/officeDocument/2006/relationships/image" Target="../media/image45.png"/><Relationship Id="rId114" Type="http://schemas.openxmlformats.org/officeDocument/2006/relationships/customXml" Target="../ink/ink66.xml"/><Relationship Id="rId60" Type="http://schemas.openxmlformats.org/officeDocument/2006/relationships/customXml" Target="../ink/ink39.xml"/><Relationship Id="rId81" Type="http://schemas.openxmlformats.org/officeDocument/2006/relationships/image" Target="../media/image61.png"/><Relationship Id="rId135" Type="http://schemas.openxmlformats.org/officeDocument/2006/relationships/image" Target="../media/image88.png"/><Relationship Id="rId156" Type="http://schemas.openxmlformats.org/officeDocument/2006/relationships/customXml" Target="../ink/ink87.xml"/><Relationship Id="rId177" Type="http://schemas.openxmlformats.org/officeDocument/2006/relationships/image" Target="../media/image109.png"/><Relationship Id="rId198" Type="http://schemas.openxmlformats.org/officeDocument/2006/relationships/customXml" Target="../ink/ink108.xml"/><Relationship Id="rId202" Type="http://schemas.openxmlformats.org/officeDocument/2006/relationships/customXml" Target="../ink/ink110.xml"/><Relationship Id="rId223" Type="http://schemas.openxmlformats.org/officeDocument/2006/relationships/image" Target="../media/image132.png"/><Relationship Id="rId18" Type="http://schemas.openxmlformats.org/officeDocument/2006/relationships/customXml" Target="../ink/ink21.xml"/><Relationship Id="rId39" Type="http://schemas.openxmlformats.org/officeDocument/2006/relationships/image" Target="../media/image400.png"/><Relationship Id="rId50" Type="http://schemas.openxmlformats.org/officeDocument/2006/relationships/customXml" Target="../ink/ink34.xml"/><Relationship Id="rId104" Type="http://schemas.openxmlformats.org/officeDocument/2006/relationships/customXml" Target="../ink/ink61.xml"/><Relationship Id="rId125" Type="http://schemas.openxmlformats.org/officeDocument/2006/relationships/image" Target="../media/image83.png"/><Relationship Id="rId146" Type="http://schemas.openxmlformats.org/officeDocument/2006/relationships/customXml" Target="../ink/ink82.xml"/><Relationship Id="rId167" Type="http://schemas.openxmlformats.org/officeDocument/2006/relationships/image" Target="../media/image1040.png"/><Relationship Id="rId188" Type="http://schemas.openxmlformats.org/officeDocument/2006/relationships/customXml" Target="../ink/ink103.xml"/><Relationship Id="rId71" Type="http://schemas.openxmlformats.org/officeDocument/2006/relationships/image" Target="../media/image56.png"/><Relationship Id="rId92" Type="http://schemas.openxmlformats.org/officeDocument/2006/relationships/customXml" Target="../ink/ink55.xml"/><Relationship Id="rId213" Type="http://schemas.openxmlformats.org/officeDocument/2006/relationships/image" Target="../media/image127.png"/><Relationship Id="rId2" Type="http://schemas.openxmlformats.org/officeDocument/2006/relationships/image" Target="../media/image29.png"/><Relationship Id="rId29" Type="http://schemas.openxmlformats.org/officeDocument/2006/relationships/image" Target="../media/image350.png"/><Relationship Id="rId40" Type="http://schemas.openxmlformats.org/officeDocument/2006/relationships/customXml" Target="../ink/ink29.xml"/><Relationship Id="rId115" Type="http://schemas.openxmlformats.org/officeDocument/2006/relationships/image" Target="../media/image78.png"/><Relationship Id="rId136" Type="http://schemas.openxmlformats.org/officeDocument/2006/relationships/customXml" Target="../ink/ink77.xml"/><Relationship Id="rId157" Type="http://schemas.openxmlformats.org/officeDocument/2006/relationships/image" Target="../media/image99.png"/><Relationship Id="rId178" Type="http://schemas.openxmlformats.org/officeDocument/2006/relationships/customXml" Target="../ink/ink98.xml"/><Relationship Id="rId61" Type="http://schemas.openxmlformats.org/officeDocument/2006/relationships/image" Target="../media/image51.png"/><Relationship Id="rId82" Type="http://schemas.openxmlformats.org/officeDocument/2006/relationships/customXml" Target="../ink/ink50.xml"/><Relationship Id="rId199" Type="http://schemas.openxmlformats.org/officeDocument/2006/relationships/image" Target="../media/image120.png"/><Relationship Id="rId203" Type="http://schemas.openxmlformats.org/officeDocument/2006/relationships/image" Target="../media/image122.png"/><Relationship Id="rId19" Type="http://schemas.openxmlformats.org/officeDocument/2006/relationships/image" Target="../media/image270.png"/><Relationship Id="rId224" Type="http://schemas.openxmlformats.org/officeDocument/2006/relationships/customXml" Target="../ink/ink1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410200"/>
          </a:xfrm>
        </p:spPr>
        <p:txBody>
          <a:bodyPr/>
          <a:lstStyle/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 #02 due on Sunday @ 11:59 PM 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#3 due on Friday @ 4:25 PM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#03 next week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03 next week</a:t>
            </a:r>
          </a:p>
          <a:p>
            <a:pPr marL="1177290" lvl="3" indent="-320040" eaLnBrk="1" hangingPunct="1">
              <a:spcAft>
                <a:spcPts val="12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0" lvl="1" indent="0" eaLnBrk="1" hangingPunct="1">
              <a:spcAft>
                <a:spcPts val="1200"/>
              </a:spcAft>
              <a:buNone/>
              <a:defRPr/>
            </a:pPr>
            <a:endParaRPr lang="en-US" sz="500" dirty="0">
              <a:solidFill>
                <a:schemeClr val="accent2"/>
              </a:solidFill>
            </a:endParaRPr>
          </a:p>
          <a:p>
            <a:pPr marL="0" lvl="1" indent="0" eaLnBrk="1" hangingPunct="1">
              <a:spcAft>
                <a:spcPts val="1200"/>
              </a:spcAft>
              <a:buNone/>
              <a:defRPr/>
            </a:pPr>
            <a:r>
              <a:rPr lang="en-US" sz="3000" dirty="0">
                <a:solidFill>
                  <a:srgbClr val="C00000"/>
                </a:solidFill>
              </a:rPr>
              <a:t>Lecture-9 Readings: </a:t>
            </a:r>
            <a:r>
              <a:rPr lang="en-US" sz="3000" dirty="0"/>
              <a:t>Section 2.11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3600" dirty="0">
                <a:ea typeface="+mj-ea"/>
                <a:cs typeface="+mj-cs"/>
              </a:rPr>
              <a:t>08 – Intro to Verilog HDL</a:t>
            </a:r>
            <a:endParaRPr lang="en-US" sz="3600" dirty="0"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7-Segment Display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A Typical CAD system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Hardware Description Languages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Intro to Verilog HDL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Representation of Digital Circuits in Verilog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Structural Representation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Behavioral Representation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59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8F94-EEF1-4068-848B-6A628B751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15400" cy="6858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4197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8DF1-5BCE-4777-8A58-3E0A7FED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CAD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36D08-9C0C-43EB-AFBB-1E423BEA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03CBD2-75DF-4D98-9EA2-F5EC475B2597}"/>
              </a:ext>
            </a:extLst>
          </p:cNvPr>
          <p:cNvSpPr/>
          <p:nvPr/>
        </p:nvSpPr>
        <p:spPr>
          <a:xfrm>
            <a:off x="1638300" y="862989"/>
            <a:ext cx="6019800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Redings-2.9, 2.10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ECA92-5CF3-4281-ADA5-2EB653714957}"/>
              </a:ext>
            </a:extLst>
          </p:cNvPr>
          <p:cNvSpPr/>
          <p:nvPr/>
        </p:nvSpPr>
        <p:spPr>
          <a:xfrm>
            <a:off x="152400" y="1850053"/>
            <a:ext cx="8991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References: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Stephen Brown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Zvonko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Vranesic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 , Fundamentals of Digital Logic with Verilog Design 3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rd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 edition.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Z.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Navabi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, Verilog Digital System Design, 2nd ed., (McGraw-Hill: New York, 2006).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D. A. Thomas and P. R.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Moorby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, The Verilog Hardware Description Language, 5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 ed., (Kluwer: Norwell, MA, 2002).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Tutorial: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http://www.asic-world.com/verilog/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88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63" descr="Screen shot 2013-09-13 at 11.55.28 AM.png">
            <a:extLst>
              <a:ext uri="{FF2B5EF4-FFF2-40B4-BE49-F238E27FC236}">
                <a16:creationId xmlns:a16="http://schemas.microsoft.com/office/drawing/2014/main" id="{DBA5F889-6AC3-417F-A4DD-DE72709A5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7" y="0"/>
            <a:ext cx="4589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TextBox 125">
            <a:extLst>
              <a:ext uri="{FF2B5EF4-FFF2-40B4-BE49-F238E27FC236}">
                <a16:creationId xmlns:a16="http://schemas.microsoft.com/office/drawing/2014/main" id="{870A32B0-60AE-455C-8743-80559D523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400800"/>
            <a:ext cx="29685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Figure 2.35 A typical CAD system. [1]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85ECEF-9BD1-4FE0-AB40-80F24385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4267200" cy="457200"/>
          </a:xfrm>
        </p:spPr>
        <p:txBody>
          <a:bodyPr/>
          <a:lstStyle/>
          <a:p>
            <a:r>
              <a:rPr lang="en-US" sz="3400" dirty="0">
                <a:solidFill>
                  <a:srgbClr val="FF0000"/>
                </a:solidFill>
              </a:rPr>
              <a:t>A typical CAD system</a:t>
            </a:r>
          </a:p>
        </p:txBody>
      </p:sp>
    </p:spTree>
    <p:extLst>
      <p:ext uri="{BB962C8B-B14F-4D97-AF65-F5344CB8AC3E}">
        <p14:creationId xmlns:p14="http://schemas.microsoft.com/office/powerpoint/2010/main" val="283684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D955-C667-48E4-8C5B-65EBAB6A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Design (CAD)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D3A0-966B-4B90-BC2E-0DA593C7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1B5CA-AE44-474B-8A11-2E98B258EAC0}"/>
              </a:ext>
            </a:extLst>
          </p:cNvPr>
          <p:cNvSpPr txBox="1"/>
          <p:nvPr/>
        </p:nvSpPr>
        <p:spPr>
          <a:xfrm>
            <a:off x="76200" y="838200"/>
            <a:ext cx="8991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Based on Hardware Description Language (HDL).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HDLs provide formats for representing the outputs of various design steps.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 CAD tool transforms its HDL input into a HDL output that contains more detailed information about the hardware. </a:t>
            </a: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Behavioral level to register transfer level </a:t>
            </a: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Register transfer level to gate level</a:t>
            </a: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Gate level to transistor level</a:t>
            </a: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Transistor level to the layout level</a:t>
            </a:r>
          </a:p>
        </p:txBody>
      </p:sp>
    </p:spTree>
    <p:extLst>
      <p:ext uri="{BB962C8B-B14F-4D97-AF65-F5344CB8AC3E}">
        <p14:creationId xmlns:p14="http://schemas.microsoft.com/office/powerpoint/2010/main" val="108212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D955-C667-48E4-8C5B-65EBAB6A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Computer-Aided Digital Designing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8D3A0-966B-4B90-BC2E-0DA593C7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1B5CA-AE44-474B-8A11-2E98B258EAC0}"/>
              </a:ext>
            </a:extLst>
          </p:cNvPr>
          <p:cNvSpPr txBox="1"/>
          <p:nvPr/>
        </p:nvSpPr>
        <p:spPr>
          <a:xfrm>
            <a:off x="76200" y="838200"/>
            <a:ext cx="8991600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Design process becomes complicated and complex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Computer-aided techniques became critical for the design, and verification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CAD tools do automatic placement and routing of the circuit layouts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Design time reduced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Less human brain utilization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Chances of human error is reduced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96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48FEA8-59CC-4F46-A09B-44FBEA2C238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charset="0"/>
                <a:cs typeface="+mj-cs"/>
              </a:rPr>
              <a:t>HDLs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5613" indent="-455613" eaLnBrk="1" hangingPunct="1">
              <a:defRPr/>
            </a:pPr>
            <a:r>
              <a:rPr lang="en-US" dirty="0">
                <a:latin typeface="Times New Roman" charset="0"/>
                <a:cs typeface="+mn-cs"/>
              </a:rPr>
              <a:t>Hardware Description Languages</a:t>
            </a:r>
          </a:p>
          <a:p>
            <a:pPr marL="855663" lvl="1" eaLnBrk="1" hangingPunct="1">
              <a:defRPr/>
            </a:pPr>
            <a:r>
              <a:rPr lang="en-US" dirty="0">
                <a:latin typeface="Times New Roman" charset="0"/>
              </a:rPr>
              <a:t>Widely used in logic design</a:t>
            </a:r>
          </a:p>
          <a:p>
            <a:pPr marL="855663" lvl="1" eaLnBrk="1" hangingPunct="1">
              <a:defRPr/>
            </a:pPr>
            <a:r>
              <a:rPr lang="en-US" dirty="0">
                <a:solidFill>
                  <a:srgbClr val="FF0000"/>
                </a:solidFill>
                <a:latin typeface="Times New Roman" charset="0"/>
              </a:rPr>
              <a:t>Verilog</a:t>
            </a:r>
            <a:r>
              <a:rPr lang="en-US" dirty="0">
                <a:latin typeface="Times New Roman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charset="0"/>
              </a:rPr>
              <a:t>HDL</a:t>
            </a:r>
            <a:r>
              <a:rPr lang="en-US" dirty="0">
                <a:latin typeface="Times New Roman" charset="0"/>
              </a:rPr>
              <a:t> and </a:t>
            </a:r>
            <a:r>
              <a:rPr lang="en-US" dirty="0">
                <a:solidFill>
                  <a:srgbClr val="0066FF"/>
                </a:solidFill>
                <a:latin typeface="Times New Roman" charset="0"/>
              </a:rPr>
              <a:t>VHDL</a:t>
            </a:r>
          </a:p>
          <a:p>
            <a:pPr marL="455613" indent="-455613" eaLnBrk="1" hangingPunct="1">
              <a:defRPr/>
            </a:pPr>
            <a:r>
              <a:rPr lang="en-US" dirty="0">
                <a:latin typeface="Times New Roman" charset="0"/>
                <a:cs typeface="+mn-cs"/>
              </a:rPr>
              <a:t>Describe hardware using code</a:t>
            </a:r>
          </a:p>
          <a:p>
            <a:pPr marL="855663" lvl="1" eaLnBrk="1" hangingPunct="1">
              <a:defRPr/>
            </a:pPr>
            <a:r>
              <a:rPr lang="en-US" dirty="0">
                <a:latin typeface="Times New Roman" charset="0"/>
              </a:rPr>
              <a:t>Document logic functions</a:t>
            </a:r>
          </a:p>
          <a:p>
            <a:pPr marL="855663" lvl="1" eaLnBrk="1" hangingPunct="1">
              <a:defRPr/>
            </a:pPr>
            <a:r>
              <a:rPr lang="en-US" dirty="0">
                <a:latin typeface="Times New Roman" charset="0"/>
              </a:rPr>
              <a:t>Simulate logic before building</a:t>
            </a:r>
          </a:p>
          <a:p>
            <a:pPr marL="855663" lvl="1" eaLnBrk="1" hangingPunct="1">
              <a:defRPr/>
            </a:pPr>
            <a:r>
              <a:rPr lang="en-US" dirty="0">
                <a:latin typeface="Times New Roman" charset="0"/>
              </a:rPr>
              <a:t>Synthesize code into gates and layout</a:t>
            </a:r>
          </a:p>
          <a:p>
            <a:pPr marL="1198563" lvl="2" eaLnBrk="1" hangingPunct="1">
              <a:defRPr/>
            </a:pPr>
            <a:r>
              <a:rPr lang="en-US" sz="2400" dirty="0">
                <a:latin typeface="Times New Roman" charset="0"/>
              </a:rPr>
              <a:t>Requires a library of standard cells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13549CC7-F2AD-4FF1-A779-385A431C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Two Competing HDLs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F21B2EF0-9764-4485-80FD-1F21B4C36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Hardware Description Language (HDL)</a:t>
            </a:r>
          </a:p>
          <a:p>
            <a:endParaRPr lang="en-US" altLang="en-US" dirty="0"/>
          </a:p>
          <a:p>
            <a:pPr lvl="1"/>
            <a:r>
              <a:rPr lang="en-US" altLang="en-US" dirty="0">
                <a:solidFill>
                  <a:schemeClr val="accent2"/>
                </a:solidFill>
              </a:rPr>
              <a:t>Verilog HDL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VHDL (</a:t>
            </a:r>
            <a:r>
              <a:rPr lang="en-US" dirty="0"/>
              <a:t>Very High Speed Integrated Circuit HDL</a:t>
            </a:r>
            <a:r>
              <a:rPr lang="en-US" altLang="en-US" dirty="0"/>
              <a:t>)</a:t>
            </a:r>
          </a:p>
          <a:p>
            <a:pPr lvl="1"/>
            <a:endParaRPr lang="en-US" altLang="en-US" dirty="0"/>
          </a:p>
          <a:p>
            <a:pPr marL="91440" lvl="1" indent="0" algn="just">
              <a:buNone/>
            </a:pPr>
            <a:r>
              <a:rPr lang="en-US" altLang="en-US" dirty="0"/>
              <a:t>Designs are created typically using HDLs, which get transformed from one level of abstraction to the next as the design flow progresses. </a:t>
            </a:r>
          </a:p>
          <a:p>
            <a:pPr marL="91440" lvl="1" indent="0" algn="just">
              <a:buNone/>
            </a:pPr>
            <a:endParaRPr lang="en-US" altLang="en-US" dirty="0"/>
          </a:p>
          <a:p>
            <a:pPr marL="91440" lvl="1" indent="0" algn="just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EF9BB93C-2517-47BE-AF1F-6EA5C8359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HDL != VHDL</a:t>
            </a:r>
          </a:p>
        </p:txBody>
      </p:sp>
      <p:sp>
        <p:nvSpPr>
          <p:cNvPr id="39938" name="Content Placeholder 3">
            <a:extLst>
              <a:ext uri="{FF2B5EF4-FFF2-40B4-BE49-F238E27FC236}">
                <a16:creationId xmlns:a16="http://schemas.microsoft.com/office/drawing/2014/main" id="{6CEE84A0-3BED-4347-886A-A88758596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These are two different Languages!</a:t>
            </a:r>
          </a:p>
          <a:p>
            <a:endParaRPr lang="en-US" altLang="en-US" dirty="0"/>
          </a:p>
          <a:p>
            <a:r>
              <a:rPr lang="en-US" altLang="en-US" dirty="0"/>
              <a:t>Verilog is closer to C</a:t>
            </a:r>
          </a:p>
          <a:p>
            <a:endParaRPr lang="en-US" altLang="en-US" dirty="0"/>
          </a:p>
          <a:p>
            <a:r>
              <a:rPr lang="en-US" altLang="en-US" dirty="0"/>
              <a:t>VHDL is closer to Ada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DA9B8C29-6913-481E-99F4-F5A34758D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FE429FE0-2597-42A7-8776-E9740D1FAF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dirty="0"/>
              <a:t>Created in 1983/1984</a:t>
            </a:r>
          </a:p>
          <a:p>
            <a:pPr>
              <a:spcAft>
                <a:spcPts val="1200"/>
              </a:spcAft>
            </a:pPr>
            <a:r>
              <a:rPr lang="en-US" altLang="en-US" dirty="0"/>
              <a:t>Verilog-95  (IEEE standard 1364-1995)</a:t>
            </a:r>
          </a:p>
          <a:p>
            <a:pPr>
              <a:spcAft>
                <a:spcPts val="1200"/>
              </a:spcAft>
            </a:pPr>
            <a:r>
              <a:rPr lang="en-US" altLang="en-US" dirty="0"/>
              <a:t> Verilog 2001  (IEEE Standard 1364-2001)</a:t>
            </a:r>
          </a:p>
          <a:p>
            <a:pPr>
              <a:spcAft>
                <a:spcPts val="1200"/>
              </a:spcAft>
            </a:pPr>
            <a:r>
              <a:rPr lang="en-US" altLang="en-US" dirty="0"/>
              <a:t> Verilog 2005  (IEEE Standard 1364-2005)</a:t>
            </a:r>
          </a:p>
          <a:p>
            <a:pPr>
              <a:spcAft>
                <a:spcPts val="1200"/>
              </a:spcAft>
            </a:pPr>
            <a:r>
              <a:rPr lang="en-US" altLang="en-US" dirty="0" err="1"/>
              <a:t>SystemVerilog</a:t>
            </a:r>
            <a:endParaRPr lang="en-US" altLang="en-US" dirty="0"/>
          </a:p>
          <a:p>
            <a:pPr>
              <a:spcAft>
                <a:spcPts val="1200"/>
              </a:spcAft>
            </a:pPr>
            <a:r>
              <a:rPr lang="en-US" altLang="en-US" dirty="0" err="1"/>
              <a:t>SystemVerilog</a:t>
            </a:r>
            <a:r>
              <a:rPr lang="en-US" altLang="en-US" dirty="0"/>
              <a:t> 2009 (IEEE Standard 1800-2009).</a:t>
            </a:r>
          </a:p>
          <a:p>
            <a:pPr>
              <a:spcAft>
                <a:spcPts val="1200"/>
              </a:spcAft>
            </a:pP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1318D1-42B8-4A88-BB1D-06B10C351BF3}"/>
                  </a:ext>
                </a:extLst>
              </p14:cNvPr>
              <p14:cNvContentPartPr/>
              <p14:nvPr/>
            </p14:nvContentPartPr>
            <p14:xfrm>
              <a:off x="5748840" y="3444480"/>
              <a:ext cx="1254240" cy="8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1318D1-42B8-4A88-BB1D-06B10C351B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9480" y="3435120"/>
                <a:ext cx="1272960" cy="10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5DEF-5786-4356-9399-C93403F0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Verilog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31577-9A56-4D73-8FAA-0979B9CD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21D45-8232-4A43-9E43-686AE92B07B4}"/>
              </a:ext>
            </a:extLst>
          </p:cNvPr>
          <p:cNvSpPr txBox="1"/>
          <p:nvPr/>
        </p:nvSpPr>
        <p:spPr>
          <a:xfrm>
            <a:off x="76200" y="838200"/>
            <a:ext cx="8991600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To describe a digital system as a set of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Modules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Times New Roman" panose="02020603050405020304" pitchFamily="18" charset="0"/>
              <a:buChar char="—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Each of the modules will have an interface to other modules, in addition to it’s description.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Times New Roman" panose="02020603050405020304" pitchFamily="18" charset="0"/>
              <a:buChar char="—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Two ways to specify a module: </a:t>
            </a:r>
          </a:p>
          <a:p>
            <a:pPr marL="1428750" marR="0" lvl="4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By specifying its internal logical structure (i.e.,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Structural Representation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  <a:p>
            <a:pPr marL="1428750" marR="0" lvl="4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By describing its behavior in a program-like manner (i.e.,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Behavioral Representation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Times New Roman" panose="02020603050405020304" pitchFamily="18" charset="0"/>
              <a:buChar char="—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modules are interconnected using nets, which allow them to work each other. </a:t>
            </a:r>
          </a:p>
        </p:txBody>
      </p:sp>
    </p:spTree>
    <p:extLst>
      <p:ext uri="{BB962C8B-B14F-4D97-AF65-F5344CB8AC3E}">
        <p14:creationId xmlns:p14="http://schemas.microsoft.com/office/powerpoint/2010/main" val="527015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5DEF-5786-4356-9399-C93403F0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Intro to Verilog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31577-9A56-4D73-8FAA-0979B9CD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9F1011-7AC3-486A-BF5F-5B1DDD94FA12}"/>
              </a:ext>
            </a:extLst>
          </p:cNvPr>
          <p:cNvGrpSpPr/>
          <p:nvPr/>
        </p:nvGrpSpPr>
        <p:grpSpPr>
          <a:xfrm>
            <a:off x="1143000" y="685800"/>
            <a:ext cx="1630018" cy="5715000"/>
            <a:chOff x="3856382" y="685800"/>
            <a:chExt cx="1630018" cy="5715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492372-2174-43FF-8D88-DBC71F08F011}"/>
                </a:ext>
              </a:extLst>
            </p:cNvPr>
            <p:cNvSpPr/>
            <p:nvPr/>
          </p:nvSpPr>
          <p:spPr>
            <a:xfrm>
              <a:off x="3886200" y="685800"/>
              <a:ext cx="1577009" cy="10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Module 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CA1A9F-07E2-4180-A98E-BDC0D5DB7349}"/>
                </a:ext>
              </a:extLst>
            </p:cNvPr>
            <p:cNvSpPr/>
            <p:nvPr/>
          </p:nvSpPr>
          <p:spPr>
            <a:xfrm>
              <a:off x="3856383" y="2126973"/>
              <a:ext cx="1577009" cy="10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Module 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604ADD-A635-4699-9C79-73EDA1236601}"/>
                </a:ext>
              </a:extLst>
            </p:cNvPr>
            <p:cNvSpPr/>
            <p:nvPr/>
          </p:nvSpPr>
          <p:spPr>
            <a:xfrm>
              <a:off x="3856383" y="3462132"/>
              <a:ext cx="1577009" cy="10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Module 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D0632B-5350-4AD5-AE14-B0565E3C8996}"/>
                </a:ext>
              </a:extLst>
            </p:cNvPr>
            <p:cNvSpPr/>
            <p:nvPr/>
          </p:nvSpPr>
          <p:spPr>
            <a:xfrm>
              <a:off x="3909391" y="5396948"/>
              <a:ext cx="1577009" cy="10038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Module 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03E7BE-9334-4FE7-963E-B3970755DA3E}"/>
                </a:ext>
              </a:extLst>
            </p:cNvPr>
            <p:cNvSpPr/>
            <p:nvPr/>
          </p:nvSpPr>
          <p:spPr>
            <a:xfrm>
              <a:off x="3856382" y="4779066"/>
              <a:ext cx="1577009" cy="354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. . . . . 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3B1D4B-45A7-417D-A820-81404DA4B1C8}"/>
              </a:ext>
            </a:extLst>
          </p:cNvPr>
          <p:cNvGrpSpPr/>
          <p:nvPr/>
        </p:nvGrpSpPr>
        <p:grpSpPr>
          <a:xfrm>
            <a:off x="2749827" y="904822"/>
            <a:ext cx="6317973" cy="2677656"/>
            <a:chOff x="2749827" y="904822"/>
            <a:chExt cx="6317973" cy="267765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EEDF59-97B0-42C2-90B7-D92611E8D267}"/>
                </a:ext>
              </a:extLst>
            </p:cNvPr>
            <p:cNvSpPr txBox="1"/>
            <p:nvPr/>
          </p:nvSpPr>
          <p:spPr>
            <a:xfrm>
              <a:off x="4648200" y="904822"/>
              <a:ext cx="4419600" cy="2677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module  </a:t>
              </a:r>
              <a:r>
                <a:rPr lang="en-US" dirty="0" err="1"/>
                <a:t>moduleName</a:t>
              </a:r>
              <a:r>
                <a:rPr lang="en-US" dirty="0"/>
                <a:t> (I/O ports);</a:t>
              </a:r>
            </a:p>
            <a:p>
              <a:pPr lvl="1"/>
              <a:r>
                <a:rPr lang="en-US" dirty="0"/>
                <a:t>define input ports;</a:t>
              </a:r>
            </a:p>
            <a:p>
              <a:pPr lvl="1"/>
              <a:r>
                <a:rPr lang="en-US" dirty="0"/>
                <a:t>define output ports;</a:t>
              </a:r>
            </a:p>
            <a:p>
              <a:pPr lvl="1"/>
              <a:endParaRPr lang="en-US" dirty="0"/>
            </a:p>
            <a:p>
              <a:pPr lvl="1"/>
              <a:r>
                <a:rPr lang="en-US" dirty="0"/>
                <a:t>// Parallel statements;</a:t>
              </a:r>
            </a:p>
            <a:p>
              <a:endParaRPr lang="en-US" dirty="0"/>
            </a:p>
            <a:p>
              <a:r>
                <a:rPr lang="en-US" dirty="0" err="1"/>
                <a:t>endmodule</a:t>
              </a:r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74FAD24-F9DF-4784-A05F-9CD12E188E6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2749827" y="956752"/>
              <a:ext cx="1822173" cy="2309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C36AFC-86BA-4D9A-89EA-C66A2FDB64D0}"/>
                </a:ext>
              </a:extLst>
            </p:cNvPr>
            <p:cNvCxnSpPr>
              <a:cxnSpLocks/>
            </p:cNvCxnSpPr>
            <p:nvPr/>
          </p:nvCxnSpPr>
          <p:spPr>
            <a:xfrm>
              <a:off x="2779644" y="1212504"/>
              <a:ext cx="1792356" cy="23699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013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5DEF-5786-4356-9399-C93403F0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Concept of Verilog Module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31577-9A56-4D73-8FAA-0979B9CD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F740E-F0B0-4AC0-9B53-A716B8D5E8CA}"/>
              </a:ext>
            </a:extLst>
          </p:cNvPr>
          <p:cNvSpPr txBox="1"/>
          <p:nvPr/>
        </p:nvSpPr>
        <p:spPr>
          <a:xfrm>
            <a:off x="2610678" y="713243"/>
            <a:ext cx="4419600" cy="26776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module</a:t>
            </a:r>
            <a:r>
              <a:rPr lang="en-US" dirty="0"/>
              <a:t>  </a:t>
            </a:r>
            <a:r>
              <a:rPr lang="en-US" dirty="0" err="1"/>
              <a:t>moduleName</a:t>
            </a:r>
            <a:r>
              <a:rPr lang="en-US" dirty="0"/>
              <a:t> (I/O ports);</a:t>
            </a:r>
          </a:p>
          <a:p>
            <a:pPr lvl="1"/>
            <a:r>
              <a:rPr lang="en-US" dirty="0"/>
              <a:t>define input ports;</a:t>
            </a:r>
          </a:p>
          <a:p>
            <a:pPr lvl="1"/>
            <a:r>
              <a:rPr lang="en-US" dirty="0"/>
              <a:t>define output ports;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// Parallel statements;</a:t>
            </a:r>
          </a:p>
          <a:p>
            <a:endParaRPr lang="en-US" dirty="0"/>
          </a:p>
          <a:p>
            <a:r>
              <a:rPr lang="en-US" b="1" dirty="0" err="1"/>
              <a:t>endmodule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579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5DEF-5786-4356-9399-C93403F0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Verilog Module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31577-9A56-4D73-8FAA-0979B9CD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C554E-354A-43EE-9BE4-4FB8F1886799}"/>
              </a:ext>
            </a:extLst>
          </p:cNvPr>
          <p:cNvSpPr/>
          <p:nvPr/>
        </p:nvSpPr>
        <p:spPr>
          <a:xfrm>
            <a:off x="5503818" y="609600"/>
            <a:ext cx="3657599" cy="570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names of modules and signals in Verilog code follow two simple rules: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name must start with a letter, and it can contain any letter or number plus the “_” underscore and “$” characters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Verilog is case sensitive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. Thus, the name k is not the same as K and Example1 is not the same as example1.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White space characters, such as SPACE and TAB, and blank lines are ignored.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Multiple statements can appear on a single line.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E1F76-3164-402B-A7C1-2ECC7A64F1F7}"/>
              </a:ext>
            </a:extLst>
          </p:cNvPr>
          <p:cNvSpPr txBox="1"/>
          <p:nvPr/>
        </p:nvSpPr>
        <p:spPr>
          <a:xfrm>
            <a:off x="65314" y="609600"/>
            <a:ext cx="5279572" cy="27853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In Verilog, the basic unit of hardware is called a </a:t>
            </a:r>
            <a:r>
              <a:rPr lang="en-US" sz="2000" dirty="0">
                <a:solidFill>
                  <a:schemeClr val="accent2"/>
                </a:solidFill>
              </a:rPr>
              <a:t>module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A module cannot contain definition of other modules</a:t>
            </a:r>
          </a:p>
          <a:p>
            <a:pPr marL="342900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A module can, however, be </a:t>
            </a:r>
            <a:r>
              <a:rPr lang="en-US" sz="2000" dirty="0">
                <a:solidFill>
                  <a:schemeClr val="accent2"/>
                </a:solidFill>
              </a:rPr>
              <a:t>instantiated</a:t>
            </a:r>
            <a:r>
              <a:rPr lang="en-US" sz="2000" dirty="0"/>
              <a:t> within another module</a:t>
            </a:r>
          </a:p>
          <a:p>
            <a:pPr marL="342900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Instantiation allows the creation of a </a:t>
            </a:r>
            <a:r>
              <a:rPr lang="en-US" sz="2000" dirty="0">
                <a:solidFill>
                  <a:schemeClr val="accent2"/>
                </a:solidFill>
              </a:rPr>
              <a:t>hierarchy</a:t>
            </a:r>
            <a:r>
              <a:rPr lang="en-US" sz="2000" dirty="0"/>
              <a:t> in Verilog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4F665-3A7C-4C2C-818E-EE6B9A21B678}"/>
              </a:ext>
            </a:extLst>
          </p:cNvPr>
          <p:cNvSpPr txBox="1"/>
          <p:nvPr/>
        </p:nvSpPr>
        <p:spPr>
          <a:xfrm>
            <a:off x="76200" y="3710941"/>
            <a:ext cx="5279572" cy="19389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/>
              <a:t>module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66FF"/>
                </a:solidFill>
              </a:rPr>
              <a:t>module_name</a:t>
            </a:r>
            <a:r>
              <a:rPr lang="en-US" sz="2000" dirty="0">
                <a:solidFill>
                  <a:srgbClr val="0066FF"/>
                </a:solidFill>
              </a:rPr>
              <a:t> </a:t>
            </a:r>
            <a:r>
              <a:rPr lang="en-US" sz="2000" dirty="0"/>
              <a:t>(</a:t>
            </a:r>
            <a:r>
              <a:rPr lang="en-US" sz="2000" dirty="0" err="1"/>
              <a:t>list_of_ports</a:t>
            </a:r>
            <a:r>
              <a:rPr lang="en-US" sz="2000" dirty="0"/>
              <a:t>);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	input/output declarations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	local net declarations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	parallel statements</a:t>
            </a:r>
          </a:p>
          <a:p>
            <a:pPr>
              <a:spcAft>
                <a:spcPts val="600"/>
              </a:spcAft>
            </a:pPr>
            <a:r>
              <a:rPr lang="en-US" sz="2000" b="1" dirty="0" err="1"/>
              <a:t>endmodule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3166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DE2F8A40-4F79-4253-AC0B-022E49DDC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“Hello World” in Verilog</a:t>
            </a:r>
          </a:p>
        </p:txBody>
      </p:sp>
      <p:sp>
        <p:nvSpPr>
          <p:cNvPr id="41987" name="TextBox 4">
            <a:extLst>
              <a:ext uri="{FF2B5EF4-FFF2-40B4-BE49-F238E27FC236}">
                <a16:creationId xmlns:a16="http://schemas.microsoft.com/office/drawing/2014/main" id="{7A381EF7-2E10-46CE-8F5D-AC893EF2A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6488113"/>
            <a:ext cx="3656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[http://en.wikipedia.org/wiki/Verilog]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DE2F8A40-4F79-4253-AC0B-022E49DDC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“Hello World” in Verilog</a:t>
            </a:r>
          </a:p>
        </p:txBody>
      </p:sp>
      <p:pic>
        <p:nvPicPr>
          <p:cNvPr id="41986" name="Picture 3" descr="Screen shot 2013-09-13 at 3.03.07 PM.png">
            <a:extLst>
              <a:ext uri="{FF2B5EF4-FFF2-40B4-BE49-F238E27FC236}">
                <a16:creationId xmlns:a16="http://schemas.microsoft.com/office/drawing/2014/main" id="{0391CBF8-47D7-44A9-AC0E-262FDCD2C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66675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extBox 4">
            <a:extLst>
              <a:ext uri="{FF2B5EF4-FFF2-40B4-BE49-F238E27FC236}">
                <a16:creationId xmlns:a16="http://schemas.microsoft.com/office/drawing/2014/main" id="{7A381EF7-2E10-46CE-8F5D-AC893EF2A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6488113"/>
            <a:ext cx="3656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[http://en.wikipedia.org/wiki/Verilog]</a:t>
            </a:r>
          </a:p>
        </p:txBody>
      </p:sp>
    </p:spTree>
    <p:extLst>
      <p:ext uri="{BB962C8B-B14F-4D97-AF65-F5344CB8AC3E}">
        <p14:creationId xmlns:p14="http://schemas.microsoft.com/office/powerpoint/2010/main" val="3786177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8026-81D4-413F-9A28-FDDFF7E2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Code: Structural Representation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ACBA1-196E-4852-9110-39129605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27FBD-4BCF-49C0-9E31-9A162331FA72}"/>
              </a:ext>
            </a:extLst>
          </p:cNvPr>
          <p:cNvSpPr txBox="1"/>
          <p:nvPr/>
        </p:nvSpPr>
        <p:spPr>
          <a:xfrm>
            <a:off x="76199" y="706904"/>
            <a:ext cx="8991599" cy="19389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Specifies how components are interconnected.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general, the description is a list of modules and their interconnection.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Called </a:t>
            </a:r>
            <a:r>
              <a:rPr lang="en-US" sz="2000" b="1" dirty="0">
                <a:solidFill>
                  <a:srgbClr val="0066FF"/>
                </a:solidFill>
              </a:rPr>
              <a:t>netlist</a:t>
            </a:r>
            <a:r>
              <a:rPr lang="en-US" sz="2000" dirty="0"/>
              <a:t>.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Can be specified at various levels.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	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7D1AD9-2CD8-470D-B3F2-C31AE911DDCB}"/>
                  </a:ext>
                </a:extLst>
              </p14:cNvPr>
              <p14:cNvContentPartPr/>
              <p14:nvPr/>
            </p14:nvContentPartPr>
            <p14:xfrm>
              <a:off x="1727280" y="1746000"/>
              <a:ext cx="4526640" cy="630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7D1AD9-2CD8-470D-B3F2-C31AE911DD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7920" y="1736640"/>
                <a:ext cx="4545360" cy="6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03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509897-955D-4BFF-8393-E6EEF1BD34FD}"/>
              </a:ext>
            </a:extLst>
          </p:cNvPr>
          <p:cNvGrpSpPr/>
          <p:nvPr/>
        </p:nvGrpSpPr>
        <p:grpSpPr>
          <a:xfrm>
            <a:off x="3394483" y="2895600"/>
            <a:ext cx="2200275" cy="1102621"/>
            <a:chOff x="3438525" y="2663825"/>
            <a:chExt cx="2200275" cy="1102621"/>
          </a:xfrm>
        </p:grpSpPr>
        <p:sp>
          <p:nvSpPr>
            <p:cNvPr id="43010" name="Rectangle 94">
              <a:extLst>
                <a:ext uri="{FF2B5EF4-FFF2-40B4-BE49-F238E27FC236}">
                  <a16:creationId xmlns:a16="http://schemas.microsoft.com/office/drawing/2014/main" id="{32F83B30-9747-4BAE-B5A3-3B33044B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318" y="3458471"/>
              <a:ext cx="11160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AND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3012" name="Group 1">
              <a:extLst>
                <a:ext uri="{FF2B5EF4-FFF2-40B4-BE49-F238E27FC236}">
                  <a16:creationId xmlns:a16="http://schemas.microsoft.com/office/drawing/2014/main" id="{E5A6555E-28EF-40CF-A773-CBE4818C9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8525" y="2663825"/>
              <a:ext cx="2200275" cy="625475"/>
              <a:chOff x="1916113" y="752475"/>
              <a:chExt cx="2200275" cy="625475"/>
            </a:xfrm>
          </p:grpSpPr>
          <p:sp>
            <p:nvSpPr>
              <p:cNvPr id="43018" name="Freeform 10">
                <a:extLst>
                  <a:ext uri="{FF2B5EF4-FFF2-40B4-BE49-F238E27FC236}">
                    <a16:creationId xmlns:a16="http://schemas.microsoft.com/office/drawing/2014/main" id="{F46429F0-CCC2-48BD-A530-B2C071138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688" y="993775"/>
                <a:ext cx="168275" cy="1588"/>
              </a:xfrm>
              <a:custGeom>
                <a:avLst/>
                <a:gdLst>
                  <a:gd name="T0" fmla="*/ 2147483646 w 212"/>
                  <a:gd name="T1" fmla="*/ 0 h 1588"/>
                  <a:gd name="T2" fmla="*/ 0 w 212"/>
                  <a:gd name="T3" fmla="*/ 0 h 1588"/>
                  <a:gd name="T4" fmla="*/ 2147483646 w 212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2" h="1588">
                    <a:moveTo>
                      <a:pt x="212" y="0"/>
                    </a:moveTo>
                    <a:lnTo>
                      <a:pt x="0" y="0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Line 11">
                <a:extLst>
                  <a:ext uri="{FF2B5EF4-FFF2-40B4-BE49-F238E27FC236}">
                    <a16:creationId xmlns:a16="http://schemas.microsoft.com/office/drawing/2014/main" id="{69959A68-260E-4B85-856F-27BA227E8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7688" y="993775"/>
                <a:ext cx="168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Freeform 12">
                <a:extLst>
                  <a:ext uri="{FF2B5EF4-FFF2-40B4-BE49-F238E27FC236}">
                    <a16:creationId xmlns:a16="http://schemas.microsoft.com/office/drawing/2014/main" id="{BDD05C33-C67B-473A-8188-F90867FA3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038" y="1162050"/>
                <a:ext cx="295275" cy="1588"/>
              </a:xfrm>
              <a:custGeom>
                <a:avLst/>
                <a:gdLst>
                  <a:gd name="T0" fmla="*/ 2147483646 w 371"/>
                  <a:gd name="T1" fmla="*/ 0 h 1588"/>
                  <a:gd name="T2" fmla="*/ 0 w 371"/>
                  <a:gd name="T3" fmla="*/ 0 h 1588"/>
                  <a:gd name="T4" fmla="*/ 2147483646 w 371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588">
                    <a:moveTo>
                      <a:pt x="371" y="0"/>
                    </a:moveTo>
                    <a:lnTo>
                      <a:pt x="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Line 13">
                <a:extLst>
                  <a:ext uri="{FF2B5EF4-FFF2-40B4-BE49-F238E27FC236}">
                    <a16:creationId xmlns:a16="http://schemas.microsoft.com/office/drawing/2014/main" id="{ACD08C6F-8D16-41A7-9792-E8A9D8976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5038" y="1162050"/>
                <a:ext cx="295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Freeform 14">
                <a:extLst>
                  <a:ext uri="{FF2B5EF4-FFF2-40B4-BE49-F238E27FC236}">
                    <a16:creationId xmlns:a16="http://schemas.microsoft.com/office/drawing/2014/main" id="{CA4EE03D-CEA1-42E6-9752-980FCAAB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038" y="847725"/>
                <a:ext cx="295275" cy="1588"/>
              </a:xfrm>
              <a:custGeom>
                <a:avLst/>
                <a:gdLst>
                  <a:gd name="T0" fmla="*/ 2147483646 w 371"/>
                  <a:gd name="T1" fmla="*/ 0 h 1588"/>
                  <a:gd name="T2" fmla="*/ 0 w 371"/>
                  <a:gd name="T3" fmla="*/ 0 h 1588"/>
                  <a:gd name="T4" fmla="*/ 2147483646 w 371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588">
                    <a:moveTo>
                      <a:pt x="371" y="0"/>
                    </a:moveTo>
                    <a:lnTo>
                      <a:pt x="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Line 15">
                <a:extLst>
                  <a:ext uri="{FF2B5EF4-FFF2-40B4-BE49-F238E27FC236}">
                    <a16:creationId xmlns:a16="http://schemas.microsoft.com/office/drawing/2014/main" id="{9C1C69FD-35AC-4898-A2B1-C2B8EACDE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5038" y="847725"/>
                <a:ext cx="295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73">
                <a:extLst>
                  <a:ext uri="{FF2B5EF4-FFF2-40B4-BE49-F238E27FC236}">
                    <a16:creationId xmlns:a16="http://schemas.microsoft.com/office/drawing/2014/main" id="{ABA110AA-F5AB-4EF7-B61C-133C6652F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6113" y="75247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74">
                <a:extLst>
                  <a:ext uri="{FF2B5EF4-FFF2-40B4-BE49-F238E27FC236}">
                    <a16:creationId xmlns:a16="http://schemas.microsoft.com/office/drawing/2014/main" id="{17421E0C-B2EC-4C08-9342-F94E59326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188" y="852488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75">
                <a:extLst>
                  <a:ext uri="{FF2B5EF4-FFF2-40B4-BE49-F238E27FC236}">
                    <a16:creationId xmlns:a16="http://schemas.microsoft.com/office/drawing/2014/main" id="{13275311-54CF-4689-81FF-3E0C5F21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6113" y="1036638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76">
                <a:extLst>
                  <a:ext uri="{FF2B5EF4-FFF2-40B4-BE49-F238E27FC236}">
                    <a16:creationId xmlns:a16="http://schemas.microsoft.com/office/drawing/2014/main" id="{A8159456-CE9E-493A-8ADB-7ADF9884C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188" y="1136650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8" name="Rectangle 77">
                <a:extLst>
                  <a:ext uri="{FF2B5EF4-FFF2-40B4-BE49-F238E27FC236}">
                    <a16:creationId xmlns:a16="http://schemas.microsoft.com/office/drawing/2014/main" id="{11123AE1-E0E6-4C98-A02D-84035183B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7263" y="88582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9" name="Rectangle 78">
                <a:extLst>
                  <a:ext uri="{FF2B5EF4-FFF2-40B4-BE49-F238E27FC236}">
                    <a16:creationId xmlns:a16="http://schemas.microsoft.com/office/drawing/2014/main" id="{F0F90B05-B547-4481-B695-E9CFDB0D9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7750" y="985838"/>
                <a:ext cx="204788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0" name="Rectangle 79">
                <a:extLst>
                  <a:ext uri="{FF2B5EF4-FFF2-40B4-BE49-F238E27FC236}">
                    <a16:creationId xmlns:a16="http://schemas.microsoft.com/office/drawing/2014/main" id="{5C76187F-25B6-4FAA-B2CD-51A53D113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1113" y="88582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1" name="Rectangle 80">
                <a:extLst>
                  <a:ext uri="{FF2B5EF4-FFF2-40B4-BE49-F238E27FC236}">
                    <a16:creationId xmlns:a16="http://schemas.microsoft.com/office/drawing/2014/main" id="{B1F82C69-1068-4D75-99A9-B88B3B001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1600" y="985838"/>
                <a:ext cx="204788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2" name="Rectangle 83">
                <a:extLst>
                  <a:ext uri="{FF2B5EF4-FFF2-40B4-BE49-F238E27FC236}">
                    <a16:creationId xmlns:a16="http://schemas.microsoft.com/office/drawing/2014/main" id="{601B807A-FB06-4AB7-8E56-4F95DB3C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844" y="8747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MS PGothic" panose="020B0600070205080204" pitchFamily="34" charset="-128"/>
                    <a:cs typeface="+mn-cs"/>
                  </a:rPr>
                  <a:t>.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grpSp>
            <p:nvGrpSpPr>
              <p:cNvPr id="43033" name="Group 110">
                <a:extLst>
                  <a:ext uri="{FF2B5EF4-FFF2-40B4-BE49-F238E27FC236}">
                    <a16:creationId xmlns:a16="http://schemas.microsoft.com/office/drawing/2014/main" id="{097F015C-D91F-4FCC-B982-378A267D5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0313" y="754063"/>
                <a:ext cx="577850" cy="482600"/>
                <a:chOff x="3435" y="821"/>
                <a:chExt cx="421" cy="354"/>
              </a:xfrm>
            </p:grpSpPr>
            <p:sp>
              <p:nvSpPr>
                <p:cNvPr id="43034" name="Line 111">
                  <a:extLst>
                    <a:ext uri="{FF2B5EF4-FFF2-40B4-BE49-F238E27FC236}">
                      <a16:creationId xmlns:a16="http://schemas.microsoft.com/office/drawing/2014/main" id="{16E6CCDE-E7B2-459A-8F1C-741EE772B5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35" y="821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5" name="Line 112">
                  <a:extLst>
                    <a:ext uri="{FF2B5EF4-FFF2-40B4-BE49-F238E27FC236}">
                      <a16:creationId xmlns:a16="http://schemas.microsoft.com/office/drawing/2014/main" id="{BB3188C1-EBAA-4123-9585-080781C677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6" y="823"/>
                  <a:ext cx="0" cy="352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6" name="Arc 113">
                  <a:extLst>
                    <a:ext uri="{FF2B5EF4-FFF2-40B4-BE49-F238E27FC236}">
                      <a16:creationId xmlns:a16="http://schemas.microsoft.com/office/drawing/2014/main" id="{B07D1F45-5632-4D7B-86DB-BAC4E23CD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9" y="821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7" name="Arc 114">
                  <a:extLst>
                    <a:ext uri="{FF2B5EF4-FFF2-40B4-BE49-F238E27FC236}">
                      <a16:creationId xmlns:a16="http://schemas.microsoft.com/office/drawing/2014/main" id="{7FD27544-3A8B-448D-9B31-6E2044B488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79" y="997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8" name="Line 115">
                  <a:extLst>
                    <a:ext uri="{FF2B5EF4-FFF2-40B4-BE49-F238E27FC236}">
                      <a16:creationId xmlns:a16="http://schemas.microsoft.com/office/drawing/2014/main" id="{3BF1B9F7-2E66-4A49-940C-48C644C9E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5" y="1173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125" name="Rectangle 2">
            <a:extLst>
              <a:ext uri="{FF2B5EF4-FFF2-40B4-BE49-F238E27FC236}">
                <a16:creationId xmlns:a16="http://schemas.microsoft.com/office/drawing/2014/main" id="{CCA7BCEA-DF9A-3349-9532-81D7FA2F2A15}"/>
              </a:ext>
            </a:extLst>
          </p:cNvPr>
          <p:cNvSpPr txBox="1">
            <a:spLocks noChangeArrowheads="1"/>
          </p:cNvSpPr>
          <p:nvPr/>
        </p:nvSpPr>
        <p:spPr>
          <a:xfrm>
            <a:off x="-77379" y="1905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</a:rPr>
              <a:t>How to specify a logic gates in Verilog?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428A0B-1F52-418C-B5AD-0D16B3A77B9D}"/>
              </a:ext>
            </a:extLst>
          </p:cNvPr>
          <p:cNvGrpSpPr/>
          <p:nvPr/>
        </p:nvGrpSpPr>
        <p:grpSpPr>
          <a:xfrm>
            <a:off x="3278958" y="4800600"/>
            <a:ext cx="2257425" cy="1048611"/>
            <a:chOff x="6657975" y="2663825"/>
            <a:chExt cx="2257425" cy="1048611"/>
          </a:xfrm>
        </p:grpSpPr>
        <p:grpSp>
          <p:nvGrpSpPr>
            <p:cNvPr id="43009" name="Group 3">
              <a:extLst>
                <a:ext uri="{FF2B5EF4-FFF2-40B4-BE49-F238E27FC236}">
                  <a16:creationId xmlns:a16="http://schemas.microsoft.com/office/drawing/2014/main" id="{F043F5D7-F1D2-4F87-BE95-27557B3B3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7975" y="2663825"/>
              <a:ext cx="2257425" cy="623888"/>
              <a:chOff x="1919288" y="3403600"/>
              <a:chExt cx="2257425" cy="623888"/>
            </a:xfrm>
          </p:grpSpPr>
          <p:sp>
            <p:nvSpPr>
              <p:cNvPr id="43046" name="Line 3">
                <a:extLst>
                  <a:ext uri="{FF2B5EF4-FFF2-40B4-BE49-F238E27FC236}">
                    <a16:creationId xmlns:a16="http://schemas.microsoft.com/office/drawing/2014/main" id="{F50C7109-CB3B-4E30-8DC9-1CDA5E22A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5038" y="3538538"/>
                <a:ext cx="314325" cy="1587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7" name="Line 4">
                <a:extLst>
                  <a:ext uri="{FF2B5EF4-FFF2-40B4-BE49-F238E27FC236}">
                    <a16:creationId xmlns:a16="http://schemas.microsoft.com/office/drawing/2014/main" id="{920413A2-29F2-4294-86D1-36706B233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5038" y="3811588"/>
                <a:ext cx="314325" cy="1587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8" name="Line 5">
                <a:extLst>
                  <a:ext uri="{FF2B5EF4-FFF2-40B4-BE49-F238E27FC236}">
                    <a16:creationId xmlns:a16="http://schemas.microsoft.com/office/drawing/2014/main" id="{DDA919FD-CD1A-4D90-A91C-5288AEC45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9913" y="3686175"/>
                <a:ext cx="146050" cy="1588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9" name="Freeform 6">
                <a:extLst>
                  <a:ext uri="{FF2B5EF4-FFF2-40B4-BE49-F238E27FC236}">
                    <a16:creationId xmlns:a16="http://schemas.microsoft.com/office/drawing/2014/main" id="{D71C9154-A362-4EF2-BC6D-FA4C54C83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613" y="3435350"/>
                <a:ext cx="628650" cy="249238"/>
              </a:xfrm>
              <a:custGeom>
                <a:avLst/>
                <a:gdLst>
                  <a:gd name="T0" fmla="*/ 2147483646 w 791"/>
                  <a:gd name="T1" fmla="*/ 0 h 316"/>
                  <a:gd name="T2" fmla="*/ 2147483646 w 791"/>
                  <a:gd name="T3" fmla="*/ 2147483646 h 316"/>
                  <a:gd name="T4" fmla="*/ 2147483646 w 791"/>
                  <a:gd name="T5" fmla="*/ 2147483646 h 316"/>
                  <a:gd name="T6" fmla="*/ 2147483646 w 791"/>
                  <a:gd name="T7" fmla="*/ 2147483646 h 316"/>
                  <a:gd name="T8" fmla="*/ 2147483646 w 791"/>
                  <a:gd name="T9" fmla="*/ 2147483646 h 316"/>
                  <a:gd name="T10" fmla="*/ 2147483646 w 791"/>
                  <a:gd name="T11" fmla="*/ 2147483646 h 316"/>
                  <a:gd name="T12" fmla="*/ 2147483646 w 791"/>
                  <a:gd name="T13" fmla="*/ 2147483646 h 316"/>
                  <a:gd name="T14" fmla="*/ 2147483646 w 791"/>
                  <a:gd name="T15" fmla="*/ 2147483646 h 316"/>
                  <a:gd name="T16" fmla="*/ 2147483646 w 791"/>
                  <a:gd name="T17" fmla="*/ 2147483646 h 316"/>
                  <a:gd name="T18" fmla="*/ 2147483646 w 791"/>
                  <a:gd name="T19" fmla="*/ 2147483646 h 316"/>
                  <a:gd name="T20" fmla="*/ 2147483646 w 791"/>
                  <a:gd name="T21" fmla="*/ 2147483646 h 316"/>
                  <a:gd name="T22" fmla="*/ 2147483646 w 791"/>
                  <a:gd name="T23" fmla="*/ 2147483646 h 316"/>
                  <a:gd name="T24" fmla="*/ 2147483646 w 791"/>
                  <a:gd name="T25" fmla="*/ 2147483646 h 316"/>
                  <a:gd name="T26" fmla="*/ 2147483646 w 791"/>
                  <a:gd name="T27" fmla="*/ 2147483646 h 316"/>
                  <a:gd name="T28" fmla="*/ 2147483646 w 791"/>
                  <a:gd name="T29" fmla="*/ 2147483646 h 316"/>
                  <a:gd name="T30" fmla="*/ 2147483646 w 791"/>
                  <a:gd name="T31" fmla="*/ 2147483646 h 316"/>
                  <a:gd name="T32" fmla="*/ 2147483646 w 791"/>
                  <a:gd name="T33" fmla="*/ 2147483646 h 316"/>
                  <a:gd name="T34" fmla="*/ 2147483646 w 791"/>
                  <a:gd name="T35" fmla="*/ 2147483646 h 316"/>
                  <a:gd name="T36" fmla="*/ 2147483646 w 791"/>
                  <a:gd name="T37" fmla="*/ 2147483646 h 316"/>
                  <a:gd name="T38" fmla="*/ 2147483646 w 791"/>
                  <a:gd name="T39" fmla="*/ 2147483646 h 316"/>
                  <a:gd name="T40" fmla="*/ 2147483646 w 791"/>
                  <a:gd name="T41" fmla="*/ 2147483646 h 316"/>
                  <a:gd name="T42" fmla="*/ 2147483646 w 791"/>
                  <a:gd name="T43" fmla="*/ 2147483646 h 316"/>
                  <a:gd name="T44" fmla="*/ 2147483646 w 791"/>
                  <a:gd name="T45" fmla="*/ 2147483646 h 316"/>
                  <a:gd name="T46" fmla="*/ 2147483646 w 791"/>
                  <a:gd name="T47" fmla="*/ 2147483646 h 316"/>
                  <a:gd name="T48" fmla="*/ 2147483646 w 791"/>
                  <a:gd name="T49" fmla="*/ 2147483646 h 316"/>
                  <a:gd name="T50" fmla="*/ 2147483646 w 791"/>
                  <a:gd name="T51" fmla="*/ 2147483646 h 316"/>
                  <a:gd name="T52" fmla="*/ 2147483646 w 791"/>
                  <a:gd name="T53" fmla="*/ 2147483646 h 316"/>
                  <a:gd name="T54" fmla="*/ 2147483646 w 791"/>
                  <a:gd name="T55" fmla="*/ 2147483646 h 316"/>
                  <a:gd name="T56" fmla="*/ 2147483646 w 791"/>
                  <a:gd name="T57" fmla="*/ 2147483646 h 316"/>
                  <a:gd name="T58" fmla="*/ 2147483646 w 791"/>
                  <a:gd name="T59" fmla="*/ 2147483646 h 316"/>
                  <a:gd name="T60" fmla="*/ 2147483646 w 791"/>
                  <a:gd name="T61" fmla="*/ 2147483646 h 316"/>
                  <a:gd name="T62" fmla="*/ 2147483646 w 791"/>
                  <a:gd name="T63" fmla="*/ 2147483646 h 316"/>
                  <a:gd name="T64" fmla="*/ 2147483646 w 791"/>
                  <a:gd name="T65" fmla="*/ 2147483646 h 316"/>
                  <a:gd name="T66" fmla="*/ 2147483646 w 791"/>
                  <a:gd name="T67" fmla="*/ 2147483646 h 316"/>
                  <a:gd name="T68" fmla="*/ 2147483646 w 791"/>
                  <a:gd name="T69" fmla="*/ 2147483646 h 316"/>
                  <a:gd name="T70" fmla="*/ 2147483646 w 791"/>
                  <a:gd name="T71" fmla="*/ 2147483646 h 316"/>
                  <a:gd name="T72" fmla="*/ 2147483646 w 791"/>
                  <a:gd name="T73" fmla="*/ 2147483646 h 316"/>
                  <a:gd name="T74" fmla="*/ 2147483646 w 791"/>
                  <a:gd name="T75" fmla="*/ 2147483646 h 316"/>
                  <a:gd name="T76" fmla="*/ 2147483646 w 791"/>
                  <a:gd name="T77" fmla="*/ 2147483646 h 316"/>
                  <a:gd name="T78" fmla="*/ 2147483646 w 791"/>
                  <a:gd name="T79" fmla="*/ 2147483646 h 316"/>
                  <a:gd name="T80" fmla="*/ 2147483646 w 791"/>
                  <a:gd name="T81" fmla="*/ 2147483646 h 316"/>
                  <a:gd name="T82" fmla="*/ 2147483646 w 791"/>
                  <a:gd name="T83" fmla="*/ 2147483646 h 316"/>
                  <a:gd name="T84" fmla="*/ 2147483646 w 791"/>
                  <a:gd name="T85" fmla="*/ 2147483646 h 316"/>
                  <a:gd name="T86" fmla="*/ 2147483646 w 791"/>
                  <a:gd name="T87" fmla="*/ 2147483646 h 316"/>
                  <a:gd name="T88" fmla="*/ 2147483646 w 791"/>
                  <a:gd name="T89" fmla="*/ 2147483646 h 316"/>
                  <a:gd name="T90" fmla="*/ 2147483646 w 791"/>
                  <a:gd name="T91" fmla="*/ 2147483646 h 316"/>
                  <a:gd name="T92" fmla="*/ 2147483646 w 791"/>
                  <a:gd name="T93" fmla="*/ 2147483646 h 316"/>
                  <a:gd name="T94" fmla="*/ 2147483646 w 791"/>
                  <a:gd name="T95" fmla="*/ 2147483646 h 316"/>
                  <a:gd name="T96" fmla="*/ 2147483646 w 791"/>
                  <a:gd name="T97" fmla="*/ 2147483646 h 316"/>
                  <a:gd name="T98" fmla="*/ 2147483646 w 791"/>
                  <a:gd name="T99" fmla="*/ 2147483646 h 316"/>
                  <a:gd name="T100" fmla="*/ 2147483646 w 791"/>
                  <a:gd name="T101" fmla="*/ 2147483646 h 316"/>
                  <a:gd name="T102" fmla="*/ 2147483646 w 791"/>
                  <a:gd name="T103" fmla="*/ 2147483646 h 316"/>
                  <a:gd name="T104" fmla="*/ 2147483646 w 791"/>
                  <a:gd name="T105" fmla="*/ 2147483646 h 316"/>
                  <a:gd name="T106" fmla="*/ 2147483646 w 791"/>
                  <a:gd name="T107" fmla="*/ 2147483646 h 316"/>
                  <a:gd name="T108" fmla="*/ 2147483646 w 791"/>
                  <a:gd name="T109" fmla="*/ 2147483646 h 316"/>
                  <a:gd name="T110" fmla="*/ 2147483646 w 791"/>
                  <a:gd name="T111" fmla="*/ 2147483646 h 316"/>
                  <a:gd name="T112" fmla="*/ 2147483646 w 791"/>
                  <a:gd name="T113" fmla="*/ 2147483646 h 316"/>
                  <a:gd name="T114" fmla="*/ 2147483646 w 791"/>
                  <a:gd name="T115" fmla="*/ 2147483646 h 316"/>
                  <a:gd name="T116" fmla="*/ 2147483646 w 791"/>
                  <a:gd name="T117" fmla="*/ 2147483646 h 316"/>
                  <a:gd name="T118" fmla="*/ 2147483646 w 791"/>
                  <a:gd name="T119" fmla="*/ 2147483646 h 316"/>
                  <a:gd name="T120" fmla="*/ 2147483646 w 791"/>
                  <a:gd name="T121" fmla="*/ 2147483646 h 31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91" h="316">
                    <a:moveTo>
                      <a:pt x="0" y="0"/>
                    </a:moveTo>
                    <a:lnTo>
                      <a:pt x="31" y="0"/>
                    </a:lnTo>
                    <a:lnTo>
                      <a:pt x="59" y="0"/>
                    </a:lnTo>
                    <a:lnTo>
                      <a:pt x="85" y="0"/>
                    </a:lnTo>
                    <a:lnTo>
                      <a:pt x="110" y="0"/>
                    </a:lnTo>
                    <a:lnTo>
                      <a:pt x="133" y="0"/>
                    </a:lnTo>
                    <a:lnTo>
                      <a:pt x="154" y="0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210" y="0"/>
                    </a:lnTo>
                    <a:lnTo>
                      <a:pt x="225" y="0"/>
                    </a:lnTo>
                    <a:lnTo>
                      <a:pt x="240" y="0"/>
                    </a:lnTo>
                    <a:lnTo>
                      <a:pt x="253" y="0"/>
                    </a:lnTo>
                    <a:lnTo>
                      <a:pt x="265" y="2"/>
                    </a:lnTo>
                    <a:lnTo>
                      <a:pt x="276" y="2"/>
                    </a:lnTo>
                    <a:lnTo>
                      <a:pt x="285" y="2"/>
                    </a:lnTo>
                    <a:lnTo>
                      <a:pt x="294" y="2"/>
                    </a:lnTo>
                    <a:lnTo>
                      <a:pt x="302" y="2"/>
                    </a:lnTo>
                    <a:lnTo>
                      <a:pt x="309" y="2"/>
                    </a:lnTo>
                    <a:lnTo>
                      <a:pt x="316" y="2"/>
                    </a:lnTo>
                    <a:lnTo>
                      <a:pt x="321" y="2"/>
                    </a:lnTo>
                    <a:lnTo>
                      <a:pt x="326" y="2"/>
                    </a:lnTo>
                    <a:lnTo>
                      <a:pt x="330" y="2"/>
                    </a:lnTo>
                    <a:lnTo>
                      <a:pt x="334" y="2"/>
                    </a:lnTo>
                    <a:lnTo>
                      <a:pt x="338" y="2"/>
                    </a:lnTo>
                    <a:lnTo>
                      <a:pt x="341" y="2"/>
                    </a:lnTo>
                    <a:lnTo>
                      <a:pt x="343" y="2"/>
                    </a:lnTo>
                    <a:lnTo>
                      <a:pt x="346" y="2"/>
                    </a:lnTo>
                    <a:lnTo>
                      <a:pt x="349" y="2"/>
                    </a:lnTo>
                    <a:lnTo>
                      <a:pt x="350" y="2"/>
                    </a:lnTo>
                    <a:lnTo>
                      <a:pt x="353" y="2"/>
                    </a:lnTo>
                    <a:lnTo>
                      <a:pt x="354" y="3"/>
                    </a:lnTo>
                    <a:lnTo>
                      <a:pt x="357" y="3"/>
                    </a:lnTo>
                    <a:lnTo>
                      <a:pt x="359" y="3"/>
                    </a:lnTo>
                    <a:lnTo>
                      <a:pt x="361" y="3"/>
                    </a:lnTo>
                    <a:lnTo>
                      <a:pt x="363" y="3"/>
                    </a:lnTo>
                    <a:lnTo>
                      <a:pt x="365" y="3"/>
                    </a:lnTo>
                    <a:lnTo>
                      <a:pt x="366" y="3"/>
                    </a:lnTo>
                    <a:lnTo>
                      <a:pt x="369" y="3"/>
                    </a:lnTo>
                    <a:lnTo>
                      <a:pt x="370" y="3"/>
                    </a:lnTo>
                    <a:lnTo>
                      <a:pt x="371" y="3"/>
                    </a:lnTo>
                    <a:lnTo>
                      <a:pt x="372" y="3"/>
                    </a:lnTo>
                    <a:lnTo>
                      <a:pt x="374" y="4"/>
                    </a:lnTo>
                    <a:lnTo>
                      <a:pt x="375" y="4"/>
                    </a:lnTo>
                    <a:lnTo>
                      <a:pt x="376" y="4"/>
                    </a:lnTo>
                    <a:lnTo>
                      <a:pt x="378" y="4"/>
                    </a:lnTo>
                    <a:lnTo>
                      <a:pt x="379" y="4"/>
                    </a:lnTo>
                    <a:lnTo>
                      <a:pt x="380" y="4"/>
                    </a:lnTo>
                    <a:lnTo>
                      <a:pt x="382" y="4"/>
                    </a:lnTo>
                    <a:lnTo>
                      <a:pt x="383" y="4"/>
                    </a:lnTo>
                    <a:lnTo>
                      <a:pt x="384" y="4"/>
                    </a:lnTo>
                    <a:lnTo>
                      <a:pt x="386" y="4"/>
                    </a:lnTo>
                    <a:lnTo>
                      <a:pt x="386" y="6"/>
                    </a:lnTo>
                    <a:lnTo>
                      <a:pt x="387" y="6"/>
                    </a:lnTo>
                    <a:lnTo>
                      <a:pt x="388" y="6"/>
                    </a:lnTo>
                    <a:lnTo>
                      <a:pt x="390" y="6"/>
                    </a:lnTo>
                    <a:lnTo>
                      <a:pt x="391" y="6"/>
                    </a:lnTo>
                    <a:lnTo>
                      <a:pt x="394" y="6"/>
                    </a:lnTo>
                    <a:lnTo>
                      <a:pt x="395" y="6"/>
                    </a:lnTo>
                    <a:lnTo>
                      <a:pt x="396" y="7"/>
                    </a:lnTo>
                    <a:lnTo>
                      <a:pt x="398" y="7"/>
                    </a:lnTo>
                    <a:lnTo>
                      <a:pt x="400" y="7"/>
                    </a:lnTo>
                    <a:lnTo>
                      <a:pt x="402" y="7"/>
                    </a:lnTo>
                    <a:lnTo>
                      <a:pt x="404" y="7"/>
                    </a:lnTo>
                    <a:lnTo>
                      <a:pt x="406" y="8"/>
                    </a:lnTo>
                    <a:lnTo>
                      <a:pt x="408" y="8"/>
                    </a:lnTo>
                    <a:lnTo>
                      <a:pt x="410" y="8"/>
                    </a:lnTo>
                    <a:lnTo>
                      <a:pt x="412" y="8"/>
                    </a:lnTo>
                    <a:lnTo>
                      <a:pt x="414" y="8"/>
                    </a:lnTo>
                    <a:lnTo>
                      <a:pt x="415" y="10"/>
                    </a:lnTo>
                    <a:lnTo>
                      <a:pt x="416" y="10"/>
                    </a:lnTo>
                    <a:lnTo>
                      <a:pt x="418" y="10"/>
                    </a:lnTo>
                    <a:lnTo>
                      <a:pt x="419" y="10"/>
                    </a:lnTo>
                    <a:lnTo>
                      <a:pt x="420" y="10"/>
                    </a:lnTo>
                    <a:lnTo>
                      <a:pt x="421" y="10"/>
                    </a:lnTo>
                    <a:lnTo>
                      <a:pt x="423" y="11"/>
                    </a:lnTo>
                    <a:lnTo>
                      <a:pt x="424" y="11"/>
                    </a:lnTo>
                    <a:lnTo>
                      <a:pt x="425" y="11"/>
                    </a:lnTo>
                    <a:lnTo>
                      <a:pt x="427" y="11"/>
                    </a:lnTo>
                    <a:lnTo>
                      <a:pt x="428" y="11"/>
                    </a:lnTo>
                    <a:lnTo>
                      <a:pt x="428" y="12"/>
                    </a:lnTo>
                    <a:lnTo>
                      <a:pt x="429" y="12"/>
                    </a:lnTo>
                    <a:lnTo>
                      <a:pt x="431" y="12"/>
                    </a:lnTo>
                    <a:lnTo>
                      <a:pt x="432" y="12"/>
                    </a:lnTo>
                    <a:lnTo>
                      <a:pt x="433" y="14"/>
                    </a:lnTo>
                    <a:lnTo>
                      <a:pt x="435" y="14"/>
                    </a:lnTo>
                    <a:lnTo>
                      <a:pt x="436" y="14"/>
                    </a:lnTo>
                    <a:lnTo>
                      <a:pt x="437" y="14"/>
                    </a:lnTo>
                    <a:lnTo>
                      <a:pt x="440" y="15"/>
                    </a:lnTo>
                    <a:lnTo>
                      <a:pt x="441" y="15"/>
                    </a:lnTo>
                    <a:lnTo>
                      <a:pt x="443" y="16"/>
                    </a:lnTo>
                    <a:lnTo>
                      <a:pt x="445" y="16"/>
                    </a:lnTo>
                    <a:lnTo>
                      <a:pt x="447" y="18"/>
                    </a:lnTo>
                    <a:lnTo>
                      <a:pt x="449" y="18"/>
                    </a:lnTo>
                    <a:lnTo>
                      <a:pt x="451" y="19"/>
                    </a:lnTo>
                    <a:lnTo>
                      <a:pt x="453" y="19"/>
                    </a:lnTo>
                    <a:lnTo>
                      <a:pt x="456" y="20"/>
                    </a:lnTo>
                    <a:lnTo>
                      <a:pt x="459" y="20"/>
                    </a:lnTo>
                    <a:lnTo>
                      <a:pt x="460" y="22"/>
                    </a:lnTo>
                    <a:lnTo>
                      <a:pt x="463" y="22"/>
                    </a:lnTo>
                    <a:lnTo>
                      <a:pt x="464" y="23"/>
                    </a:lnTo>
                    <a:lnTo>
                      <a:pt x="467" y="23"/>
                    </a:lnTo>
                    <a:lnTo>
                      <a:pt x="468" y="24"/>
                    </a:lnTo>
                    <a:lnTo>
                      <a:pt x="469" y="24"/>
                    </a:lnTo>
                    <a:lnTo>
                      <a:pt x="471" y="24"/>
                    </a:lnTo>
                    <a:lnTo>
                      <a:pt x="472" y="26"/>
                    </a:lnTo>
                    <a:lnTo>
                      <a:pt x="473" y="26"/>
                    </a:lnTo>
                    <a:lnTo>
                      <a:pt x="474" y="26"/>
                    </a:lnTo>
                    <a:lnTo>
                      <a:pt x="476" y="27"/>
                    </a:lnTo>
                    <a:lnTo>
                      <a:pt x="477" y="27"/>
                    </a:lnTo>
                    <a:lnTo>
                      <a:pt x="478" y="27"/>
                    </a:lnTo>
                    <a:lnTo>
                      <a:pt x="480" y="28"/>
                    </a:lnTo>
                    <a:lnTo>
                      <a:pt x="481" y="28"/>
                    </a:lnTo>
                    <a:lnTo>
                      <a:pt x="482" y="28"/>
                    </a:lnTo>
                    <a:lnTo>
                      <a:pt x="484" y="30"/>
                    </a:lnTo>
                    <a:lnTo>
                      <a:pt x="485" y="31"/>
                    </a:lnTo>
                    <a:lnTo>
                      <a:pt x="486" y="31"/>
                    </a:lnTo>
                    <a:lnTo>
                      <a:pt x="488" y="32"/>
                    </a:lnTo>
                    <a:lnTo>
                      <a:pt x="489" y="32"/>
                    </a:lnTo>
                    <a:lnTo>
                      <a:pt x="490" y="34"/>
                    </a:lnTo>
                    <a:lnTo>
                      <a:pt x="492" y="34"/>
                    </a:lnTo>
                    <a:lnTo>
                      <a:pt x="494" y="35"/>
                    </a:lnTo>
                    <a:lnTo>
                      <a:pt x="496" y="35"/>
                    </a:lnTo>
                    <a:lnTo>
                      <a:pt x="497" y="36"/>
                    </a:lnTo>
                    <a:lnTo>
                      <a:pt x="500" y="38"/>
                    </a:lnTo>
                    <a:lnTo>
                      <a:pt x="501" y="38"/>
                    </a:lnTo>
                    <a:lnTo>
                      <a:pt x="504" y="39"/>
                    </a:lnTo>
                    <a:lnTo>
                      <a:pt x="505" y="40"/>
                    </a:lnTo>
                    <a:lnTo>
                      <a:pt x="508" y="41"/>
                    </a:lnTo>
                    <a:lnTo>
                      <a:pt x="509" y="41"/>
                    </a:lnTo>
                    <a:lnTo>
                      <a:pt x="512" y="43"/>
                    </a:lnTo>
                    <a:lnTo>
                      <a:pt x="513" y="44"/>
                    </a:lnTo>
                    <a:lnTo>
                      <a:pt x="514" y="44"/>
                    </a:lnTo>
                    <a:lnTo>
                      <a:pt x="516" y="45"/>
                    </a:lnTo>
                    <a:lnTo>
                      <a:pt x="517" y="45"/>
                    </a:lnTo>
                    <a:lnTo>
                      <a:pt x="518" y="47"/>
                    </a:lnTo>
                    <a:lnTo>
                      <a:pt x="520" y="47"/>
                    </a:lnTo>
                    <a:lnTo>
                      <a:pt x="521" y="48"/>
                    </a:lnTo>
                    <a:lnTo>
                      <a:pt x="522" y="48"/>
                    </a:lnTo>
                    <a:lnTo>
                      <a:pt x="523" y="49"/>
                    </a:lnTo>
                    <a:lnTo>
                      <a:pt x="525" y="49"/>
                    </a:lnTo>
                    <a:lnTo>
                      <a:pt x="526" y="51"/>
                    </a:lnTo>
                    <a:lnTo>
                      <a:pt x="527" y="51"/>
                    </a:lnTo>
                    <a:lnTo>
                      <a:pt x="529" y="52"/>
                    </a:lnTo>
                    <a:lnTo>
                      <a:pt x="530" y="53"/>
                    </a:lnTo>
                    <a:lnTo>
                      <a:pt x="531" y="53"/>
                    </a:lnTo>
                    <a:lnTo>
                      <a:pt x="533" y="53"/>
                    </a:lnTo>
                    <a:lnTo>
                      <a:pt x="534" y="55"/>
                    </a:lnTo>
                    <a:lnTo>
                      <a:pt x="535" y="55"/>
                    </a:lnTo>
                    <a:lnTo>
                      <a:pt x="537" y="56"/>
                    </a:lnTo>
                    <a:lnTo>
                      <a:pt x="538" y="56"/>
                    </a:lnTo>
                    <a:lnTo>
                      <a:pt x="539" y="57"/>
                    </a:lnTo>
                    <a:lnTo>
                      <a:pt x="541" y="59"/>
                    </a:lnTo>
                    <a:lnTo>
                      <a:pt x="542" y="59"/>
                    </a:lnTo>
                    <a:lnTo>
                      <a:pt x="543" y="60"/>
                    </a:lnTo>
                    <a:lnTo>
                      <a:pt x="545" y="61"/>
                    </a:lnTo>
                    <a:lnTo>
                      <a:pt x="547" y="63"/>
                    </a:lnTo>
                    <a:lnTo>
                      <a:pt x="549" y="63"/>
                    </a:lnTo>
                    <a:lnTo>
                      <a:pt x="551" y="64"/>
                    </a:lnTo>
                    <a:lnTo>
                      <a:pt x="553" y="65"/>
                    </a:lnTo>
                    <a:lnTo>
                      <a:pt x="554" y="67"/>
                    </a:lnTo>
                    <a:lnTo>
                      <a:pt x="555" y="67"/>
                    </a:lnTo>
                    <a:lnTo>
                      <a:pt x="557" y="68"/>
                    </a:lnTo>
                    <a:lnTo>
                      <a:pt x="558" y="68"/>
                    </a:lnTo>
                    <a:lnTo>
                      <a:pt x="559" y="69"/>
                    </a:lnTo>
                    <a:lnTo>
                      <a:pt x="561" y="69"/>
                    </a:lnTo>
                    <a:lnTo>
                      <a:pt x="562" y="71"/>
                    </a:lnTo>
                    <a:lnTo>
                      <a:pt x="563" y="71"/>
                    </a:lnTo>
                    <a:lnTo>
                      <a:pt x="563" y="72"/>
                    </a:lnTo>
                    <a:lnTo>
                      <a:pt x="565" y="72"/>
                    </a:lnTo>
                    <a:lnTo>
                      <a:pt x="566" y="73"/>
                    </a:lnTo>
                    <a:lnTo>
                      <a:pt x="567" y="73"/>
                    </a:lnTo>
                    <a:lnTo>
                      <a:pt x="569" y="75"/>
                    </a:lnTo>
                    <a:lnTo>
                      <a:pt x="570" y="76"/>
                    </a:lnTo>
                    <a:lnTo>
                      <a:pt x="571" y="76"/>
                    </a:lnTo>
                    <a:lnTo>
                      <a:pt x="573" y="77"/>
                    </a:lnTo>
                    <a:lnTo>
                      <a:pt x="574" y="77"/>
                    </a:lnTo>
                    <a:lnTo>
                      <a:pt x="574" y="79"/>
                    </a:lnTo>
                    <a:lnTo>
                      <a:pt x="575" y="79"/>
                    </a:lnTo>
                    <a:lnTo>
                      <a:pt x="576" y="80"/>
                    </a:lnTo>
                    <a:lnTo>
                      <a:pt x="578" y="80"/>
                    </a:lnTo>
                    <a:lnTo>
                      <a:pt x="579" y="81"/>
                    </a:lnTo>
                    <a:lnTo>
                      <a:pt x="580" y="81"/>
                    </a:lnTo>
                    <a:lnTo>
                      <a:pt x="582" y="83"/>
                    </a:lnTo>
                    <a:lnTo>
                      <a:pt x="583" y="84"/>
                    </a:lnTo>
                    <a:lnTo>
                      <a:pt x="584" y="84"/>
                    </a:lnTo>
                    <a:lnTo>
                      <a:pt x="586" y="85"/>
                    </a:lnTo>
                    <a:lnTo>
                      <a:pt x="587" y="87"/>
                    </a:lnTo>
                    <a:lnTo>
                      <a:pt x="588" y="88"/>
                    </a:lnTo>
                    <a:lnTo>
                      <a:pt x="590" y="88"/>
                    </a:lnTo>
                    <a:lnTo>
                      <a:pt x="591" y="89"/>
                    </a:lnTo>
                    <a:lnTo>
                      <a:pt x="592" y="89"/>
                    </a:lnTo>
                    <a:lnTo>
                      <a:pt x="594" y="91"/>
                    </a:lnTo>
                    <a:lnTo>
                      <a:pt x="595" y="92"/>
                    </a:lnTo>
                    <a:lnTo>
                      <a:pt x="596" y="92"/>
                    </a:lnTo>
                    <a:lnTo>
                      <a:pt x="596" y="93"/>
                    </a:lnTo>
                    <a:lnTo>
                      <a:pt x="598" y="93"/>
                    </a:lnTo>
                    <a:lnTo>
                      <a:pt x="599" y="94"/>
                    </a:lnTo>
                    <a:lnTo>
                      <a:pt x="600" y="94"/>
                    </a:lnTo>
                    <a:lnTo>
                      <a:pt x="602" y="96"/>
                    </a:lnTo>
                    <a:lnTo>
                      <a:pt x="602" y="97"/>
                    </a:lnTo>
                    <a:lnTo>
                      <a:pt x="603" y="97"/>
                    </a:lnTo>
                    <a:lnTo>
                      <a:pt x="604" y="98"/>
                    </a:lnTo>
                    <a:lnTo>
                      <a:pt x="606" y="98"/>
                    </a:lnTo>
                    <a:lnTo>
                      <a:pt x="607" y="100"/>
                    </a:lnTo>
                    <a:lnTo>
                      <a:pt x="608" y="101"/>
                    </a:lnTo>
                    <a:lnTo>
                      <a:pt x="610" y="102"/>
                    </a:lnTo>
                    <a:lnTo>
                      <a:pt x="611" y="102"/>
                    </a:lnTo>
                    <a:lnTo>
                      <a:pt x="611" y="104"/>
                    </a:lnTo>
                    <a:lnTo>
                      <a:pt x="612" y="104"/>
                    </a:lnTo>
                    <a:lnTo>
                      <a:pt x="614" y="105"/>
                    </a:lnTo>
                    <a:lnTo>
                      <a:pt x="615" y="106"/>
                    </a:lnTo>
                    <a:lnTo>
                      <a:pt x="616" y="108"/>
                    </a:lnTo>
                    <a:lnTo>
                      <a:pt x="618" y="108"/>
                    </a:lnTo>
                    <a:lnTo>
                      <a:pt x="618" y="109"/>
                    </a:lnTo>
                    <a:lnTo>
                      <a:pt x="619" y="109"/>
                    </a:lnTo>
                    <a:lnTo>
                      <a:pt x="619" y="110"/>
                    </a:lnTo>
                    <a:lnTo>
                      <a:pt x="620" y="110"/>
                    </a:lnTo>
                    <a:lnTo>
                      <a:pt x="622" y="112"/>
                    </a:lnTo>
                    <a:lnTo>
                      <a:pt x="623" y="112"/>
                    </a:lnTo>
                    <a:lnTo>
                      <a:pt x="623" y="113"/>
                    </a:lnTo>
                    <a:lnTo>
                      <a:pt x="624" y="113"/>
                    </a:lnTo>
                    <a:lnTo>
                      <a:pt x="625" y="114"/>
                    </a:lnTo>
                    <a:lnTo>
                      <a:pt x="627" y="116"/>
                    </a:lnTo>
                    <a:lnTo>
                      <a:pt x="628" y="116"/>
                    </a:lnTo>
                    <a:lnTo>
                      <a:pt x="628" y="117"/>
                    </a:lnTo>
                    <a:lnTo>
                      <a:pt x="629" y="117"/>
                    </a:lnTo>
                    <a:lnTo>
                      <a:pt x="631" y="118"/>
                    </a:lnTo>
                    <a:lnTo>
                      <a:pt x="632" y="118"/>
                    </a:lnTo>
                    <a:lnTo>
                      <a:pt x="633" y="120"/>
                    </a:lnTo>
                    <a:lnTo>
                      <a:pt x="635" y="121"/>
                    </a:lnTo>
                    <a:lnTo>
                      <a:pt x="636" y="122"/>
                    </a:lnTo>
                    <a:lnTo>
                      <a:pt x="637" y="122"/>
                    </a:lnTo>
                    <a:lnTo>
                      <a:pt x="639" y="124"/>
                    </a:lnTo>
                    <a:lnTo>
                      <a:pt x="640" y="124"/>
                    </a:lnTo>
                    <a:lnTo>
                      <a:pt x="640" y="125"/>
                    </a:lnTo>
                    <a:lnTo>
                      <a:pt x="641" y="126"/>
                    </a:lnTo>
                    <a:lnTo>
                      <a:pt x="643" y="126"/>
                    </a:lnTo>
                    <a:lnTo>
                      <a:pt x="644" y="128"/>
                    </a:lnTo>
                    <a:lnTo>
                      <a:pt x="645" y="128"/>
                    </a:lnTo>
                    <a:lnTo>
                      <a:pt x="645" y="129"/>
                    </a:lnTo>
                    <a:lnTo>
                      <a:pt x="647" y="129"/>
                    </a:lnTo>
                    <a:lnTo>
                      <a:pt x="647" y="130"/>
                    </a:lnTo>
                    <a:lnTo>
                      <a:pt x="648" y="130"/>
                    </a:lnTo>
                    <a:lnTo>
                      <a:pt x="649" y="132"/>
                    </a:lnTo>
                    <a:lnTo>
                      <a:pt x="651" y="133"/>
                    </a:lnTo>
                    <a:lnTo>
                      <a:pt x="652" y="134"/>
                    </a:lnTo>
                    <a:lnTo>
                      <a:pt x="653" y="136"/>
                    </a:lnTo>
                    <a:lnTo>
                      <a:pt x="655" y="137"/>
                    </a:lnTo>
                    <a:lnTo>
                      <a:pt x="656" y="137"/>
                    </a:lnTo>
                    <a:lnTo>
                      <a:pt x="656" y="138"/>
                    </a:lnTo>
                    <a:lnTo>
                      <a:pt x="657" y="140"/>
                    </a:lnTo>
                    <a:lnTo>
                      <a:pt x="659" y="140"/>
                    </a:lnTo>
                    <a:lnTo>
                      <a:pt x="659" y="141"/>
                    </a:lnTo>
                    <a:lnTo>
                      <a:pt x="660" y="142"/>
                    </a:lnTo>
                    <a:lnTo>
                      <a:pt x="661" y="143"/>
                    </a:lnTo>
                    <a:lnTo>
                      <a:pt x="663" y="143"/>
                    </a:lnTo>
                    <a:lnTo>
                      <a:pt x="664" y="145"/>
                    </a:lnTo>
                    <a:lnTo>
                      <a:pt x="664" y="146"/>
                    </a:lnTo>
                    <a:lnTo>
                      <a:pt x="665" y="147"/>
                    </a:lnTo>
                    <a:lnTo>
                      <a:pt x="667" y="149"/>
                    </a:lnTo>
                    <a:lnTo>
                      <a:pt x="668" y="150"/>
                    </a:lnTo>
                    <a:lnTo>
                      <a:pt x="669" y="151"/>
                    </a:lnTo>
                    <a:lnTo>
                      <a:pt x="671" y="153"/>
                    </a:lnTo>
                    <a:lnTo>
                      <a:pt x="672" y="154"/>
                    </a:lnTo>
                    <a:lnTo>
                      <a:pt x="673" y="155"/>
                    </a:lnTo>
                    <a:lnTo>
                      <a:pt x="674" y="157"/>
                    </a:lnTo>
                    <a:lnTo>
                      <a:pt x="676" y="158"/>
                    </a:lnTo>
                    <a:lnTo>
                      <a:pt x="676" y="159"/>
                    </a:lnTo>
                    <a:lnTo>
                      <a:pt x="677" y="159"/>
                    </a:lnTo>
                    <a:lnTo>
                      <a:pt x="677" y="161"/>
                    </a:lnTo>
                    <a:lnTo>
                      <a:pt x="678" y="162"/>
                    </a:lnTo>
                    <a:lnTo>
                      <a:pt x="680" y="163"/>
                    </a:lnTo>
                    <a:lnTo>
                      <a:pt x="681" y="163"/>
                    </a:lnTo>
                    <a:lnTo>
                      <a:pt x="681" y="165"/>
                    </a:lnTo>
                    <a:lnTo>
                      <a:pt x="682" y="166"/>
                    </a:lnTo>
                    <a:lnTo>
                      <a:pt x="684" y="167"/>
                    </a:lnTo>
                    <a:lnTo>
                      <a:pt x="685" y="169"/>
                    </a:lnTo>
                    <a:lnTo>
                      <a:pt x="685" y="170"/>
                    </a:lnTo>
                    <a:lnTo>
                      <a:pt x="686" y="171"/>
                    </a:lnTo>
                    <a:lnTo>
                      <a:pt x="688" y="173"/>
                    </a:lnTo>
                    <a:lnTo>
                      <a:pt x="689" y="174"/>
                    </a:lnTo>
                    <a:lnTo>
                      <a:pt x="690" y="175"/>
                    </a:lnTo>
                    <a:lnTo>
                      <a:pt x="692" y="177"/>
                    </a:lnTo>
                    <a:lnTo>
                      <a:pt x="693" y="178"/>
                    </a:lnTo>
                    <a:lnTo>
                      <a:pt x="694" y="179"/>
                    </a:lnTo>
                    <a:lnTo>
                      <a:pt x="696" y="182"/>
                    </a:lnTo>
                    <a:lnTo>
                      <a:pt x="697" y="183"/>
                    </a:lnTo>
                    <a:lnTo>
                      <a:pt x="698" y="185"/>
                    </a:lnTo>
                    <a:lnTo>
                      <a:pt x="700" y="186"/>
                    </a:lnTo>
                    <a:lnTo>
                      <a:pt x="701" y="189"/>
                    </a:lnTo>
                    <a:lnTo>
                      <a:pt x="702" y="190"/>
                    </a:lnTo>
                    <a:lnTo>
                      <a:pt x="704" y="191"/>
                    </a:lnTo>
                    <a:lnTo>
                      <a:pt x="704" y="193"/>
                    </a:lnTo>
                    <a:lnTo>
                      <a:pt x="705" y="194"/>
                    </a:lnTo>
                    <a:lnTo>
                      <a:pt x="706" y="194"/>
                    </a:lnTo>
                    <a:lnTo>
                      <a:pt x="708" y="195"/>
                    </a:lnTo>
                    <a:lnTo>
                      <a:pt x="708" y="196"/>
                    </a:lnTo>
                    <a:lnTo>
                      <a:pt x="709" y="198"/>
                    </a:lnTo>
                    <a:lnTo>
                      <a:pt x="709" y="199"/>
                    </a:lnTo>
                    <a:lnTo>
                      <a:pt x="710" y="199"/>
                    </a:lnTo>
                    <a:lnTo>
                      <a:pt x="712" y="200"/>
                    </a:lnTo>
                    <a:lnTo>
                      <a:pt x="712" y="202"/>
                    </a:lnTo>
                    <a:lnTo>
                      <a:pt x="713" y="203"/>
                    </a:lnTo>
                    <a:lnTo>
                      <a:pt x="713" y="204"/>
                    </a:lnTo>
                    <a:lnTo>
                      <a:pt x="714" y="204"/>
                    </a:lnTo>
                    <a:lnTo>
                      <a:pt x="716" y="206"/>
                    </a:lnTo>
                    <a:lnTo>
                      <a:pt x="716" y="207"/>
                    </a:lnTo>
                    <a:lnTo>
                      <a:pt x="717" y="208"/>
                    </a:lnTo>
                    <a:lnTo>
                      <a:pt x="718" y="210"/>
                    </a:lnTo>
                    <a:lnTo>
                      <a:pt x="718" y="211"/>
                    </a:lnTo>
                    <a:lnTo>
                      <a:pt x="720" y="212"/>
                    </a:lnTo>
                    <a:lnTo>
                      <a:pt x="721" y="214"/>
                    </a:lnTo>
                    <a:lnTo>
                      <a:pt x="722" y="215"/>
                    </a:lnTo>
                    <a:lnTo>
                      <a:pt x="724" y="216"/>
                    </a:lnTo>
                    <a:lnTo>
                      <a:pt x="725" y="219"/>
                    </a:lnTo>
                    <a:lnTo>
                      <a:pt x="726" y="220"/>
                    </a:lnTo>
                    <a:lnTo>
                      <a:pt x="727" y="223"/>
                    </a:lnTo>
                    <a:lnTo>
                      <a:pt x="729" y="224"/>
                    </a:lnTo>
                    <a:lnTo>
                      <a:pt x="730" y="227"/>
                    </a:lnTo>
                    <a:lnTo>
                      <a:pt x="731" y="228"/>
                    </a:lnTo>
                    <a:lnTo>
                      <a:pt x="733" y="231"/>
                    </a:lnTo>
                    <a:lnTo>
                      <a:pt x="734" y="232"/>
                    </a:lnTo>
                    <a:lnTo>
                      <a:pt x="735" y="234"/>
                    </a:lnTo>
                    <a:lnTo>
                      <a:pt x="737" y="235"/>
                    </a:lnTo>
                    <a:lnTo>
                      <a:pt x="737" y="238"/>
                    </a:lnTo>
                    <a:lnTo>
                      <a:pt x="738" y="239"/>
                    </a:lnTo>
                    <a:lnTo>
                      <a:pt x="739" y="240"/>
                    </a:lnTo>
                    <a:lnTo>
                      <a:pt x="741" y="242"/>
                    </a:lnTo>
                    <a:lnTo>
                      <a:pt x="742" y="243"/>
                    </a:lnTo>
                    <a:lnTo>
                      <a:pt x="743" y="244"/>
                    </a:lnTo>
                    <a:lnTo>
                      <a:pt x="743" y="245"/>
                    </a:lnTo>
                    <a:lnTo>
                      <a:pt x="745" y="247"/>
                    </a:lnTo>
                    <a:lnTo>
                      <a:pt x="745" y="248"/>
                    </a:lnTo>
                    <a:lnTo>
                      <a:pt x="746" y="249"/>
                    </a:lnTo>
                    <a:lnTo>
                      <a:pt x="747" y="249"/>
                    </a:lnTo>
                    <a:lnTo>
                      <a:pt x="747" y="251"/>
                    </a:lnTo>
                    <a:lnTo>
                      <a:pt x="749" y="252"/>
                    </a:lnTo>
                    <a:lnTo>
                      <a:pt x="749" y="253"/>
                    </a:lnTo>
                    <a:lnTo>
                      <a:pt x="750" y="255"/>
                    </a:lnTo>
                    <a:lnTo>
                      <a:pt x="751" y="256"/>
                    </a:lnTo>
                    <a:lnTo>
                      <a:pt x="753" y="257"/>
                    </a:lnTo>
                    <a:lnTo>
                      <a:pt x="753" y="259"/>
                    </a:lnTo>
                    <a:lnTo>
                      <a:pt x="754" y="260"/>
                    </a:lnTo>
                    <a:lnTo>
                      <a:pt x="755" y="263"/>
                    </a:lnTo>
                    <a:lnTo>
                      <a:pt x="757" y="264"/>
                    </a:lnTo>
                    <a:lnTo>
                      <a:pt x="758" y="265"/>
                    </a:lnTo>
                    <a:lnTo>
                      <a:pt x="759" y="268"/>
                    </a:lnTo>
                    <a:lnTo>
                      <a:pt x="761" y="269"/>
                    </a:lnTo>
                    <a:lnTo>
                      <a:pt x="762" y="272"/>
                    </a:lnTo>
                    <a:lnTo>
                      <a:pt x="763" y="273"/>
                    </a:lnTo>
                    <a:lnTo>
                      <a:pt x="766" y="276"/>
                    </a:lnTo>
                    <a:lnTo>
                      <a:pt x="767" y="277"/>
                    </a:lnTo>
                    <a:lnTo>
                      <a:pt x="769" y="280"/>
                    </a:lnTo>
                    <a:lnTo>
                      <a:pt x="770" y="281"/>
                    </a:lnTo>
                    <a:lnTo>
                      <a:pt x="770" y="283"/>
                    </a:lnTo>
                    <a:lnTo>
                      <a:pt x="771" y="284"/>
                    </a:lnTo>
                    <a:lnTo>
                      <a:pt x="773" y="285"/>
                    </a:lnTo>
                    <a:lnTo>
                      <a:pt x="774" y="287"/>
                    </a:lnTo>
                    <a:lnTo>
                      <a:pt x="774" y="288"/>
                    </a:lnTo>
                    <a:lnTo>
                      <a:pt x="775" y="289"/>
                    </a:lnTo>
                    <a:lnTo>
                      <a:pt x="776" y="291"/>
                    </a:lnTo>
                    <a:lnTo>
                      <a:pt x="776" y="292"/>
                    </a:lnTo>
                    <a:lnTo>
                      <a:pt x="778" y="293"/>
                    </a:lnTo>
                    <a:lnTo>
                      <a:pt x="778" y="295"/>
                    </a:lnTo>
                    <a:lnTo>
                      <a:pt x="779" y="295"/>
                    </a:lnTo>
                    <a:lnTo>
                      <a:pt x="779" y="296"/>
                    </a:lnTo>
                    <a:lnTo>
                      <a:pt x="780" y="297"/>
                    </a:lnTo>
                    <a:lnTo>
                      <a:pt x="780" y="298"/>
                    </a:lnTo>
                    <a:lnTo>
                      <a:pt x="782" y="300"/>
                    </a:lnTo>
                    <a:lnTo>
                      <a:pt x="783" y="301"/>
                    </a:lnTo>
                    <a:lnTo>
                      <a:pt x="783" y="302"/>
                    </a:lnTo>
                    <a:lnTo>
                      <a:pt x="784" y="304"/>
                    </a:lnTo>
                    <a:lnTo>
                      <a:pt x="786" y="305"/>
                    </a:lnTo>
                    <a:lnTo>
                      <a:pt x="786" y="306"/>
                    </a:lnTo>
                    <a:lnTo>
                      <a:pt x="787" y="308"/>
                    </a:lnTo>
                    <a:lnTo>
                      <a:pt x="787" y="309"/>
                    </a:lnTo>
                    <a:lnTo>
                      <a:pt x="788" y="310"/>
                    </a:lnTo>
                    <a:lnTo>
                      <a:pt x="790" y="312"/>
                    </a:lnTo>
                    <a:lnTo>
                      <a:pt x="790" y="313"/>
                    </a:lnTo>
                    <a:lnTo>
                      <a:pt x="791" y="316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0" name="Freeform 7">
                <a:extLst>
                  <a:ext uri="{FF2B5EF4-FFF2-40B4-BE49-F238E27FC236}">
                    <a16:creationId xmlns:a16="http://schemas.microsoft.com/office/drawing/2014/main" id="{9A97E006-C7D3-4D9B-858B-0B9A96628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613" y="3686175"/>
                <a:ext cx="628650" cy="250825"/>
              </a:xfrm>
              <a:custGeom>
                <a:avLst/>
                <a:gdLst>
                  <a:gd name="T0" fmla="*/ 2147483646 w 791"/>
                  <a:gd name="T1" fmla="*/ 2147483646 h 315"/>
                  <a:gd name="T2" fmla="*/ 2147483646 w 791"/>
                  <a:gd name="T3" fmla="*/ 2147483646 h 315"/>
                  <a:gd name="T4" fmla="*/ 2147483646 w 791"/>
                  <a:gd name="T5" fmla="*/ 2147483646 h 315"/>
                  <a:gd name="T6" fmla="*/ 2147483646 w 791"/>
                  <a:gd name="T7" fmla="*/ 2147483646 h 315"/>
                  <a:gd name="T8" fmla="*/ 2147483646 w 791"/>
                  <a:gd name="T9" fmla="*/ 2147483646 h 315"/>
                  <a:gd name="T10" fmla="*/ 2147483646 w 791"/>
                  <a:gd name="T11" fmla="*/ 2147483646 h 315"/>
                  <a:gd name="T12" fmla="*/ 2147483646 w 791"/>
                  <a:gd name="T13" fmla="*/ 2147483646 h 315"/>
                  <a:gd name="T14" fmla="*/ 2147483646 w 791"/>
                  <a:gd name="T15" fmla="*/ 2147483646 h 315"/>
                  <a:gd name="T16" fmla="*/ 2147483646 w 791"/>
                  <a:gd name="T17" fmla="*/ 2147483646 h 315"/>
                  <a:gd name="T18" fmla="*/ 2147483646 w 791"/>
                  <a:gd name="T19" fmla="*/ 2147483646 h 315"/>
                  <a:gd name="T20" fmla="*/ 2147483646 w 791"/>
                  <a:gd name="T21" fmla="*/ 2147483646 h 315"/>
                  <a:gd name="T22" fmla="*/ 2147483646 w 791"/>
                  <a:gd name="T23" fmla="*/ 2147483646 h 315"/>
                  <a:gd name="T24" fmla="*/ 2147483646 w 791"/>
                  <a:gd name="T25" fmla="*/ 2147483646 h 315"/>
                  <a:gd name="T26" fmla="*/ 2147483646 w 791"/>
                  <a:gd name="T27" fmla="*/ 2147483646 h 315"/>
                  <a:gd name="T28" fmla="*/ 2147483646 w 791"/>
                  <a:gd name="T29" fmla="*/ 2147483646 h 315"/>
                  <a:gd name="T30" fmla="*/ 2147483646 w 791"/>
                  <a:gd name="T31" fmla="*/ 2147483646 h 315"/>
                  <a:gd name="T32" fmla="*/ 2147483646 w 791"/>
                  <a:gd name="T33" fmla="*/ 2147483646 h 315"/>
                  <a:gd name="T34" fmla="*/ 2147483646 w 791"/>
                  <a:gd name="T35" fmla="*/ 2147483646 h 315"/>
                  <a:gd name="T36" fmla="*/ 2147483646 w 791"/>
                  <a:gd name="T37" fmla="*/ 2147483646 h 315"/>
                  <a:gd name="T38" fmla="*/ 2147483646 w 791"/>
                  <a:gd name="T39" fmla="*/ 2147483646 h 315"/>
                  <a:gd name="T40" fmla="*/ 2147483646 w 791"/>
                  <a:gd name="T41" fmla="*/ 2147483646 h 315"/>
                  <a:gd name="T42" fmla="*/ 2147483646 w 791"/>
                  <a:gd name="T43" fmla="*/ 2147483646 h 315"/>
                  <a:gd name="T44" fmla="*/ 2147483646 w 791"/>
                  <a:gd name="T45" fmla="*/ 2147483646 h 315"/>
                  <a:gd name="T46" fmla="*/ 2147483646 w 791"/>
                  <a:gd name="T47" fmla="*/ 2147483646 h 315"/>
                  <a:gd name="T48" fmla="*/ 2147483646 w 791"/>
                  <a:gd name="T49" fmla="*/ 2147483646 h 315"/>
                  <a:gd name="T50" fmla="*/ 2147483646 w 791"/>
                  <a:gd name="T51" fmla="*/ 2147483646 h 315"/>
                  <a:gd name="T52" fmla="*/ 2147483646 w 791"/>
                  <a:gd name="T53" fmla="*/ 2147483646 h 315"/>
                  <a:gd name="T54" fmla="*/ 2147483646 w 791"/>
                  <a:gd name="T55" fmla="*/ 2147483646 h 315"/>
                  <a:gd name="T56" fmla="*/ 2147483646 w 791"/>
                  <a:gd name="T57" fmla="*/ 2147483646 h 315"/>
                  <a:gd name="T58" fmla="*/ 2147483646 w 791"/>
                  <a:gd name="T59" fmla="*/ 2147483646 h 315"/>
                  <a:gd name="T60" fmla="*/ 2147483646 w 791"/>
                  <a:gd name="T61" fmla="*/ 2147483646 h 315"/>
                  <a:gd name="T62" fmla="*/ 2147483646 w 791"/>
                  <a:gd name="T63" fmla="*/ 2147483646 h 315"/>
                  <a:gd name="T64" fmla="*/ 2147483646 w 791"/>
                  <a:gd name="T65" fmla="*/ 2147483646 h 315"/>
                  <a:gd name="T66" fmla="*/ 2147483646 w 791"/>
                  <a:gd name="T67" fmla="*/ 2147483646 h 315"/>
                  <a:gd name="T68" fmla="*/ 2147483646 w 791"/>
                  <a:gd name="T69" fmla="*/ 2147483646 h 315"/>
                  <a:gd name="T70" fmla="*/ 2147483646 w 791"/>
                  <a:gd name="T71" fmla="*/ 2147483646 h 315"/>
                  <a:gd name="T72" fmla="*/ 2147483646 w 791"/>
                  <a:gd name="T73" fmla="*/ 2147483646 h 315"/>
                  <a:gd name="T74" fmla="*/ 2147483646 w 791"/>
                  <a:gd name="T75" fmla="*/ 2147483646 h 315"/>
                  <a:gd name="T76" fmla="*/ 2147483646 w 791"/>
                  <a:gd name="T77" fmla="*/ 2147483646 h 315"/>
                  <a:gd name="T78" fmla="*/ 2147483646 w 791"/>
                  <a:gd name="T79" fmla="*/ 2147483646 h 315"/>
                  <a:gd name="T80" fmla="*/ 2147483646 w 791"/>
                  <a:gd name="T81" fmla="*/ 2147483646 h 315"/>
                  <a:gd name="T82" fmla="*/ 2147483646 w 791"/>
                  <a:gd name="T83" fmla="*/ 2147483646 h 315"/>
                  <a:gd name="T84" fmla="*/ 2147483646 w 791"/>
                  <a:gd name="T85" fmla="*/ 2147483646 h 315"/>
                  <a:gd name="T86" fmla="*/ 2147483646 w 791"/>
                  <a:gd name="T87" fmla="*/ 2147483646 h 315"/>
                  <a:gd name="T88" fmla="*/ 2147483646 w 791"/>
                  <a:gd name="T89" fmla="*/ 2147483646 h 315"/>
                  <a:gd name="T90" fmla="*/ 2147483646 w 791"/>
                  <a:gd name="T91" fmla="*/ 2147483646 h 315"/>
                  <a:gd name="T92" fmla="*/ 2147483646 w 791"/>
                  <a:gd name="T93" fmla="*/ 2147483646 h 315"/>
                  <a:gd name="T94" fmla="*/ 2147483646 w 791"/>
                  <a:gd name="T95" fmla="*/ 2147483646 h 315"/>
                  <a:gd name="T96" fmla="*/ 2147483646 w 791"/>
                  <a:gd name="T97" fmla="*/ 2147483646 h 315"/>
                  <a:gd name="T98" fmla="*/ 2147483646 w 791"/>
                  <a:gd name="T99" fmla="*/ 2147483646 h 315"/>
                  <a:gd name="T100" fmla="*/ 2147483646 w 791"/>
                  <a:gd name="T101" fmla="*/ 2147483646 h 315"/>
                  <a:gd name="T102" fmla="*/ 2147483646 w 791"/>
                  <a:gd name="T103" fmla="*/ 2147483646 h 315"/>
                  <a:gd name="T104" fmla="*/ 2147483646 w 791"/>
                  <a:gd name="T105" fmla="*/ 2147483646 h 315"/>
                  <a:gd name="T106" fmla="*/ 2147483646 w 791"/>
                  <a:gd name="T107" fmla="*/ 2147483646 h 315"/>
                  <a:gd name="T108" fmla="*/ 2147483646 w 791"/>
                  <a:gd name="T109" fmla="*/ 2147483646 h 315"/>
                  <a:gd name="T110" fmla="*/ 2147483646 w 791"/>
                  <a:gd name="T111" fmla="*/ 2147483646 h 315"/>
                  <a:gd name="T112" fmla="*/ 2147483646 w 791"/>
                  <a:gd name="T113" fmla="*/ 2147483646 h 315"/>
                  <a:gd name="T114" fmla="*/ 2147483646 w 791"/>
                  <a:gd name="T115" fmla="*/ 2147483646 h 315"/>
                  <a:gd name="T116" fmla="*/ 2147483646 w 791"/>
                  <a:gd name="T117" fmla="*/ 2147483646 h 315"/>
                  <a:gd name="T118" fmla="*/ 2147483646 w 791"/>
                  <a:gd name="T119" fmla="*/ 2147483646 h 315"/>
                  <a:gd name="T120" fmla="*/ 2147483646 w 791"/>
                  <a:gd name="T121" fmla="*/ 2147483646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91" h="315">
                    <a:moveTo>
                      <a:pt x="0" y="315"/>
                    </a:moveTo>
                    <a:lnTo>
                      <a:pt x="31" y="315"/>
                    </a:lnTo>
                    <a:lnTo>
                      <a:pt x="59" y="315"/>
                    </a:lnTo>
                    <a:lnTo>
                      <a:pt x="85" y="315"/>
                    </a:lnTo>
                    <a:lnTo>
                      <a:pt x="110" y="315"/>
                    </a:lnTo>
                    <a:lnTo>
                      <a:pt x="133" y="315"/>
                    </a:lnTo>
                    <a:lnTo>
                      <a:pt x="154" y="315"/>
                    </a:lnTo>
                    <a:lnTo>
                      <a:pt x="174" y="315"/>
                    </a:lnTo>
                    <a:lnTo>
                      <a:pt x="192" y="315"/>
                    </a:lnTo>
                    <a:lnTo>
                      <a:pt x="210" y="315"/>
                    </a:lnTo>
                    <a:lnTo>
                      <a:pt x="225" y="315"/>
                    </a:lnTo>
                    <a:lnTo>
                      <a:pt x="240" y="315"/>
                    </a:lnTo>
                    <a:lnTo>
                      <a:pt x="253" y="315"/>
                    </a:lnTo>
                    <a:lnTo>
                      <a:pt x="265" y="315"/>
                    </a:lnTo>
                    <a:lnTo>
                      <a:pt x="276" y="315"/>
                    </a:lnTo>
                    <a:lnTo>
                      <a:pt x="285" y="315"/>
                    </a:lnTo>
                    <a:lnTo>
                      <a:pt x="294" y="314"/>
                    </a:lnTo>
                    <a:lnTo>
                      <a:pt x="302" y="314"/>
                    </a:lnTo>
                    <a:lnTo>
                      <a:pt x="309" y="314"/>
                    </a:lnTo>
                    <a:lnTo>
                      <a:pt x="316" y="314"/>
                    </a:lnTo>
                    <a:lnTo>
                      <a:pt x="321" y="314"/>
                    </a:lnTo>
                    <a:lnTo>
                      <a:pt x="326" y="314"/>
                    </a:lnTo>
                    <a:lnTo>
                      <a:pt x="330" y="314"/>
                    </a:lnTo>
                    <a:lnTo>
                      <a:pt x="334" y="314"/>
                    </a:lnTo>
                    <a:lnTo>
                      <a:pt x="338" y="314"/>
                    </a:lnTo>
                    <a:lnTo>
                      <a:pt x="341" y="314"/>
                    </a:lnTo>
                    <a:lnTo>
                      <a:pt x="343" y="314"/>
                    </a:lnTo>
                    <a:lnTo>
                      <a:pt x="346" y="314"/>
                    </a:lnTo>
                    <a:lnTo>
                      <a:pt x="349" y="314"/>
                    </a:lnTo>
                    <a:lnTo>
                      <a:pt x="350" y="314"/>
                    </a:lnTo>
                    <a:lnTo>
                      <a:pt x="353" y="314"/>
                    </a:lnTo>
                    <a:lnTo>
                      <a:pt x="354" y="314"/>
                    </a:lnTo>
                    <a:lnTo>
                      <a:pt x="357" y="313"/>
                    </a:lnTo>
                    <a:lnTo>
                      <a:pt x="359" y="313"/>
                    </a:lnTo>
                    <a:lnTo>
                      <a:pt x="361" y="313"/>
                    </a:lnTo>
                    <a:lnTo>
                      <a:pt x="363" y="313"/>
                    </a:lnTo>
                    <a:lnTo>
                      <a:pt x="365" y="313"/>
                    </a:lnTo>
                    <a:lnTo>
                      <a:pt x="366" y="313"/>
                    </a:lnTo>
                    <a:lnTo>
                      <a:pt x="369" y="313"/>
                    </a:lnTo>
                    <a:lnTo>
                      <a:pt x="370" y="313"/>
                    </a:lnTo>
                    <a:lnTo>
                      <a:pt x="371" y="313"/>
                    </a:lnTo>
                    <a:lnTo>
                      <a:pt x="372" y="313"/>
                    </a:lnTo>
                    <a:lnTo>
                      <a:pt x="374" y="313"/>
                    </a:lnTo>
                    <a:lnTo>
                      <a:pt x="375" y="311"/>
                    </a:lnTo>
                    <a:lnTo>
                      <a:pt x="376" y="311"/>
                    </a:lnTo>
                    <a:lnTo>
                      <a:pt x="378" y="311"/>
                    </a:lnTo>
                    <a:lnTo>
                      <a:pt x="379" y="311"/>
                    </a:lnTo>
                    <a:lnTo>
                      <a:pt x="380" y="311"/>
                    </a:lnTo>
                    <a:lnTo>
                      <a:pt x="382" y="311"/>
                    </a:lnTo>
                    <a:lnTo>
                      <a:pt x="383" y="311"/>
                    </a:lnTo>
                    <a:lnTo>
                      <a:pt x="384" y="311"/>
                    </a:lnTo>
                    <a:lnTo>
                      <a:pt x="386" y="311"/>
                    </a:lnTo>
                    <a:lnTo>
                      <a:pt x="387" y="310"/>
                    </a:lnTo>
                    <a:lnTo>
                      <a:pt x="388" y="310"/>
                    </a:lnTo>
                    <a:lnTo>
                      <a:pt x="390" y="310"/>
                    </a:lnTo>
                    <a:lnTo>
                      <a:pt x="391" y="310"/>
                    </a:lnTo>
                    <a:lnTo>
                      <a:pt x="394" y="310"/>
                    </a:lnTo>
                    <a:lnTo>
                      <a:pt x="395" y="310"/>
                    </a:lnTo>
                    <a:lnTo>
                      <a:pt x="396" y="309"/>
                    </a:lnTo>
                    <a:lnTo>
                      <a:pt x="398" y="309"/>
                    </a:lnTo>
                    <a:lnTo>
                      <a:pt x="400" y="309"/>
                    </a:lnTo>
                    <a:lnTo>
                      <a:pt x="402" y="309"/>
                    </a:lnTo>
                    <a:lnTo>
                      <a:pt x="404" y="309"/>
                    </a:lnTo>
                    <a:lnTo>
                      <a:pt x="406" y="307"/>
                    </a:lnTo>
                    <a:lnTo>
                      <a:pt x="408" y="307"/>
                    </a:lnTo>
                    <a:lnTo>
                      <a:pt x="410" y="307"/>
                    </a:lnTo>
                    <a:lnTo>
                      <a:pt x="412" y="307"/>
                    </a:lnTo>
                    <a:lnTo>
                      <a:pt x="414" y="307"/>
                    </a:lnTo>
                    <a:lnTo>
                      <a:pt x="415" y="306"/>
                    </a:lnTo>
                    <a:lnTo>
                      <a:pt x="416" y="306"/>
                    </a:lnTo>
                    <a:lnTo>
                      <a:pt x="418" y="306"/>
                    </a:lnTo>
                    <a:lnTo>
                      <a:pt x="419" y="306"/>
                    </a:lnTo>
                    <a:lnTo>
                      <a:pt x="420" y="306"/>
                    </a:lnTo>
                    <a:lnTo>
                      <a:pt x="421" y="306"/>
                    </a:lnTo>
                    <a:lnTo>
                      <a:pt x="423" y="305"/>
                    </a:lnTo>
                    <a:lnTo>
                      <a:pt x="424" y="305"/>
                    </a:lnTo>
                    <a:lnTo>
                      <a:pt x="425" y="305"/>
                    </a:lnTo>
                    <a:lnTo>
                      <a:pt x="427" y="305"/>
                    </a:lnTo>
                    <a:lnTo>
                      <a:pt x="428" y="305"/>
                    </a:lnTo>
                    <a:lnTo>
                      <a:pt x="429" y="303"/>
                    </a:lnTo>
                    <a:lnTo>
                      <a:pt x="431" y="303"/>
                    </a:lnTo>
                    <a:lnTo>
                      <a:pt x="432" y="303"/>
                    </a:lnTo>
                    <a:lnTo>
                      <a:pt x="433" y="303"/>
                    </a:lnTo>
                    <a:lnTo>
                      <a:pt x="435" y="302"/>
                    </a:lnTo>
                    <a:lnTo>
                      <a:pt x="436" y="302"/>
                    </a:lnTo>
                    <a:lnTo>
                      <a:pt x="437" y="302"/>
                    </a:lnTo>
                    <a:lnTo>
                      <a:pt x="440" y="301"/>
                    </a:lnTo>
                    <a:lnTo>
                      <a:pt x="441" y="301"/>
                    </a:lnTo>
                    <a:lnTo>
                      <a:pt x="443" y="299"/>
                    </a:lnTo>
                    <a:lnTo>
                      <a:pt x="445" y="299"/>
                    </a:lnTo>
                    <a:lnTo>
                      <a:pt x="447" y="298"/>
                    </a:lnTo>
                    <a:lnTo>
                      <a:pt x="449" y="298"/>
                    </a:lnTo>
                    <a:lnTo>
                      <a:pt x="451" y="297"/>
                    </a:lnTo>
                    <a:lnTo>
                      <a:pt x="453" y="297"/>
                    </a:lnTo>
                    <a:lnTo>
                      <a:pt x="456" y="295"/>
                    </a:lnTo>
                    <a:lnTo>
                      <a:pt x="459" y="295"/>
                    </a:lnTo>
                    <a:lnTo>
                      <a:pt x="460" y="294"/>
                    </a:lnTo>
                    <a:lnTo>
                      <a:pt x="463" y="294"/>
                    </a:lnTo>
                    <a:lnTo>
                      <a:pt x="464" y="293"/>
                    </a:lnTo>
                    <a:lnTo>
                      <a:pt x="467" y="293"/>
                    </a:lnTo>
                    <a:lnTo>
                      <a:pt x="468" y="291"/>
                    </a:lnTo>
                    <a:lnTo>
                      <a:pt x="469" y="291"/>
                    </a:lnTo>
                    <a:lnTo>
                      <a:pt x="471" y="291"/>
                    </a:lnTo>
                    <a:lnTo>
                      <a:pt x="472" y="290"/>
                    </a:lnTo>
                    <a:lnTo>
                      <a:pt x="473" y="290"/>
                    </a:lnTo>
                    <a:lnTo>
                      <a:pt x="474" y="290"/>
                    </a:lnTo>
                    <a:lnTo>
                      <a:pt x="476" y="289"/>
                    </a:lnTo>
                    <a:lnTo>
                      <a:pt x="477" y="289"/>
                    </a:lnTo>
                    <a:lnTo>
                      <a:pt x="478" y="289"/>
                    </a:lnTo>
                    <a:lnTo>
                      <a:pt x="480" y="287"/>
                    </a:lnTo>
                    <a:lnTo>
                      <a:pt x="481" y="287"/>
                    </a:lnTo>
                    <a:lnTo>
                      <a:pt x="482" y="287"/>
                    </a:lnTo>
                    <a:lnTo>
                      <a:pt x="484" y="286"/>
                    </a:lnTo>
                    <a:lnTo>
                      <a:pt x="485" y="285"/>
                    </a:lnTo>
                    <a:lnTo>
                      <a:pt x="486" y="285"/>
                    </a:lnTo>
                    <a:lnTo>
                      <a:pt x="488" y="285"/>
                    </a:lnTo>
                    <a:lnTo>
                      <a:pt x="489" y="284"/>
                    </a:lnTo>
                    <a:lnTo>
                      <a:pt x="490" y="284"/>
                    </a:lnTo>
                    <a:lnTo>
                      <a:pt x="492" y="282"/>
                    </a:lnTo>
                    <a:lnTo>
                      <a:pt x="494" y="281"/>
                    </a:lnTo>
                    <a:lnTo>
                      <a:pt x="496" y="281"/>
                    </a:lnTo>
                    <a:lnTo>
                      <a:pt x="497" y="280"/>
                    </a:lnTo>
                    <a:lnTo>
                      <a:pt x="500" y="278"/>
                    </a:lnTo>
                    <a:lnTo>
                      <a:pt x="501" y="278"/>
                    </a:lnTo>
                    <a:lnTo>
                      <a:pt x="504" y="277"/>
                    </a:lnTo>
                    <a:lnTo>
                      <a:pt x="505" y="276"/>
                    </a:lnTo>
                    <a:lnTo>
                      <a:pt x="508" y="274"/>
                    </a:lnTo>
                    <a:lnTo>
                      <a:pt x="509" y="274"/>
                    </a:lnTo>
                    <a:lnTo>
                      <a:pt x="512" y="273"/>
                    </a:lnTo>
                    <a:lnTo>
                      <a:pt x="513" y="272"/>
                    </a:lnTo>
                    <a:lnTo>
                      <a:pt x="514" y="272"/>
                    </a:lnTo>
                    <a:lnTo>
                      <a:pt x="516" y="270"/>
                    </a:lnTo>
                    <a:lnTo>
                      <a:pt x="517" y="270"/>
                    </a:lnTo>
                    <a:lnTo>
                      <a:pt x="518" y="269"/>
                    </a:lnTo>
                    <a:lnTo>
                      <a:pt x="520" y="269"/>
                    </a:lnTo>
                    <a:lnTo>
                      <a:pt x="521" y="268"/>
                    </a:lnTo>
                    <a:lnTo>
                      <a:pt x="522" y="268"/>
                    </a:lnTo>
                    <a:lnTo>
                      <a:pt x="523" y="266"/>
                    </a:lnTo>
                    <a:lnTo>
                      <a:pt x="525" y="266"/>
                    </a:lnTo>
                    <a:lnTo>
                      <a:pt x="526" y="265"/>
                    </a:lnTo>
                    <a:lnTo>
                      <a:pt x="527" y="265"/>
                    </a:lnTo>
                    <a:lnTo>
                      <a:pt x="529" y="264"/>
                    </a:lnTo>
                    <a:lnTo>
                      <a:pt x="530" y="264"/>
                    </a:lnTo>
                    <a:lnTo>
                      <a:pt x="531" y="262"/>
                    </a:lnTo>
                    <a:lnTo>
                      <a:pt x="533" y="262"/>
                    </a:lnTo>
                    <a:lnTo>
                      <a:pt x="534" y="261"/>
                    </a:lnTo>
                    <a:lnTo>
                      <a:pt x="535" y="261"/>
                    </a:lnTo>
                    <a:lnTo>
                      <a:pt x="537" y="260"/>
                    </a:lnTo>
                    <a:lnTo>
                      <a:pt x="538" y="260"/>
                    </a:lnTo>
                    <a:lnTo>
                      <a:pt x="539" y="258"/>
                    </a:lnTo>
                    <a:lnTo>
                      <a:pt x="541" y="257"/>
                    </a:lnTo>
                    <a:lnTo>
                      <a:pt x="542" y="257"/>
                    </a:lnTo>
                    <a:lnTo>
                      <a:pt x="543" y="256"/>
                    </a:lnTo>
                    <a:lnTo>
                      <a:pt x="545" y="254"/>
                    </a:lnTo>
                    <a:lnTo>
                      <a:pt x="547" y="253"/>
                    </a:lnTo>
                    <a:lnTo>
                      <a:pt x="549" y="253"/>
                    </a:lnTo>
                    <a:lnTo>
                      <a:pt x="551" y="252"/>
                    </a:lnTo>
                    <a:lnTo>
                      <a:pt x="553" y="250"/>
                    </a:lnTo>
                    <a:lnTo>
                      <a:pt x="554" y="250"/>
                    </a:lnTo>
                    <a:lnTo>
                      <a:pt x="555" y="249"/>
                    </a:lnTo>
                    <a:lnTo>
                      <a:pt x="557" y="248"/>
                    </a:lnTo>
                    <a:lnTo>
                      <a:pt x="558" y="248"/>
                    </a:lnTo>
                    <a:lnTo>
                      <a:pt x="559" y="246"/>
                    </a:lnTo>
                    <a:lnTo>
                      <a:pt x="561" y="246"/>
                    </a:lnTo>
                    <a:lnTo>
                      <a:pt x="562" y="245"/>
                    </a:lnTo>
                    <a:lnTo>
                      <a:pt x="563" y="245"/>
                    </a:lnTo>
                    <a:lnTo>
                      <a:pt x="563" y="244"/>
                    </a:lnTo>
                    <a:lnTo>
                      <a:pt x="565" y="244"/>
                    </a:lnTo>
                    <a:lnTo>
                      <a:pt x="566" y="244"/>
                    </a:lnTo>
                    <a:lnTo>
                      <a:pt x="566" y="242"/>
                    </a:lnTo>
                    <a:lnTo>
                      <a:pt x="567" y="242"/>
                    </a:lnTo>
                    <a:lnTo>
                      <a:pt x="569" y="241"/>
                    </a:lnTo>
                    <a:lnTo>
                      <a:pt x="570" y="241"/>
                    </a:lnTo>
                    <a:lnTo>
                      <a:pt x="571" y="240"/>
                    </a:lnTo>
                    <a:lnTo>
                      <a:pt x="573" y="238"/>
                    </a:lnTo>
                    <a:lnTo>
                      <a:pt x="574" y="238"/>
                    </a:lnTo>
                    <a:lnTo>
                      <a:pt x="574" y="237"/>
                    </a:lnTo>
                    <a:lnTo>
                      <a:pt x="575" y="237"/>
                    </a:lnTo>
                    <a:lnTo>
                      <a:pt x="576" y="236"/>
                    </a:lnTo>
                    <a:lnTo>
                      <a:pt x="578" y="236"/>
                    </a:lnTo>
                    <a:lnTo>
                      <a:pt x="579" y="234"/>
                    </a:lnTo>
                    <a:lnTo>
                      <a:pt x="580" y="234"/>
                    </a:lnTo>
                    <a:lnTo>
                      <a:pt x="582" y="233"/>
                    </a:lnTo>
                    <a:lnTo>
                      <a:pt x="583" y="232"/>
                    </a:lnTo>
                    <a:lnTo>
                      <a:pt x="584" y="231"/>
                    </a:lnTo>
                    <a:lnTo>
                      <a:pt x="586" y="231"/>
                    </a:lnTo>
                    <a:lnTo>
                      <a:pt x="587" y="229"/>
                    </a:lnTo>
                    <a:lnTo>
                      <a:pt x="588" y="228"/>
                    </a:lnTo>
                    <a:lnTo>
                      <a:pt x="590" y="228"/>
                    </a:lnTo>
                    <a:lnTo>
                      <a:pt x="591" y="227"/>
                    </a:lnTo>
                    <a:lnTo>
                      <a:pt x="592" y="227"/>
                    </a:lnTo>
                    <a:lnTo>
                      <a:pt x="594" y="225"/>
                    </a:lnTo>
                    <a:lnTo>
                      <a:pt x="595" y="224"/>
                    </a:lnTo>
                    <a:lnTo>
                      <a:pt x="596" y="224"/>
                    </a:lnTo>
                    <a:lnTo>
                      <a:pt x="596" y="223"/>
                    </a:lnTo>
                    <a:lnTo>
                      <a:pt x="598" y="223"/>
                    </a:lnTo>
                    <a:lnTo>
                      <a:pt x="599" y="221"/>
                    </a:lnTo>
                    <a:lnTo>
                      <a:pt x="600" y="221"/>
                    </a:lnTo>
                    <a:lnTo>
                      <a:pt x="602" y="220"/>
                    </a:lnTo>
                    <a:lnTo>
                      <a:pt x="603" y="219"/>
                    </a:lnTo>
                    <a:lnTo>
                      <a:pt x="604" y="217"/>
                    </a:lnTo>
                    <a:lnTo>
                      <a:pt x="606" y="217"/>
                    </a:lnTo>
                    <a:lnTo>
                      <a:pt x="607" y="216"/>
                    </a:lnTo>
                    <a:lnTo>
                      <a:pt x="608" y="215"/>
                    </a:lnTo>
                    <a:lnTo>
                      <a:pt x="610" y="213"/>
                    </a:lnTo>
                    <a:lnTo>
                      <a:pt x="611" y="213"/>
                    </a:lnTo>
                    <a:lnTo>
                      <a:pt x="611" y="212"/>
                    </a:lnTo>
                    <a:lnTo>
                      <a:pt x="612" y="211"/>
                    </a:lnTo>
                    <a:lnTo>
                      <a:pt x="614" y="211"/>
                    </a:lnTo>
                    <a:lnTo>
                      <a:pt x="615" y="209"/>
                    </a:lnTo>
                    <a:lnTo>
                      <a:pt x="616" y="208"/>
                    </a:lnTo>
                    <a:lnTo>
                      <a:pt x="618" y="208"/>
                    </a:lnTo>
                    <a:lnTo>
                      <a:pt x="618" y="207"/>
                    </a:lnTo>
                    <a:lnTo>
                      <a:pt x="619" y="207"/>
                    </a:lnTo>
                    <a:lnTo>
                      <a:pt x="619" y="205"/>
                    </a:lnTo>
                    <a:lnTo>
                      <a:pt x="620" y="205"/>
                    </a:lnTo>
                    <a:lnTo>
                      <a:pt x="622" y="204"/>
                    </a:lnTo>
                    <a:lnTo>
                      <a:pt x="623" y="204"/>
                    </a:lnTo>
                    <a:lnTo>
                      <a:pt x="623" y="203"/>
                    </a:lnTo>
                    <a:lnTo>
                      <a:pt x="624" y="203"/>
                    </a:lnTo>
                    <a:lnTo>
                      <a:pt x="625" y="201"/>
                    </a:lnTo>
                    <a:lnTo>
                      <a:pt x="627" y="200"/>
                    </a:lnTo>
                    <a:lnTo>
                      <a:pt x="628" y="200"/>
                    </a:lnTo>
                    <a:lnTo>
                      <a:pt x="628" y="199"/>
                    </a:lnTo>
                    <a:lnTo>
                      <a:pt x="629" y="199"/>
                    </a:lnTo>
                    <a:lnTo>
                      <a:pt x="631" y="197"/>
                    </a:lnTo>
                    <a:lnTo>
                      <a:pt x="632" y="197"/>
                    </a:lnTo>
                    <a:lnTo>
                      <a:pt x="633" y="196"/>
                    </a:lnTo>
                    <a:lnTo>
                      <a:pt x="635" y="195"/>
                    </a:lnTo>
                    <a:lnTo>
                      <a:pt x="636" y="193"/>
                    </a:lnTo>
                    <a:lnTo>
                      <a:pt x="637" y="193"/>
                    </a:lnTo>
                    <a:lnTo>
                      <a:pt x="639" y="192"/>
                    </a:lnTo>
                    <a:lnTo>
                      <a:pt x="640" y="192"/>
                    </a:lnTo>
                    <a:lnTo>
                      <a:pt x="640" y="191"/>
                    </a:lnTo>
                    <a:lnTo>
                      <a:pt x="641" y="191"/>
                    </a:lnTo>
                    <a:lnTo>
                      <a:pt x="643" y="189"/>
                    </a:lnTo>
                    <a:lnTo>
                      <a:pt x="644" y="189"/>
                    </a:lnTo>
                    <a:lnTo>
                      <a:pt x="644" y="188"/>
                    </a:lnTo>
                    <a:lnTo>
                      <a:pt x="645" y="188"/>
                    </a:lnTo>
                    <a:lnTo>
                      <a:pt x="645" y="187"/>
                    </a:lnTo>
                    <a:lnTo>
                      <a:pt x="647" y="187"/>
                    </a:lnTo>
                    <a:lnTo>
                      <a:pt x="647" y="185"/>
                    </a:lnTo>
                    <a:lnTo>
                      <a:pt x="648" y="185"/>
                    </a:lnTo>
                    <a:lnTo>
                      <a:pt x="649" y="185"/>
                    </a:lnTo>
                    <a:lnTo>
                      <a:pt x="649" y="184"/>
                    </a:lnTo>
                    <a:lnTo>
                      <a:pt x="651" y="183"/>
                    </a:lnTo>
                    <a:lnTo>
                      <a:pt x="652" y="182"/>
                    </a:lnTo>
                    <a:lnTo>
                      <a:pt x="653" y="180"/>
                    </a:lnTo>
                    <a:lnTo>
                      <a:pt x="655" y="179"/>
                    </a:lnTo>
                    <a:lnTo>
                      <a:pt x="656" y="179"/>
                    </a:lnTo>
                    <a:lnTo>
                      <a:pt x="656" y="178"/>
                    </a:lnTo>
                    <a:lnTo>
                      <a:pt x="657" y="178"/>
                    </a:lnTo>
                    <a:lnTo>
                      <a:pt x="659" y="176"/>
                    </a:lnTo>
                    <a:lnTo>
                      <a:pt x="659" y="175"/>
                    </a:lnTo>
                    <a:lnTo>
                      <a:pt x="660" y="174"/>
                    </a:lnTo>
                    <a:lnTo>
                      <a:pt x="661" y="174"/>
                    </a:lnTo>
                    <a:lnTo>
                      <a:pt x="663" y="172"/>
                    </a:lnTo>
                    <a:lnTo>
                      <a:pt x="664" y="171"/>
                    </a:lnTo>
                    <a:lnTo>
                      <a:pt x="664" y="170"/>
                    </a:lnTo>
                    <a:lnTo>
                      <a:pt x="665" y="168"/>
                    </a:lnTo>
                    <a:lnTo>
                      <a:pt x="667" y="167"/>
                    </a:lnTo>
                    <a:lnTo>
                      <a:pt x="668" y="166"/>
                    </a:lnTo>
                    <a:lnTo>
                      <a:pt x="669" y="164"/>
                    </a:lnTo>
                    <a:lnTo>
                      <a:pt x="671" y="163"/>
                    </a:lnTo>
                    <a:lnTo>
                      <a:pt x="672" y="162"/>
                    </a:lnTo>
                    <a:lnTo>
                      <a:pt x="673" y="160"/>
                    </a:lnTo>
                    <a:lnTo>
                      <a:pt x="674" y="159"/>
                    </a:lnTo>
                    <a:lnTo>
                      <a:pt x="676" y="158"/>
                    </a:lnTo>
                    <a:lnTo>
                      <a:pt x="676" y="156"/>
                    </a:lnTo>
                    <a:lnTo>
                      <a:pt x="677" y="156"/>
                    </a:lnTo>
                    <a:lnTo>
                      <a:pt x="677" y="155"/>
                    </a:lnTo>
                    <a:lnTo>
                      <a:pt x="678" y="155"/>
                    </a:lnTo>
                    <a:lnTo>
                      <a:pt x="678" y="154"/>
                    </a:lnTo>
                    <a:lnTo>
                      <a:pt x="680" y="152"/>
                    </a:lnTo>
                    <a:lnTo>
                      <a:pt x="681" y="152"/>
                    </a:lnTo>
                    <a:lnTo>
                      <a:pt x="681" y="151"/>
                    </a:lnTo>
                    <a:lnTo>
                      <a:pt x="682" y="150"/>
                    </a:lnTo>
                    <a:lnTo>
                      <a:pt x="684" y="148"/>
                    </a:lnTo>
                    <a:lnTo>
                      <a:pt x="685" y="147"/>
                    </a:lnTo>
                    <a:lnTo>
                      <a:pt x="685" y="146"/>
                    </a:lnTo>
                    <a:lnTo>
                      <a:pt x="686" y="144"/>
                    </a:lnTo>
                    <a:lnTo>
                      <a:pt x="688" y="143"/>
                    </a:lnTo>
                    <a:lnTo>
                      <a:pt x="689" y="142"/>
                    </a:lnTo>
                    <a:lnTo>
                      <a:pt x="690" y="140"/>
                    </a:lnTo>
                    <a:lnTo>
                      <a:pt x="692" y="139"/>
                    </a:lnTo>
                    <a:lnTo>
                      <a:pt x="693" y="138"/>
                    </a:lnTo>
                    <a:lnTo>
                      <a:pt x="694" y="136"/>
                    </a:lnTo>
                    <a:lnTo>
                      <a:pt x="696" y="134"/>
                    </a:lnTo>
                    <a:lnTo>
                      <a:pt x="697" y="132"/>
                    </a:lnTo>
                    <a:lnTo>
                      <a:pt x="698" y="131"/>
                    </a:lnTo>
                    <a:lnTo>
                      <a:pt x="700" y="130"/>
                    </a:lnTo>
                    <a:lnTo>
                      <a:pt x="701" y="127"/>
                    </a:lnTo>
                    <a:lnTo>
                      <a:pt x="702" y="126"/>
                    </a:lnTo>
                    <a:lnTo>
                      <a:pt x="704" y="125"/>
                    </a:lnTo>
                    <a:lnTo>
                      <a:pt x="704" y="123"/>
                    </a:lnTo>
                    <a:lnTo>
                      <a:pt x="705" y="122"/>
                    </a:lnTo>
                    <a:lnTo>
                      <a:pt x="706" y="122"/>
                    </a:lnTo>
                    <a:lnTo>
                      <a:pt x="708" y="121"/>
                    </a:lnTo>
                    <a:lnTo>
                      <a:pt x="708" y="119"/>
                    </a:lnTo>
                    <a:lnTo>
                      <a:pt x="709" y="118"/>
                    </a:lnTo>
                    <a:lnTo>
                      <a:pt x="709" y="117"/>
                    </a:lnTo>
                    <a:lnTo>
                      <a:pt x="710" y="117"/>
                    </a:lnTo>
                    <a:lnTo>
                      <a:pt x="712" y="115"/>
                    </a:lnTo>
                    <a:lnTo>
                      <a:pt x="712" y="114"/>
                    </a:lnTo>
                    <a:lnTo>
                      <a:pt x="713" y="113"/>
                    </a:lnTo>
                    <a:lnTo>
                      <a:pt x="714" y="111"/>
                    </a:lnTo>
                    <a:lnTo>
                      <a:pt x="716" y="110"/>
                    </a:lnTo>
                    <a:lnTo>
                      <a:pt x="716" y="109"/>
                    </a:lnTo>
                    <a:lnTo>
                      <a:pt x="717" y="107"/>
                    </a:lnTo>
                    <a:lnTo>
                      <a:pt x="718" y="106"/>
                    </a:lnTo>
                    <a:lnTo>
                      <a:pt x="718" y="105"/>
                    </a:lnTo>
                    <a:lnTo>
                      <a:pt x="720" y="103"/>
                    </a:lnTo>
                    <a:lnTo>
                      <a:pt x="721" y="102"/>
                    </a:lnTo>
                    <a:lnTo>
                      <a:pt x="722" y="101"/>
                    </a:lnTo>
                    <a:lnTo>
                      <a:pt x="724" y="99"/>
                    </a:lnTo>
                    <a:lnTo>
                      <a:pt x="725" y="97"/>
                    </a:lnTo>
                    <a:lnTo>
                      <a:pt x="726" y="95"/>
                    </a:lnTo>
                    <a:lnTo>
                      <a:pt x="727" y="93"/>
                    </a:lnTo>
                    <a:lnTo>
                      <a:pt x="729" y="91"/>
                    </a:lnTo>
                    <a:lnTo>
                      <a:pt x="730" y="89"/>
                    </a:lnTo>
                    <a:lnTo>
                      <a:pt x="731" y="87"/>
                    </a:lnTo>
                    <a:lnTo>
                      <a:pt x="733" y="85"/>
                    </a:lnTo>
                    <a:lnTo>
                      <a:pt x="734" y="83"/>
                    </a:lnTo>
                    <a:lnTo>
                      <a:pt x="735" y="82"/>
                    </a:lnTo>
                    <a:lnTo>
                      <a:pt x="737" y="81"/>
                    </a:lnTo>
                    <a:lnTo>
                      <a:pt x="737" y="80"/>
                    </a:lnTo>
                    <a:lnTo>
                      <a:pt x="738" y="77"/>
                    </a:lnTo>
                    <a:lnTo>
                      <a:pt x="739" y="76"/>
                    </a:lnTo>
                    <a:lnTo>
                      <a:pt x="741" y="76"/>
                    </a:lnTo>
                    <a:lnTo>
                      <a:pt x="741" y="74"/>
                    </a:lnTo>
                    <a:lnTo>
                      <a:pt x="742" y="73"/>
                    </a:lnTo>
                    <a:lnTo>
                      <a:pt x="743" y="72"/>
                    </a:lnTo>
                    <a:lnTo>
                      <a:pt x="743" y="70"/>
                    </a:lnTo>
                    <a:lnTo>
                      <a:pt x="745" y="69"/>
                    </a:lnTo>
                    <a:lnTo>
                      <a:pt x="745" y="68"/>
                    </a:lnTo>
                    <a:lnTo>
                      <a:pt x="746" y="66"/>
                    </a:lnTo>
                    <a:lnTo>
                      <a:pt x="747" y="66"/>
                    </a:lnTo>
                    <a:lnTo>
                      <a:pt x="747" y="65"/>
                    </a:lnTo>
                    <a:lnTo>
                      <a:pt x="749" y="64"/>
                    </a:lnTo>
                    <a:lnTo>
                      <a:pt x="749" y="62"/>
                    </a:lnTo>
                    <a:lnTo>
                      <a:pt x="750" y="61"/>
                    </a:lnTo>
                    <a:lnTo>
                      <a:pt x="751" y="60"/>
                    </a:lnTo>
                    <a:lnTo>
                      <a:pt x="753" y="58"/>
                    </a:lnTo>
                    <a:lnTo>
                      <a:pt x="753" y="57"/>
                    </a:lnTo>
                    <a:lnTo>
                      <a:pt x="754" y="56"/>
                    </a:lnTo>
                    <a:lnTo>
                      <a:pt x="755" y="54"/>
                    </a:lnTo>
                    <a:lnTo>
                      <a:pt x="757" y="52"/>
                    </a:lnTo>
                    <a:lnTo>
                      <a:pt x="758" y="50"/>
                    </a:lnTo>
                    <a:lnTo>
                      <a:pt x="759" y="48"/>
                    </a:lnTo>
                    <a:lnTo>
                      <a:pt x="761" y="46"/>
                    </a:lnTo>
                    <a:lnTo>
                      <a:pt x="762" y="44"/>
                    </a:lnTo>
                    <a:lnTo>
                      <a:pt x="763" y="42"/>
                    </a:lnTo>
                    <a:lnTo>
                      <a:pt x="766" y="40"/>
                    </a:lnTo>
                    <a:lnTo>
                      <a:pt x="767" y="38"/>
                    </a:lnTo>
                    <a:lnTo>
                      <a:pt x="769" y="36"/>
                    </a:lnTo>
                    <a:lnTo>
                      <a:pt x="770" y="34"/>
                    </a:lnTo>
                    <a:lnTo>
                      <a:pt x="770" y="33"/>
                    </a:lnTo>
                    <a:lnTo>
                      <a:pt x="771" y="32"/>
                    </a:lnTo>
                    <a:lnTo>
                      <a:pt x="773" y="30"/>
                    </a:lnTo>
                    <a:lnTo>
                      <a:pt x="774" y="29"/>
                    </a:lnTo>
                    <a:lnTo>
                      <a:pt x="774" y="28"/>
                    </a:lnTo>
                    <a:lnTo>
                      <a:pt x="775" y="27"/>
                    </a:lnTo>
                    <a:lnTo>
                      <a:pt x="776" y="25"/>
                    </a:lnTo>
                    <a:lnTo>
                      <a:pt x="776" y="24"/>
                    </a:lnTo>
                    <a:lnTo>
                      <a:pt x="778" y="23"/>
                    </a:lnTo>
                    <a:lnTo>
                      <a:pt x="778" y="21"/>
                    </a:lnTo>
                    <a:lnTo>
                      <a:pt x="779" y="21"/>
                    </a:lnTo>
                    <a:lnTo>
                      <a:pt x="779" y="20"/>
                    </a:lnTo>
                    <a:lnTo>
                      <a:pt x="780" y="19"/>
                    </a:lnTo>
                    <a:lnTo>
                      <a:pt x="780" y="17"/>
                    </a:lnTo>
                    <a:lnTo>
                      <a:pt x="782" y="17"/>
                    </a:lnTo>
                    <a:lnTo>
                      <a:pt x="782" y="16"/>
                    </a:lnTo>
                    <a:lnTo>
                      <a:pt x="783" y="15"/>
                    </a:lnTo>
                    <a:lnTo>
                      <a:pt x="783" y="13"/>
                    </a:lnTo>
                    <a:lnTo>
                      <a:pt x="784" y="12"/>
                    </a:lnTo>
                    <a:lnTo>
                      <a:pt x="786" y="11"/>
                    </a:lnTo>
                    <a:lnTo>
                      <a:pt x="786" y="9"/>
                    </a:lnTo>
                    <a:lnTo>
                      <a:pt x="787" y="8"/>
                    </a:lnTo>
                    <a:lnTo>
                      <a:pt x="787" y="7"/>
                    </a:lnTo>
                    <a:lnTo>
                      <a:pt x="788" y="5"/>
                    </a:lnTo>
                    <a:lnTo>
                      <a:pt x="790" y="4"/>
                    </a:lnTo>
                    <a:lnTo>
                      <a:pt x="790" y="3"/>
                    </a:lnTo>
                    <a:lnTo>
                      <a:pt x="791" y="0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1" name="Freeform 8">
                <a:extLst>
                  <a:ext uri="{FF2B5EF4-FFF2-40B4-BE49-F238E27FC236}">
                    <a16:creationId xmlns:a16="http://schemas.microsoft.com/office/drawing/2014/main" id="{C983A646-9E4F-4513-B756-8651D404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3435350"/>
                <a:ext cx="73025" cy="250825"/>
              </a:xfrm>
              <a:custGeom>
                <a:avLst/>
                <a:gdLst>
                  <a:gd name="T0" fmla="*/ 2147483646 w 94"/>
                  <a:gd name="T1" fmla="*/ 2147483646 h 317"/>
                  <a:gd name="T2" fmla="*/ 2147483646 w 94"/>
                  <a:gd name="T3" fmla="*/ 2147483646 h 317"/>
                  <a:gd name="T4" fmla="*/ 2147483646 w 94"/>
                  <a:gd name="T5" fmla="*/ 2147483646 h 317"/>
                  <a:gd name="T6" fmla="*/ 2147483646 w 94"/>
                  <a:gd name="T7" fmla="*/ 2147483646 h 317"/>
                  <a:gd name="T8" fmla="*/ 2147483646 w 94"/>
                  <a:gd name="T9" fmla="*/ 2147483646 h 317"/>
                  <a:gd name="T10" fmla="*/ 2147483646 w 94"/>
                  <a:gd name="T11" fmla="*/ 2147483646 h 317"/>
                  <a:gd name="T12" fmla="*/ 2147483646 w 94"/>
                  <a:gd name="T13" fmla="*/ 2147483646 h 317"/>
                  <a:gd name="T14" fmla="*/ 2147483646 w 94"/>
                  <a:gd name="T15" fmla="*/ 2147483646 h 317"/>
                  <a:gd name="T16" fmla="*/ 2147483646 w 94"/>
                  <a:gd name="T17" fmla="*/ 2147483646 h 317"/>
                  <a:gd name="T18" fmla="*/ 2147483646 w 94"/>
                  <a:gd name="T19" fmla="*/ 2147483646 h 317"/>
                  <a:gd name="T20" fmla="*/ 2147483646 w 94"/>
                  <a:gd name="T21" fmla="*/ 2147483646 h 317"/>
                  <a:gd name="T22" fmla="*/ 2147483646 w 94"/>
                  <a:gd name="T23" fmla="*/ 2147483646 h 317"/>
                  <a:gd name="T24" fmla="*/ 2147483646 w 94"/>
                  <a:gd name="T25" fmla="*/ 2147483646 h 317"/>
                  <a:gd name="T26" fmla="*/ 2147483646 w 94"/>
                  <a:gd name="T27" fmla="*/ 2147483646 h 317"/>
                  <a:gd name="T28" fmla="*/ 2147483646 w 94"/>
                  <a:gd name="T29" fmla="*/ 2147483646 h 317"/>
                  <a:gd name="T30" fmla="*/ 2147483646 w 94"/>
                  <a:gd name="T31" fmla="*/ 2147483646 h 317"/>
                  <a:gd name="T32" fmla="*/ 2147483646 w 94"/>
                  <a:gd name="T33" fmla="*/ 2147483646 h 317"/>
                  <a:gd name="T34" fmla="*/ 2147483646 w 94"/>
                  <a:gd name="T35" fmla="*/ 2147483646 h 317"/>
                  <a:gd name="T36" fmla="*/ 2147483646 w 94"/>
                  <a:gd name="T37" fmla="*/ 2147483646 h 317"/>
                  <a:gd name="T38" fmla="*/ 2147483646 w 94"/>
                  <a:gd name="T39" fmla="*/ 2147483646 h 317"/>
                  <a:gd name="T40" fmla="*/ 2147483646 w 94"/>
                  <a:gd name="T41" fmla="*/ 2147483646 h 317"/>
                  <a:gd name="T42" fmla="*/ 2147483646 w 94"/>
                  <a:gd name="T43" fmla="*/ 2147483646 h 317"/>
                  <a:gd name="T44" fmla="*/ 2147483646 w 94"/>
                  <a:gd name="T45" fmla="*/ 2147483646 h 317"/>
                  <a:gd name="T46" fmla="*/ 2147483646 w 94"/>
                  <a:gd name="T47" fmla="*/ 2147483646 h 317"/>
                  <a:gd name="T48" fmla="*/ 2147483646 w 94"/>
                  <a:gd name="T49" fmla="*/ 2147483646 h 317"/>
                  <a:gd name="T50" fmla="*/ 2147483646 w 94"/>
                  <a:gd name="T51" fmla="*/ 2147483646 h 317"/>
                  <a:gd name="T52" fmla="*/ 2147483646 w 94"/>
                  <a:gd name="T53" fmla="*/ 2147483646 h 317"/>
                  <a:gd name="T54" fmla="*/ 2147483646 w 94"/>
                  <a:gd name="T55" fmla="*/ 2147483646 h 317"/>
                  <a:gd name="T56" fmla="*/ 2147483646 w 94"/>
                  <a:gd name="T57" fmla="*/ 2147483646 h 317"/>
                  <a:gd name="T58" fmla="*/ 2147483646 w 94"/>
                  <a:gd name="T59" fmla="*/ 2147483646 h 317"/>
                  <a:gd name="T60" fmla="*/ 2147483646 w 94"/>
                  <a:gd name="T61" fmla="*/ 2147483646 h 317"/>
                  <a:gd name="T62" fmla="*/ 2147483646 w 94"/>
                  <a:gd name="T63" fmla="*/ 2147483646 h 317"/>
                  <a:gd name="T64" fmla="*/ 2147483646 w 94"/>
                  <a:gd name="T65" fmla="*/ 2147483646 h 317"/>
                  <a:gd name="T66" fmla="*/ 2147483646 w 94"/>
                  <a:gd name="T67" fmla="*/ 2147483646 h 317"/>
                  <a:gd name="T68" fmla="*/ 2147483646 w 94"/>
                  <a:gd name="T69" fmla="*/ 2147483646 h 317"/>
                  <a:gd name="T70" fmla="*/ 2147483646 w 94"/>
                  <a:gd name="T71" fmla="*/ 2147483646 h 317"/>
                  <a:gd name="T72" fmla="*/ 2147483646 w 94"/>
                  <a:gd name="T73" fmla="*/ 2147483646 h 317"/>
                  <a:gd name="T74" fmla="*/ 2147483646 w 94"/>
                  <a:gd name="T75" fmla="*/ 2147483646 h 317"/>
                  <a:gd name="T76" fmla="*/ 2147483646 w 94"/>
                  <a:gd name="T77" fmla="*/ 2147483646 h 317"/>
                  <a:gd name="T78" fmla="*/ 2147483646 w 94"/>
                  <a:gd name="T79" fmla="*/ 2147483646 h 317"/>
                  <a:gd name="T80" fmla="*/ 2147483646 w 94"/>
                  <a:gd name="T81" fmla="*/ 2147483646 h 317"/>
                  <a:gd name="T82" fmla="*/ 2147483646 w 94"/>
                  <a:gd name="T83" fmla="*/ 2147483646 h 317"/>
                  <a:gd name="T84" fmla="*/ 2147483646 w 94"/>
                  <a:gd name="T85" fmla="*/ 2147483646 h 317"/>
                  <a:gd name="T86" fmla="*/ 2147483646 w 94"/>
                  <a:gd name="T87" fmla="*/ 2147483646 h 317"/>
                  <a:gd name="T88" fmla="*/ 2147483646 w 94"/>
                  <a:gd name="T89" fmla="*/ 2147483646 h 317"/>
                  <a:gd name="T90" fmla="*/ 2147483646 w 94"/>
                  <a:gd name="T91" fmla="*/ 2147483646 h 317"/>
                  <a:gd name="T92" fmla="*/ 2147483646 w 94"/>
                  <a:gd name="T93" fmla="*/ 2147483646 h 317"/>
                  <a:gd name="T94" fmla="*/ 2147483646 w 94"/>
                  <a:gd name="T95" fmla="*/ 2147483646 h 317"/>
                  <a:gd name="T96" fmla="*/ 2147483646 w 94"/>
                  <a:gd name="T97" fmla="*/ 2147483646 h 317"/>
                  <a:gd name="T98" fmla="*/ 2147483646 w 94"/>
                  <a:gd name="T99" fmla="*/ 2147483646 h 317"/>
                  <a:gd name="T100" fmla="*/ 2147483646 w 94"/>
                  <a:gd name="T101" fmla="*/ 2147483646 h 317"/>
                  <a:gd name="T102" fmla="*/ 2147483646 w 94"/>
                  <a:gd name="T103" fmla="*/ 2147483646 h 317"/>
                  <a:gd name="T104" fmla="*/ 2147483646 w 94"/>
                  <a:gd name="T105" fmla="*/ 2147483646 h 317"/>
                  <a:gd name="T106" fmla="*/ 2147483646 w 94"/>
                  <a:gd name="T107" fmla="*/ 2147483646 h 317"/>
                  <a:gd name="T108" fmla="*/ 2147483646 w 94"/>
                  <a:gd name="T109" fmla="*/ 2147483646 h 317"/>
                  <a:gd name="T110" fmla="*/ 2147483646 w 94"/>
                  <a:gd name="T111" fmla="*/ 2147483646 h 317"/>
                  <a:gd name="T112" fmla="*/ 2147483646 w 94"/>
                  <a:gd name="T113" fmla="*/ 2147483646 h 31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4" h="317">
                    <a:moveTo>
                      <a:pt x="0" y="0"/>
                    </a:moveTo>
                    <a:lnTo>
                      <a:pt x="3" y="4"/>
                    </a:lnTo>
                    <a:lnTo>
                      <a:pt x="4" y="8"/>
                    </a:lnTo>
                    <a:lnTo>
                      <a:pt x="7" y="11"/>
                    </a:lnTo>
                    <a:lnTo>
                      <a:pt x="8" y="14"/>
                    </a:lnTo>
                    <a:lnTo>
                      <a:pt x="9" y="16"/>
                    </a:lnTo>
                    <a:lnTo>
                      <a:pt x="11" y="19"/>
                    </a:lnTo>
                    <a:lnTo>
                      <a:pt x="12" y="22"/>
                    </a:lnTo>
                    <a:lnTo>
                      <a:pt x="13" y="23"/>
                    </a:lnTo>
                    <a:lnTo>
                      <a:pt x="15" y="26"/>
                    </a:lnTo>
                    <a:lnTo>
                      <a:pt x="16" y="27"/>
                    </a:lnTo>
                    <a:lnTo>
                      <a:pt x="16" y="30"/>
                    </a:lnTo>
                    <a:lnTo>
                      <a:pt x="17" y="31"/>
                    </a:lnTo>
                    <a:lnTo>
                      <a:pt x="19" y="32"/>
                    </a:lnTo>
                    <a:lnTo>
                      <a:pt x="19" y="34"/>
                    </a:lnTo>
                    <a:lnTo>
                      <a:pt x="20" y="35"/>
                    </a:lnTo>
                    <a:lnTo>
                      <a:pt x="20" y="38"/>
                    </a:lnTo>
                    <a:lnTo>
                      <a:pt x="21" y="39"/>
                    </a:lnTo>
                    <a:lnTo>
                      <a:pt x="23" y="40"/>
                    </a:lnTo>
                    <a:lnTo>
                      <a:pt x="23" y="41"/>
                    </a:lnTo>
                    <a:lnTo>
                      <a:pt x="24" y="43"/>
                    </a:lnTo>
                    <a:lnTo>
                      <a:pt x="24" y="44"/>
                    </a:lnTo>
                    <a:lnTo>
                      <a:pt x="25" y="45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7" y="49"/>
                    </a:lnTo>
                    <a:lnTo>
                      <a:pt x="27" y="51"/>
                    </a:lnTo>
                    <a:lnTo>
                      <a:pt x="28" y="52"/>
                    </a:lnTo>
                    <a:lnTo>
                      <a:pt x="28" y="53"/>
                    </a:lnTo>
                    <a:lnTo>
                      <a:pt x="29" y="56"/>
                    </a:lnTo>
                    <a:lnTo>
                      <a:pt x="29" y="57"/>
                    </a:lnTo>
                    <a:lnTo>
                      <a:pt x="30" y="59"/>
                    </a:lnTo>
                    <a:lnTo>
                      <a:pt x="30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5"/>
                    </a:lnTo>
                    <a:lnTo>
                      <a:pt x="33" y="67"/>
                    </a:lnTo>
                    <a:lnTo>
                      <a:pt x="34" y="68"/>
                    </a:lnTo>
                    <a:lnTo>
                      <a:pt x="34" y="69"/>
                    </a:lnTo>
                    <a:lnTo>
                      <a:pt x="36" y="71"/>
                    </a:lnTo>
                    <a:lnTo>
                      <a:pt x="36" y="72"/>
                    </a:lnTo>
                    <a:lnTo>
                      <a:pt x="36" y="73"/>
                    </a:lnTo>
                    <a:lnTo>
                      <a:pt x="37" y="75"/>
                    </a:lnTo>
                    <a:lnTo>
                      <a:pt x="37" y="76"/>
                    </a:lnTo>
                    <a:lnTo>
                      <a:pt x="38" y="77"/>
                    </a:lnTo>
                    <a:lnTo>
                      <a:pt x="38" y="79"/>
                    </a:lnTo>
                    <a:lnTo>
                      <a:pt x="38" y="80"/>
                    </a:lnTo>
                    <a:lnTo>
                      <a:pt x="40" y="80"/>
                    </a:lnTo>
                    <a:lnTo>
                      <a:pt x="40" y="81"/>
                    </a:lnTo>
                    <a:lnTo>
                      <a:pt x="40" y="83"/>
                    </a:lnTo>
                    <a:lnTo>
                      <a:pt x="41" y="84"/>
                    </a:lnTo>
                    <a:lnTo>
                      <a:pt x="41" y="85"/>
                    </a:lnTo>
                    <a:lnTo>
                      <a:pt x="41" y="87"/>
                    </a:lnTo>
                    <a:lnTo>
                      <a:pt x="42" y="88"/>
                    </a:lnTo>
                    <a:lnTo>
                      <a:pt x="42" y="89"/>
                    </a:lnTo>
                    <a:lnTo>
                      <a:pt x="42" y="91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5" y="94"/>
                    </a:lnTo>
                    <a:lnTo>
                      <a:pt x="45" y="97"/>
                    </a:lnTo>
                    <a:lnTo>
                      <a:pt x="46" y="98"/>
                    </a:lnTo>
                    <a:lnTo>
                      <a:pt x="46" y="101"/>
                    </a:lnTo>
                    <a:lnTo>
                      <a:pt x="48" y="102"/>
                    </a:lnTo>
                    <a:lnTo>
                      <a:pt x="49" y="105"/>
                    </a:lnTo>
                    <a:lnTo>
                      <a:pt x="49" y="106"/>
                    </a:lnTo>
                    <a:lnTo>
                      <a:pt x="50" y="109"/>
                    </a:lnTo>
                    <a:lnTo>
                      <a:pt x="50" y="110"/>
                    </a:lnTo>
                    <a:lnTo>
                      <a:pt x="52" y="113"/>
                    </a:lnTo>
                    <a:lnTo>
                      <a:pt x="52" y="114"/>
                    </a:lnTo>
                    <a:lnTo>
                      <a:pt x="53" y="116"/>
                    </a:lnTo>
                    <a:lnTo>
                      <a:pt x="53" y="117"/>
                    </a:lnTo>
                    <a:lnTo>
                      <a:pt x="53" y="118"/>
                    </a:lnTo>
                    <a:lnTo>
                      <a:pt x="54" y="120"/>
                    </a:lnTo>
                    <a:lnTo>
                      <a:pt x="54" y="121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6" y="125"/>
                    </a:lnTo>
                    <a:lnTo>
                      <a:pt x="56" y="126"/>
                    </a:lnTo>
                    <a:lnTo>
                      <a:pt x="57" y="126"/>
                    </a:lnTo>
                    <a:lnTo>
                      <a:pt x="57" y="128"/>
                    </a:lnTo>
                    <a:lnTo>
                      <a:pt x="57" y="129"/>
                    </a:lnTo>
                    <a:lnTo>
                      <a:pt x="58" y="130"/>
                    </a:lnTo>
                    <a:lnTo>
                      <a:pt x="58" y="132"/>
                    </a:lnTo>
                    <a:lnTo>
                      <a:pt x="58" y="133"/>
                    </a:lnTo>
                    <a:lnTo>
                      <a:pt x="60" y="134"/>
                    </a:lnTo>
                    <a:lnTo>
                      <a:pt x="60" y="136"/>
                    </a:lnTo>
                    <a:lnTo>
                      <a:pt x="60" y="137"/>
                    </a:lnTo>
                    <a:lnTo>
                      <a:pt x="60" y="138"/>
                    </a:lnTo>
                    <a:lnTo>
                      <a:pt x="61" y="140"/>
                    </a:lnTo>
                    <a:lnTo>
                      <a:pt x="61" y="141"/>
                    </a:lnTo>
                    <a:lnTo>
                      <a:pt x="62" y="142"/>
                    </a:lnTo>
                    <a:lnTo>
                      <a:pt x="62" y="145"/>
                    </a:lnTo>
                    <a:lnTo>
                      <a:pt x="64" y="146"/>
                    </a:lnTo>
                    <a:lnTo>
                      <a:pt x="64" y="149"/>
                    </a:lnTo>
                    <a:lnTo>
                      <a:pt x="64" y="150"/>
                    </a:lnTo>
                    <a:lnTo>
                      <a:pt x="65" y="153"/>
                    </a:lnTo>
                    <a:lnTo>
                      <a:pt x="66" y="155"/>
                    </a:lnTo>
                    <a:lnTo>
                      <a:pt x="66" y="157"/>
                    </a:lnTo>
                    <a:lnTo>
                      <a:pt x="66" y="158"/>
                    </a:lnTo>
                    <a:lnTo>
                      <a:pt x="68" y="161"/>
                    </a:lnTo>
                    <a:lnTo>
                      <a:pt x="68" y="162"/>
                    </a:lnTo>
                    <a:lnTo>
                      <a:pt x="69" y="163"/>
                    </a:lnTo>
                    <a:lnTo>
                      <a:pt x="69" y="165"/>
                    </a:lnTo>
                    <a:lnTo>
                      <a:pt x="69" y="166"/>
                    </a:lnTo>
                    <a:lnTo>
                      <a:pt x="70" y="167"/>
                    </a:lnTo>
                    <a:lnTo>
                      <a:pt x="70" y="169"/>
                    </a:lnTo>
                    <a:lnTo>
                      <a:pt x="70" y="170"/>
                    </a:lnTo>
                    <a:lnTo>
                      <a:pt x="70" y="171"/>
                    </a:lnTo>
                    <a:lnTo>
                      <a:pt x="72" y="173"/>
                    </a:lnTo>
                    <a:lnTo>
                      <a:pt x="72" y="174"/>
                    </a:lnTo>
                    <a:lnTo>
                      <a:pt x="72" y="175"/>
                    </a:lnTo>
                    <a:lnTo>
                      <a:pt x="73" y="175"/>
                    </a:lnTo>
                    <a:lnTo>
                      <a:pt x="73" y="177"/>
                    </a:lnTo>
                    <a:lnTo>
                      <a:pt x="73" y="178"/>
                    </a:lnTo>
                    <a:lnTo>
                      <a:pt x="73" y="179"/>
                    </a:lnTo>
                    <a:lnTo>
                      <a:pt x="74" y="181"/>
                    </a:lnTo>
                    <a:lnTo>
                      <a:pt x="74" y="182"/>
                    </a:lnTo>
                    <a:lnTo>
                      <a:pt x="74" y="183"/>
                    </a:lnTo>
                    <a:lnTo>
                      <a:pt x="76" y="185"/>
                    </a:lnTo>
                    <a:lnTo>
                      <a:pt x="76" y="186"/>
                    </a:lnTo>
                    <a:lnTo>
                      <a:pt x="76" y="187"/>
                    </a:lnTo>
                    <a:lnTo>
                      <a:pt x="77" y="189"/>
                    </a:lnTo>
                    <a:lnTo>
                      <a:pt x="77" y="191"/>
                    </a:lnTo>
                    <a:lnTo>
                      <a:pt x="77" y="193"/>
                    </a:lnTo>
                    <a:lnTo>
                      <a:pt x="78" y="195"/>
                    </a:lnTo>
                    <a:lnTo>
                      <a:pt x="78" y="196"/>
                    </a:lnTo>
                    <a:lnTo>
                      <a:pt x="79" y="199"/>
                    </a:lnTo>
                    <a:lnTo>
                      <a:pt x="79" y="200"/>
                    </a:lnTo>
                    <a:lnTo>
                      <a:pt x="81" y="203"/>
                    </a:lnTo>
                    <a:lnTo>
                      <a:pt x="81" y="204"/>
                    </a:lnTo>
                    <a:lnTo>
                      <a:pt x="82" y="207"/>
                    </a:lnTo>
                    <a:lnTo>
                      <a:pt x="82" y="208"/>
                    </a:lnTo>
                    <a:lnTo>
                      <a:pt x="82" y="210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3" y="214"/>
                    </a:lnTo>
                    <a:lnTo>
                      <a:pt x="85" y="215"/>
                    </a:lnTo>
                    <a:lnTo>
                      <a:pt x="85" y="216"/>
                    </a:lnTo>
                    <a:lnTo>
                      <a:pt x="85" y="218"/>
                    </a:lnTo>
                    <a:lnTo>
                      <a:pt x="85" y="219"/>
                    </a:lnTo>
                    <a:lnTo>
                      <a:pt x="86" y="220"/>
                    </a:lnTo>
                    <a:lnTo>
                      <a:pt x="86" y="222"/>
                    </a:lnTo>
                    <a:lnTo>
                      <a:pt x="86" y="223"/>
                    </a:lnTo>
                    <a:lnTo>
                      <a:pt x="86" y="224"/>
                    </a:lnTo>
                    <a:lnTo>
                      <a:pt x="86" y="226"/>
                    </a:lnTo>
                    <a:lnTo>
                      <a:pt x="86" y="227"/>
                    </a:lnTo>
                    <a:lnTo>
                      <a:pt x="87" y="228"/>
                    </a:lnTo>
                    <a:lnTo>
                      <a:pt x="87" y="230"/>
                    </a:lnTo>
                    <a:lnTo>
                      <a:pt x="87" y="231"/>
                    </a:lnTo>
                    <a:lnTo>
                      <a:pt x="87" y="232"/>
                    </a:lnTo>
                    <a:lnTo>
                      <a:pt x="87" y="234"/>
                    </a:lnTo>
                    <a:lnTo>
                      <a:pt x="87" y="235"/>
                    </a:lnTo>
                    <a:lnTo>
                      <a:pt x="87" y="236"/>
                    </a:lnTo>
                    <a:lnTo>
                      <a:pt x="87" y="238"/>
                    </a:lnTo>
                    <a:lnTo>
                      <a:pt x="87" y="240"/>
                    </a:lnTo>
                    <a:lnTo>
                      <a:pt x="89" y="242"/>
                    </a:lnTo>
                    <a:lnTo>
                      <a:pt x="89" y="243"/>
                    </a:lnTo>
                    <a:lnTo>
                      <a:pt x="89" y="245"/>
                    </a:lnTo>
                    <a:lnTo>
                      <a:pt x="89" y="247"/>
                    </a:lnTo>
                    <a:lnTo>
                      <a:pt x="89" y="248"/>
                    </a:lnTo>
                    <a:lnTo>
                      <a:pt x="89" y="251"/>
                    </a:lnTo>
                    <a:lnTo>
                      <a:pt x="89" y="252"/>
                    </a:lnTo>
                    <a:lnTo>
                      <a:pt x="89" y="253"/>
                    </a:lnTo>
                    <a:lnTo>
                      <a:pt x="89" y="255"/>
                    </a:lnTo>
                    <a:lnTo>
                      <a:pt x="89" y="256"/>
                    </a:lnTo>
                    <a:lnTo>
                      <a:pt x="89" y="257"/>
                    </a:lnTo>
                    <a:lnTo>
                      <a:pt x="90" y="257"/>
                    </a:lnTo>
                    <a:lnTo>
                      <a:pt x="90" y="259"/>
                    </a:lnTo>
                    <a:lnTo>
                      <a:pt x="90" y="260"/>
                    </a:lnTo>
                    <a:lnTo>
                      <a:pt x="90" y="261"/>
                    </a:lnTo>
                    <a:lnTo>
                      <a:pt x="90" y="263"/>
                    </a:lnTo>
                    <a:lnTo>
                      <a:pt x="90" y="264"/>
                    </a:lnTo>
                    <a:lnTo>
                      <a:pt x="90" y="265"/>
                    </a:lnTo>
                    <a:lnTo>
                      <a:pt x="90" y="267"/>
                    </a:lnTo>
                    <a:lnTo>
                      <a:pt x="91" y="268"/>
                    </a:lnTo>
                    <a:lnTo>
                      <a:pt x="91" y="269"/>
                    </a:lnTo>
                    <a:lnTo>
                      <a:pt x="91" y="271"/>
                    </a:lnTo>
                    <a:lnTo>
                      <a:pt x="91" y="272"/>
                    </a:lnTo>
                    <a:lnTo>
                      <a:pt x="91" y="273"/>
                    </a:lnTo>
                    <a:lnTo>
                      <a:pt x="93" y="275"/>
                    </a:lnTo>
                    <a:lnTo>
                      <a:pt x="93" y="276"/>
                    </a:lnTo>
                    <a:lnTo>
                      <a:pt x="93" y="277"/>
                    </a:lnTo>
                    <a:lnTo>
                      <a:pt x="93" y="279"/>
                    </a:lnTo>
                    <a:lnTo>
                      <a:pt x="93" y="280"/>
                    </a:lnTo>
                    <a:lnTo>
                      <a:pt x="93" y="281"/>
                    </a:lnTo>
                    <a:lnTo>
                      <a:pt x="94" y="281"/>
                    </a:lnTo>
                    <a:lnTo>
                      <a:pt x="94" y="283"/>
                    </a:lnTo>
                    <a:lnTo>
                      <a:pt x="94" y="284"/>
                    </a:lnTo>
                    <a:lnTo>
                      <a:pt x="94" y="285"/>
                    </a:lnTo>
                    <a:lnTo>
                      <a:pt x="94" y="287"/>
                    </a:lnTo>
                    <a:lnTo>
                      <a:pt x="94" y="288"/>
                    </a:lnTo>
                    <a:lnTo>
                      <a:pt x="94" y="289"/>
                    </a:lnTo>
                    <a:lnTo>
                      <a:pt x="94" y="291"/>
                    </a:lnTo>
                    <a:lnTo>
                      <a:pt x="94" y="292"/>
                    </a:lnTo>
                    <a:lnTo>
                      <a:pt x="94" y="293"/>
                    </a:lnTo>
                    <a:lnTo>
                      <a:pt x="94" y="295"/>
                    </a:lnTo>
                    <a:lnTo>
                      <a:pt x="94" y="296"/>
                    </a:lnTo>
                    <a:lnTo>
                      <a:pt x="94" y="297"/>
                    </a:lnTo>
                    <a:lnTo>
                      <a:pt x="94" y="298"/>
                    </a:lnTo>
                    <a:lnTo>
                      <a:pt x="94" y="300"/>
                    </a:lnTo>
                    <a:lnTo>
                      <a:pt x="94" y="301"/>
                    </a:lnTo>
                    <a:lnTo>
                      <a:pt x="94" y="302"/>
                    </a:lnTo>
                    <a:lnTo>
                      <a:pt x="94" y="304"/>
                    </a:lnTo>
                    <a:lnTo>
                      <a:pt x="94" y="306"/>
                    </a:lnTo>
                    <a:lnTo>
                      <a:pt x="94" y="308"/>
                    </a:lnTo>
                    <a:lnTo>
                      <a:pt x="94" y="310"/>
                    </a:lnTo>
                    <a:lnTo>
                      <a:pt x="94" y="312"/>
                    </a:lnTo>
                    <a:lnTo>
                      <a:pt x="94" y="314"/>
                    </a:lnTo>
                    <a:lnTo>
                      <a:pt x="93" y="317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2" name="Freeform 9">
                <a:extLst>
                  <a:ext uri="{FF2B5EF4-FFF2-40B4-BE49-F238E27FC236}">
                    <a16:creationId xmlns:a16="http://schemas.microsoft.com/office/drawing/2014/main" id="{573A04CB-12EC-46AE-A57C-CE12D236E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3684588"/>
                <a:ext cx="73025" cy="252412"/>
              </a:xfrm>
              <a:custGeom>
                <a:avLst/>
                <a:gdLst>
                  <a:gd name="T0" fmla="*/ 2147483646 w 94"/>
                  <a:gd name="T1" fmla="*/ 2147483646 h 316"/>
                  <a:gd name="T2" fmla="*/ 2147483646 w 94"/>
                  <a:gd name="T3" fmla="*/ 2147483646 h 316"/>
                  <a:gd name="T4" fmla="*/ 2147483646 w 94"/>
                  <a:gd name="T5" fmla="*/ 2147483646 h 316"/>
                  <a:gd name="T6" fmla="*/ 2147483646 w 94"/>
                  <a:gd name="T7" fmla="*/ 2147483646 h 316"/>
                  <a:gd name="T8" fmla="*/ 2147483646 w 94"/>
                  <a:gd name="T9" fmla="*/ 2147483646 h 316"/>
                  <a:gd name="T10" fmla="*/ 2147483646 w 94"/>
                  <a:gd name="T11" fmla="*/ 2147483646 h 316"/>
                  <a:gd name="T12" fmla="*/ 2147483646 w 94"/>
                  <a:gd name="T13" fmla="*/ 2147483646 h 316"/>
                  <a:gd name="T14" fmla="*/ 2147483646 w 94"/>
                  <a:gd name="T15" fmla="*/ 2147483646 h 316"/>
                  <a:gd name="T16" fmla="*/ 2147483646 w 94"/>
                  <a:gd name="T17" fmla="*/ 2147483646 h 316"/>
                  <a:gd name="T18" fmla="*/ 2147483646 w 94"/>
                  <a:gd name="T19" fmla="*/ 2147483646 h 316"/>
                  <a:gd name="T20" fmla="*/ 2147483646 w 94"/>
                  <a:gd name="T21" fmla="*/ 2147483646 h 316"/>
                  <a:gd name="T22" fmla="*/ 2147483646 w 94"/>
                  <a:gd name="T23" fmla="*/ 2147483646 h 316"/>
                  <a:gd name="T24" fmla="*/ 2147483646 w 94"/>
                  <a:gd name="T25" fmla="*/ 2147483646 h 316"/>
                  <a:gd name="T26" fmla="*/ 2147483646 w 94"/>
                  <a:gd name="T27" fmla="*/ 2147483646 h 316"/>
                  <a:gd name="T28" fmla="*/ 2147483646 w 94"/>
                  <a:gd name="T29" fmla="*/ 2147483646 h 316"/>
                  <a:gd name="T30" fmla="*/ 2147483646 w 94"/>
                  <a:gd name="T31" fmla="*/ 2147483646 h 316"/>
                  <a:gd name="T32" fmla="*/ 2147483646 w 94"/>
                  <a:gd name="T33" fmla="*/ 2147483646 h 316"/>
                  <a:gd name="T34" fmla="*/ 2147483646 w 94"/>
                  <a:gd name="T35" fmla="*/ 2147483646 h 316"/>
                  <a:gd name="T36" fmla="*/ 2147483646 w 94"/>
                  <a:gd name="T37" fmla="*/ 2147483646 h 316"/>
                  <a:gd name="T38" fmla="*/ 2147483646 w 94"/>
                  <a:gd name="T39" fmla="*/ 2147483646 h 316"/>
                  <a:gd name="T40" fmla="*/ 2147483646 w 94"/>
                  <a:gd name="T41" fmla="*/ 2147483646 h 316"/>
                  <a:gd name="T42" fmla="*/ 2147483646 w 94"/>
                  <a:gd name="T43" fmla="*/ 2147483646 h 316"/>
                  <a:gd name="T44" fmla="*/ 2147483646 w 94"/>
                  <a:gd name="T45" fmla="*/ 2147483646 h 316"/>
                  <a:gd name="T46" fmla="*/ 2147483646 w 94"/>
                  <a:gd name="T47" fmla="*/ 2147483646 h 316"/>
                  <a:gd name="T48" fmla="*/ 2147483646 w 94"/>
                  <a:gd name="T49" fmla="*/ 2147483646 h 316"/>
                  <a:gd name="T50" fmla="*/ 2147483646 w 94"/>
                  <a:gd name="T51" fmla="*/ 2147483646 h 316"/>
                  <a:gd name="T52" fmla="*/ 2147483646 w 94"/>
                  <a:gd name="T53" fmla="*/ 2147483646 h 316"/>
                  <a:gd name="T54" fmla="*/ 2147483646 w 94"/>
                  <a:gd name="T55" fmla="*/ 2147483646 h 316"/>
                  <a:gd name="T56" fmla="*/ 2147483646 w 94"/>
                  <a:gd name="T57" fmla="*/ 2147483646 h 316"/>
                  <a:gd name="T58" fmla="*/ 2147483646 w 94"/>
                  <a:gd name="T59" fmla="*/ 2147483646 h 316"/>
                  <a:gd name="T60" fmla="*/ 2147483646 w 94"/>
                  <a:gd name="T61" fmla="*/ 2147483646 h 316"/>
                  <a:gd name="T62" fmla="*/ 2147483646 w 94"/>
                  <a:gd name="T63" fmla="*/ 2147483646 h 316"/>
                  <a:gd name="T64" fmla="*/ 2147483646 w 94"/>
                  <a:gd name="T65" fmla="*/ 2147483646 h 316"/>
                  <a:gd name="T66" fmla="*/ 2147483646 w 94"/>
                  <a:gd name="T67" fmla="*/ 2147483646 h 316"/>
                  <a:gd name="T68" fmla="*/ 2147483646 w 94"/>
                  <a:gd name="T69" fmla="*/ 2147483646 h 316"/>
                  <a:gd name="T70" fmla="*/ 2147483646 w 94"/>
                  <a:gd name="T71" fmla="*/ 2147483646 h 316"/>
                  <a:gd name="T72" fmla="*/ 2147483646 w 94"/>
                  <a:gd name="T73" fmla="*/ 2147483646 h 316"/>
                  <a:gd name="T74" fmla="*/ 2147483646 w 94"/>
                  <a:gd name="T75" fmla="*/ 2147483646 h 316"/>
                  <a:gd name="T76" fmla="*/ 2147483646 w 94"/>
                  <a:gd name="T77" fmla="*/ 2147483646 h 316"/>
                  <a:gd name="T78" fmla="*/ 2147483646 w 94"/>
                  <a:gd name="T79" fmla="*/ 2147483646 h 316"/>
                  <a:gd name="T80" fmla="*/ 2147483646 w 94"/>
                  <a:gd name="T81" fmla="*/ 2147483646 h 316"/>
                  <a:gd name="T82" fmla="*/ 2147483646 w 94"/>
                  <a:gd name="T83" fmla="*/ 2147483646 h 316"/>
                  <a:gd name="T84" fmla="*/ 2147483646 w 94"/>
                  <a:gd name="T85" fmla="*/ 2147483646 h 316"/>
                  <a:gd name="T86" fmla="*/ 2147483646 w 94"/>
                  <a:gd name="T87" fmla="*/ 2147483646 h 316"/>
                  <a:gd name="T88" fmla="*/ 2147483646 w 94"/>
                  <a:gd name="T89" fmla="*/ 2147483646 h 316"/>
                  <a:gd name="T90" fmla="*/ 2147483646 w 94"/>
                  <a:gd name="T91" fmla="*/ 2147483646 h 316"/>
                  <a:gd name="T92" fmla="*/ 2147483646 w 94"/>
                  <a:gd name="T93" fmla="*/ 2147483646 h 316"/>
                  <a:gd name="T94" fmla="*/ 2147483646 w 94"/>
                  <a:gd name="T95" fmla="*/ 2147483646 h 316"/>
                  <a:gd name="T96" fmla="*/ 2147483646 w 94"/>
                  <a:gd name="T97" fmla="*/ 2147483646 h 316"/>
                  <a:gd name="T98" fmla="*/ 2147483646 w 94"/>
                  <a:gd name="T99" fmla="*/ 2147483646 h 316"/>
                  <a:gd name="T100" fmla="*/ 2147483646 w 94"/>
                  <a:gd name="T101" fmla="*/ 2147483646 h 316"/>
                  <a:gd name="T102" fmla="*/ 2147483646 w 94"/>
                  <a:gd name="T103" fmla="*/ 2147483646 h 316"/>
                  <a:gd name="T104" fmla="*/ 2147483646 w 94"/>
                  <a:gd name="T105" fmla="*/ 2147483646 h 316"/>
                  <a:gd name="T106" fmla="*/ 2147483646 w 94"/>
                  <a:gd name="T107" fmla="*/ 2147483646 h 316"/>
                  <a:gd name="T108" fmla="*/ 2147483646 w 94"/>
                  <a:gd name="T109" fmla="*/ 2147483646 h 316"/>
                  <a:gd name="T110" fmla="*/ 2147483646 w 94"/>
                  <a:gd name="T111" fmla="*/ 2147483646 h 316"/>
                  <a:gd name="T112" fmla="*/ 2147483646 w 94"/>
                  <a:gd name="T113" fmla="*/ 2147483646 h 31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4" h="316">
                    <a:moveTo>
                      <a:pt x="0" y="316"/>
                    </a:moveTo>
                    <a:lnTo>
                      <a:pt x="3" y="312"/>
                    </a:lnTo>
                    <a:lnTo>
                      <a:pt x="4" y="310"/>
                    </a:lnTo>
                    <a:lnTo>
                      <a:pt x="7" y="306"/>
                    </a:lnTo>
                    <a:lnTo>
                      <a:pt x="8" y="303"/>
                    </a:lnTo>
                    <a:lnTo>
                      <a:pt x="9" y="300"/>
                    </a:lnTo>
                    <a:lnTo>
                      <a:pt x="11" y="298"/>
                    </a:lnTo>
                    <a:lnTo>
                      <a:pt x="12" y="295"/>
                    </a:lnTo>
                    <a:lnTo>
                      <a:pt x="13" y="294"/>
                    </a:lnTo>
                    <a:lnTo>
                      <a:pt x="15" y="291"/>
                    </a:lnTo>
                    <a:lnTo>
                      <a:pt x="16" y="290"/>
                    </a:lnTo>
                    <a:lnTo>
                      <a:pt x="16" y="287"/>
                    </a:lnTo>
                    <a:lnTo>
                      <a:pt x="17" y="286"/>
                    </a:lnTo>
                    <a:lnTo>
                      <a:pt x="19" y="285"/>
                    </a:lnTo>
                    <a:lnTo>
                      <a:pt x="19" y="283"/>
                    </a:lnTo>
                    <a:lnTo>
                      <a:pt x="20" y="282"/>
                    </a:lnTo>
                    <a:lnTo>
                      <a:pt x="20" y="281"/>
                    </a:lnTo>
                    <a:lnTo>
                      <a:pt x="21" y="279"/>
                    </a:lnTo>
                    <a:lnTo>
                      <a:pt x="21" y="278"/>
                    </a:lnTo>
                    <a:lnTo>
                      <a:pt x="23" y="277"/>
                    </a:lnTo>
                    <a:lnTo>
                      <a:pt x="23" y="275"/>
                    </a:lnTo>
                    <a:lnTo>
                      <a:pt x="24" y="274"/>
                    </a:lnTo>
                    <a:lnTo>
                      <a:pt x="24" y="273"/>
                    </a:lnTo>
                    <a:lnTo>
                      <a:pt x="25" y="271"/>
                    </a:lnTo>
                    <a:lnTo>
                      <a:pt x="25" y="270"/>
                    </a:lnTo>
                    <a:lnTo>
                      <a:pt x="25" y="269"/>
                    </a:lnTo>
                    <a:lnTo>
                      <a:pt x="27" y="267"/>
                    </a:lnTo>
                    <a:lnTo>
                      <a:pt x="27" y="266"/>
                    </a:lnTo>
                    <a:lnTo>
                      <a:pt x="28" y="265"/>
                    </a:lnTo>
                    <a:lnTo>
                      <a:pt x="28" y="263"/>
                    </a:lnTo>
                    <a:lnTo>
                      <a:pt x="29" y="261"/>
                    </a:lnTo>
                    <a:lnTo>
                      <a:pt x="29" y="259"/>
                    </a:lnTo>
                    <a:lnTo>
                      <a:pt x="30" y="258"/>
                    </a:lnTo>
                    <a:lnTo>
                      <a:pt x="30" y="255"/>
                    </a:lnTo>
                    <a:lnTo>
                      <a:pt x="32" y="254"/>
                    </a:lnTo>
                    <a:lnTo>
                      <a:pt x="33" y="253"/>
                    </a:lnTo>
                    <a:lnTo>
                      <a:pt x="33" y="251"/>
                    </a:lnTo>
                    <a:lnTo>
                      <a:pt x="33" y="250"/>
                    </a:lnTo>
                    <a:lnTo>
                      <a:pt x="34" y="249"/>
                    </a:lnTo>
                    <a:lnTo>
                      <a:pt x="34" y="247"/>
                    </a:lnTo>
                    <a:lnTo>
                      <a:pt x="36" y="246"/>
                    </a:lnTo>
                    <a:lnTo>
                      <a:pt x="36" y="245"/>
                    </a:lnTo>
                    <a:lnTo>
                      <a:pt x="36" y="243"/>
                    </a:lnTo>
                    <a:lnTo>
                      <a:pt x="37" y="242"/>
                    </a:lnTo>
                    <a:lnTo>
                      <a:pt x="37" y="241"/>
                    </a:lnTo>
                    <a:lnTo>
                      <a:pt x="38" y="239"/>
                    </a:lnTo>
                    <a:lnTo>
                      <a:pt x="38" y="238"/>
                    </a:lnTo>
                    <a:lnTo>
                      <a:pt x="38" y="237"/>
                    </a:lnTo>
                    <a:lnTo>
                      <a:pt x="40" y="237"/>
                    </a:lnTo>
                    <a:lnTo>
                      <a:pt x="40" y="235"/>
                    </a:lnTo>
                    <a:lnTo>
                      <a:pt x="40" y="234"/>
                    </a:lnTo>
                    <a:lnTo>
                      <a:pt x="41" y="233"/>
                    </a:lnTo>
                    <a:lnTo>
                      <a:pt x="41" y="232"/>
                    </a:lnTo>
                    <a:lnTo>
                      <a:pt x="41" y="230"/>
                    </a:lnTo>
                    <a:lnTo>
                      <a:pt x="42" y="229"/>
                    </a:lnTo>
                    <a:lnTo>
                      <a:pt x="42" y="228"/>
                    </a:lnTo>
                    <a:lnTo>
                      <a:pt x="42" y="226"/>
                    </a:lnTo>
                    <a:lnTo>
                      <a:pt x="44" y="225"/>
                    </a:lnTo>
                    <a:lnTo>
                      <a:pt x="44" y="224"/>
                    </a:lnTo>
                    <a:lnTo>
                      <a:pt x="45" y="222"/>
                    </a:lnTo>
                    <a:lnTo>
                      <a:pt x="45" y="220"/>
                    </a:lnTo>
                    <a:lnTo>
                      <a:pt x="46" y="218"/>
                    </a:lnTo>
                    <a:lnTo>
                      <a:pt x="46" y="216"/>
                    </a:lnTo>
                    <a:lnTo>
                      <a:pt x="48" y="214"/>
                    </a:lnTo>
                    <a:lnTo>
                      <a:pt x="49" y="212"/>
                    </a:lnTo>
                    <a:lnTo>
                      <a:pt x="49" y="210"/>
                    </a:lnTo>
                    <a:lnTo>
                      <a:pt x="50" y="208"/>
                    </a:lnTo>
                    <a:lnTo>
                      <a:pt x="50" y="206"/>
                    </a:lnTo>
                    <a:lnTo>
                      <a:pt x="52" y="204"/>
                    </a:lnTo>
                    <a:lnTo>
                      <a:pt x="52" y="202"/>
                    </a:lnTo>
                    <a:lnTo>
                      <a:pt x="53" y="201"/>
                    </a:lnTo>
                    <a:lnTo>
                      <a:pt x="53" y="200"/>
                    </a:lnTo>
                    <a:lnTo>
                      <a:pt x="53" y="198"/>
                    </a:lnTo>
                    <a:lnTo>
                      <a:pt x="54" y="197"/>
                    </a:lnTo>
                    <a:lnTo>
                      <a:pt x="54" y="196"/>
                    </a:lnTo>
                    <a:lnTo>
                      <a:pt x="56" y="194"/>
                    </a:lnTo>
                    <a:lnTo>
                      <a:pt x="56" y="193"/>
                    </a:lnTo>
                    <a:lnTo>
                      <a:pt x="56" y="192"/>
                    </a:lnTo>
                    <a:lnTo>
                      <a:pt x="56" y="190"/>
                    </a:lnTo>
                    <a:lnTo>
                      <a:pt x="57" y="190"/>
                    </a:lnTo>
                    <a:lnTo>
                      <a:pt x="57" y="189"/>
                    </a:lnTo>
                    <a:lnTo>
                      <a:pt x="57" y="188"/>
                    </a:lnTo>
                    <a:lnTo>
                      <a:pt x="58" y="186"/>
                    </a:lnTo>
                    <a:lnTo>
                      <a:pt x="58" y="185"/>
                    </a:lnTo>
                    <a:lnTo>
                      <a:pt x="58" y="184"/>
                    </a:lnTo>
                    <a:lnTo>
                      <a:pt x="60" y="183"/>
                    </a:lnTo>
                    <a:lnTo>
                      <a:pt x="60" y="181"/>
                    </a:lnTo>
                    <a:lnTo>
                      <a:pt x="60" y="180"/>
                    </a:lnTo>
                    <a:lnTo>
                      <a:pt x="60" y="179"/>
                    </a:lnTo>
                    <a:lnTo>
                      <a:pt x="61" y="177"/>
                    </a:lnTo>
                    <a:lnTo>
                      <a:pt x="61" y="176"/>
                    </a:lnTo>
                    <a:lnTo>
                      <a:pt x="62" y="173"/>
                    </a:lnTo>
                    <a:lnTo>
                      <a:pt x="62" y="172"/>
                    </a:lnTo>
                    <a:lnTo>
                      <a:pt x="64" y="171"/>
                    </a:lnTo>
                    <a:lnTo>
                      <a:pt x="64" y="168"/>
                    </a:lnTo>
                    <a:lnTo>
                      <a:pt x="64" y="165"/>
                    </a:lnTo>
                    <a:lnTo>
                      <a:pt x="65" y="164"/>
                    </a:lnTo>
                    <a:lnTo>
                      <a:pt x="66" y="161"/>
                    </a:lnTo>
                    <a:lnTo>
                      <a:pt x="66" y="160"/>
                    </a:lnTo>
                    <a:lnTo>
                      <a:pt x="66" y="157"/>
                    </a:lnTo>
                    <a:lnTo>
                      <a:pt x="68" y="156"/>
                    </a:lnTo>
                    <a:lnTo>
                      <a:pt x="68" y="155"/>
                    </a:lnTo>
                    <a:lnTo>
                      <a:pt x="69" y="153"/>
                    </a:lnTo>
                    <a:lnTo>
                      <a:pt x="69" y="152"/>
                    </a:lnTo>
                    <a:lnTo>
                      <a:pt x="69" y="151"/>
                    </a:lnTo>
                    <a:lnTo>
                      <a:pt x="70" y="149"/>
                    </a:lnTo>
                    <a:lnTo>
                      <a:pt x="70" y="148"/>
                    </a:lnTo>
                    <a:lnTo>
                      <a:pt x="70" y="147"/>
                    </a:lnTo>
                    <a:lnTo>
                      <a:pt x="70" y="145"/>
                    </a:lnTo>
                    <a:lnTo>
                      <a:pt x="72" y="144"/>
                    </a:lnTo>
                    <a:lnTo>
                      <a:pt x="72" y="143"/>
                    </a:lnTo>
                    <a:lnTo>
                      <a:pt x="72" y="141"/>
                    </a:lnTo>
                    <a:lnTo>
                      <a:pt x="73" y="141"/>
                    </a:lnTo>
                    <a:lnTo>
                      <a:pt x="73" y="140"/>
                    </a:lnTo>
                    <a:lnTo>
                      <a:pt x="73" y="139"/>
                    </a:lnTo>
                    <a:lnTo>
                      <a:pt x="73" y="137"/>
                    </a:lnTo>
                    <a:lnTo>
                      <a:pt x="74" y="136"/>
                    </a:lnTo>
                    <a:lnTo>
                      <a:pt x="74" y="135"/>
                    </a:lnTo>
                    <a:lnTo>
                      <a:pt x="74" y="133"/>
                    </a:lnTo>
                    <a:lnTo>
                      <a:pt x="76" y="132"/>
                    </a:lnTo>
                    <a:lnTo>
                      <a:pt x="76" y="131"/>
                    </a:lnTo>
                    <a:lnTo>
                      <a:pt x="76" y="130"/>
                    </a:lnTo>
                    <a:lnTo>
                      <a:pt x="77" y="128"/>
                    </a:lnTo>
                    <a:lnTo>
                      <a:pt x="77" y="126"/>
                    </a:lnTo>
                    <a:lnTo>
                      <a:pt x="77" y="124"/>
                    </a:lnTo>
                    <a:lnTo>
                      <a:pt x="78" y="122"/>
                    </a:lnTo>
                    <a:lnTo>
                      <a:pt x="78" y="120"/>
                    </a:lnTo>
                    <a:lnTo>
                      <a:pt x="79" y="118"/>
                    </a:lnTo>
                    <a:lnTo>
                      <a:pt x="79" y="116"/>
                    </a:lnTo>
                    <a:lnTo>
                      <a:pt x="81" y="114"/>
                    </a:lnTo>
                    <a:lnTo>
                      <a:pt x="81" y="112"/>
                    </a:lnTo>
                    <a:lnTo>
                      <a:pt x="82" y="110"/>
                    </a:lnTo>
                    <a:lnTo>
                      <a:pt x="82" y="108"/>
                    </a:lnTo>
                    <a:lnTo>
                      <a:pt x="82" y="107"/>
                    </a:lnTo>
                    <a:lnTo>
                      <a:pt x="83" y="106"/>
                    </a:lnTo>
                    <a:lnTo>
                      <a:pt x="83" y="104"/>
                    </a:lnTo>
                    <a:lnTo>
                      <a:pt x="83" y="103"/>
                    </a:lnTo>
                    <a:lnTo>
                      <a:pt x="85" y="102"/>
                    </a:lnTo>
                    <a:lnTo>
                      <a:pt x="85" y="100"/>
                    </a:lnTo>
                    <a:lnTo>
                      <a:pt x="85" y="99"/>
                    </a:lnTo>
                    <a:lnTo>
                      <a:pt x="85" y="98"/>
                    </a:lnTo>
                    <a:lnTo>
                      <a:pt x="86" y="96"/>
                    </a:lnTo>
                    <a:lnTo>
                      <a:pt x="86" y="95"/>
                    </a:lnTo>
                    <a:lnTo>
                      <a:pt x="86" y="94"/>
                    </a:lnTo>
                    <a:lnTo>
                      <a:pt x="86" y="92"/>
                    </a:lnTo>
                    <a:lnTo>
                      <a:pt x="86" y="91"/>
                    </a:lnTo>
                    <a:lnTo>
                      <a:pt x="86" y="90"/>
                    </a:lnTo>
                    <a:lnTo>
                      <a:pt x="87" y="90"/>
                    </a:lnTo>
                    <a:lnTo>
                      <a:pt x="87" y="88"/>
                    </a:lnTo>
                    <a:lnTo>
                      <a:pt x="87" y="87"/>
                    </a:lnTo>
                    <a:lnTo>
                      <a:pt x="87" y="86"/>
                    </a:lnTo>
                    <a:lnTo>
                      <a:pt x="87" y="84"/>
                    </a:lnTo>
                    <a:lnTo>
                      <a:pt x="87" y="83"/>
                    </a:lnTo>
                    <a:lnTo>
                      <a:pt x="87" y="82"/>
                    </a:lnTo>
                    <a:lnTo>
                      <a:pt x="87" y="81"/>
                    </a:lnTo>
                    <a:lnTo>
                      <a:pt x="87" y="78"/>
                    </a:lnTo>
                    <a:lnTo>
                      <a:pt x="87" y="77"/>
                    </a:lnTo>
                    <a:lnTo>
                      <a:pt x="89" y="75"/>
                    </a:lnTo>
                    <a:lnTo>
                      <a:pt x="89" y="73"/>
                    </a:lnTo>
                    <a:lnTo>
                      <a:pt x="89" y="71"/>
                    </a:lnTo>
                    <a:lnTo>
                      <a:pt x="89" y="70"/>
                    </a:lnTo>
                    <a:lnTo>
                      <a:pt x="89" y="67"/>
                    </a:lnTo>
                    <a:lnTo>
                      <a:pt x="89" y="66"/>
                    </a:lnTo>
                    <a:lnTo>
                      <a:pt x="89" y="65"/>
                    </a:lnTo>
                    <a:lnTo>
                      <a:pt x="89" y="63"/>
                    </a:lnTo>
                    <a:lnTo>
                      <a:pt x="89" y="62"/>
                    </a:lnTo>
                    <a:lnTo>
                      <a:pt x="89" y="61"/>
                    </a:lnTo>
                    <a:lnTo>
                      <a:pt x="89" y="59"/>
                    </a:lnTo>
                    <a:lnTo>
                      <a:pt x="90" y="59"/>
                    </a:lnTo>
                    <a:lnTo>
                      <a:pt x="90" y="58"/>
                    </a:lnTo>
                    <a:lnTo>
                      <a:pt x="90" y="57"/>
                    </a:lnTo>
                    <a:lnTo>
                      <a:pt x="90" y="55"/>
                    </a:lnTo>
                    <a:lnTo>
                      <a:pt x="90" y="54"/>
                    </a:lnTo>
                    <a:lnTo>
                      <a:pt x="90" y="53"/>
                    </a:lnTo>
                    <a:lnTo>
                      <a:pt x="90" y="51"/>
                    </a:lnTo>
                    <a:lnTo>
                      <a:pt x="90" y="50"/>
                    </a:lnTo>
                    <a:lnTo>
                      <a:pt x="91" y="49"/>
                    </a:lnTo>
                    <a:lnTo>
                      <a:pt x="91" y="47"/>
                    </a:lnTo>
                    <a:lnTo>
                      <a:pt x="91" y="46"/>
                    </a:lnTo>
                    <a:lnTo>
                      <a:pt x="91" y="45"/>
                    </a:lnTo>
                    <a:lnTo>
                      <a:pt x="91" y="43"/>
                    </a:lnTo>
                    <a:lnTo>
                      <a:pt x="93" y="42"/>
                    </a:lnTo>
                    <a:lnTo>
                      <a:pt x="93" y="41"/>
                    </a:lnTo>
                    <a:lnTo>
                      <a:pt x="93" y="39"/>
                    </a:lnTo>
                    <a:lnTo>
                      <a:pt x="93" y="38"/>
                    </a:lnTo>
                    <a:lnTo>
                      <a:pt x="93" y="37"/>
                    </a:lnTo>
                    <a:lnTo>
                      <a:pt x="93" y="35"/>
                    </a:lnTo>
                    <a:lnTo>
                      <a:pt x="94" y="35"/>
                    </a:lnTo>
                    <a:lnTo>
                      <a:pt x="94" y="34"/>
                    </a:lnTo>
                    <a:lnTo>
                      <a:pt x="94" y="33"/>
                    </a:lnTo>
                    <a:lnTo>
                      <a:pt x="94" y="31"/>
                    </a:lnTo>
                    <a:lnTo>
                      <a:pt x="94" y="30"/>
                    </a:lnTo>
                    <a:lnTo>
                      <a:pt x="94" y="29"/>
                    </a:lnTo>
                    <a:lnTo>
                      <a:pt x="94" y="28"/>
                    </a:lnTo>
                    <a:lnTo>
                      <a:pt x="94" y="26"/>
                    </a:lnTo>
                    <a:lnTo>
                      <a:pt x="94" y="25"/>
                    </a:lnTo>
                    <a:lnTo>
                      <a:pt x="94" y="24"/>
                    </a:lnTo>
                    <a:lnTo>
                      <a:pt x="94" y="22"/>
                    </a:lnTo>
                    <a:lnTo>
                      <a:pt x="94" y="21"/>
                    </a:lnTo>
                    <a:lnTo>
                      <a:pt x="94" y="20"/>
                    </a:lnTo>
                    <a:lnTo>
                      <a:pt x="94" y="17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94" y="13"/>
                    </a:lnTo>
                    <a:lnTo>
                      <a:pt x="94" y="10"/>
                    </a:lnTo>
                    <a:lnTo>
                      <a:pt x="94" y="9"/>
                    </a:lnTo>
                    <a:lnTo>
                      <a:pt x="94" y="6"/>
                    </a:lnTo>
                    <a:lnTo>
                      <a:pt x="94" y="5"/>
                    </a:lnTo>
                    <a:lnTo>
                      <a:pt x="94" y="2"/>
                    </a:lnTo>
                    <a:lnTo>
                      <a:pt x="93" y="0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3" name="Rectangle 48">
                <a:extLst>
                  <a:ext uri="{FF2B5EF4-FFF2-40B4-BE49-F238E27FC236}">
                    <a16:creationId xmlns:a16="http://schemas.microsoft.com/office/drawing/2014/main" id="{7A7A3A89-B68F-4A48-8796-7FF80A475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288" y="340360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4" name="Rectangle 49">
                <a:extLst>
                  <a:ext uri="{FF2B5EF4-FFF2-40B4-BE49-F238E27FC236}">
                    <a16:creationId xmlns:a16="http://schemas.microsoft.com/office/drawing/2014/main" id="{1F67DFD2-5840-4A1F-96BC-EE9967EE4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363" y="3502025"/>
                <a:ext cx="204787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5" name="Rectangle 50">
                <a:extLst>
                  <a:ext uri="{FF2B5EF4-FFF2-40B4-BE49-F238E27FC236}">
                    <a16:creationId xmlns:a16="http://schemas.microsoft.com/office/drawing/2014/main" id="{B98CA1CD-D3DB-4960-AD14-60AC874A4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288" y="368617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6" name="Rectangle 51">
                <a:extLst>
                  <a:ext uri="{FF2B5EF4-FFF2-40B4-BE49-F238E27FC236}">
                    <a16:creationId xmlns:a16="http://schemas.microsoft.com/office/drawing/2014/main" id="{7FDB9D3C-E485-466F-A9E6-EAAB7F566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363" y="3786188"/>
                <a:ext cx="204787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7" name="Rectangle 52">
                <a:extLst>
                  <a:ext uri="{FF2B5EF4-FFF2-40B4-BE49-F238E27FC236}">
                    <a16:creationId xmlns:a16="http://schemas.microsoft.com/office/drawing/2014/main" id="{18FE062D-88A2-47D1-94AD-A90629EC3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7263" y="356235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8" name="Rectangle 53">
                <a:extLst>
                  <a:ext uri="{FF2B5EF4-FFF2-40B4-BE49-F238E27FC236}">
                    <a16:creationId xmlns:a16="http://schemas.microsoft.com/office/drawing/2014/main" id="{62E660A9-1FBC-4006-966A-05F44BAD9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38" y="3660775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9" name="Rectangle 54">
                <a:extLst>
                  <a:ext uri="{FF2B5EF4-FFF2-40B4-BE49-F238E27FC236}">
                    <a16:creationId xmlns:a16="http://schemas.microsoft.com/office/drawing/2014/main" id="{0B933F08-5DD8-412D-B33D-9729C8391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850" y="356235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0" name="Rectangle 55">
                <a:extLst>
                  <a:ext uri="{FF2B5EF4-FFF2-40B4-BE49-F238E27FC236}">
                    <a16:creationId xmlns:a16="http://schemas.microsoft.com/office/drawing/2014/main" id="{8AC8ECCC-D77A-4469-B021-F000A842D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513" y="3660775"/>
                <a:ext cx="203200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1" name="Line 56">
                <a:extLst>
                  <a:ext uri="{FF2B5EF4-FFF2-40B4-BE49-F238E27FC236}">
                    <a16:creationId xmlns:a16="http://schemas.microsoft.com/office/drawing/2014/main" id="{1F382A18-C796-4620-95C2-69B610180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55963" y="3686175"/>
                <a:ext cx="147637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2" name="Rectangle 66">
                <a:extLst>
                  <a:ext uri="{FF2B5EF4-FFF2-40B4-BE49-F238E27FC236}">
                    <a16:creationId xmlns:a16="http://schemas.microsoft.com/office/drawing/2014/main" id="{6E1A96BA-828E-4CD8-9244-60707C315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100" y="3562350"/>
                <a:ext cx="246063" cy="274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015" name="Rectangle 94">
              <a:extLst>
                <a:ext uri="{FF2B5EF4-FFF2-40B4-BE49-F238E27FC236}">
                  <a16:creationId xmlns:a16="http://schemas.microsoft.com/office/drawing/2014/main" id="{2846883E-A5D1-43A5-97AE-9C7131F99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9275" y="3404461"/>
              <a:ext cx="9556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OR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BCB3D6F-4E37-4B71-A9C4-A7B30A766BF2}"/>
              </a:ext>
            </a:extLst>
          </p:cNvPr>
          <p:cNvGrpSpPr/>
          <p:nvPr/>
        </p:nvGrpSpPr>
        <p:grpSpPr>
          <a:xfrm>
            <a:off x="3467871" y="1258162"/>
            <a:ext cx="1631950" cy="1027838"/>
            <a:chOff x="654050" y="2740025"/>
            <a:chExt cx="1631950" cy="1027838"/>
          </a:xfrm>
        </p:grpSpPr>
        <p:grpSp>
          <p:nvGrpSpPr>
            <p:cNvPr id="43011" name="Group 2">
              <a:extLst>
                <a:ext uri="{FF2B5EF4-FFF2-40B4-BE49-F238E27FC236}">
                  <a16:creationId xmlns:a16="http://schemas.microsoft.com/office/drawing/2014/main" id="{835D64AB-A77D-446F-A0C5-C39136787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050" y="2740025"/>
              <a:ext cx="1631950" cy="441325"/>
              <a:chOff x="4202113" y="5430838"/>
              <a:chExt cx="1631950" cy="441325"/>
            </a:xfrm>
          </p:grpSpPr>
          <p:sp>
            <p:nvSpPr>
              <p:cNvPr id="43039" name="Line 16">
                <a:extLst>
                  <a:ext uri="{FF2B5EF4-FFF2-40B4-BE49-F238E27FC236}">
                    <a16:creationId xmlns:a16="http://schemas.microsoft.com/office/drawing/2014/main" id="{8EDFC4E8-1F25-4595-8C9D-45EBF6C97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7963" y="5640388"/>
                <a:ext cx="295275" cy="158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0" name="Line 17">
                <a:extLst>
                  <a:ext uri="{FF2B5EF4-FFF2-40B4-BE49-F238E27FC236}">
                    <a16:creationId xmlns:a16="http://schemas.microsoft.com/office/drawing/2014/main" id="{36C08EF7-1A47-4B22-BC8D-8EB5DA938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6263" y="5640388"/>
                <a:ext cx="312737" cy="158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1" name="Freeform 18">
                <a:extLst>
                  <a:ext uri="{FF2B5EF4-FFF2-40B4-BE49-F238E27FC236}">
                    <a16:creationId xmlns:a16="http://schemas.microsoft.com/office/drawing/2014/main" id="{384A404E-49E8-40CA-BA22-80785CAEF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9000" y="5430838"/>
                <a:ext cx="442913" cy="441325"/>
              </a:xfrm>
              <a:custGeom>
                <a:avLst/>
                <a:gdLst>
                  <a:gd name="T0" fmla="*/ 2147483646 w 556"/>
                  <a:gd name="T1" fmla="*/ 2147483646 h 556"/>
                  <a:gd name="T2" fmla="*/ 0 w 556"/>
                  <a:gd name="T3" fmla="*/ 2147483646 h 556"/>
                  <a:gd name="T4" fmla="*/ 0 w 556"/>
                  <a:gd name="T5" fmla="*/ 0 h 556"/>
                  <a:gd name="T6" fmla="*/ 2147483646 w 556"/>
                  <a:gd name="T7" fmla="*/ 2147483646 h 5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6" h="556">
                    <a:moveTo>
                      <a:pt x="556" y="265"/>
                    </a:moveTo>
                    <a:lnTo>
                      <a:pt x="0" y="556"/>
                    </a:lnTo>
                    <a:lnTo>
                      <a:pt x="0" y="0"/>
                    </a:lnTo>
                    <a:lnTo>
                      <a:pt x="556" y="265"/>
                    </a:lnTo>
                    <a:close/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2" name="Freeform 19">
                <a:extLst>
                  <a:ext uri="{FF2B5EF4-FFF2-40B4-BE49-F238E27FC236}">
                    <a16:creationId xmlns:a16="http://schemas.microsoft.com/office/drawing/2014/main" id="{CDF49520-AE66-49A0-886F-583A3ED0B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963" y="5581650"/>
                <a:ext cx="117475" cy="119063"/>
              </a:xfrm>
              <a:custGeom>
                <a:avLst/>
                <a:gdLst>
                  <a:gd name="T0" fmla="*/ 2147483646 w 149"/>
                  <a:gd name="T1" fmla="*/ 0 h 150"/>
                  <a:gd name="T2" fmla="*/ 2147483646 w 149"/>
                  <a:gd name="T3" fmla="*/ 2147483646 h 150"/>
                  <a:gd name="T4" fmla="*/ 2147483646 w 149"/>
                  <a:gd name="T5" fmla="*/ 2147483646 h 150"/>
                  <a:gd name="T6" fmla="*/ 2147483646 w 149"/>
                  <a:gd name="T7" fmla="*/ 2147483646 h 150"/>
                  <a:gd name="T8" fmla="*/ 2147483646 w 149"/>
                  <a:gd name="T9" fmla="*/ 2147483646 h 150"/>
                  <a:gd name="T10" fmla="*/ 2147483646 w 149"/>
                  <a:gd name="T11" fmla="*/ 2147483646 h 150"/>
                  <a:gd name="T12" fmla="*/ 2147483646 w 149"/>
                  <a:gd name="T13" fmla="*/ 2147483646 h 150"/>
                  <a:gd name="T14" fmla="*/ 2147483646 w 149"/>
                  <a:gd name="T15" fmla="*/ 2147483646 h 150"/>
                  <a:gd name="T16" fmla="*/ 2147483646 w 149"/>
                  <a:gd name="T17" fmla="*/ 2147483646 h 150"/>
                  <a:gd name="T18" fmla="*/ 2147483646 w 149"/>
                  <a:gd name="T19" fmla="*/ 2147483646 h 150"/>
                  <a:gd name="T20" fmla="*/ 0 w 149"/>
                  <a:gd name="T21" fmla="*/ 2147483646 h 150"/>
                  <a:gd name="T22" fmla="*/ 0 w 149"/>
                  <a:gd name="T23" fmla="*/ 2147483646 h 150"/>
                  <a:gd name="T24" fmla="*/ 2147483646 w 149"/>
                  <a:gd name="T25" fmla="*/ 2147483646 h 150"/>
                  <a:gd name="T26" fmla="*/ 2147483646 w 149"/>
                  <a:gd name="T27" fmla="*/ 2147483646 h 150"/>
                  <a:gd name="T28" fmla="*/ 2147483646 w 149"/>
                  <a:gd name="T29" fmla="*/ 2147483646 h 150"/>
                  <a:gd name="T30" fmla="*/ 2147483646 w 149"/>
                  <a:gd name="T31" fmla="*/ 2147483646 h 150"/>
                  <a:gd name="T32" fmla="*/ 2147483646 w 149"/>
                  <a:gd name="T33" fmla="*/ 2147483646 h 150"/>
                  <a:gd name="T34" fmla="*/ 2147483646 w 149"/>
                  <a:gd name="T35" fmla="*/ 2147483646 h 150"/>
                  <a:gd name="T36" fmla="*/ 2147483646 w 149"/>
                  <a:gd name="T37" fmla="*/ 2147483646 h 150"/>
                  <a:gd name="T38" fmla="*/ 2147483646 w 149"/>
                  <a:gd name="T39" fmla="*/ 2147483646 h 150"/>
                  <a:gd name="T40" fmla="*/ 2147483646 w 149"/>
                  <a:gd name="T41" fmla="*/ 2147483646 h 150"/>
                  <a:gd name="T42" fmla="*/ 2147483646 w 149"/>
                  <a:gd name="T43" fmla="*/ 2147483646 h 150"/>
                  <a:gd name="T44" fmla="*/ 2147483646 w 149"/>
                  <a:gd name="T45" fmla="*/ 2147483646 h 150"/>
                  <a:gd name="T46" fmla="*/ 2147483646 w 149"/>
                  <a:gd name="T47" fmla="*/ 2147483646 h 150"/>
                  <a:gd name="T48" fmla="*/ 2147483646 w 149"/>
                  <a:gd name="T49" fmla="*/ 2147483646 h 150"/>
                  <a:gd name="T50" fmla="*/ 2147483646 w 149"/>
                  <a:gd name="T51" fmla="*/ 2147483646 h 150"/>
                  <a:gd name="T52" fmla="*/ 2147483646 w 149"/>
                  <a:gd name="T53" fmla="*/ 2147483646 h 150"/>
                  <a:gd name="T54" fmla="*/ 2147483646 w 149"/>
                  <a:gd name="T55" fmla="*/ 2147483646 h 150"/>
                  <a:gd name="T56" fmla="*/ 2147483646 w 149"/>
                  <a:gd name="T57" fmla="*/ 2147483646 h 150"/>
                  <a:gd name="T58" fmla="*/ 2147483646 w 149"/>
                  <a:gd name="T59" fmla="*/ 2147483646 h 150"/>
                  <a:gd name="T60" fmla="*/ 2147483646 w 149"/>
                  <a:gd name="T61" fmla="*/ 2147483646 h 150"/>
                  <a:gd name="T62" fmla="*/ 2147483646 w 149"/>
                  <a:gd name="T63" fmla="*/ 2147483646 h 150"/>
                  <a:gd name="T64" fmla="*/ 2147483646 w 149"/>
                  <a:gd name="T65" fmla="*/ 2147483646 h 150"/>
                  <a:gd name="T66" fmla="*/ 2147483646 w 149"/>
                  <a:gd name="T67" fmla="*/ 2147483646 h 150"/>
                  <a:gd name="T68" fmla="*/ 2147483646 w 149"/>
                  <a:gd name="T69" fmla="*/ 2147483646 h 150"/>
                  <a:gd name="T70" fmla="*/ 2147483646 w 149"/>
                  <a:gd name="T71" fmla="*/ 2147483646 h 150"/>
                  <a:gd name="T72" fmla="*/ 2147483646 w 149"/>
                  <a:gd name="T73" fmla="*/ 2147483646 h 150"/>
                  <a:gd name="T74" fmla="*/ 2147483646 w 149"/>
                  <a:gd name="T75" fmla="*/ 2147483646 h 150"/>
                  <a:gd name="T76" fmla="*/ 2147483646 w 149"/>
                  <a:gd name="T77" fmla="*/ 2147483646 h 150"/>
                  <a:gd name="T78" fmla="*/ 2147483646 w 149"/>
                  <a:gd name="T79" fmla="*/ 2147483646 h 150"/>
                  <a:gd name="T80" fmla="*/ 2147483646 w 149"/>
                  <a:gd name="T81" fmla="*/ 2147483646 h 150"/>
                  <a:gd name="T82" fmla="*/ 2147483646 w 149"/>
                  <a:gd name="T83" fmla="*/ 2147483646 h 150"/>
                  <a:gd name="T84" fmla="*/ 2147483646 w 149"/>
                  <a:gd name="T85" fmla="*/ 0 h 150"/>
                  <a:gd name="T86" fmla="*/ 2147483646 w 149"/>
                  <a:gd name="T87" fmla="*/ 0 h 15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150">
                    <a:moveTo>
                      <a:pt x="75" y="0"/>
                    </a:moveTo>
                    <a:lnTo>
                      <a:pt x="71" y="0"/>
                    </a:lnTo>
                    <a:lnTo>
                      <a:pt x="67" y="0"/>
                    </a:lnTo>
                    <a:lnTo>
                      <a:pt x="63" y="0"/>
                    </a:lnTo>
                    <a:lnTo>
                      <a:pt x="59" y="2"/>
                    </a:lnTo>
                    <a:lnTo>
                      <a:pt x="57" y="2"/>
                    </a:lnTo>
                    <a:lnTo>
                      <a:pt x="53" y="3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2" y="7"/>
                    </a:lnTo>
                    <a:lnTo>
                      <a:pt x="39" y="8"/>
                    </a:lnTo>
                    <a:lnTo>
                      <a:pt x="35" y="11"/>
                    </a:lnTo>
                    <a:lnTo>
                      <a:pt x="33" y="12"/>
                    </a:lnTo>
                    <a:lnTo>
                      <a:pt x="30" y="15"/>
                    </a:lnTo>
                    <a:lnTo>
                      <a:pt x="27" y="16"/>
                    </a:lnTo>
                    <a:lnTo>
                      <a:pt x="25" y="19"/>
                    </a:lnTo>
                    <a:lnTo>
                      <a:pt x="22" y="22"/>
                    </a:lnTo>
                    <a:lnTo>
                      <a:pt x="19" y="24"/>
                    </a:lnTo>
                    <a:lnTo>
                      <a:pt x="17" y="27"/>
                    </a:lnTo>
                    <a:lnTo>
                      <a:pt x="14" y="29"/>
                    </a:lnTo>
                    <a:lnTo>
                      <a:pt x="13" y="32"/>
                    </a:lnTo>
                    <a:lnTo>
                      <a:pt x="10" y="36"/>
                    </a:lnTo>
                    <a:lnTo>
                      <a:pt x="9" y="39"/>
                    </a:lnTo>
                    <a:lnTo>
                      <a:pt x="8" y="43"/>
                    </a:lnTo>
                    <a:lnTo>
                      <a:pt x="6" y="45"/>
                    </a:lnTo>
                    <a:lnTo>
                      <a:pt x="5" y="49"/>
                    </a:lnTo>
                    <a:lnTo>
                      <a:pt x="4" y="52"/>
                    </a:lnTo>
                    <a:lnTo>
                      <a:pt x="2" y="56"/>
                    </a:lnTo>
                    <a:lnTo>
                      <a:pt x="1" y="60"/>
                    </a:lnTo>
                    <a:lnTo>
                      <a:pt x="1" y="64"/>
                    </a:lnTo>
                    <a:lnTo>
                      <a:pt x="0" y="67"/>
                    </a:lnTo>
                    <a:lnTo>
                      <a:pt x="0" y="71"/>
                    </a:lnTo>
                    <a:lnTo>
                      <a:pt x="0" y="75"/>
                    </a:lnTo>
                    <a:lnTo>
                      <a:pt x="0" y="78"/>
                    </a:lnTo>
                    <a:lnTo>
                      <a:pt x="0" y="82"/>
                    </a:lnTo>
                    <a:lnTo>
                      <a:pt x="1" y="86"/>
                    </a:lnTo>
                    <a:lnTo>
                      <a:pt x="1" y="90"/>
                    </a:lnTo>
                    <a:lnTo>
                      <a:pt x="2" y="93"/>
                    </a:lnTo>
                    <a:lnTo>
                      <a:pt x="4" y="97"/>
                    </a:lnTo>
                    <a:lnTo>
                      <a:pt x="5" y="101"/>
                    </a:lnTo>
                    <a:lnTo>
                      <a:pt x="6" y="104"/>
                    </a:lnTo>
                    <a:lnTo>
                      <a:pt x="8" y="108"/>
                    </a:lnTo>
                    <a:lnTo>
                      <a:pt x="9" y="110"/>
                    </a:lnTo>
                    <a:lnTo>
                      <a:pt x="10" y="113"/>
                    </a:lnTo>
                    <a:lnTo>
                      <a:pt x="13" y="117"/>
                    </a:lnTo>
                    <a:lnTo>
                      <a:pt x="14" y="120"/>
                    </a:lnTo>
                    <a:lnTo>
                      <a:pt x="17" y="122"/>
                    </a:lnTo>
                    <a:lnTo>
                      <a:pt x="19" y="125"/>
                    </a:lnTo>
                    <a:lnTo>
                      <a:pt x="22" y="127"/>
                    </a:lnTo>
                    <a:lnTo>
                      <a:pt x="25" y="130"/>
                    </a:lnTo>
                    <a:lnTo>
                      <a:pt x="27" y="133"/>
                    </a:lnTo>
                    <a:lnTo>
                      <a:pt x="30" y="134"/>
                    </a:lnTo>
                    <a:lnTo>
                      <a:pt x="33" y="137"/>
                    </a:lnTo>
                    <a:lnTo>
                      <a:pt x="35" y="139"/>
                    </a:lnTo>
                    <a:lnTo>
                      <a:pt x="39" y="141"/>
                    </a:lnTo>
                    <a:lnTo>
                      <a:pt x="42" y="142"/>
                    </a:lnTo>
                    <a:lnTo>
                      <a:pt x="46" y="143"/>
                    </a:lnTo>
                    <a:lnTo>
                      <a:pt x="49" y="145"/>
                    </a:lnTo>
                    <a:lnTo>
                      <a:pt x="53" y="146"/>
                    </a:lnTo>
                    <a:lnTo>
                      <a:pt x="57" y="147"/>
                    </a:lnTo>
                    <a:lnTo>
                      <a:pt x="59" y="149"/>
                    </a:lnTo>
                    <a:lnTo>
                      <a:pt x="63" y="149"/>
                    </a:lnTo>
                    <a:lnTo>
                      <a:pt x="67" y="149"/>
                    </a:lnTo>
                    <a:lnTo>
                      <a:pt x="71" y="150"/>
                    </a:lnTo>
                    <a:lnTo>
                      <a:pt x="75" y="150"/>
                    </a:lnTo>
                    <a:lnTo>
                      <a:pt x="79" y="150"/>
                    </a:lnTo>
                    <a:lnTo>
                      <a:pt x="83" y="149"/>
                    </a:lnTo>
                    <a:lnTo>
                      <a:pt x="86" y="149"/>
                    </a:lnTo>
                    <a:lnTo>
                      <a:pt x="90" y="149"/>
                    </a:lnTo>
                    <a:lnTo>
                      <a:pt x="94" y="147"/>
                    </a:lnTo>
                    <a:lnTo>
                      <a:pt x="98" y="146"/>
                    </a:lnTo>
                    <a:lnTo>
                      <a:pt x="100" y="145"/>
                    </a:lnTo>
                    <a:lnTo>
                      <a:pt x="104" y="143"/>
                    </a:lnTo>
                    <a:lnTo>
                      <a:pt x="107" y="142"/>
                    </a:lnTo>
                    <a:lnTo>
                      <a:pt x="111" y="141"/>
                    </a:lnTo>
                    <a:lnTo>
                      <a:pt x="114" y="139"/>
                    </a:lnTo>
                    <a:lnTo>
                      <a:pt x="116" y="137"/>
                    </a:lnTo>
                    <a:lnTo>
                      <a:pt x="120" y="134"/>
                    </a:lnTo>
                    <a:lnTo>
                      <a:pt x="123" y="133"/>
                    </a:lnTo>
                    <a:lnTo>
                      <a:pt x="125" y="130"/>
                    </a:lnTo>
                    <a:lnTo>
                      <a:pt x="128" y="127"/>
                    </a:lnTo>
                    <a:lnTo>
                      <a:pt x="131" y="125"/>
                    </a:lnTo>
                    <a:lnTo>
                      <a:pt x="132" y="122"/>
                    </a:lnTo>
                    <a:lnTo>
                      <a:pt x="135" y="120"/>
                    </a:lnTo>
                    <a:lnTo>
                      <a:pt x="137" y="117"/>
                    </a:lnTo>
                    <a:lnTo>
                      <a:pt x="139" y="113"/>
                    </a:lnTo>
                    <a:lnTo>
                      <a:pt x="141" y="110"/>
                    </a:lnTo>
                    <a:lnTo>
                      <a:pt x="143" y="108"/>
                    </a:lnTo>
                    <a:lnTo>
                      <a:pt x="144" y="104"/>
                    </a:lnTo>
                    <a:lnTo>
                      <a:pt x="145" y="101"/>
                    </a:lnTo>
                    <a:lnTo>
                      <a:pt x="147" y="97"/>
                    </a:lnTo>
                    <a:lnTo>
                      <a:pt x="148" y="93"/>
                    </a:lnTo>
                    <a:lnTo>
                      <a:pt x="148" y="90"/>
                    </a:lnTo>
                    <a:lnTo>
                      <a:pt x="149" y="86"/>
                    </a:lnTo>
                    <a:lnTo>
                      <a:pt x="149" y="82"/>
                    </a:lnTo>
                    <a:lnTo>
                      <a:pt x="149" y="78"/>
                    </a:lnTo>
                    <a:lnTo>
                      <a:pt x="149" y="75"/>
                    </a:lnTo>
                    <a:lnTo>
                      <a:pt x="149" y="71"/>
                    </a:lnTo>
                    <a:lnTo>
                      <a:pt x="149" y="67"/>
                    </a:lnTo>
                    <a:lnTo>
                      <a:pt x="149" y="64"/>
                    </a:lnTo>
                    <a:lnTo>
                      <a:pt x="148" y="60"/>
                    </a:lnTo>
                    <a:lnTo>
                      <a:pt x="148" y="56"/>
                    </a:lnTo>
                    <a:lnTo>
                      <a:pt x="147" y="52"/>
                    </a:lnTo>
                    <a:lnTo>
                      <a:pt x="145" y="49"/>
                    </a:lnTo>
                    <a:lnTo>
                      <a:pt x="144" y="45"/>
                    </a:lnTo>
                    <a:lnTo>
                      <a:pt x="143" y="43"/>
                    </a:lnTo>
                    <a:lnTo>
                      <a:pt x="141" y="39"/>
                    </a:lnTo>
                    <a:lnTo>
                      <a:pt x="139" y="36"/>
                    </a:lnTo>
                    <a:lnTo>
                      <a:pt x="137" y="32"/>
                    </a:lnTo>
                    <a:lnTo>
                      <a:pt x="135" y="29"/>
                    </a:lnTo>
                    <a:lnTo>
                      <a:pt x="132" y="27"/>
                    </a:lnTo>
                    <a:lnTo>
                      <a:pt x="131" y="24"/>
                    </a:lnTo>
                    <a:lnTo>
                      <a:pt x="128" y="22"/>
                    </a:lnTo>
                    <a:lnTo>
                      <a:pt x="125" y="19"/>
                    </a:lnTo>
                    <a:lnTo>
                      <a:pt x="123" y="16"/>
                    </a:lnTo>
                    <a:lnTo>
                      <a:pt x="120" y="15"/>
                    </a:lnTo>
                    <a:lnTo>
                      <a:pt x="116" y="12"/>
                    </a:lnTo>
                    <a:lnTo>
                      <a:pt x="114" y="11"/>
                    </a:lnTo>
                    <a:lnTo>
                      <a:pt x="111" y="8"/>
                    </a:lnTo>
                    <a:lnTo>
                      <a:pt x="107" y="7"/>
                    </a:lnTo>
                    <a:lnTo>
                      <a:pt x="104" y="6"/>
                    </a:lnTo>
                    <a:lnTo>
                      <a:pt x="100" y="4"/>
                    </a:lnTo>
                    <a:lnTo>
                      <a:pt x="98" y="3"/>
                    </a:lnTo>
                    <a:lnTo>
                      <a:pt x="94" y="2"/>
                    </a:lnTo>
                    <a:lnTo>
                      <a:pt x="90" y="2"/>
                    </a:lnTo>
                    <a:lnTo>
                      <a:pt x="86" y="0"/>
                    </a:lnTo>
                    <a:lnTo>
                      <a:pt x="83" y="0"/>
                    </a:lnTo>
                    <a:lnTo>
                      <a:pt x="79" y="0"/>
                    </a:lnTo>
                    <a:lnTo>
                      <a:pt x="75" y="0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3" name="Rectangle 96">
                <a:extLst>
                  <a:ext uri="{FF2B5EF4-FFF2-40B4-BE49-F238E27FC236}">
                    <a16:creationId xmlns:a16="http://schemas.microsoft.com/office/drawing/2014/main" id="{55F3FEC7-B80F-47A3-A010-F31204436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113" y="5537200"/>
                <a:ext cx="131762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4" name="Line 97">
                <a:extLst>
                  <a:ext uri="{FF2B5EF4-FFF2-40B4-BE49-F238E27FC236}">
                    <a16:creationId xmlns:a16="http://schemas.microsoft.com/office/drawing/2014/main" id="{F555BC01-6175-467E-911F-9AEB0D1B1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08650" y="5578475"/>
                <a:ext cx="63500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5" name="Rectangle 98">
                <a:extLst>
                  <a:ext uri="{FF2B5EF4-FFF2-40B4-BE49-F238E27FC236}">
                    <a16:creationId xmlns:a16="http://schemas.microsoft.com/office/drawing/2014/main" id="{DE8878EE-0152-4BBB-A7CF-0C0607BE8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2300" y="5554663"/>
                <a:ext cx="131763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016" name="Rectangle 94">
              <a:extLst>
                <a:ext uri="{FF2B5EF4-FFF2-40B4-BE49-F238E27FC236}">
                  <a16:creationId xmlns:a16="http://schemas.microsoft.com/office/drawing/2014/main" id="{0F1FFD6D-135D-4618-9F39-50BC37B89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1" y="3459888"/>
              <a:ext cx="11080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NOT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8" name="Rectangle 94">
            <a:extLst>
              <a:ext uri="{FF2B5EF4-FFF2-40B4-BE49-F238E27FC236}">
                <a16:creationId xmlns:a16="http://schemas.microsoft.com/office/drawing/2014/main" id="{F96BFAE4-DA42-4BB5-847A-3013B0804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827518"/>
            <a:ext cx="14112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Verilog code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9809CB-85B9-46B3-BDB3-A870513F1537}"/>
                  </a:ext>
                </a:extLst>
              </p14:cNvPr>
              <p14:cNvContentPartPr/>
              <p14:nvPr/>
            </p14:nvContentPartPr>
            <p14:xfrm>
              <a:off x="4660200" y="1265040"/>
              <a:ext cx="3970440" cy="4341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9809CB-85B9-46B3-BDB3-A870513F15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0840" y="1255680"/>
                <a:ext cx="3989160" cy="43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6675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509897-955D-4BFF-8393-E6EEF1BD34FD}"/>
              </a:ext>
            </a:extLst>
          </p:cNvPr>
          <p:cNvGrpSpPr/>
          <p:nvPr/>
        </p:nvGrpSpPr>
        <p:grpSpPr>
          <a:xfrm>
            <a:off x="3394483" y="2973217"/>
            <a:ext cx="2200275" cy="1102621"/>
            <a:chOff x="3438525" y="2663825"/>
            <a:chExt cx="2200275" cy="1102621"/>
          </a:xfrm>
        </p:grpSpPr>
        <p:sp>
          <p:nvSpPr>
            <p:cNvPr id="43010" name="Rectangle 94">
              <a:extLst>
                <a:ext uri="{FF2B5EF4-FFF2-40B4-BE49-F238E27FC236}">
                  <a16:creationId xmlns:a16="http://schemas.microsoft.com/office/drawing/2014/main" id="{32F83B30-9747-4BAE-B5A3-3B33044B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318" y="3458471"/>
              <a:ext cx="11160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AND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3012" name="Group 1">
              <a:extLst>
                <a:ext uri="{FF2B5EF4-FFF2-40B4-BE49-F238E27FC236}">
                  <a16:creationId xmlns:a16="http://schemas.microsoft.com/office/drawing/2014/main" id="{E5A6555E-28EF-40CF-A773-CBE4818C9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8525" y="2663825"/>
              <a:ext cx="2200275" cy="625475"/>
              <a:chOff x="1916113" y="752475"/>
              <a:chExt cx="2200275" cy="625475"/>
            </a:xfrm>
          </p:grpSpPr>
          <p:sp>
            <p:nvSpPr>
              <p:cNvPr id="43018" name="Freeform 10">
                <a:extLst>
                  <a:ext uri="{FF2B5EF4-FFF2-40B4-BE49-F238E27FC236}">
                    <a16:creationId xmlns:a16="http://schemas.microsoft.com/office/drawing/2014/main" id="{F46429F0-CCC2-48BD-A530-B2C071138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688" y="993775"/>
                <a:ext cx="168275" cy="1588"/>
              </a:xfrm>
              <a:custGeom>
                <a:avLst/>
                <a:gdLst>
                  <a:gd name="T0" fmla="*/ 2147483646 w 212"/>
                  <a:gd name="T1" fmla="*/ 0 h 1588"/>
                  <a:gd name="T2" fmla="*/ 0 w 212"/>
                  <a:gd name="T3" fmla="*/ 0 h 1588"/>
                  <a:gd name="T4" fmla="*/ 2147483646 w 212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2" h="1588">
                    <a:moveTo>
                      <a:pt x="212" y="0"/>
                    </a:moveTo>
                    <a:lnTo>
                      <a:pt x="0" y="0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Line 11">
                <a:extLst>
                  <a:ext uri="{FF2B5EF4-FFF2-40B4-BE49-F238E27FC236}">
                    <a16:creationId xmlns:a16="http://schemas.microsoft.com/office/drawing/2014/main" id="{69959A68-260E-4B85-856F-27BA227E8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7688" y="993775"/>
                <a:ext cx="168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Freeform 12">
                <a:extLst>
                  <a:ext uri="{FF2B5EF4-FFF2-40B4-BE49-F238E27FC236}">
                    <a16:creationId xmlns:a16="http://schemas.microsoft.com/office/drawing/2014/main" id="{BDD05C33-C67B-473A-8188-F90867FA3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038" y="1162050"/>
                <a:ext cx="295275" cy="1588"/>
              </a:xfrm>
              <a:custGeom>
                <a:avLst/>
                <a:gdLst>
                  <a:gd name="T0" fmla="*/ 2147483646 w 371"/>
                  <a:gd name="T1" fmla="*/ 0 h 1588"/>
                  <a:gd name="T2" fmla="*/ 0 w 371"/>
                  <a:gd name="T3" fmla="*/ 0 h 1588"/>
                  <a:gd name="T4" fmla="*/ 2147483646 w 371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588">
                    <a:moveTo>
                      <a:pt x="371" y="0"/>
                    </a:moveTo>
                    <a:lnTo>
                      <a:pt x="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Line 13">
                <a:extLst>
                  <a:ext uri="{FF2B5EF4-FFF2-40B4-BE49-F238E27FC236}">
                    <a16:creationId xmlns:a16="http://schemas.microsoft.com/office/drawing/2014/main" id="{ACD08C6F-8D16-41A7-9792-E8A9D8976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5038" y="1162050"/>
                <a:ext cx="295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Freeform 14">
                <a:extLst>
                  <a:ext uri="{FF2B5EF4-FFF2-40B4-BE49-F238E27FC236}">
                    <a16:creationId xmlns:a16="http://schemas.microsoft.com/office/drawing/2014/main" id="{CA4EE03D-CEA1-42E6-9752-980FCAAB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038" y="847725"/>
                <a:ext cx="295275" cy="1588"/>
              </a:xfrm>
              <a:custGeom>
                <a:avLst/>
                <a:gdLst>
                  <a:gd name="T0" fmla="*/ 2147483646 w 371"/>
                  <a:gd name="T1" fmla="*/ 0 h 1588"/>
                  <a:gd name="T2" fmla="*/ 0 w 371"/>
                  <a:gd name="T3" fmla="*/ 0 h 1588"/>
                  <a:gd name="T4" fmla="*/ 2147483646 w 371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1" h="1588">
                    <a:moveTo>
                      <a:pt x="371" y="0"/>
                    </a:moveTo>
                    <a:lnTo>
                      <a:pt x="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Line 15">
                <a:extLst>
                  <a:ext uri="{FF2B5EF4-FFF2-40B4-BE49-F238E27FC236}">
                    <a16:creationId xmlns:a16="http://schemas.microsoft.com/office/drawing/2014/main" id="{9C1C69FD-35AC-4898-A2B1-C2B8EACDE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5038" y="847725"/>
                <a:ext cx="295275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73">
                <a:extLst>
                  <a:ext uri="{FF2B5EF4-FFF2-40B4-BE49-F238E27FC236}">
                    <a16:creationId xmlns:a16="http://schemas.microsoft.com/office/drawing/2014/main" id="{ABA110AA-F5AB-4EF7-B61C-133C6652F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6113" y="75247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74">
                <a:extLst>
                  <a:ext uri="{FF2B5EF4-FFF2-40B4-BE49-F238E27FC236}">
                    <a16:creationId xmlns:a16="http://schemas.microsoft.com/office/drawing/2014/main" id="{17421E0C-B2EC-4C08-9342-F94E59326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188" y="852488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75">
                <a:extLst>
                  <a:ext uri="{FF2B5EF4-FFF2-40B4-BE49-F238E27FC236}">
                    <a16:creationId xmlns:a16="http://schemas.microsoft.com/office/drawing/2014/main" id="{13275311-54CF-4689-81FF-3E0C5F21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6113" y="1036638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76">
                <a:extLst>
                  <a:ext uri="{FF2B5EF4-FFF2-40B4-BE49-F238E27FC236}">
                    <a16:creationId xmlns:a16="http://schemas.microsoft.com/office/drawing/2014/main" id="{A8159456-CE9E-493A-8ADB-7ADF9884C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8188" y="1136650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8" name="Rectangle 77">
                <a:extLst>
                  <a:ext uri="{FF2B5EF4-FFF2-40B4-BE49-F238E27FC236}">
                    <a16:creationId xmlns:a16="http://schemas.microsoft.com/office/drawing/2014/main" id="{11123AE1-E0E6-4C98-A02D-84035183B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7263" y="88582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9" name="Rectangle 78">
                <a:extLst>
                  <a:ext uri="{FF2B5EF4-FFF2-40B4-BE49-F238E27FC236}">
                    <a16:creationId xmlns:a16="http://schemas.microsoft.com/office/drawing/2014/main" id="{F0F90B05-B547-4481-B695-E9CFDB0D9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7750" y="985838"/>
                <a:ext cx="204788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0" name="Rectangle 79">
                <a:extLst>
                  <a:ext uri="{FF2B5EF4-FFF2-40B4-BE49-F238E27FC236}">
                    <a16:creationId xmlns:a16="http://schemas.microsoft.com/office/drawing/2014/main" id="{5C76187F-25B6-4FAA-B2CD-51A53D113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1113" y="88582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1" name="Rectangle 80">
                <a:extLst>
                  <a:ext uri="{FF2B5EF4-FFF2-40B4-BE49-F238E27FC236}">
                    <a16:creationId xmlns:a16="http://schemas.microsoft.com/office/drawing/2014/main" id="{B1F82C69-1068-4D75-99A9-B88B3B001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1600" y="985838"/>
                <a:ext cx="204788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32" name="Rectangle 83">
                <a:extLst>
                  <a:ext uri="{FF2B5EF4-FFF2-40B4-BE49-F238E27FC236}">
                    <a16:creationId xmlns:a16="http://schemas.microsoft.com/office/drawing/2014/main" id="{601B807A-FB06-4AB7-8E56-4F95DB3C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844" y="874713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MS PGothic" panose="020B0600070205080204" pitchFamily="34" charset="-128"/>
                    <a:cs typeface="+mn-cs"/>
                  </a:rPr>
                  <a:t>.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grpSp>
            <p:nvGrpSpPr>
              <p:cNvPr id="43033" name="Group 110">
                <a:extLst>
                  <a:ext uri="{FF2B5EF4-FFF2-40B4-BE49-F238E27FC236}">
                    <a16:creationId xmlns:a16="http://schemas.microsoft.com/office/drawing/2014/main" id="{097F015C-D91F-4FCC-B982-378A267D5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00313" y="754063"/>
                <a:ext cx="577850" cy="482600"/>
                <a:chOff x="3435" y="821"/>
                <a:chExt cx="421" cy="354"/>
              </a:xfrm>
            </p:grpSpPr>
            <p:sp>
              <p:nvSpPr>
                <p:cNvPr id="43034" name="Line 111">
                  <a:extLst>
                    <a:ext uri="{FF2B5EF4-FFF2-40B4-BE49-F238E27FC236}">
                      <a16:creationId xmlns:a16="http://schemas.microsoft.com/office/drawing/2014/main" id="{16E6CCDE-E7B2-459A-8F1C-741EE772B5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35" y="821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5" name="Line 112">
                  <a:extLst>
                    <a:ext uri="{FF2B5EF4-FFF2-40B4-BE49-F238E27FC236}">
                      <a16:creationId xmlns:a16="http://schemas.microsoft.com/office/drawing/2014/main" id="{BB3188C1-EBAA-4123-9585-080781C677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6" y="823"/>
                  <a:ext cx="0" cy="352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6" name="Arc 113">
                  <a:extLst>
                    <a:ext uri="{FF2B5EF4-FFF2-40B4-BE49-F238E27FC236}">
                      <a16:creationId xmlns:a16="http://schemas.microsoft.com/office/drawing/2014/main" id="{B07D1F45-5632-4D7B-86DB-BAC4E23CD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9" y="821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7" name="Arc 114">
                  <a:extLst>
                    <a:ext uri="{FF2B5EF4-FFF2-40B4-BE49-F238E27FC236}">
                      <a16:creationId xmlns:a16="http://schemas.microsoft.com/office/drawing/2014/main" id="{7FD27544-3A8B-448D-9B31-6E2044B488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79" y="997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38" name="Line 115">
                  <a:extLst>
                    <a:ext uri="{FF2B5EF4-FFF2-40B4-BE49-F238E27FC236}">
                      <a16:creationId xmlns:a16="http://schemas.microsoft.com/office/drawing/2014/main" id="{3BF1B9F7-2E66-4A49-940C-48C644C9E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5" y="1173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125" name="Rectangle 2">
            <a:extLst>
              <a:ext uri="{FF2B5EF4-FFF2-40B4-BE49-F238E27FC236}">
                <a16:creationId xmlns:a16="http://schemas.microsoft.com/office/drawing/2014/main" id="{CCA7BCEA-DF9A-3349-9532-81D7FA2F2A15}"/>
              </a:ext>
            </a:extLst>
          </p:cNvPr>
          <p:cNvSpPr txBox="1">
            <a:spLocks noChangeArrowheads="1"/>
          </p:cNvSpPr>
          <p:nvPr/>
        </p:nvSpPr>
        <p:spPr>
          <a:xfrm>
            <a:off x="-77379" y="1905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</a:rPr>
              <a:t>How to specify a logic gates in Verilog?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428A0B-1F52-418C-B5AD-0D16B3A77B9D}"/>
              </a:ext>
            </a:extLst>
          </p:cNvPr>
          <p:cNvGrpSpPr/>
          <p:nvPr/>
        </p:nvGrpSpPr>
        <p:grpSpPr>
          <a:xfrm>
            <a:off x="3278958" y="4966971"/>
            <a:ext cx="2257425" cy="1048611"/>
            <a:chOff x="6657975" y="2663825"/>
            <a:chExt cx="2257425" cy="1048611"/>
          </a:xfrm>
        </p:grpSpPr>
        <p:grpSp>
          <p:nvGrpSpPr>
            <p:cNvPr id="43009" name="Group 3">
              <a:extLst>
                <a:ext uri="{FF2B5EF4-FFF2-40B4-BE49-F238E27FC236}">
                  <a16:creationId xmlns:a16="http://schemas.microsoft.com/office/drawing/2014/main" id="{F043F5D7-F1D2-4F87-BE95-27557B3B3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7975" y="2663825"/>
              <a:ext cx="2257425" cy="623888"/>
              <a:chOff x="1919288" y="3403600"/>
              <a:chExt cx="2257425" cy="623888"/>
            </a:xfrm>
          </p:grpSpPr>
          <p:sp>
            <p:nvSpPr>
              <p:cNvPr id="43046" name="Line 3">
                <a:extLst>
                  <a:ext uri="{FF2B5EF4-FFF2-40B4-BE49-F238E27FC236}">
                    <a16:creationId xmlns:a16="http://schemas.microsoft.com/office/drawing/2014/main" id="{F50C7109-CB3B-4E30-8DC9-1CDA5E22A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5038" y="3538538"/>
                <a:ext cx="314325" cy="1587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7" name="Line 4">
                <a:extLst>
                  <a:ext uri="{FF2B5EF4-FFF2-40B4-BE49-F238E27FC236}">
                    <a16:creationId xmlns:a16="http://schemas.microsoft.com/office/drawing/2014/main" id="{920413A2-29F2-4294-86D1-36706B233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5038" y="3811588"/>
                <a:ext cx="314325" cy="1587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8" name="Line 5">
                <a:extLst>
                  <a:ext uri="{FF2B5EF4-FFF2-40B4-BE49-F238E27FC236}">
                    <a16:creationId xmlns:a16="http://schemas.microsoft.com/office/drawing/2014/main" id="{DDA919FD-CD1A-4D90-A91C-5288AEC45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9913" y="3686175"/>
                <a:ext cx="146050" cy="1588"/>
              </a:xfrm>
              <a:prstGeom prst="line">
                <a:avLst/>
              </a:prstGeom>
              <a:noFill/>
              <a:ln w="2070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9" name="Freeform 6">
                <a:extLst>
                  <a:ext uri="{FF2B5EF4-FFF2-40B4-BE49-F238E27FC236}">
                    <a16:creationId xmlns:a16="http://schemas.microsoft.com/office/drawing/2014/main" id="{D71C9154-A362-4EF2-BC6D-FA4C54C83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613" y="3435350"/>
                <a:ext cx="628650" cy="249238"/>
              </a:xfrm>
              <a:custGeom>
                <a:avLst/>
                <a:gdLst>
                  <a:gd name="T0" fmla="*/ 2147483646 w 791"/>
                  <a:gd name="T1" fmla="*/ 0 h 316"/>
                  <a:gd name="T2" fmla="*/ 2147483646 w 791"/>
                  <a:gd name="T3" fmla="*/ 2147483646 h 316"/>
                  <a:gd name="T4" fmla="*/ 2147483646 w 791"/>
                  <a:gd name="T5" fmla="*/ 2147483646 h 316"/>
                  <a:gd name="T6" fmla="*/ 2147483646 w 791"/>
                  <a:gd name="T7" fmla="*/ 2147483646 h 316"/>
                  <a:gd name="T8" fmla="*/ 2147483646 w 791"/>
                  <a:gd name="T9" fmla="*/ 2147483646 h 316"/>
                  <a:gd name="T10" fmla="*/ 2147483646 w 791"/>
                  <a:gd name="T11" fmla="*/ 2147483646 h 316"/>
                  <a:gd name="T12" fmla="*/ 2147483646 w 791"/>
                  <a:gd name="T13" fmla="*/ 2147483646 h 316"/>
                  <a:gd name="T14" fmla="*/ 2147483646 w 791"/>
                  <a:gd name="T15" fmla="*/ 2147483646 h 316"/>
                  <a:gd name="T16" fmla="*/ 2147483646 w 791"/>
                  <a:gd name="T17" fmla="*/ 2147483646 h 316"/>
                  <a:gd name="T18" fmla="*/ 2147483646 w 791"/>
                  <a:gd name="T19" fmla="*/ 2147483646 h 316"/>
                  <a:gd name="T20" fmla="*/ 2147483646 w 791"/>
                  <a:gd name="T21" fmla="*/ 2147483646 h 316"/>
                  <a:gd name="T22" fmla="*/ 2147483646 w 791"/>
                  <a:gd name="T23" fmla="*/ 2147483646 h 316"/>
                  <a:gd name="T24" fmla="*/ 2147483646 w 791"/>
                  <a:gd name="T25" fmla="*/ 2147483646 h 316"/>
                  <a:gd name="T26" fmla="*/ 2147483646 w 791"/>
                  <a:gd name="T27" fmla="*/ 2147483646 h 316"/>
                  <a:gd name="T28" fmla="*/ 2147483646 w 791"/>
                  <a:gd name="T29" fmla="*/ 2147483646 h 316"/>
                  <a:gd name="T30" fmla="*/ 2147483646 w 791"/>
                  <a:gd name="T31" fmla="*/ 2147483646 h 316"/>
                  <a:gd name="T32" fmla="*/ 2147483646 w 791"/>
                  <a:gd name="T33" fmla="*/ 2147483646 h 316"/>
                  <a:gd name="T34" fmla="*/ 2147483646 w 791"/>
                  <a:gd name="T35" fmla="*/ 2147483646 h 316"/>
                  <a:gd name="T36" fmla="*/ 2147483646 w 791"/>
                  <a:gd name="T37" fmla="*/ 2147483646 h 316"/>
                  <a:gd name="T38" fmla="*/ 2147483646 w 791"/>
                  <a:gd name="T39" fmla="*/ 2147483646 h 316"/>
                  <a:gd name="T40" fmla="*/ 2147483646 w 791"/>
                  <a:gd name="T41" fmla="*/ 2147483646 h 316"/>
                  <a:gd name="T42" fmla="*/ 2147483646 w 791"/>
                  <a:gd name="T43" fmla="*/ 2147483646 h 316"/>
                  <a:gd name="T44" fmla="*/ 2147483646 w 791"/>
                  <a:gd name="T45" fmla="*/ 2147483646 h 316"/>
                  <a:gd name="T46" fmla="*/ 2147483646 w 791"/>
                  <a:gd name="T47" fmla="*/ 2147483646 h 316"/>
                  <a:gd name="T48" fmla="*/ 2147483646 w 791"/>
                  <a:gd name="T49" fmla="*/ 2147483646 h 316"/>
                  <a:gd name="T50" fmla="*/ 2147483646 w 791"/>
                  <a:gd name="T51" fmla="*/ 2147483646 h 316"/>
                  <a:gd name="T52" fmla="*/ 2147483646 w 791"/>
                  <a:gd name="T53" fmla="*/ 2147483646 h 316"/>
                  <a:gd name="T54" fmla="*/ 2147483646 w 791"/>
                  <a:gd name="T55" fmla="*/ 2147483646 h 316"/>
                  <a:gd name="T56" fmla="*/ 2147483646 w 791"/>
                  <a:gd name="T57" fmla="*/ 2147483646 h 316"/>
                  <a:gd name="T58" fmla="*/ 2147483646 w 791"/>
                  <a:gd name="T59" fmla="*/ 2147483646 h 316"/>
                  <a:gd name="T60" fmla="*/ 2147483646 w 791"/>
                  <a:gd name="T61" fmla="*/ 2147483646 h 316"/>
                  <a:gd name="T62" fmla="*/ 2147483646 w 791"/>
                  <a:gd name="T63" fmla="*/ 2147483646 h 316"/>
                  <a:gd name="T64" fmla="*/ 2147483646 w 791"/>
                  <a:gd name="T65" fmla="*/ 2147483646 h 316"/>
                  <a:gd name="T66" fmla="*/ 2147483646 w 791"/>
                  <a:gd name="T67" fmla="*/ 2147483646 h 316"/>
                  <a:gd name="T68" fmla="*/ 2147483646 w 791"/>
                  <a:gd name="T69" fmla="*/ 2147483646 h 316"/>
                  <a:gd name="T70" fmla="*/ 2147483646 w 791"/>
                  <a:gd name="T71" fmla="*/ 2147483646 h 316"/>
                  <a:gd name="T72" fmla="*/ 2147483646 w 791"/>
                  <a:gd name="T73" fmla="*/ 2147483646 h 316"/>
                  <a:gd name="T74" fmla="*/ 2147483646 w 791"/>
                  <a:gd name="T75" fmla="*/ 2147483646 h 316"/>
                  <a:gd name="T76" fmla="*/ 2147483646 w 791"/>
                  <a:gd name="T77" fmla="*/ 2147483646 h 316"/>
                  <a:gd name="T78" fmla="*/ 2147483646 w 791"/>
                  <a:gd name="T79" fmla="*/ 2147483646 h 316"/>
                  <a:gd name="T80" fmla="*/ 2147483646 w 791"/>
                  <a:gd name="T81" fmla="*/ 2147483646 h 316"/>
                  <a:gd name="T82" fmla="*/ 2147483646 w 791"/>
                  <a:gd name="T83" fmla="*/ 2147483646 h 316"/>
                  <a:gd name="T84" fmla="*/ 2147483646 w 791"/>
                  <a:gd name="T85" fmla="*/ 2147483646 h 316"/>
                  <a:gd name="T86" fmla="*/ 2147483646 w 791"/>
                  <a:gd name="T87" fmla="*/ 2147483646 h 316"/>
                  <a:gd name="T88" fmla="*/ 2147483646 w 791"/>
                  <a:gd name="T89" fmla="*/ 2147483646 h 316"/>
                  <a:gd name="T90" fmla="*/ 2147483646 w 791"/>
                  <a:gd name="T91" fmla="*/ 2147483646 h 316"/>
                  <a:gd name="T92" fmla="*/ 2147483646 w 791"/>
                  <a:gd name="T93" fmla="*/ 2147483646 h 316"/>
                  <a:gd name="T94" fmla="*/ 2147483646 w 791"/>
                  <a:gd name="T95" fmla="*/ 2147483646 h 316"/>
                  <a:gd name="T96" fmla="*/ 2147483646 w 791"/>
                  <a:gd name="T97" fmla="*/ 2147483646 h 316"/>
                  <a:gd name="T98" fmla="*/ 2147483646 w 791"/>
                  <a:gd name="T99" fmla="*/ 2147483646 h 316"/>
                  <a:gd name="T100" fmla="*/ 2147483646 w 791"/>
                  <a:gd name="T101" fmla="*/ 2147483646 h 316"/>
                  <a:gd name="T102" fmla="*/ 2147483646 w 791"/>
                  <a:gd name="T103" fmla="*/ 2147483646 h 316"/>
                  <a:gd name="T104" fmla="*/ 2147483646 w 791"/>
                  <a:gd name="T105" fmla="*/ 2147483646 h 316"/>
                  <a:gd name="T106" fmla="*/ 2147483646 w 791"/>
                  <a:gd name="T107" fmla="*/ 2147483646 h 316"/>
                  <a:gd name="T108" fmla="*/ 2147483646 w 791"/>
                  <a:gd name="T109" fmla="*/ 2147483646 h 316"/>
                  <a:gd name="T110" fmla="*/ 2147483646 w 791"/>
                  <a:gd name="T111" fmla="*/ 2147483646 h 316"/>
                  <a:gd name="T112" fmla="*/ 2147483646 w 791"/>
                  <a:gd name="T113" fmla="*/ 2147483646 h 316"/>
                  <a:gd name="T114" fmla="*/ 2147483646 w 791"/>
                  <a:gd name="T115" fmla="*/ 2147483646 h 316"/>
                  <a:gd name="T116" fmla="*/ 2147483646 w 791"/>
                  <a:gd name="T117" fmla="*/ 2147483646 h 316"/>
                  <a:gd name="T118" fmla="*/ 2147483646 w 791"/>
                  <a:gd name="T119" fmla="*/ 2147483646 h 316"/>
                  <a:gd name="T120" fmla="*/ 2147483646 w 791"/>
                  <a:gd name="T121" fmla="*/ 2147483646 h 31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91" h="316">
                    <a:moveTo>
                      <a:pt x="0" y="0"/>
                    </a:moveTo>
                    <a:lnTo>
                      <a:pt x="31" y="0"/>
                    </a:lnTo>
                    <a:lnTo>
                      <a:pt x="59" y="0"/>
                    </a:lnTo>
                    <a:lnTo>
                      <a:pt x="85" y="0"/>
                    </a:lnTo>
                    <a:lnTo>
                      <a:pt x="110" y="0"/>
                    </a:lnTo>
                    <a:lnTo>
                      <a:pt x="133" y="0"/>
                    </a:lnTo>
                    <a:lnTo>
                      <a:pt x="154" y="0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210" y="0"/>
                    </a:lnTo>
                    <a:lnTo>
                      <a:pt x="225" y="0"/>
                    </a:lnTo>
                    <a:lnTo>
                      <a:pt x="240" y="0"/>
                    </a:lnTo>
                    <a:lnTo>
                      <a:pt x="253" y="0"/>
                    </a:lnTo>
                    <a:lnTo>
                      <a:pt x="265" y="2"/>
                    </a:lnTo>
                    <a:lnTo>
                      <a:pt x="276" y="2"/>
                    </a:lnTo>
                    <a:lnTo>
                      <a:pt x="285" y="2"/>
                    </a:lnTo>
                    <a:lnTo>
                      <a:pt x="294" y="2"/>
                    </a:lnTo>
                    <a:lnTo>
                      <a:pt x="302" y="2"/>
                    </a:lnTo>
                    <a:lnTo>
                      <a:pt x="309" y="2"/>
                    </a:lnTo>
                    <a:lnTo>
                      <a:pt x="316" y="2"/>
                    </a:lnTo>
                    <a:lnTo>
                      <a:pt x="321" y="2"/>
                    </a:lnTo>
                    <a:lnTo>
                      <a:pt x="326" y="2"/>
                    </a:lnTo>
                    <a:lnTo>
                      <a:pt x="330" y="2"/>
                    </a:lnTo>
                    <a:lnTo>
                      <a:pt x="334" y="2"/>
                    </a:lnTo>
                    <a:lnTo>
                      <a:pt x="338" y="2"/>
                    </a:lnTo>
                    <a:lnTo>
                      <a:pt x="341" y="2"/>
                    </a:lnTo>
                    <a:lnTo>
                      <a:pt x="343" y="2"/>
                    </a:lnTo>
                    <a:lnTo>
                      <a:pt x="346" y="2"/>
                    </a:lnTo>
                    <a:lnTo>
                      <a:pt x="349" y="2"/>
                    </a:lnTo>
                    <a:lnTo>
                      <a:pt x="350" y="2"/>
                    </a:lnTo>
                    <a:lnTo>
                      <a:pt x="353" y="2"/>
                    </a:lnTo>
                    <a:lnTo>
                      <a:pt x="354" y="3"/>
                    </a:lnTo>
                    <a:lnTo>
                      <a:pt x="357" y="3"/>
                    </a:lnTo>
                    <a:lnTo>
                      <a:pt x="359" y="3"/>
                    </a:lnTo>
                    <a:lnTo>
                      <a:pt x="361" y="3"/>
                    </a:lnTo>
                    <a:lnTo>
                      <a:pt x="363" y="3"/>
                    </a:lnTo>
                    <a:lnTo>
                      <a:pt x="365" y="3"/>
                    </a:lnTo>
                    <a:lnTo>
                      <a:pt x="366" y="3"/>
                    </a:lnTo>
                    <a:lnTo>
                      <a:pt x="369" y="3"/>
                    </a:lnTo>
                    <a:lnTo>
                      <a:pt x="370" y="3"/>
                    </a:lnTo>
                    <a:lnTo>
                      <a:pt x="371" y="3"/>
                    </a:lnTo>
                    <a:lnTo>
                      <a:pt x="372" y="3"/>
                    </a:lnTo>
                    <a:lnTo>
                      <a:pt x="374" y="4"/>
                    </a:lnTo>
                    <a:lnTo>
                      <a:pt x="375" y="4"/>
                    </a:lnTo>
                    <a:lnTo>
                      <a:pt x="376" y="4"/>
                    </a:lnTo>
                    <a:lnTo>
                      <a:pt x="378" y="4"/>
                    </a:lnTo>
                    <a:lnTo>
                      <a:pt x="379" y="4"/>
                    </a:lnTo>
                    <a:lnTo>
                      <a:pt x="380" y="4"/>
                    </a:lnTo>
                    <a:lnTo>
                      <a:pt x="382" y="4"/>
                    </a:lnTo>
                    <a:lnTo>
                      <a:pt x="383" y="4"/>
                    </a:lnTo>
                    <a:lnTo>
                      <a:pt x="384" y="4"/>
                    </a:lnTo>
                    <a:lnTo>
                      <a:pt x="386" y="4"/>
                    </a:lnTo>
                    <a:lnTo>
                      <a:pt x="386" y="6"/>
                    </a:lnTo>
                    <a:lnTo>
                      <a:pt x="387" y="6"/>
                    </a:lnTo>
                    <a:lnTo>
                      <a:pt x="388" y="6"/>
                    </a:lnTo>
                    <a:lnTo>
                      <a:pt x="390" y="6"/>
                    </a:lnTo>
                    <a:lnTo>
                      <a:pt x="391" y="6"/>
                    </a:lnTo>
                    <a:lnTo>
                      <a:pt x="394" y="6"/>
                    </a:lnTo>
                    <a:lnTo>
                      <a:pt x="395" y="6"/>
                    </a:lnTo>
                    <a:lnTo>
                      <a:pt x="396" y="7"/>
                    </a:lnTo>
                    <a:lnTo>
                      <a:pt x="398" y="7"/>
                    </a:lnTo>
                    <a:lnTo>
                      <a:pt x="400" y="7"/>
                    </a:lnTo>
                    <a:lnTo>
                      <a:pt x="402" y="7"/>
                    </a:lnTo>
                    <a:lnTo>
                      <a:pt x="404" y="7"/>
                    </a:lnTo>
                    <a:lnTo>
                      <a:pt x="406" y="8"/>
                    </a:lnTo>
                    <a:lnTo>
                      <a:pt x="408" y="8"/>
                    </a:lnTo>
                    <a:lnTo>
                      <a:pt x="410" y="8"/>
                    </a:lnTo>
                    <a:lnTo>
                      <a:pt x="412" y="8"/>
                    </a:lnTo>
                    <a:lnTo>
                      <a:pt x="414" y="8"/>
                    </a:lnTo>
                    <a:lnTo>
                      <a:pt x="415" y="10"/>
                    </a:lnTo>
                    <a:lnTo>
                      <a:pt x="416" y="10"/>
                    </a:lnTo>
                    <a:lnTo>
                      <a:pt x="418" y="10"/>
                    </a:lnTo>
                    <a:lnTo>
                      <a:pt x="419" y="10"/>
                    </a:lnTo>
                    <a:lnTo>
                      <a:pt x="420" y="10"/>
                    </a:lnTo>
                    <a:lnTo>
                      <a:pt x="421" y="10"/>
                    </a:lnTo>
                    <a:lnTo>
                      <a:pt x="423" y="11"/>
                    </a:lnTo>
                    <a:lnTo>
                      <a:pt x="424" y="11"/>
                    </a:lnTo>
                    <a:lnTo>
                      <a:pt x="425" y="11"/>
                    </a:lnTo>
                    <a:lnTo>
                      <a:pt x="427" y="11"/>
                    </a:lnTo>
                    <a:lnTo>
                      <a:pt x="428" y="11"/>
                    </a:lnTo>
                    <a:lnTo>
                      <a:pt x="428" y="12"/>
                    </a:lnTo>
                    <a:lnTo>
                      <a:pt x="429" y="12"/>
                    </a:lnTo>
                    <a:lnTo>
                      <a:pt x="431" y="12"/>
                    </a:lnTo>
                    <a:lnTo>
                      <a:pt x="432" y="12"/>
                    </a:lnTo>
                    <a:lnTo>
                      <a:pt x="433" y="14"/>
                    </a:lnTo>
                    <a:lnTo>
                      <a:pt x="435" y="14"/>
                    </a:lnTo>
                    <a:lnTo>
                      <a:pt x="436" y="14"/>
                    </a:lnTo>
                    <a:lnTo>
                      <a:pt x="437" y="14"/>
                    </a:lnTo>
                    <a:lnTo>
                      <a:pt x="440" y="15"/>
                    </a:lnTo>
                    <a:lnTo>
                      <a:pt x="441" y="15"/>
                    </a:lnTo>
                    <a:lnTo>
                      <a:pt x="443" y="16"/>
                    </a:lnTo>
                    <a:lnTo>
                      <a:pt x="445" y="16"/>
                    </a:lnTo>
                    <a:lnTo>
                      <a:pt x="447" y="18"/>
                    </a:lnTo>
                    <a:lnTo>
                      <a:pt x="449" y="18"/>
                    </a:lnTo>
                    <a:lnTo>
                      <a:pt x="451" y="19"/>
                    </a:lnTo>
                    <a:lnTo>
                      <a:pt x="453" y="19"/>
                    </a:lnTo>
                    <a:lnTo>
                      <a:pt x="456" y="20"/>
                    </a:lnTo>
                    <a:lnTo>
                      <a:pt x="459" y="20"/>
                    </a:lnTo>
                    <a:lnTo>
                      <a:pt x="460" y="22"/>
                    </a:lnTo>
                    <a:lnTo>
                      <a:pt x="463" y="22"/>
                    </a:lnTo>
                    <a:lnTo>
                      <a:pt x="464" y="23"/>
                    </a:lnTo>
                    <a:lnTo>
                      <a:pt x="467" y="23"/>
                    </a:lnTo>
                    <a:lnTo>
                      <a:pt x="468" y="24"/>
                    </a:lnTo>
                    <a:lnTo>
                      <a:pt x="469" y="24"/>
                    </a:lnTo>
                    <a:lnTo>
                      <a:pt x="471" y="24"/>
                    </a:lnTo>
                    <a:lnTo>
                      <a:pt x="472" y="26"/>
                    </a:lnTo>
                    <a:lnTo>
                      <a:pt x="473" y="26"/>
                    </a:lnTo>
                    <a:lnTo>
                      <a:pt x="474" y="26"/>
                    </a:lnTo>
                    <a:lnTo>
                      <a:pt x="476" y="27"/>
                    </a:lnTo>
                    <a:lnTo>
                      <a:pt x="477" y="27"/>
                    </a:lnTo>
                    <a:lnTo>
                      <a:pt x="478" y="27"/>
                    </a:lnTo>
                    <a:lnTo>
                      <a:pt x="480" y="28"/>
                    </a:lnTo>
                    <a:lnTo>
                      <a:pt x="481" y="28"/>
                    </a:lnTo>
                    <a:lnTo>
                      <a:pt x="482" y="28"/>
                    </a:lnTo>
                    <a:lnTo>
                      <a:pt x="484" y="30"/>
                    </a:lnTo>
                    <a:lnTo>
                      <a:pt x="485" y="31"/>
                    </a:lnTo>
                    <a:lnTo>
                      <a:pt x="486" y="31"/>
                    </a:lnTo>
                    <a:lnTo>
                      <a:pt x="488" y="32"/>
                    </a:lnTo>
                    <a:lnTo>
                      <a:pt x="489" y="32"/>
                    </a:lnTo>
                    <a:lnTo>
                      <a:pt x="490" y="34"/>
                    </a:lnTo>
                    <a:lnTo>
                      <a:pt x="492" y="34"/>
                    </a:lnTo>
                    <a:lnTo>
                      <a:pt x="494" y="35"/>
                    </a:lnTo>
                    <a:lnTo>
                      <a:pt x="496" y="35"/>
                    </a:lnTo>
                    <a:lnTo>
                      <a:pt x="497" y="36"/>
                    </a:lnTo>
                    <a:lnTo>
                      <a:pt x="500" y="38"/>
                    </a:lnTo>
                    <a:lnTo>
                      <a:pt x="501" y="38"/>
                    </a:lnTo>
                    <a:lnTo>
                      <a:pt x="504" y="39"/>
                    </a:lnTo>
                    <a:lnTo>
                      <a:pt x="505" y="40"/>
                    </a:lnTo>
                    <a:lnTo>
                      <a:pt x="508" y="41"/>
                    </a:lnTo>
                    <a:lnTo>
                      <a:pt x="509" y="41"/>
                    </a:lnTo>
                    <a:lnTo>
                      <a:pt x="512" y="43"/>
                    </a:lnTo>
                    <a:lnTo>
                      <a:pt x="513" y="44"/>
                    </a:lnTo>
                    <a:lnTo>
                      <a:pt x="514" y="44"/>
                    </a:lnTo>
                    <a:lnTo>
                      <a:pt x="516" y="45"/>
                    </a:lnTo>
                    <a:lnTo>
                      <a:pt x="517" y="45"/>
                    </a:lnTo>
                    <a:lnTo>
                      <a:pt x="518" y="47"/>
                    </a:lnTo>
                    <a:lnTo>
                      <a:pt x="520" y="47"/>
                    </a:lnTo>
                    <a:lnTo>
                      <a:pt x="521" y="48"/>
                    </a:lnTo>
                    <a:lnTo>
                      <a:pt x="522" y="48"/>
                    </a:lnTo>
                    <a:lnTo>
                      <a:pt x="523" y="49"/>
                    </a:lnTo>
                    <a:lnTo>
                      <a:pt x="525" y="49"/>
                    </a:lnTo>
                    <a:lnTo>
                      <a:pt x="526" y="51"/>
                    </a:lnTo>
                    <a:lnTo>
                      <a:pt x="527" y="51"/>
                    </a:lnTo>
                    <a:lnTo>
                      <a:pt x="529" y="52"/>
                    </a:lnTo>
                    <a:lnTo>
                      <a:pt x="530" y="53"/>
                    </a:lnTo>
                    <a:lnTo>
                      <a:pt x="531" y="53"/>
                    </a:lnTo>
                    <a:lnTo>
                      <a:pt x="533" y="53"/>
                    </a:lnTo>
                    <a:lnTo>
                      <a:pt x="534" y="55"/>
                    </a:lnTo>
                    <a:lnTo>
                      <a:pt x="535" y="55"/>
                    </a:lnTo>
                    <a:lnTo>
                      <a:pt x="537" y="56"/>
                    </a:lnTo>
                    <a:lnTo>
                      <a:pt x="538" y="56"/>
                    </a:lnTo>
                    <a:lnTo>
                      <a:pt x="539" y="57"/>
                    </a:lnTo>
                    <a:lnTo>
                      <a:pt x="541" y="59"/>
                    </a:lnTo>
                    <a:lnTo>
                      <a:pt x="542" y="59"/>
                    </a:lnTo>
                    <a:lnTo>
                      <a:pt x="543" y="60"/>
                    </a:lnTo>
                    <a:lnTo>
                      <a:pt x="545" y="61"/>
                    </a:lnTo>
                    <a:lnTo>
                      <a:pt x="547" y="63"/>
                    </a:lnTo>
                    <a:lnTo>
                      <a:pt x="549" y="63"/>
                    </a:lnTo>
                    <a:lnTo>
                      <a:pt x="551" y="64"/>
                    </a:lnTo>
                    <a:lnTo>
                      <a:pt x="553" y="65"/>
                    </a:lnTo>
                    <a:lnTo>
                      <a:pt x="554" y="67"/>
                    </a:lnTo>
                    <a:lnTo>
                      <a:pt x="555" y="67"/>
                    </a:lnTo>
                    <a:lnTo>
                      <a:pt x="557" y="68"/>
                    </a:lnTo>
                    <a:lnTo>
                      <a:pt x="558" y="68"/>
                    </a:lnTo>
                    <a:lnTo>
                      <a:pt x="559" y="69"/>
                    </a:lnTo>
                    <a:lnTo>
                      <a:pt x="561" y="69"/>
                    </a:lnTo>
                    <a:lnTo>
                      <a:pt x="562" y="71"/>
                    </a:lnTo>
                    <a:lnTo>
                      <a:pt x="563" y="71"/>
                    </a:lnTo>
                    <a:lnTo>
                      <a:pt x="563" y="72"/>
                    </a:lnTo>
                    <a:lnTo>
                      <a:pt x="565" y="72"/>
                    </a:lnTo>
                    <a:lnTo>
                      <a:pt x="566" y="73"/>
                    </a:lnTo>
                    <a:lnTo>
                      <a:pt x="567" y="73"/>
                    </a:lnTo>
                    <a:lnTo>
                      <a:pt x="569" y="75"/>
                    </a:lnTo>
                    <a:lnTo>
                      <a:pt x="570" y="76"/>
                    </a:lnTo>
                    <a:lnTo>
                      <a:pt x="571" y="76"/>
                    </a:lnTo>
                    <a:lnTo>
                      <a:pt x="573" y="77"/>
                    </a:lnTo>
                    <a:lnTo>
                      <a:pt x="574" y="77"/>
                    </a:lnTo>
                    <a:lnTo>
                      <a:pt x="574" y="79"/>
                    </a:lnTo>
                    <a:lnTo>
                      <a:pt x="575" y="79"/>
                    </a:lnTo>
                    <a:lnTo>
                      <a:pt x="576" y="80"/>
                    </a:lnTo>
                    <a:lnTo>
                      <a:pt x="578" y="80"/>
                    </a:lnTo>
                    <a:lnTo>
                      <a:pt x="579" y="81"/>
                    </a:lnTo>
                    <a:lnTo>
                      <a:pt x="580" y="81"/>
                    </a:lnTo>
                    <a:lnTo>
                      <a:pt x="582" y="83"/>
                    </a:lnTo>
                    <a:lnTo>
                      <a:pt x="583" y="84"/>
                    </a:lnTo>
                    <a:lnTo>
                      <a:pt x="584" y="84"/>
                    </a:lnTo>
                    <a:lnTo>
                      <a:pt x="586" y="85"/>
                    </a:lnTo>
                    <a:lnTo>
                      <a:pt x="587" y="87"/>
                    </a:lnTo>
                    <a:lnTo>
                      <a:pt x="588" y="88"/>
                    </a:lnTo>
                    <a:lnTo>
                      <a:pt x="590" y="88"/>
                    </a:lnTo>
                    <a:lnTo>
                      <a:pt x="591" y="89"/>
                    </a:lnTo>
                    <a:lnTo>
                      <a:pt x="592" y="89"/>
                    </a:lnTo>
                    <a:lnTo>
                      <a:pt x="594" y="91"/>
                    </a:lnTo>
                    <a:lnTo>
                      <a:pt x="595" y="92"/>
                    </a:lnTo>
                    <a:lnTo>
                      <a:pt x="596" y="92"/>
                    </a:lnTo>
                    <a:lnTo>
                      <a:pt x="596" y="93"/>
                    </a:lnTo>
                    <a:lnTo>
                      <a:pt x="598" y="93"/>
                    </a:lnTo>
                    <a:lnTo>
                      <a:pt x="599" y="94"/>
                    </a:lnTo>
                    <a:lnTo>
                      <a:pt x="600" y="94"/>
                    </a:lnTo>
                    <a:lnTo>
                      <a:pt x="602" y="96"/>
                    </a:lnTo>
                    <a:lnTo>
                      <a:pt x="602" y="97"/>
                    </a:lnTo>
                    <a:lnTo>
                      <a:pt x="603" y="97"/>
                    </a:lnTo>
                    <a:lnTo>
                      <a:pt x="604" y="98"/>
                    </a:lnTo>
                    <a:lnTo>
                      <a:pt x="606" y="98"/>
                    </a:lnTo>
                    <a:lnTo>
                      <a:pt x="607" y="100"/>
                    </a:lnTo>
                    <a:lnTo>
                      <a:pt x="608" y="101"/>
                    </a:lnTo>
                    <a:lnTo>
                      <a:pt x="610" y="102"/>
                    </a:lnTo>
                    <a:lnTo>
                      <a:pt x="611" y="102"/>
                    </a:lnTo>
                    <a:lnTo>
                      <a:pt x="611" y="104"/>
                    </a:lnTo>
                    <a:lnTo>
                      <a:pt x="612" y="104"/>
                    </a:lnTo>
                    <a:lnTo>
                      <a:pt x="614" y="105"/>
                    </a:lnTo>
                    <a:lnTo>
                      <a:pt x="615" y="106"/>
                    </a:lnTo>
                    <a:lnTo>
                      <a:pt x="616" y="108"/>
                    </a:lnTo>
                    <a:lnTo>
                      <a:pt x="618" y="108"/>
                    </a:lnTo>
                    <a:lnTo>
                      <a:pt x="618" y="109"/>
                    </a:lnTo>
                    <a:lnTo>
                      <a:pt x="619" y="109"/>
                    </a:lnTo>
                    <a:lnTo>
                      <a:pt x="619" y="110"/>
                    </a:lnTo>
                    <a:lnTo>
                      <a:pt x="620" y="110"/>
                    </a:lnTo>
                    <a:lnTo>
                      <a:pt x="622" y="112"/>
                    </a:lnTo>
                    <a:lnTo>
                      <a:pt x="623" y="112"/>
                    </a:lnTo>
                    <a:lnTo>
                      <a:pt x="623" y="113"/>
                    </a:lnTo>
                    <a:lnTo>
                      <a:pt x="624" y="113"/>
                    </a:lnTo>
                    <a:lnTo>
                      <a:pt x="625" y="114"/>
                    </a:lnTo>
                    <a:lnTo>
                      <a:pt x="627" y="116"/>
                    </a:lnTo>
                    <a:lnTo>
                      <a:pt x="628" y="116"/>
                    </a:lnTo>
                    <a:lnTo>
                      <a:pt x="628" y="117"/>
                    </a:lnTo>
                    <a:lnTo>
                      <a:pt x="629" y="117"/>
                    </a:lnTo>
                    <a:lnTo>
                      <a:pt x="631" y="118"/>
                    </a:lnTo>
                    <a:lnTo>
                      <a:pt x="632" y="118"/>
                    </a:lnTo>
                    <a:lnTo>
                      <a:pt x="633" y="120"/>
                    </a:lnTo>
                    <a:lnTo>
                      <a:pt x="635" y="121"/>
                    </a:lnTo>
                    <a:lnTo>
                      <a:pt x="636" y="122"/>
                    </a:lnTo>
                    <a:lnTo>
                      <a:pt x="637" y="122"/>
                    </a:lnTo>
                    <a:lnTo>
                      <a:pt x="639" y="124"/>
                    </a:lnTo>
                    <a:lnTo>
                      <a:pt x="640" y="124"/>
                    </a:lnTo>
                    <a:lnTo>
                      <a:pt x="640" y="125"/>
                    </a:lnTo>
                    <a:lnTo>
                      <a:pt x="641" y="126"/>
                    </a:lnTo>
                    <a:lnTo>
                      <a:pt x="643" y="126"/>
                    </a:lnTo>
                    <a:lnTo>
                      <a:pt x="644" y="128"/>
                    </a:lnTo>
                    <a:lnTo>
                      <a:pt x="645" y="128"/>
                    </a:lnTo>
                    <a:lnTo>
                      <a:pt x="645" y="129"/>
                    </a:lnTo>
                    <a:lnTo>
                      <a:pt x="647" y="129"/>
                    </a:lnTo>
                    <a:lnTo>
                      <a:pt x="647" y="130"/>
                    </a:lnTo>
                    <a:lnTo>
                      <a:pt x="648" y="130"/>
                    </a:lnTo>
                    <a:lnTo>
                      <a:pt x="649" y="132"/>
                    </a:lnTo>
                    <a:lnTo>
                      <a:pt x="651" y="133"/>
                    </a:lnTo>
                    <a:lnTo>
                      <a:pt x="652" y="134"/>
                    </a:lnTo>
                    <a:lnTo>
                      <a:pt x="653" y="136"/>
                    </a:lnTo>
                    <a:lnTo>
                      <a:pt x="655" y="137"/>
                    </a:lnTo>
                    <a:lnTo>
                      <a:pt x="656" y="137"/>
                    </a:lnTo>
                    <a:lnTo>
                      <a:pt x="656" y="138"/>
                    </a:lnTo>
                    <a:lnTo>
                      <a:pt x="657" y="140"/>
                    </a:lnTo>
                    <a:lnTo>
                      <a:pt x="659" y="140"/>
                    </a:lnTo>
                    <a:lnTo>
                      <a:pt x="659" y="141"/>
                    </a:lnTo>
                    <a:lnTo>
                      <a:pt x="660" y="142"/>
                    </a:lnTo>
                    <a:lnTo>
                      <a:pt x="661" y="143"/>
                    </a:lnTo>
                    <a:lnTo>
                      <a:pt x="663" y="143"/>
                    </a:lnTo>
                    <a:lnTo>
                      <a:pt x="664" y="145"/>
                    </a:lnTo>
                    <a:lnTo>
                      <a:pt x="664" y="146"/>
                    </a:lnTo>
                    <a:lnTo>
                      <a:pt x="665" y="147"/>
                    </a:lnTo>
                    <a:lnTo>
                      <a:pt x="667" y="149"/>
                    </a:lnTo>
                    <a:lnTo>
                      <a:pt x="668" y="150"/>
                    </a:lnTo>
                    <a:lnTo>
                      <a:pt x="669" y="151"/>
                    </a:lnTo>
                    <a:lnTo>
                      <a:pt x="671" y="153"/>
                    </a:lnTo>
                    <a:lnTo>
                      <a:pt x="672" y="154"/>
                    </a:lnTo>
                    <a:lnTo>
                      <a:pt x="673" y="155"/>
                    </a:lnTo>
                    <a:lnTo>
                      <a:pt x="674" y="157"/>
                    </a:lnTo>
                    <a:lnTo>
                      <a:pt x="676" y="158"/>
                    </a:lnTo>
                    <a:lnTo>
                      <a:pt x="676" y="159"/>
                    </a:lnTo>
                    <a:lnTo>
                      <a:pt x="677" y="159"/>
                    </a:lnTo>
                    <a:lnTo>
                      <a:pt x="677" y="161"/>
                    </a:lnTo>
                    <a:lnTo>
                      <a:pt x="678" y="162"/>
                    </a:lnTo>
                    <a:lnTo>
                      <a:pt x="680" y="163"/>
                    </a:lnTo>
                    <a:lnTo>
                      <a:pt x="681" y="163"/>
                    </a:lnTo>
                    <a:lnTo>
                      <a:pt x="681" y="165"/>
                    </a:lnTo>
                    <a:lnTo>
                      <a:pt x="682" y="166"/>
                    </a:lnTo>
                    <a:lnTo>
                      <a:pt x="684" y="167"/>
                    </a:lnTo>
                    <a:lnTo>
                      <a:pt x="685" y="169"/>
                    </a:lnTo>
                    <a:lnTo>
                      <a:pt x="685" y="170"/>
                    </a:lnTo>
                    <a:lnTo>
                      <a:pt x="686" y="171"/>
                    </a:lnTo>
                    <a:lnTo>
                      <a:pt x="688" y="173"/>
                    </a:lnTo>
                    <a:lnTo>
                      <a:pt x="689" y="174"/>
                    </a:lnTo>
                    <a:lnTo>
                      <a:pt x="690" y="175"/>
                    </a:lnTo>
                    <a:lnTo>
                      <a:pt x="692" y="177"/>
                    </a:lnTo>
                    <a:lnTo>
                      <a:pt x="693" y="178"/>
                    </a:lnTo>
                    <a:lnTo>
                      <a:pt x="694" y="179"/>
                    </a:lnTo>
                    <a:lnTo>
                      <a:pt x="696" y="182"/>
                    </a:lnTo>
                    <a:lnTo>
                      <a:pt x="697" y="183"/>
                    </a:lnTo>
                    <a:lnTo>
                      <a:pt x="698" y="185"/>
                    </a:lnTo>
                    <a:lnTo>
                      <a:pt x="700" y="186"/>
                    </a:lnTo>
                    <a:lnTo>
                      <a:pt x="701" y="189"/>
                    </a:lnTo>
                    <a:lnTo>
                      <a:pt x="702" y="190"/>
                    </a:lnTo>
                    <a:lnTo>
                      <a:pt x="704" y="191"/>
                    </a:lnTo>
                    <a:lnTo>
                      <a:pt x="704" y="193"/>
                    </a:lnTo>
                    <a:lnTo>
                      <a:pt x="705" y="194"/>
                    </a:lnTo>
                    <a:lnTo>
                      <a:pt x="706" y="194"/>
                    </a:lnTo>
                    <a:lnTo>
                      <a:pt x="708" y="195"/>
                    </a:lnTo>
                    <a:lnTo>
                      <a:pt x="708" y="196"/>
                    </a:lnTo>
                    <a:lnTo>
                      <a:pt x="709" y="198"/>
                    </a:lnTo>
                    <a:lnTo>
                      <a:pt x="709" y="199"/>
                    </a:lnTo>
                    <a:lnTo>
                      <a:pt x="710" y="199"/>
                    </a:lnTo>
                    <a:lnTo>
                      <a:pt x="712" y="200"/>
                    </a:lnTo>
                    <a:lnTo>
                      <a:pt x="712" y="202"/>
                    </a:lnTo>
                    <a:lnTo>
                      <a:pt x="713" y="203"/>
                    </a:lnTo>
                    <a:lnTo>
                      <a:pt x="713" y="204"/>
                    </a:lnTo>
                    <a:lnTo>
                      <a:pt x="714" y="204"/>
                    </a:lnTo>
                    <a:lnTo>
                      <a:pt x="716" y="206"/>
                    </a:lnTo>
                    <a:lnTo>
                      <a:pt x="716" y="207"/>
                    </a:lnTo>
                    <a:lnTo>
                      <a:pt x="717" y="208"/>
                    </a:lnTo>
                    <a:lnTo>
                      <a:pt x="718" y="210"/>
                    </a:lnTo>
                    <a:lnTo>
                      <a:pt x="718" y="211"/>
                    </a:lnTo>
                    <a:lnTo>
                      <a:pt x="720" y="212"/>
                    </a:lnTo>
                    <a:lnTo>
                      <a:pt x="721" y="214"/>
                    </a:lnTo>
                    <a:lnTo>
                      <a:pt x="722" y="215"/>
                    </a:lnTo>
                    <a:lnTo>
                      <a:pt x="724" y="216"/>
                    </a:lnTo>
                    <a:lnTo>
                      <a:pt x="725" y="219"/>
                    </a:lnTo>
                    <a:lnTo>
                      <a:pt x="726" y="220"/>
                    </a:lnTo>
                    <a:lnTo>
                      <a:pt x="727" y="223"/>
                    </a:lnTo>
                    <a:lnTo>
                      <a:pt x="729" y="224"/>
                    </a:lnTo>
                    <a:lnTo>
                      <a:pt x="730" y="227"/>
                    </a:lnTo>
                    <a:lnTo>
                      <a:pt x="731" y="228"/>
                    </a:lnTo>
                    <a:lnTo>
                      <a:pt x="733" y="231"/>
                    </a:lnTo>
                    <a:lnTo>
                      <a:pt x="734" y="232"/>
                    </a:lnTo>
                    <a:lnTo>
                      <a:pt x="735" y="234"/>
                    </a:lnTo>
                    <a:lnTo>
                      <a:pt x="737" y="235"/>
                    </a:lnTo>
                    <a:lnTo>
                      <a:pt x="737" y="238"/>
                    </a:lnTo>
                    <a:lnTo>
                      <a:pt x="738" y="239"/>
                    </a:lnTo>
                    <a:lnTo>
                      <a:pt x="739" y="240"/>
                    </a:lnTo>
                    <a:lnTo>
                      <a:pt x="741" y="242"/>
                    </a:lnTo>
                    <a:lnTo>
                      <a:pt x="742" y="243"/>
                    </a:lnTo>
                    <a:lnTo>
                      <a:pt x="743" y="244"/>
                    </a:lnTo>
                    <a:lnTo>
                      <a:pt x="743" y="245"/>
                    </a:lnTo>
                    <a:lnTo>
                      <a:pt x="745" y="247"/>
                    </a:lnTo>
                    <a:lnTo>
                      <a:pt x="745" y="248"/>
                    </a:lnTo>
                    <a:lnTo>
                      <a:pt x="746" y="249"/>
                    </a:lnTo>
                    <a:lnTo>
                      <a:pt x="747" y="249"/>
                    </a:lnTo>
                    <a:lnTo>
                      <a:pt x="747" y="251"/>
                    </a:lnTo>
                    <a:lnTo>
                      <a:pt x="749" y="252"/>
                    </a:lnTo>
                    <a:lnTo>
                      <a:pt x="749" y="253"/>
                    </a:lnTo>
                    <a:lnTo>
                      <a:pt x="750" y="255"/>
                    </a:lnTo>
                    <a:lnTo>
                      <a:pt x="751" y="256"/>
                    </a:lnTo>
                    <a:lnTo>
                      <a:pt x="753" y="257"/>
                    </a:lnTo>
                    <a:lnTo>
                      <a:pt x="753" y="259"/>
                    </a:lnTo>
                    <a:lnTo>
                      <a:pt x="754" y="260"/>
                    </a:lnTo>
                    <a:lnTo>
                      <a:pt x="755" y="263"/>
                    </a:lnTo>
                    <a:lnTo>
                      <a:pt x="757" y="264"/>
                    </a:lnTo>
                    <a:lnTo>
                      <a:pt x="758" y="265"/>
                    </a:lnTo>
                    <a:lnTo>
                      <a:pt x="759" y="268"/>
                    </a:lnTo>
                    <a:lnTo>
                      <a:pt x="761" y="269"/>
                    </a:lnTo>
                    <a:lnTo>
                      <a:pt x="762" y="272"/>
                    </a:lnTo>
                    <a:lnTo>
                      <a:pt x="763" y="273"/>
                    </a:lnTo>
                    <a:lnTo>
                      <a:pt x="766" y="276"/>
                    </a:lnTo>
                    <a:lnTo>
                      <a:pt x="767" y="277"/>
                    </a:lnTo>
                    <a:lnTo>
                      <a:pt x="769" y="280"/>
                    </a:lnTo>
                    <a:lnTo>
                      <a:pt x="770" y="281"/>
                    </a:lnTo>
                    <a:lnTo>
                      <a:pt x="770" y="283"/>
                    </a:lnTo>
                    <a:lnTo>
                      <a:pt x="771" y="284"/>
                    </a:lnTo>
                    <a:lnTo>
                      <a:pt x="773" y="285"/>
                    </a:lnTo>
                    <a:lnTo>
                      <a:pt x="774" y="287"/>
                    </a:lnTo>
                    <a:lnTo>
                      <a:pt x="774" y="288"/>
                    </a:lnTo>
                    <a:lnTo>
                      <a:pt x="775" y="289"/>
                    </a:lnTo>
                    <a:lnTo>
                      <a:pt x="776" y="291"/>
                    </a:lnTo>
                    <a:lnTo>
                      <a:pt x="776" y="292"/>
                    </a:lnTo>
                    <a:lnTo>
                      <a:pt x="778" y="293"/>
                    </a:lnTo>
                    <a:lnTo>
                      <a:pt x="778" y="295"/>
                    </a:lnTo>
                    <a:lnTo>
                      <a:pt x="779" y="295"/>
                    </a:lnTo>
                    <a:lnTo>
                      <a:pt x="779" y="296"/>
                    </a:lnTo>
                    <a:lnTo>
                      <a:pt x="780" y="297"/>
                    </a:lnTo>
                    <a:lnTo>
                      <a:pt x="780" y="298"/>
                    </a:lnTo>
                    <a:lnTo>
                      <a:pt x="782" y="300"/>
                    </a:lnTo>
                    <a:lnTo>
                      <a:pt x="783" y="301"/>
                    </a:lnTo>
                    <a:lnTo>
                      <a:pt x="783" y="302"/>
                    </a:lnTo>
                    <a:lnTo>
                      <a:pt x="784" y="304"/>
                    </a:lnTo>
                    <a:lnTo>
                      <a:pt x="786" y="305"/>
                    </a:lnTo>
                    <a:lnTo>
                      <a:pt x="786" y="306"/>
                    </a:lnTo>
                    <a:lnTo>
                      <a:pt x="787" y="308"/>
                    </a:lnTo>
                    <a:lnTo>
                      <a:pt x="787" y="309"/>
                    </a:lnTo>
                    <a:lnTo>
                      <a:pt x="788" y="310"/>
                    </a:lnTo>
                    <a:lnTo>
                      <a:pt x="790" y="312"/>
                    </a:lnTo>
                    <a:lnTo>
                      <a:pt x="790" y="313"/>
                    </a:lnTo>
                    <a:lnTo>
                      <a:pt x="791" y="316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0" name="Freeform 7">
                <a:extLst>
                  <a:ext uri="{FF2B5EF4-FFF2-40B4-BE49-F238E27FC236}">
                    <a16:creationId xmlns:a16="http://schemas.microsoft.com/office/drawing/2014/main" id="{9A97E006-C7D3-4D9B-858B-0B9A96628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613" y="3686175"/>
                <a:ext cx="628650" cy="250825"/>
              </a:xfrm>
              <a:custGeom>
                <a:avLst/>
                <a:gdLst>
                  <a:gd name="T0" fmla="*/ 2147483646 w 791"/>
                  <a:gd name="T1" fmla="*/ 2147483646 h 315"/>
                  <a:gd name="T2" fmla="*/ 2147483646 w 791"/>
                  <a:gd name="T3" fmla="*/ 2147483646 h 315"/>
                  <a:gd name="T4" fmla="*/ 2147483646 w 791"/>
                  <a:gd name="T5" fmla="*/ 2147483646 h 315"/>
                  <a:gd name="T6" fmla="*/ 2147483646 w 791"/>
                  <a:gd name="T7" fmla="*/ 2147483646 h 315"/>
                  <a:gd name="T8" fmla="*/ 2147483646 w 791"/>
                  <a:gd name="T9" fmla="*/ 2147483646 h 315"/>
                  <a:gd name="T10" fmla="*/ 2147483646 w 791"/>
                  <a:gd name="T11" fmla="*/ 2147483646 h 315"/>
                  <a:gd name="T12" fmla="*/ 2147483646 w 791"/>
                  <a:gd name="T13" fmla="*/ 2147483646 h 315"/>
                  <a:gd name="T14" fmla="*/ 2147483646 w 791"/>
                  <a:gd name="T15" fmla="*/ 2147483646 h 315"/>
                  <a:gd name="T16" fmla="*/ 2147483646 w 791"/>
                  <a:gd name="T17" fmla="*/ 2147483646 h 315"/>
                  <a:gd name="T18" fmla="*/ 2147483646 w 791"/>
                  <a:gd name="T19" fmla="*/ 2147483646 h 315"/>
                  <a:gd name="T20" fmla="*/ 2147483646 w 791"/>
                  <a:gd name="T21" fmla="*/ 2147483646 h 315"/>
                  <a:gd name="T22" fmla="*/ 2147483646 w 791"/>
                  <a:gd name="T23" fmla="*/ 2147483646 h 315"/>
                  <a:gd name="T24" fmla="*/ 2147483646 w 791"/>
                  <a:gd name="T25" fmla="*/ 2147483646 h 315"/>
                  <a:gd name="T26" fmla="*/ 2147483646 w 791"/>
                  <a:gd name="T27" fmla="*/ 2147483646 h 315"/>
                  <a:gd name="T28" fmla="*/ 2147483646 w 791"/>
                  <a:gd name="T29" fmla="*/ 2147483646 h 315"/>
                  <a:gd name="T30" fmla="*/ 2147483646 w 791"/>
                  <a:gd name="T31" fmla="*/ 2147483646 h 315"/>
                  <a:gd name="T32" fmla="*/ 2147483646 w 791"/>
                  <a:gd name="T33" fmla="*/ 2147483646 h 315"/>
                  <a:gd name="T34" fmla="*/ 2147483646 w 791"/>
                  <a:gd name="T35" fmla="*/ 2147483646 h 315"/>
                  <a:gd name="T36" fmla="*/ 2147483646 w 791"/>
                  <a:gd name="T37" fmla="*/ 2147483646 h 315"/>
                  <a:gd name="T38" fmla="*/ 2147483646 w 791"/>
                  <a:gd name="T39" fmla="*/ 2147483646 h 315"/>
                  <a:gd name="T40" fmla="*/ 2147483646 w 791"/>
                  <a:gd name="T41" fmla="*/ 2147483646 h 315"/>
                  <a:gd name="T42" fmla="*/ 2147483646 w 791"/>
                  <a:gd name="T43" fmla="*/ 2147483646 h 315"/>
                  <a:gd name="T44" fmla="*/ 2147483646 w 791"/>
                  <a:gd name="T45" fmla="*/ 2147483646 h 315"/>
                  <a:gd name="T46" fmla="*/ 2147483646 w 791"/>
                  <a:gd name="T47" fmla="*/ 2147483646 h 315"/>
                  <a:gd name="T48" fmla="*/ 2147483646 w 791"/>
                  <a:gd name="T49" fmla="*/ 2147483646 h 315"/>
                  <a:gd name="T50" fmla="*/ 2147483646 w 791"/>
                  <a:gd name="T51" fmla="*/ 2147483646 h 315"/>
                  <a:gd name="T52" fmla="*/ 2147483646 w 791"/>
                  <a:gd name="T53" fmla="*/ 2147483646 h 315"/>
                  <a:gd name="T54" fmla="*/ 2147483646 w 791"/>
                  <a:gd name="T55" fmla="*/ 2147483646 h 315"/>
                  <a:gd name="T56" fmla="*/ 2147483646 w 791"/>
                  <a:gd name="T57" fmla="*/ 2147483646 h 315"/>
                  <a:gd name="T58" fmla="*/ 2147483646 w 791"/>
                  <a:gd name="T59" fmla="*/ 2147483646 h 315"/>
                  <a:gd name="T60" fmla="*/ 2147483646 w 791"/>
                  <a:gd name="T61" fmla="*/ 2147483646 h 315"/>
                  <a:gd name="T62" fmla="*/ 2147483646 w 791"/>
                  <a:gd name="T63" fmla="*/ 2147483646 h 315"/>
                  <a:gd name="T64" fmla="*/ 2147483646 w 791"/>
                  <a:gd name="T65" fmla="*/ 2147483646 h 315"/>
                  <a:gd name="T66" fmla="*/ 2147483646 w 791"/>
                  <a:gd name="T67" fmla="*/ 2147483646 h 315"/>
                  <a:gd name="T68" fmla="*/ 2147483646 w 791"/>
                  <a:gd name="T69" fmla="*/ 2147483646 h 315"/>
                  <a:gd name="T70" fmla="*/ 2147483646 w 791"/>
                  <a:gd name="T71" fmla="*/ 2147483646 h 315"/>
                  <a:gd name="T72" fmla="*/ 2147483646 w 791"/>
                  <a:gd name="T73" fmla="*/ 2147483646 h 315"/>
                  <a:gd name="T74" fmla="*/ 2147483646 w 791"/>
                  <a:gd name="T75" fmla="*/ 2147483646 h 315"/>
                  <a:gd name="T76" fmla="*/ 2147483646 w 791"/>
                  <a:gd name="T77" fmla="*/ 2147483646 h 315"/>
                  <a:gd name="T78" fmla="*/ 2147483646 w 791"/>
                  <a:gd name="T79" fmla="*/ 2147483646 h 315"/>
                  <a:gd name="T80" fmla="*/ 2147483646 w 791"/>
                  <a:gd name="T81" fmla="*/ 2147483646 h 315"/>
                  <a:gd name="T82" fmla="*/ 2147483646 w 791"/>
                  <a:gd name="T83" fmla="*/ 2147483646 h 315"/>
                  <a:gd name="T84" fmla="*/ 2147483646 w 791"/>
                  <a:gd name="T85" fmla="*/ 2147483646 h 315"/>
                  <a:gd name="T86" fmla="*/ 2147483646 w 791"/>
                  <a:gd name="T87" fmla="*/ 2147483646 h 315"/>
                  <a:gd name="T88" fmla="*/ 2147483646 w 791"/>
                  <a:gd name="T89" fmla="*/ 2147483646 h 315"/>
                  <a:gd name="T90" fmla="*/ 2147483646 w 791"/>
                  <a:gd name="T91" fmla="*/ 2147483646 h 315"/>
                  <a:gd name="T92" fmla="*/ 2147483646 w 791"/>
                  <a:gd name="T93" fmla="*/ 2147483646 h 315"/>
                  <a:gd name="T94" fmla="*/ 2147483646 w 791"/>
                  <a:gd name="T95" fmla="*/ 2147483646 h 315"/>
                  <a:gd name="T96" fmla="*/ 2147483646 w 791"/>
                  <a:gd name="T97" fmla="*/ 2147483646 h 315"/>
                  <a:gd name="T98" fmla="*/ 2147483646 w 791"/>
                  <a:gd name="T99" fmla="*/ 2147483646 h 315"/>
                  <a:gd name="T100" fmla="*/ 2147483646 w 791"/>
                  <a:gd name="T101" fmla="*/ 2147483646 h 315"/>
                  <a:gd name="T102" fmla="*/ 2147483646 w 791"/>
                  <a:gd name="T103" fmla="*/ 2147483646 h 315"/>
                  <a:gd name="T104" fmla="*/ 2147483646 w 791"/>
                  <a:gd name="T105" fmla="*/ 2147483646 h 315"/>
                  <a:gd name="T106" fmla="*/ 2147483646 w 791"/>
                  <a:gd name="T107" fmla="*/ 2147483646 h 315"/>
                  <a:gd name="T108" fmla="*/ 2147483646 w 791"/>
                  <a:gd name="T109" fmla="*/ 2147483646 h 315"/>
                  <a:gd name="T110" fmla="*/ 2147483646 w 791"/>
                  <a:gd name="T111" fmla="*/ 2147483646 h 315"/>
                  <a:gd name="T112" fmla="*/ 2147483646 w 791"/>
                  <a:gd name="T113" fmla="*/ 2147483646 h 315"/>
                  <a:gd name="T114" fmla="*/ 2147483646 w 791"/>
                  <a:gd name="T115" fmla="*/ 2147483646 h 315"/>
                  <a:gd name="T116" fmla="*/ 2147483646 w 791"/>
                  <a:gd name="T117" fmla="*/ 2147483646 h 315"/>
                  <a:gd name="T118" fmla="*/ 2147483646 w 791"/>
                  <a:gd name="T119" fmla="*/ 2147483646 h 315"/>
                  <a:gd name="T120" fmla="*/ 2147483646 w 791"/>
                  <a:gd name="T121" fmla="*/ 2147483646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91" h="315">
                    <a:moveTo>
                      <a:pt x="0" y="315"/>
                    </a:moveTo>
                    <a:lnTo>
                      <a:pt x="31" y="315"/>
                    </a:lnTo>
                    <a:lnTo>
                      <a:pt x="59" y="315"/>
                    </a:lnTo>
                    <a:lnTo>
                      <a:pt x="85" y="315"/>
                    </a:lnTo>
                    <a:lnTo>
                      <a:pt x="110" y="315"/>
                    </a:lnTo>
                    <a:lnTo>
                      <a:pt x="133" y="315"/>
                    </a:lnTo>
                    <a:lnTo>
                      <a:pt x="154" y="315"/>
                    </a:lnTo>
                    <a:lnTo>
                      <a:pt x="174" y="315"/>
                    </a:lnTo>
                    <a:lnTo>
                      <a:pt x="192" y="315"/>
                    </a:lnTo>
                    <a:lnTo>
                      <a:pt x="210" y="315"/>
                    </a:lnTo>
                    <a:lnTo>
                      <a:pt x="225" y="315"/>
                    </a:lnTo>
                    <a:lnTo>
                      <a:pt x="240" y="315"/>
                    </a:lnTo>
                    <a:lnTo>
                      <a:pt x="253" y="315"/>
                    </a:lnTo>
                    <a:lnTo>
                      <a:pt x="265" y="315"/>
                    </a:lnTo>
                    <a:lnTo>
                      <a:pt x="276" y="315"/>
                    </a:lnTo>
                    <a:lnTo>
                      <a:pt x="285" y="315"/>
                    </a:lnTo>
                    <a:lnTo>
                      <a:pt x="294" y="314"/>
                    </a:lnTo>
                    <a:lnTo>
                      <a:pt x="302" y="314"/>
                    </a:lnTo>
                    <a:lnTo>
                      <a:pt x="309" y="314"/>
                    </a:lnTo>
                    <a:lnTo>
                      <a:pt x="316" y="314"/>
                    </a:lnTo>
                    <a:lnTo>
                      <a:pt x="321" y="314"/>
                    </a:lnTo>
                    <a:lnTo>
                      <a:pt x="326" y="314"/>
                    </a:lnTo>
                    <a:lnTo>
                      <a:pt x="330" y="314"/>
                    </a:lnTo>
                    <a:lnTo>
                      <a:pt x="334" y="314"/>
                    </a:lnTo>
                    <a:lnTo>
                      <a:pt x="338" y="314"/>
                    </a:lnTo>
                    <a:lnTo>
                      <a:pt x="341" y="314"/>
                    </a:lnTo>
                    <a:lnTo>
                      <a:pt x="343" y="314"/>
                    </a:lnTo>
                    <a:lnTo>
                      <a:pt x="346" y="314"/>
                    </a:lnTo>
                    <a:lnTo>
                      <a:pt x="349" y="314"/>
                    </a:lnTo>
                    <a:lnTo>
                      <a:pt x="350" y="314"/>
                    </a:lnTo>
                    <a:lnTo>
                      <a:pt x="353" y="314"/>
                    </a:lnTo>
                    <a:lnTo>
                      <a:pt x="354" y="314"/>
                    </a:lnTo>
                    <a:lnTo>
                      <a:pt x="357" y="313"/>
                    </a:lnTo>
                    <a:lnTo>
                      <a:pt x="359" y="313"/>
                    </a:lnTo>
                    <a:lnTo>
                      <a:pt x="361" y="313"/>
                    </a:lnTo>
                    <a:lnTo>
                      <a:pt x="363" y="313"/>
                    </a:lnTo>
                    <a:lnTo>
                      <a:pt x="365" y="313"/>
                    </a:lnTo>
                    <a:lnTo>
                      <a:pt x="366" y="313"/>
                    </a:lnTo>
                    <a:lnTo>
                      <a:pt x="369" y="313"/>
                    </a:lnTo>
                    <a:lnTo>
                      <a:pt x="370" y="313"/>
                    </a:lnTo>
                    <a:lnTo>
                      <a:pt x="371" y="313"/>
                    </a:lnTo>
                    <a:lnTo>
                      <a:pt x="372" y="313"/>
                    </a:lnTo>
                    <a:lnTo>
                      <a:pt x="374" y="313"/>
                    </a:lnTo>
                    <a:lnTo>
                      <a:pt x="375" y="311"/>
                    </a:lnTo>
                    <a:lnTo>
                      <a:pt x="376" y="311"/>
                    </a:lnTo>
                    <a:lnTo>
                      <a:pt x="378" y="311"/>
                    </a:lnTo>
                    <a:lnTo>
                      <a:pt x="379" y="311"/>
                    </a:lnTo>
                    <a:lnTo>
                      <a:pt x="380" y="311"/>
                    </a:lnTo>
                    <a:lnTo>
                      <a:pt x="382" y="311"/>
                    </a:lnTo>
                    <a:lnTo>
                      <a:pt x="383" y="311"/>
                    </a:lnTo>
                    <a:lnTo>
                      <a:pt x="384" y="311"/>
                    </a:lnTo>
                    <a:lnTo>
                      <a:pt x="386" y="311"/>
                    </a:lnTo>
                    <a:lnTo>
                      <a:pt x="387" y="310"/>
                    </a:lnTo>
                    <a:lnTo>
                      <a:pt x="388" y="310"/>
                    </a:lnTo>
                    <a:lnTo>
                      <a:pt x="390" y="310"/>
                    </a:lnTo>
                    <a:lnTo>
                      <a:pt x="391" y="310"/>
                    </a:lnTo>
                    <a:lnTo>
                      <a:pt x="394" y="310"/>
                    </a:lnTo>
                    <a:lnTo>
                      <a:pt x="395" y="310"/>
                    </a:lnTo>
                    <a:lnTo>
                      <a:pt x="396" y="309"/>
                    </a:lnTo>
                    <a:lnTo>
                      <a:pt x="398" y="309"/>
                    </a:lnTo>
                    <a:lnTo>
                      <a:pt x="400" y="309"/>
                    </a:lnTo>
                    <a:lnTo>
                      <a:pt x="402" y="309"/>
                    </a:lnTo>
                    <a:lnTo>
                      <a:pt x="404" y="309"/>
                    </a:lnTo>
                    <a:lnTo>
                      <a:pt x="406" y="307"/>
                    </a:lnTo>
                    <a:lnTo>
                      <a:pt x="408" y="307"/>
                    </a:lnTo>
                    <a:lnTo>
                      <a:pt x="410" y="307"/>
                    </a:lnTo>
                    <a:lnTo>
                      <a:pt x="412" y="307"/>
                    </a:lnTo>
                    <a:lnTo>
                      <a:pt x="414" y="307"/>
                    </a:lnTo>
                    <a:lnTo>
                      <a:pt x="415" y="306"/>
                    </a:lnTo>
                    <a:lnTo>
                      <a:pt x="416" y="306"/>
                    </a:lnTo>
                    <a:lnTo>
                      <a:pt x="418" y="306"/>
                    </a:lnTo>
                    <a:lnTo>
                      <a:pt x="419" y="306"/>
                    </a:lnTo>
                    <a:lnTo>
                      <a:pt x="420" y="306"/>
                    </a:lnTo>
                    <a:lnTo>
                      <a:pt x="421" y="306"/>
                    </a:lnTo>
                    <a:lnTo>
                      <a:pt x="423" y="305"/>
                    </a:lnTo>
                    <a:lnTo>
                      <a:pt x="424" y="305"/>
                    </a:lnTo>
                    <a:lnTo>
                      <a:pt x="425" y="305"/>
                    </a:lnTo>
                    <a:lnTo>
                      <a:pt x="427" y="305"/>
                    </a:lnTo>
                    <a:lnTo>
                      <a:pt x="428" y="305"/>
                    </a:lnTo>
                    <a:lnTo>
                      <a:pt x="429" y="303"/>
                    </a:lnTo>
                    <a:lnTo>
                      <a:pt x="431" y="303"/>
                    </a:lnTo>
                    <a:lnTo>
                      <a:pt x="432" y="303"/>
                    </a:lnTo>
                    <a:lnTo>
                      <a:pt x="433" y="303"/>
                    </a:lnTo>
                    <a:lnTo>
                      <a:pt x="435" y="302"/>
                    </a:lnTo>
                    <a:lnTo>
                      <a:pt x="436" y="302"/>
                    </a:lnTo>
                    <a:lnTo>
                      <a:pt x="437" y="302"/>
                    </a:lnTo>
                    <a:lnTo>
                      <a:pt x="440" y="301"/>
                    </a:lnTo>
                    <a:lnTo>
                      <a:pt x="441" y="301"/>
                    </a:lnTo>
                    <a:lnTo>
                      <a:pt x="443" y="299"/>
                    </a:lnTo>
                    <a:lnTo>
                      <a:pt x="445" y="299"/>
                    </a:lnTo>
                    <a:lnTo>
                      <a:pt x="447" y="298"/>
                    </a:lnTo>
                    <a:lnTo>
                      <a:pt x="449" y="298"/>
                    </a:lnTo>
                    <a:lnTo>
                      <a:pt x="451" y="297"/>
                    </a:lnTo>
                    <a:lnTo>
                      <a:pt x="453" y="297"/>
                    </a:lnTo>
                    <a:lnTo>
                      <a:pt x="456" y="295"/>
                    </a:lnTo>
                    <a:lnTo>
                      <a:pt x="459" y="295"/>
                    </a:lnTo>
                    <a:lnTo>
                      <a:pt x="460" y="294"/>
                    </a:lnTo>
                    <a:lnTo>
                      <a:pt x="463" y="294"/>
                    </a:lnTo>
                    <a:lnTo>
                      <a:pt x="464" y="293"/>
                    </a:lnTo>
                    <a:lnTo>
                      <a:pt x="467" y="293"/>
                    </a:lnTo>
                    <a:lnTo>
                      <a:pt x="468" y="291"/>
                    </a:lnTo>
                    <a:lnTo>
                      <a:pt x="469" y="291"/>
                    </a:lnTo>
                    <a:lnTo>
                      <a:pt x="471" y="291"/>
                    </a:lnTo>
                    <a:lnTo>
                      <a:pt x="472" y="290"/>
                    </a:lnTo>
                    <a:lnTo>
                      <a:pt x="473" y="290"/>
                    </a:lnTo>
                    <a:lnTo>
                      <a:pt x="474" y="290"/>
                    </a:lnTo>
                    <a:lnTo>
                      <a:pt x="476" y="289"/>
                    </a:lnTo>
                    <a:lnTo>
                      <a:pt x="477" y="289"/>
                    </a:lnTo>
                    <a:lnTo>
                      <a:pt x="478" y="289"/>
                    </a:lnTo>
                    <a:lnTo>
                      <a:pt x="480" y="287"/>
                    </a:lnTo>
                    <a:lnTo>
                      <a:pt x="481" y="287"/>
                    </a:lnTo>
                    <a:lnTo>
                      <a:pt x="482" y="287"/>
                    </a:lnTo>
                    <a:lnTo>
                      <a:pt x="484" y="286"/>
                    </a:lnTo>
                    <a:lnTo>
                      <a:pt x="485" y="285"/>
                    </a:lnTo>
                    <a:lnTo>
                      <a:pt x="486" y="285"/>
                    </a:lnTo>
                    <a:lnTo>
                      <a:pt x="488" y="285"/>
                    </a:lnTo>
                    <a:lnTo>
                      <a:pt x="489" y="284"/>
                    </a:lnTo>
                    <a:lnTo>
                      <a:pt x="490" y="284"/>
                    </a:lnTo>
                    <a:lnTo>
                      <a:pt x="492" y="282"/>
                    </a:lnTo>
                    <a:lnTo>
                      <a:pt x="494" y="281"/>
                    </a:lnTo>
                    <a:lnTo>
                      <a:pt x="496" y="281"/>
                    </a:lnTo>
                    <a:lnTo>
                      <a:pt x="497" y="280"/>
                    </a:lnTo>
                    <a:lnTo>
                      <a:pt x="500" y="278"/>
                    </a:lnTo>
                    <a:lnTo>
                      <a:pt x="501" y="278"/>
                    </a:lnTo>
                    <a:lnTo>
                      <a:pt x="504" y="277"/>
                    </a:lnTo>
                    <a:lnTo>
                      <a:pt x="505" y="276"/>
                    </a:lnTo>
                    <a:lnTo>
                      <a:pt x="508" y="274"/>
                    </a:lnTo>
                    <a:lnTo>
                      <a:pt x="509" y="274"/>
                    </a:lnTo>
                    <a:lnTo>
                      <a:pt x="512" y="273"/>
                    </a:lnTo>
                    <a:lnTo>
                      <a:pt x="513" y="272"/>
                    </a:lnTo>
                    <a:lnTo>
                      <a:pt x="514" y="272"/>
                    </a:lnTo>
                    <a:lnTo>
                      <a:pt x="516" y="270"/>
                    </a:lnTo>
                    <a:lnTo>
                      <a:pt x="517" y="270"/>
                    </a:lnTo>
                    <a:lnTo>
                      <a:pt x="518" y="269"/>
                    </a:lnTo>
                    <a:lnTo>
                      <a:pt x="520" y="269"/>
                    </a:lnTo>
                    <a:lnTo>
                      <a:pt x="521" y="268"/>
                    </a:lnTo>
                    <a:lnTo>
                      <a:pt x="522" y="268"/>
                    </a:lnTo>
                    <a:lnTo>
                      <a:pt x="523" y="266"/>
                    </a:lnTo>
                    <a:lnTo>
                      <a:pt x="525" y="266"/>
                    </a:lnTo>
                    <a:lnTo>
                      <a:pt x="526" y="265"/>
                    </a:lnTo>
                    <a:lnTo>
                      <a:pt x="527" y="265"/>
                    </a:lnTo>
                    <a:lnTo>
                      <a:pt x="529" y="264"/>
                    </a:lnTo>
                    <a:lnTo>
                      <a:pt x="530" y="264"/>
                    </a:lnTo>
                    <a:lnTo>
                      <a:pt x="531" y="262"/>
                    </a:lnTo>
                    <a:lnTo>
                      <a:pt x="533" y="262"/>
                    </a:lnTo>
                    <a:lnTo>
                      <a:pt x="534" y="261"/>
                    </a:lnTo>
                    <a:lnTo>
                      <a:pt x="535" y="261"/>
                    </a:lnTo>
                    <a:lnTo>
                      <a:pt x="537" y="260"/>
                    </a:lnTo>
                    <a:lnTo>
                      <a:pt x="538" y="260"/>
                    </a:lnTo>
                    <a:lnTo>
                      <a:pt x="539" y="258"/>
                    </a:lnTo>
                    <a:lnTo>
                      <a:pt x="541" y="257"/>
                    </a:lnTo>
                    <a:lnTo>
                      <a:pt x="542" y="257"/>
                    </a:lnTo>
                    <a:lnTo>
                      <a:pt x="543" y="256"/>
                    </a:lnTo>
                    <a:lnTo>
                      <a:pt x="545" y="254"/>
                    </a:lnTo>
                    <a:lnTo>
                      <a:pt x="547" y="253"/>
                    </a:lnTo>
                    <a:lnTo>
                      <a:pt x="549" y="253"/>
                    </a:lnTo>
                    <a:lnTo>
                      <a:pt x="551" y="252"/>
                    </a:lnTo>
                    <a:lnTo>
                      <a:pt x="553" y="250"/>
                    </a:lnTo>
                    <a:lnTo>
                      <a:pt x="554" y="250"/>
                    </a:lnTo>
                    <a:lnTo>
                      <a:pt x="555" y="249"/>
                    </a:lnTo>
                    <a:lnTo>
                      <a:pt x="557" y="248"/>
                    </a:lnTo>
                    <a:lnTo>
                      <a:pt x="558" y="248"/>
                    </a:lnTo>
                    <a:lnTo>
                      <a:pt x="559" y="246"/>
                    </a:lnTo>
                    <a:lnTo>
                      <a:pt x="561" y="246"/>
                    </a:lnTo>
                    <a:lnTo>
                      <a:pt x="562" y="245"/>
                    </a:lnTo>
                    <a:lnTo>
                      <a:pt x="563" y="245"/>
                    </a:lnTo>
                    <a:lnTo>
                      <a:pt x="563" y="244"/>
                    </a:lnTo>
                    <a:lnTo>
                      <a:pt x="565" y="244"/>
                    </a:lnTo>
                    <a:lnTo>
                      <a:pt x="566" y="244"/>
                    </a:lnTo>
                    <a:lnTo>
                      <a:pt x="566" y="242"/>
                    </a:lnTo>
                    <a:lnTo>
                      <a:pt x="567" y="242"/>
                    </a:lnTo>
                    <a:lnTo>
                      <a:pt x="569" y="241"/>
                    </a:lnTo>
                    <a:lnTo>
                      <a:pt x="570" y="241"/>
                    </a:lnTo>
                    <a:lnTo>
                      <a:pt x="571" y="240"/>
                    </a:lnTo>
                    <a:lnTo>
                      <a:pt x="573" y="238"/>
                    </a:lnTo>
                    <a:lnTo>
                      <a:pt x="574" y="238"/>
                    </a:lnTo>
                    <a:lnTo>
                      <a:pt x="574" y="237"/>
                    </a:lnTo>
                    <a:lnTo>
                      <a:pt x="575" y="237"/>
                    </a:lnTo>
                    <a:lnTo>
                      <a:pt x="576" y="236"/>
                    </a:lnTo>
                    <a:lnTo>
                      <a:pt x="578" y="236"/>
                    </a:lnTo>
                    <a:lnTo>
                      <a:pt x="579" y="234"/>
                    </a:lnTo>
                    <a:lnTo>
                      <a:pt x="580" y="234"/>
                    </a:lnTo>
                    <a:lnTo>
                      <a:pt x="582" y="233"/>
                    </a:lnTo>
                    <a:lnTo>
                      <a:pt x="583" y="232"/>
                    </a:lnTo>
                    <a:lnTo>
                      <a:pt x="584" y="231"/>
                    </a:lnTo>
                    <a:lnTo>
                      <a:pt x="586" y="231"/>
                    </a:lnTo>
                    <a:lnTo>
                      <a:pt x="587" y="229"/>
                    </a:lnTo>
                    <a:lnTo>
                      <a:pt x="588" y="228"/>
                    </a:lnTo>
                    <a:lnTo>
                      <a:pt x="590" y="228"/>
                    </a:lnTo>
                    <a:lnTo>
                      <a:pt x="591" y="227"/>
                    </a:lnTo>
                    <a:lnTo>
                      <a:pt x="592" y="227"/>
                    </a:lnTo>
                    <a:lnTo>
                      <a:pt x="594" y="225"/>
                    </a:lnTo>
                    <a:lnTo>
                      <a:pt x="595" y="224"/>
                    </a:lnTo>
                    <a:lnTo>
                      <a:pt x="596" y="224"/>
                    </a:lnTo>
                    <a:lnTo>
                      <a:pt x="596" y="223"/>
                    </a:lnTo>
                    <a:lnTo>
                      <a:pt x="598" y="223"/>
                    </a:lnTo>
                    <a:lnTo>
                      <a:pt x="599" y="221"/>
                    </a:lnTo>
                    <a:lnTo>
                      <a:pt x="600" y="221"/>
                    </a:lnTo>
                    <a:lnTo>
                      <a:pt x="602" y="220"/>
                    </a:lnTo>
                    <a:lnTo>
                      <a:pt x="603" y="219"/>
                    </a:lnTo>
                    <a:lnTo>
                      <a:pt x="604" y="217"/>
                    </a:lnTo>
                    <a:lnTo>
                      <a:pt x="606" y="217"/>
                    </a:lnTo>
                    <a:lnTo>
                      <a:pt x="607" y="216"/>
                    </a:lnTo>
                    <a:lnTo>
                      <a:pt x="608" y="215"/>
                    </a:lnTo>
                    <a:lnTo>
                      <a:pt x="610" y="213"/>
                    </a:lnTo>
                    <a:lnTo>
                      <a:pt x="611" y="213"/>
                    </a:lnTo>
                    <a:lnTo>
                      <a:pt x="611" y="212"/>
                    </a:lnTo>
                    <a:lnTo>
                      <a:pt x="612" y="211"/>
                    </a:lnTo>
                    <a:lnTo>
                      <a:pt x="614" y="211"/>
                    </a:lnTo>
                    <a:lnTo>
                      <a:pt x="615" y="209"/>
                    </a:lnTo>
                    <a:lnTo>
                      <a:pt x="616" y="208"/>
                    </a:lnTo>
                    <a:lnTo>
                      <a:pt x="618" y="208"/>
                    </a:lnTo>
                    <a:lnTo>
                      <a:pt x="618" y="207"/>
                    </a:lnTo>
                    <a:lnTo>
                      <a:pt x="619" y="207"/>
                    </a:lnTo>
                    <a:lnTo>
                      <a:pt x="619" y="205"/>
                    </a:lnTo>
                    <a:lnTo>
                      <a:pt x="620" y="205"/>
                    </a:lnTo>
                    <a:lnTo>
                      <a:pt x="622" y="204"/>
                    </a:lnTo>
                    <a:lnTo>
                      <a:pt x="623" y="204"/>
                    </a:lnTo>
                    <a:lnTo>
                      <a:pt x="623" y="203"/>
                    </a:lnTo>
                    <a:lnTo>
                      <a:pt x="624" y="203"/>
                    </a:lnTo>
                    <a:lnTo>
                      <a:pt x="625" y="201"/>
                    </a:lnTo>
                    <a:lnTo>
                      <a:pt x="627" y="200"/>
                    </a:lnTo>
                    <a:lnTo>
                      <a:pt x="628" y="200"/>
                    </a:lnTo>
                    <a:lnTo>
                      <a:pt x="628" y="199"/>
                    </a:lnTo>
                    <a:lnTo>
                      <a:pt x="629" y="199"/>
                    </a:lnTo>
                    <a:lnTo>
                      <a:pt x="631" y="197"/>
                    </a:lnTo>
                    <a:lnTo>
                      <a:pt x="632" y="197"/>
                    </a:lnTo>
                    <a:lnTo>
                      <a:pt x="633" y="196"/>
                    </a:lnTo>
                    <a:lnTo>
                      <a:pt x="635" y="195"/>
                    </a:lnTo>
                    <a:lnTo>
                      <a:pt x="636" y="193"/>
                    </a:lnTo>
                    <a:lnTo>
                      <a:pt x="637" y="193"/>
                    </a:lnTo>
                    <a:lnTo>
                      <a:pt x="639" y="192"/>
                    </a:lnTo>
                    <a:lnTo>
                      <a:pt x="640" y="192"/>
                    </a:lnTo>
                    <a:lnTo>
                      <a:pt x="640" y="191"/>
                    </a:lnTo>
                    <a:lnTo>
                      <a:pt x="641" y="191"/>
                    </a:lnTo>
                    <a:lnTo>
                      <a:pt x="643" y="189"/>
                    </a:lnTo>
                    <a:lnTo>
                      <a:pt x="644" y="189"/>
                    </a:lnTo>
                    <a:lnTo>
                      <a:pt x="644" y="188"/>
                    </a:lnTo>
                    <a:lnTo>
                      <a:pt x="645" y="188"/>
                    </a:lnTo>
                    <a:lnTo>
                      <a:pt x="645" y="187"/>
                    </a:lnTo>
                    <a:lnTo>
                      <a:pt x="647" y="187"/>
                    </a:lnTo>
                    <a:lnTo>
                      <a:pt x="647" y="185"/>
                    </a:lnTo>
                    <a:lnTo>
                      <a:pt x="648" y="185"/>
                    </a:lnTo>
                    <a:lnTo>
                      <a:pt x="649" y="185"/>
                    </a:lnTo>
                    <a:lnTo>
                      <a:pt x="649" y="184"/>
                    </a:lnTo>
                    <a:lnTo>
                      <a:pt x="651" y="183"/>
                    </a:lnTo>
                    <a:lnTo>
                      <a:pt x="652" y="182"/>
                    </a:lnTo>
                    <a:lnTo>
                      <a:pt x="653" y="180"/>
                    </a:lnTo>
                    <a:lnTo>
                      <a:pt x="655" y="179"/>
                    </a:lnTo>
                    <a:lnTo>
                      <a:pt x="656" y="179"/>
                    </a:lnTo>
                    <a:lnTo>
                      <a:pt x="656" y="178"/>
                    </a:lnTo>
                    <a:lnTo>
                      <a:pt x="657" y="178"/>
                    </a:lnTo>
                    <a:lnTo>
                      <a:pt x="659" y="176"/>
                    </a:lnTo>
                    <a:lnTo>
                      <a:pt x="659" y="175"/>
                    </a:lnTo>
                    <a:lnTo>
                      <a:pt x="660" y="174"/>
                    </a:lnTo>
                    <a:lnTo>
                      <a:pt x="661" y="174"/>
                    </a:lnTo>
                    <a:lnTo>
                      <a:pt x="663" y="172"/>
                    </a:lnTo>
                    <a:lnTo>
                      <a:pt x="664" y="171"/>
                    </a:lnTo>
                    <a:lnTo>
                      <a:pt x="664" y="170"/>
                    </a:lnTo>
                    <a:lnTo>
                      <a:pt x="665" y="168"/>
                    </a:lnTo>
                    <a:lnTo>
                      <a:pt x="667" y="167"/>
                    </a:lnTo>
                    <a:lnTo>
                      <a:pt x="668" y="166"/>
                    </a:lnTo>
                    <a:lnTo>
                      <a:pt x="669" y="164"/>
                    </a:lnTo>
                    <a:lnTo>
                      <a:pt x="671" y="163"/>
                    </a:lnTo>
                    <a:lnTo>
                      <a:pt x="672" y="162"/>
                    </a:lnTo>
                    <a:lnTo>
                      <a:pt x="673" y="160"/>
                    </a:lnTo>
                    <a:lnTo>
                      <a:pt x="674" y="159"/>
                    </a:lnTo>
                    <a:lnTo>
                      <a:pt x="676" y="158"/>
                    </a:lnTo>
                    <a:lnTo>
                      <a:pt x="676" y="156"/>
                    </a:lnTo>
                    <a:lnTo>
                      <a:pt x="677" y="156"/>
                    </a:lnTo>
                    <a:lnTo>
                      <a:pt x="677" y="155"/>
                    </a:lnTo>
                    <a:lnTo>
                      <a:pt x="678" y="155"/>
                    </a:lnTo>
                    <a:lnTo>
                      <a:pt x="678" y="154"/>
                    </a:lnTo>
                    <a:lnTo>
                      <a:pt x="680" y="152"/>
                    </a:lnTo>
                    <a:lnTo>
                      <a:pt x="681" y="152"/>
                    </a:lnTo>
                    <a:lnTo>
                      <a:pt x="681" y="151"/>
                    </a:lnTo>
                    <a:lnTo>
                      <a:pt x="682" y="150"/>
                    </a:lnTo>
                    <a:lnTo>
                      <a:pt x="684" y="148"/>
                    </a:lnTo>
                    <a:lnTo>
                      <a:pt x="685" y="147"/>
                    </a:lnTo>
                    <a:lnTo>
                      <a:pt x="685" y="146"/>
                    </a:lnTo>
                    <a:lnTo>
                      <a:pt x="686" y="144"/>
                    </a:lnTo>
                    <a:lnTo>
                      <a:pt x="688" y="143"/>
                    </a:lnTo>
                    <a:lnTo>
                      <a:pt x="689" y="142"/>
                    </a:lnTo>
                    <a:lnTo>
                      <a:pt x="690" y="140"/>
                    </a:lnTo>
                    <a:lnTo>
                      <a:pt x="692" y="139"/>
                    </a:lnTo>
                    <a:lnTo>
                      <a:pt x="693" y="138"/>
                    </a:lnTo>
                    <a:lnTo>
                      <a:pt x="694" y="136"/>
                    </a:lnTo>
                    <a:lnTo>
                      <a:pt x="696" y="134"/>
                    </a:lnTo>
                    <a:lnTo>
                      <a:pt x="697" y="132"/>
                    </a:lnTo>
                    <a:lnTo>
                      <a:pt x="698" y="131"/>
                    </a:lnTo>
                    <a:lnTo>
                      <a:pt x="700" y="130"/>
                    </a:lnTo>
                    <a:lnTo>
                      <a:pt x="701" y="127"/>
                    </a:lnTo>
                    <a:lnTo>
                      <a:pt x="702" y="126"/>
                    </a:lnTo>
                    <a:lnTo>
                      <a:pt x="704" y="125"/>
                    </a:lnTo>
                    <a:lnTo>
                      <a:pt x="704" y="123"/>
                    </a:lnTo>
                    <a:lnTo>
                      <a:pt x="705" y="122"/>
                    </a:lnTo>
                    <a:lnTo>
                      <a:pt x="706" y="122"/>
                    </a:lnTo>
                    <a:lnTo>
                      <a:pt x="708" y="121"/>
                    </a:lnTo>
                    <a:lnTo>
                      <a:pt x="708" y="119"/>
                    </a:lnTo>
                    <a:lnTo>
                      <a:pt x="709" y="118"/>
                    </a:lnTo>
                    <a:lnTo>
                      <a:pt x="709" y="117"/>
                    </a:lnTo>
                    <a:lnTo>
                      <a:pt x="710" y="117"/>
                    </a:lnTo>
                    <a:lnTo>
                      <a:pt x="712" y="115"/>
                    </a:lnTo>
                    <a:lnTo>
                      <a:pt x="712" y="114"/>
                    </a:lnTo>
                    <a:lnTo>
                      <a:pt x="713" y="113"/>
                    </a:lnTo>
                    <a:lnTo>
                      <a:pt x="714" y="111"/>
                    </a:lnTo>
                    <a:lnTo>
                      <a:pt x="716" y="110"/>
                    </a:lnTo>
                    <a:lnTo>
                      <a:pt x="716" y="109"/>
                    </a:lnTo>
                    <a:lnTo>
                      <a:pt x="717" y="107"/>
                    </a:lnTo>
                    <a:lnTo>
                      <a:pt x="718" y="106"/>
                    </a:lnTo>
                    <a:lnTo>
                      <a:pt x="718" y="105"/>
                    </a:lnTo>
                    <a:lnTo>
                      <a:pt x="720" y="103"/>
                    </a:lnTo>
                    <a:lnTo>
                      <a:pt x="721" y="102"/>
                    </a:lnTo>
                    <a:lnTo>
                      <a:pt x="722" y="101"/>
                    </a:lnTo>
                    <a:lnTo>
                      <a:pt x="724" y="99"/>
                    </a:lnTo>
                    <a:lnTo>
                      <a:pt x="725" y="97"/>
                    </a:lnTo>
                    <a:lnTo>
                      <a:pt x="726" y="95"/>
                    </a:lnTo>
                    <a:lnTo>
                      <a:pt x="727" y="93"/>
                    </a:lnTo>
                    <a:lnTo>
                      <a:pt x="729" y="91"/>
                    </a:lnTo>
                    <a:lnTo>
                      <a:pt x="730" y="89"/>
                    </a:lnTo>
                    <a:lnTo>
                      <a:pt x="731" y="87"/>
                    </a:lnTo>
                    <a:lnTo>
                      <a:pt x="733" y="85"/>
                    </a:lnTo>
                    <a:lnTo>
                      <a:pt x="734" y="83"/>
                    </a:lnTo>
                    <a:lnTo>
                      <a:pt x="735" y="82"/>
                    </a:lnTo>
                    <a:lnTo>
                      <a:pt x="737" y="81"/>
                    </a:lnTo>
                    <a:lnTo>
                      <a:pt x="737" y="80"/>
                    </a:lnTo>
                    <a:lnTo>
                      <a:pt x="738" y="77"/>
                    </a:lnTo>
                    <a:lnTo>
                      <a:pt x="739" y="76"/>
                    </a:lnTo>
                    <a:lnTo>
                      <a:pt x="741" y="76"/>
                    </a:lnTo>
                    <a:lnTo>
                      <a:pt x="741" y="74"/>
                    </a:lnTo>
                    <a:lnTo>
                      <a:pt x="742" y="73"/>
                    </a:lnTo>
                    <a:lnTo>
                      <a:pt x="743" y="72"/>
                    </a:lnTo>
                    <a:lnTo>
                      <a:pt x="743" y="70"/>
                    </a:lnTo>
                    <a:lnTo>
                      <a:pt x="745" y="69"/>
                    </a:lnTo>
                    <a:lnTo>
                      <a:pt x="745" y="68"/>
                    </a:lnTo>
                    <a:lnTo>
                      <a:pt x="746" y="66"/>
                    </a:lnTo>
                    <a:lnTo>
                      <a:pt x="747" y="66"/>
                    </a:lnTo>
                    <a:lnTo>
                      <a:pt x="747" y="65"/>
                    </a:lnTo>
                    <a:lnTo>
                      <a:pt x="749" y="64"/>
                    </a:lnTo>
                    <a:lnTo>
                      <a:pt x="749" y="62"/>
                    </a:lnTo>
                    <a:lnTo>
                      <a:pt x="750" y="61"/>
                    </a:lnTo>
                    <a:lnTo>
                      <a:pt x="751" y="60"/>
                    </a:lnTo>
                    <a:lnTo>
                      <a:pt x="753" y="58"/>
                    </a:lnTo>
                    <a:lnTo>
                      <a:pt x="753" y="57"/>
                    </a:lnTo>
                    <a:lnTo>
                      <a:pt x="754" y="56"/>
                    </a:lnTo>
                    <a:lnTo>
                      <a:pt x="755" y="54"/>
                    </a:lnTo>
                    <a:lnTo>
                      <a:pt x="757" y="52"/>
                    </a:lnTo>
                    <a:lnTo>
                      <a:pt x="758" y="50"/>
                    </a:lnTo>
                    <a:lnTo>
                      <a:pt x="759" y="48"/>
                    </a:lnTo>
                    <a:lnTo>
                      <a:pt x="761" y="46"/>
                    </a:lnTo>
                    <a:lnTo>
                      <a:pt x="762" y="44"/>
                    </a:lnTo>
                    <a:lnTo>
                      <a:pt x="763" y="42"/>
                    </a:lnTo>
                    <a:lnTo>
                      <a:pt x="766" y="40"/>
                    </a:lnTo>
                    <a:lnTo>
                      <a:pt x="767" y="38"/>
                    </a:lnTo>
                    <a:lnTo>
                      <a:pt x="769" y="36"/>
                    </a:lnTo>
                    <a:lnTo>
                      <a:pt x="770" y="34"/>
                    </a:lnTo>
                    <a:lnTo>
                      <a:pt x="770" y="33"/>
                    </a:lnTo>
                    <a:lnTo>
                      <a:pt x="771" y="32"/>
                    </a:lnTo>
                    <a:lnTo>
                      <a:pt x="773" y="30"/>
                    </a:lnTo>
                    <a:lnTo>
                      <a:pt x="774" y="29"/>
                    </a:lnTo>
                    <a:lnTo>
                      <a:pt x="774" y="28"/>
                    </a:lnTo>
                    <a:lnTo>
                      <a:pt x="775" y="27"/>
                    </a:lnTo>
                    <a:lnTo>
                      <a:pt x="776" y="25"/>
                    </a:lnTo>
                    <a:lnTo>
                      <a:pt x="776" y="24"/>
                    </a:lnTo>
                    <a:lnTo>
                      <a:pt x="778" y="23"/>
                    </a:lnTo>
                    <a:lnTo>
                      <a:pt x="778" y="21"/>
                    </a:lnTo>
                    <a:lnTo>
                      <a:pt x="779" y="21"/>
                    </a:lnTo>
                    <a:lnTo>
                      <a:pt x="779" y="20"/>
                    </a:lnTo>
                    <a:lnTo>
                      <a:pt x="780" y="19"/>
                    </a:lnTo>
                    <a:lnTo>
                      <a:pt x="780" y="17"/>
                    </a:lnTo>
                    <a:lnTo>
                      <a:pt x="782" y="17"/>
                    </a:lnTo>
                    <a:lnTo>
                      <a:pt x="782" y="16"/>
                    </a:lnTo>
                    <a:lnTo>
                      <a:pt x="783" y="15"/>
                    </a:lnTo>
                    <a:lnTo>
                      <a:pt x="783" y="13"/>
                    </a:lnTo>
                    <a:lnTo>
                      <a:pt x="784" y="12"/>
                    </a:lnTo>
                    <a:lnTo>
                      <a:pt x="786" y="11"/>
                    </a:lnTo>
                    <a:lnTo>
                      <a:pt x="786" y="9"/>
                    </a:lnTo>
                    <a:lnTo>
                      <a:pt x="787" y="8"/>
                    </a:lnTo>
                    <a:lnTo>
                      <a:pt x="787" y="7"/>
                    </a:lnTo>
                    <a:lnTo>
                      <a:pt x="788" y="5"/>
                    </a:lnTo>
                    <a:lnTo>
                      <a:pt x="790" y="4"/>
                    </a:lnTo>
                    <a:lnTo>
                      <a:pt x="790" y="3"/>
                    </a:lnTo>
                    <a:lnTo>
                      <a:pt x="791" y="0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1" name="Freeform 8">
                <a:extLst>
                  <a:ext uri="{FF2B5EF4-FFF2-40B4-BE49-F238E27FC236}">
                    <a16:creationId xmlns:a16="http://schemas.microsoft.com/office/drawing/2014/main" id="{C983A646-9E4F-4513-B756-8651D404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3435350"/>
                <a:ext cx="73025" cy="250825"/>
              </a:xfrm>
              <a:custGeom>
                <a:avLst/>
                <a:gdLst>
                  <a:gd name="T0" fmla="*/ 2147483646 w 94"/>
                  <a:gd name="T1" fmla="*/ 2147483646 h 317"/>
                  <a:gd name="T2" fmla="*/ 2147483646 w 94"/>
                  <a:gd name="T3" fmla="*/ 2147483646 h 317"/>
                  <a:gd name="T4" fmla="*/ 2147483646 w 94"/>
                  <a:gd name="T5" fmla="*/ 2147483646 h 317"/>
                  <a:gd name="T6" fmla="*/ 2147483646 w 94"/>
                  <a:gd name="T7" fmla="*/ 2147483646 h 317"/>
                  <a:gd name="T8" fmla="*/ 2147483646 w 94"/>
                  <a:gd name="T9" fmla="*/ 2147483646 h 317"/>
                  <a:gd name="T10" fmla="*/ 2147483646 w 94"/>
                  <a:gd name="T11" fmla="*/ 2147483646 h 317"/>
                  <a:gd name="T12" fmla="*/ 2147483646 w 94"/>
                  <a:gd name="T13" fmla="*/ 2147483646 h 317"/>
                  <a:gd name="T14" fmla="*/ 2147483646 w 94"/>
                  <a:gd name="T15" fmla="*/ 2147483646 h 317"/>
                  <a:gd name="T16" fmla="*/ 2147483646 w 94"/>
                  <a:gd name="T17" fmla="*/ 2147483646 h 317"/>
                  <a:gd name="T18" fmla="*/ 2147483646 w 94"/>
                  <a:gd name="T19" fmla="*/ 2147483646 h 317"/>
                  <a:gd name="T20" fmla="*/ 2147483646 w 94"/>
                  <a:gd name="T21" fmla="*/ 2147483646 h 317"/>
                  <a:gd name="T22" fmla="*/ 2147483646 w 94"/>
                  <a:gd name="T23" fmla="*/ 2147483646 h 317"/>
                  <a:gd name="T24" fmla="*/ 2147483646 w 94"/>
                  <a:gd name="T25" fmla="*/ 2147483646 h 317"/>
                  <a:gd name="T26" fmla="*/ 2147483646 w 94"/>
                  <a:gd name="T27" fmla="*/ 2147483646 h 317"/>
                  <a:gd name="T28" fmla="*/ 2147483646 w 94"/>
                  <a:gd name="T29" fmla="*/ 2147483646 h 317"/>
                  <a:gd name="T30" fmla="*/ 2147483646 w 94"/>
                  <a:gd name="T31" fmla="*/ 2147483646 h 317"/>
                  <a:gd name="T32" fmla="*/ 2147483646 w 94"/>
                  <a:gd name="T33" fmla="*/ 2147483646 h 317"/>
                  <a:gd name="T34" fmla="*/ 2147483646 w 94"/>
                  <a:gd name="T35" fmla="*/ 2147483646 h 317"/>
                  <a:gd name="T36" fmla="*/ 2147483646 w 94"/>
                  <a:gd name="T37" fmla="*/ 2147483646 h 317"/>
                  <a:gd name="T38" fmla="*/ 2147483646 w 94"/>
                  <a:gd name="T39" fmla="*/ 2147483646 h 317"/>
                  <a:gd name="T40" fmla="*/ 2147483646 w 94"/>
                  <a:gd name="T41" fmla="*/ 2147483646 h 317"/>
                  <a:gd name="T42" fmla="*/ 2147483646 w 94"/>
                  <a:gd name="T43" fmla="*/ 2147483646 h 317"/>
                  <a:gd name="T44" fmla="*/ 2147483646 w 94"/>
                  <a:gd name="T45" fmla="*/ 2147483646 h 317"/>
                  <a:gd name="T46" fmla="*/ 2147483646 w 94"/>
                  <a:gd name="T47" fmla="*/ 2147483646 h 317"/>
                  <a:gd name="T48" fmla="*/ 2147483646 w 94"/>
                  <a:gd name="T49" fmla="*/ 2147483646 h 317"/>
                  <a:gd name="T50" fmla="*/ 2147483646 w 94"/>
                  <a:gd name="T51" fmla="*/ 2147483646 h 317"/>
                  <a:gd name="T52" fmla="*/ 2147483646 w 94"/>
                  <a:gd name="T53" fmla="*/ 2147483646 h 317"/>
                  <a:gd name="T54" fmla="*/ 2147483646 w 94"/>
                  <a:gd name="T55" fmla="*/ 2147483646 h 317"/>
                  <a:gd name="T56" fmla="*/ 2147483646 w 94"/>
                  <a:gd name="T57" fmla="*/ 2147483646 h 317"/>
                  <a:gd name="T58" fmla="*/ 2147483646 w 94"/>
                  <a:gd name="T59" fmla="*/ 2147483646 h 317"/>
                  <a:gd name="T60" fmla="*/ 2147483646 w 94"/>
                  <a:gd name="T61" fmla="*/ 2147483646 h 317"/>
                  <a:gd name="T62" fmla="*/ 2147483646 w 94"/>
                  <a:gd name="T63" fmla="*/ 2147483646 h 317"/>
                  <a:gd name="T64" fmla="*/ 2147483646 w 94"/>
                  <a:gd name="T65" fmla="*/ 2147483646 h 317"/>
                  <a:gd name="T66" fmla="*/ 2147483646 w 94"/>
                  <a:gd name="T67" fmla="*/ 2147483646 h 317"/>
                  <a:gd name="T68" fmla="*/ 2147483646 w 94"/>
                  <a:gd name="T69" fmla="*/ 2147483646 h 317"/>
                  <a:gd name="T70" fmla="*/ 2147483646 w 94"/>
                  <a:gd name="T71" fmla="*/ 2147483646 h 317"/>
                  <a:gd name="T72" fmla="*/ 2147483646 w 94"/>
                  <a:gd name="T73" fmla="*/ 2147483646 h 317"/>
                  <a:gd name="T74" fmla="*/ 2147483646 w 94"/>
                  <a:gd name="T75" fmla="*/ 2147483646 h 317"/>
                  <a:gd name="T76" fmla="*/ 2147483646 w 94"/>
                  <a:gd name="T77" fmla="*/ 2147483646 h 317"/>
                  <a:gd name="T78" fmla="*/ 2147483646 w 94"/>
                  <a:gd name="T79" fmla="*/ 2147483646 h 317"/>
                  <a:gd name="T80" fmla="*/ 2147483646 w 94"/>
                  <a:gd name="T81" fmla="*/ 2147483646 h 317"/>
                  <a:gd name="T82" fmla="*/ 2147483646 w 94"/>
                  <a:gd name="T83" fmla="*/ 2147483646 h 317"/>
                  <a:gd name="T84" fmla="*/ 2147483646 w 94"/>
                  <a:gd name="T85" fmla="*/ 2147483646 h 317"/>
                  <a:gd name="T86" fmla="*/ 2147483646 w 94"/>
                  <a:gd name="T87" fmla="*/ 2147483646 h 317"/>
                  <a:gd name="T88" fmla="*/ 2147483646 w 94"/>
                  <a:gd name="T89" fmla="*/ 2147483646 h 317"/>
                  <a:gd name="T90" fmla="*/ 2147483646 w 94"/>
                  <a:gd name="T91" fmla="*/ 2147483646 h 317"/>
                  <a:gd name="T92" fmla="*/ 2147483646 w 94"/>
                  <a:gd name="T93" fmla="*/ 2147483646 h 317"/>
                  <a:gd name="T94" fmla="*/ 2147483646 w 94"/>
                  <a:gd name="T95" fmla="*/ 2147483646 h 317"/>
                  <a:gd name="T96" fmla="*/ 2147483646 w 94"/>
                  <a:gd name="T97" fmla="*/ 2147483646 h 317"/>
                  <a:gd name="T98" fmla="*/ 2147483646 w 94"/>
                  <a:gd name="T99" fmla="*/ 2147483646 h 317"/>
                  <a:gd name="T100" fmla="*/ 2147483646 w 94"/>
                  <a:gd name="T101" fmla="*/ 2147483646 h 317"/>
                  <a:gd name="T102" fmla="*/ 2147483646 w 94"/>
                  <a:gd name="T103" fmla="*/ 2147483646 h 317"/>
                  <a:gd name="T104" fmla="*/ 2147483646 w 94"/>
                  <a:gd name="T105" fmla="*/ 2147483646 h 317"/>
                  <a:gd name="T106" fmla="*/ 2147483646 w 94"/>
                  <a:gd name="T107" fmla="*/ 2147483646 h 317"/>
                  <a:gd name="T108" fmla="*/ 2147483646 w 94"/>
                  <a:gd name="T109" fmla="*/ 2147483646 h 317"/>
                  <a:gd name="T110" fmla="*/ 2147483646 w 94"/>
                  <a:gd name="T111" fmla="*/ 2147483646 h 317"/>
                  <a:gd name="T112" fmla="*/ 2147483646 w 94"/>
                  <a:gd name="T113" fmla="*/ 2147483646 h 31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4" h="317">
                    <a:moveTo>
                      <a:pt x="0" y="0"/>
                    </a:moveTo>
                    <a:lnTo>
                      <a:pt x="3" y="4"/>
                    </a:lnTo>
                    <a:lnTo>
                      <a:pt x="4" y="8"/>
                    </a:lnTo>
                    <a:lnTo>
                      <a:pt x="7" y="11"/>
                    </a:lnTo>
                    <a:lnTo>
                      <a:pt x="8" y="14"/>
                    </a:lnTo>
                    <a:lnTo>
                      <a:pt x="9" y="16"/>
                    </a:lnTo>
                    <a:lnTo>
                      <a:pt x="11" y="19"/>
                    </a:lnTo>
                    <a:lnTo>
                      <a:pt x="12" y="22"/>
                    </a:lnTo>
                    <a:lnTo>
                      <a:pt x="13" y="23"/>
                    </a:lnTo>
                    <a:lnTo>
                      <a:pt x="15" y="26"/>
                    </a:lnTo>
                    <a:lnTo>
                      <a:pt x="16" y="27"/>
                    </a:lnTo>
                    <a:lnTo>
                      <a:pt x="16" y="30"/>
                    </a:lnTo>
                    <a:lnTo>
                      <a:pt x="17" y="31"/>
                    </a:lnTo>
                    <a:lnTo>
                      <a:pt x="19" y="32"/>
                    </a:lnTo>
                    <a:lnTo>
                      <a:pt x="19" y="34"/>
                    </a:lnTo>
                    <a:lnTo>
                      <a:pt x="20" y="35"/>
                    </a:lnTo>
                    <a:lnTo>
                      <a:pt x="20" y="38"/>
                    </a:lnTo>
                    <a:lnTo>
                      <a:pt x="21" y="39"/>
                    </a:lnTo>
                    <a:lnTo>
                      <a:pt x="23" y="40"/>
                    </a:lnTo>
                    <a:lnTo>
                      <a:pt x="23" y="41"/>
                    </a:lnTo>
                    <a:lnTo>
                      <a:pt x="24" y="43"/>
                    </a:lnTo>
                    <a:lnTo>
                      <a:pt x="24" y="44"/>
                    </a:lnTo>
                    <a:lnTo>
                      <a:pt x="25" y="45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7" y="49"/>
                    </a:lnTo>
                    <a:lnTo>
                      <a:pt x="27" y="51"/>
                    </a:lnTo>
                    <a:lnTo>
                      <a:pt x="28" y="52"/>
                    </a:lnTo>
                    <a:lnTo>
                      <a:pt x="28" y="53"/>
                    </a:lnTo>
                    <a:lnTo>
                      <a:pt x="29" y="56"/>
                    </a:lnTo>
                    <a:lnTo>
                      <a:pt x="29" y="57"/>
                    </a:lnTo>
                    <a:lnTo>
                      <a:pt x="30" y="59"/>
                    </a:lnTo>
                    <a:lnTo>
                      <a:pt x="30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5"/>
                    </a:lnTo>
                    <a:lnTo>
                      <a:pt x="33" y="67"/>
                    </a:lnTo>
                    <a:lnTo>
                      <a:pt x="34" y="68"/>
                    </a:lnTo>
                    <a:lnTo>
                      <a:pt x="34" y="69"/>
                    </a:lnTo>
                    <a:lnTo>
                      <a:pt x="36" y="71"/>
                    </a:lnTo>
                    <a:lnTo>
                      <a:pt x="36" y="72"/>
                    </a:lnTo>
                    <a:lnTo>
                      <a:pt x="36" y="73"/>
                    </a:lnTo>
                    <a:lnTo>
                      <a:pt x="37" y="75"/>
                    </a:lnTo>
                    <a:lnTo>
                      <a:pt x="37" y="76"/>
                    </a:lnTo>
                    <a:lnTo>
                      <a:pt x="38" y="77"/>
                    </a:lnTo>
                    <a:lnTo>
                      <a:pt x="38" y="79"/>
                    </a:lnTo>
                    <a:lnTo>
                      <a:pt x="38" y="80"/>
                    </a:lnTo>
                    <a:lnTo>
                      <a:pt x="40" y="80"/>
                    </a:lnTo>
                    <a:lnTo>
                      <a:pt x="40" y="81"/>
                    </a:lnTo>
                    <a:lnTo>
                      <a:pt x="40" y="83"/>
                    </a:lnTo>
                    <a:lnTo>
                      <a:pt x="41" y="84"/>
                    </a:lnTo>
                    <a:lnTo>
                      <a:pt x="41" y="85"/>
                    </a:lnTo>
                    <a:lnTo>
                      <a:pt x="41" y="87"/>
                    </a:lnTo>
                    <a:lnTo>
                      <a:pt x="42" y="88"/>
                    </a:lnTo>
                    <a:lnTo>
                      <a:pt x="42" y="89"/>
                    </a:lnTo>
                    <a:lnTo>
                      <a:pt x="42" y="91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5" y="94"/>
                    </a:lnTo>
                    <a:lnTo>
                      <a:pt x="45" y="97"/>
                    </a:lnTo>
                    <a:lnTo>
                      <a:pt x="46" y="98"/>
                    </a:lnTo>
                    <a:lnTo>
                      <a:pt x="46" y="101"/>
                    </a:lnTo>
                    <a:lnTo>
                      <a:pt x="48" y="102"/>
                    </a:lnTo>
                    <a:lnTo>
                      <a:pt x="49" y="105"/>
                    </a:lnTo>
                    <a:lnTo>
                      <a:pt x="49" y="106"/>
                    </a:lnTo>
                    <a:lnTo>
                      <a:pt x="50" y="109"/>
                    </a:lnTo>
                    <a:lnTo>
                      <a:pt x="50" y="110"/>
                    </a:lnTo>
                    <a:lnTo>
                      <a:pt x="52" y="113"/>
                    </a:lnTo>
                    <a:lnTo>
                      <a:pt x="52" y="114"/>
                    </a:lnTo>
                    <a:lnTo>
                      <a:pt x="53" y="116"/>
                    </a:lnTo>
                    <a:lnTo>
                      <a:pt x="53" y="117"/>
                    </a:lnTo>
                    <a:lnTo>
                      <a:pt x="53" y="118"/>
                    </a:lnTo>
                    <a:lnTo>
                      <a:pt x="54" y="120"/>
                    </a:lnTo>
                    <a:lnTo>
                      <a:pt x="54" y="121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6" y="125"/>
                    </a:lnTo>
                    <a:lnTo>
                      <a:pt x="56" y="126"/>
                    </a:lnTo>
                    <a:lnTo>
                      <a:pt x="57" y="126"/>
                    </a:lnTo>
                    <a:lnTo>
                      <a:pt x="57" y="128"/>
                    </a:lnTo>
                    <a:lnTo>
                      <a:pt x="57" y="129"/>
                    </a:lnTo>
                    <a:lnTo>
                      <a:pt x="58" y="130"/>
                    </a:lnTo>
                    <a:lnTo>
                      <a:pt x="58" y="132"/>
                    </a:lnTo>
                    <a:lnTo>
                      <a:pt x="58" y="133"/>
                    </a:lnTo>
                    <a:lnTo>
                      <a:pt x="60" y="134"/>
                    </a:lnTo>
                    <a:lnTo>
                      <a:pt x="60" y="136"/>
                    </a:lnTo>
                    <a:lnTo>
                      <a:pt x="60" y="137"/>
                    </a:lnTo>
                    <a:lnTo>
                      <a:pt x="60" y="138"/>
                    </a:lnTo>
                    <a:lnTo>
                      <a:pt x="61" y="140"/>
                    </a:lnTo>
                    <a:lnTo>
                      <a:pt x="61" y="141"/>
                    </a:lnTo>
                    <a:lnTo>
                      <a:pt x="62" y="142"/>
                    </a:lnTo>
                    <a:lnTo>
                      <a:pt x="62" y="145"/>
                    </a:lnTo>
                    <a:lnTo>
                      <a:pt x="64" y="146"/>
                    </a:lnTo>
                    <a:lnTo>
                      <a:pt x="64" y="149"/>
                    </a:lnTo>
                    <a:lnTo>
                      <a:pt x="64" y="150"/>
                    </a:lnTo>
                    <a:lnTo>
                      <a:pt x="65" y="153"/>
                    </a:lnTo>
                    <a:lnTo>
                      <a:pt x="66" y="155"/>
                    </a:lnTo>
                    <a:lnTo>
                      <a:pt x="66" y="157"/>
                    </a:lnTo>
                    <a:lnTo>
                      <a:pt x="66" y="158"/>
                    </a:lnTo>
                    <a:lnTo>
                      <a:pt x="68" y="161"/>
                    </a:lnTo>
                    <a:lnTo>
                      <a:pt x="68" y="162"/>
                    </a:lnTo>
                    <a:lnTo>
                      <a:pt x="69" y="163"/>
                    </a:lnTo>
                    <a:lnTo>
                      <a:pt x="69" y="165"/>
                    </a:lnTo>
                    <a:lnTo>
                      <a:pt x="69" y="166"/>
                    </a:lnTo>
                    <a:lnTo>
                      <a:pt x="70" y="167"/>
                    </a:lnTo>
                    <a:lnTo>
                      <a:pt x="70" y="169"/>
                    </a:lnTo>
                    <a:lnTo>
                      <a:pt x="70" y="170"/>
                    </a:lnTo>
                    <a:lnTo>
                      <a:pt x="70" y="171"/>
                    </a:lnTo>
                    <a:lnTo>
                      <a:pt x="72" y="173"/>
                    </a:lnTo>
                    <a:lnTo>
                      <a:pt x="72" y="174"/>
                    </a:lnTo>
                    <a:lnTo>
                      <a:pt x="72" y="175"/>
                    </a:lnTo>
                    <a:lnTo>
                      <a:pt x="73" y="175"/>
                    </a:lnTo>
                    <a:lnTo>
                      <a:pt x="73" y="177"/>
                    </a:lnTo>
                    <a:lnTo>
                      <a:pt x="73" y="178"/>
                    </a:lnTo>
                    <a:lnTo>
                      <a:pt x="73" y="179"/>
                    </a:lnTo>
                    <a:lnTo>
                      <a:pt x="74" y="181"/>
                    </a:lnTo>
                    <a:lnTo>
                      <a:pt x="74" y="182"/>
                    </a:lnTo>
                    <a:lnTo>
                      <a:pt x="74" y="183"/>
                    </a:lnTo>
                    <a:lnTo>
                      <a:pt x="76" y="185"/>
                    </a:lnTo>
                    <a:lnTo>
                      <a:pt x="76" y="186"/>
                    </a:lnTo>
                    <a:lnTo>
                      <a:pt x="76" y="187"/>
                    </a:lnTo>
                    <a:lnTo>
                      <a:pt x="77" y="189"/>
                    </a:lnTo>
                    <a:lnTo>
                      <a:pt x="77" y="191"/>
                    </a:lnTo>
                    <a:lnTo>
                      <a:pt x="77" y="193"/>
                    </a:lnTo>
                    <a:lnTo>
                      <a:pt x="78" y="195"/>
                    </a:lnTo>
                    <a:lnTo>
                      <a:pt x="78" y="196"/>
                    </a:lnTo>
                    <a:lnTo>
                      <a:pt x="79" y="199"/>
                    </a:lnTo>
                    <a:lnTo>
                      <a:pt x="79" y="200"/>
                    </a:lnTo>
                    <a:lnTo>
                      <a:pt x="81" y="203"/>
                    </a:lnTo>
                    <a:lnTo>
                      <a:pt x="81" y="204"/>
                    </a:lnTo>
                    <a:lnTo>
                      <a:pt x="82" y="207"/>
                    </a:lnTo>
                    <a:lnTo>
                      <a:pt x="82" y="208"/>
                    </a:lnTo>
                    <a:lnTo>
                      <a:pt x="82" y="210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3" y="214"/>
                    </a:lnTo>
                    <a:lnTo>
                      <a:pt x="85" y="215"/>
                    </a:lnTo>
                    <a:lnTo>
                      <a:pt x="85" y="216"/>
                    </a:lnTo>
                    <a:lnTo>
                      <a:pt x="85" y="218"/>
                    </a:lnTo>
                    <a:lnTo>
                      <a:pt x="85" y="219"/>
                    </a:lnTo>
                    <a:lnTo>
                      <a:pt x="86" y="220"/>
                    </a:lnTo>
                    <a:lnTo>
                      <a:pt x="86" y="222"/>
                    </a:lnTo>
                    <a:lnTo>
                      <a:pt x="86" y="223"/>
                    </a:lnTo>
                    <a:lnTo>
                      <a:pt x="86" y="224"/>
                    </a:lnTo>
                    <a:lnTo>
                      <a:pt x="86" y="226"/>
                    </a:lnTo>
                    <a:lnTo>
                      <a:pt x="86" y="227"/>
                    </a:lnTo>
                    <a:lnTo>
                      <a:pt x="87" y="228"/>
                    </a:lnTo>
                    <a:lnTo>
                      <a:pt x="87" y="230"/>
                    </a:lnTo>
                    <a:lnTo>
                      <a:pt x="87" y="231"/>
                    </a:lnTo>
                    <a:lnTo>
                      <a:pt x="87" y="232"/>
                    </a:lnTo>
                    <a:lnTo>
                      <a:pt x="87" y="234"/>
                    </a:lnTo>
                    <a:lnTo>
                      <a:pt x="87" y="235"/>
                    </a:lnTo>
                    <a:lnTo>
                      <a:pt x="87" y="236"/>
                    </a:lnTo>
                    <a:lnTo>
                      <a:pt x="87" y="238"/>
                    </a:lnTo>
                    <a:lnTo>
                      <a:pt x="87" y="240"/>
                    </a:lnTo>
                    <a:lnTo>
                      <a:pt x="89" y="242"/>
                    </a:lnTo>
                    <a:lnTo>
                      <a:pt x="89" y="243"/>
                    </a:lnTo>
                    <a:lnTo>
                      <a:pt x="89" y="245"/>
                    </a:lnTo>
                    <a:lnTo>
                      <a:pt x="89" y="247"/>
                    </a:lnTo>
                    <a:lnTo>
                      <a:pt x="89" y="248"/>
                    </a:lnTo>
                    <a:lnTo>
                      <a:pt x="89" y="251"/>
                    </a:lnTo>
                    <a:lnTo>
                      <a:pt x="89" y="252"/>
                    </a:lnTo>
                    <a:lnTo>
                      <a:pt x="89" y="253"/>
                    </a:lnTo>
                    <a:lnTo>
                      <a:pt x="89" y="255"/>
                    </a:lnTo>
                    <a:lnTo>
                      <a:pt x="89" y="256"/>
                    </a:lnTo>
                    <a:lnTo>
                      <a:pt x="89" y="257"/>
                    </a:lnTo>
                    <a:lnTo>
                      <a:pt x="90" y="257"/>
                    </a:lnTo>
                    <a:lnTo>
                      <a:pt x="90" y="259"/>
                    </a:lnTo>
                    <a:lnTo>
                      <a:pt x="90" y="260"/>
                    </a:lnTo>
                    <a:lnTo>
                      <a:pt x="90" y="261"/>
                    </a:lnTo>
                    <a:lnTo>
                      <a:pt x="90" y="263"/>
                    </a:lnTo>
                    <a:lnTo>
                      <a:pt x="90" y="264"/>
                    </a:lnTo>
                    <a:lnTo>
                      <a:pt x="90" y="265"/>
                    </a:lnTo>
                    <a:lnTo>
                      <a:pt x="90" y="267"/>
                    </a:lnTo>
                    <a:lnTo>
                      <a:pt x="91" y="268"/>
                    </a:lnTo>
                    <a:lnTo>
                      <a:pt x="91" y="269"/>
                    </a:lnTo>
                    <a:lnTo>
                      <a:pt x="91" y="271"/>
                    </a:lnTo>
                    <a:lnTo>
                      <a:pt x="91" y="272"/>
                    </a:lnTo>
                    <a:lnTo>
                      <a:pt x="91" y="273"/>
                    </a:lnTo>
                    <a:lnTo>
                      <a:pt x="93" y="275"/>
                    </a:lnTo>
                    <a:lnTo>
                      <a:pt x="93" y="276"/>
                    </a:lnTo>
                    <a:lnTo>
                      <a:pt x="93" y="277"/>
                    </a:lnTo>
                    <a:lnTo>
                      <a:pt x="93" y="279"/>
                    </a:lnTo>
                    <a:lnTo>
                      <a:pt x="93" y="280"/>
                    </a:lnTo>
                    <a:lnTo>
                      <a:pt x="93" y="281"/>
                    </a:lnTo>
                    <a:lnTo>
                      <a:pt x="94" y="281"/>
                    </a:lnTo>
                    <a:lnTo>
                      <a:pt x="94" y="283"/>
                    </a:lnTo>
                    <a:lnTo>
                      <a:pt x="94" y="284"/>
                    </a:lnTo>
                    <a:lnTo>
                      <a:pt x="94" y="285"/>
                    </a:lnTo>
                    <a:lnTo>
                      <a:pt x="94" y="287"/>
                    </a:lnTo>
                    <a:lnTo>
                      <a:pt x="94" y="288"/>
                    </a:lnTo>
                    <a:lnTo>
                      <a:pt x="94" y="289"/>
                    </a:lnTo>
                    <a:lnTo>
                      <a:pt x="94" y="291"/>
                    </a:lnTo>
                    <a:lnTo>
                      <a:pt x="94" y="292"/>
                    </a:lnTo>
                    <a:lnTo>
                      <a:pt x="94" y="293"/>
                    </a:lnTo>
                    <a:lnTo>
                      <a:pt x="94" y="295"/>
                    </a:lnTo>
                    <a:lnTo>
                      <a:pt x="94" y="296"/>
                    </a:lnTo>
                    <a:lnTo>
                      <a:pt x="94" y="297"/>
                    </a:lnTo>
                    <a:lnTo>
                      <a:pt x="94" y="298"/>
                    </a:lnTo>
                    <a:lnTo>
                      <a:pt x="94" y="300"/>
                    </a:lnTo>
                    <a:lnTo>
                      <a:pt x="94" y="301"/>
                    </a:lnTo>
                    <a:lnTo>
                      <a:pt x="94" y="302"/>
                    </a:lnTo>
                    <a:lnTo>
                      <a:pt x="94" y="304"/>
                    </a:lnTo>
                    <a:lnTo>
                      <a:pt x="94" y="306"/>
                    </a:lnTo>
                    <a:lnTo>
                      <a:pt x="94" y="308"/>
                    </a:lnTo>
                    <a:lnTo>
                      <a:pt x="94" y="310"/>
                    </a:lnTo>
                    <a:lnTo>
                      <a:pt x="94" y="312"/>
                    </a:lnTo>
                    <a:lnTo>
                      <a:pt x="94" y="314"/>
                    </a:lnTo>
                    <a:lnTo>
                      <a:pt x="93" y="317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2" name="Freeform 9">
                <a:extLst>
                  <a:ext uri="{FF2B5EF4-FFF2-40B4-BE49-F238E27FC236}">
                    <a16:creationId xmlns:a16="http://schemas.microsoft.com/office/drawing/2014/main" id="{573A04CB-12EC-46AE-A57C-CE12D236E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3684588"/>
                <a:ext cx="73025" cy="252412"/>
              </a:xfrm>
              <a:custGeom>
                <a:avLst/>
                <a:gdLst>
                  <a:gd name="T0" fmla="*/ 2147483646 w 94"/>
                  <a:gd name="T1" fmla="*/ 2147483646 h 316"/>
                  <a:gd name="T2" fmla="*/ 2147483646 w 94"/>
                  <a:gd name="T3" fmla="*/ 2147483646 h 316"/>
                  <a:gd name="T4" fmla="*/ 2147483646 w 94"/>
                  <a:gd name="T5" fmla="*/ 2147483646 h 316"/>
                  <a:gd name="T6" fmla="*/ 2147483646 w 94"/>
                  <a:gd name="T7" fmla="*/ 2147483646 h 316"/>
                  <a:gd name="T8" fmla="*/ 2147483646 w 94"/>
                  <a:gd name="T9" fmla="*/ 2147483646 h 316"/>
                  <a:gd name="T10" fmla="*/ 2147483646 w 94"/>
                  <a:gd name="T11" fmla="*/ 2147483646 h 316"/>
                  <a:gd name="T12" fmla="*/ 2147483646 w 94"/>
                  <a:gd name="T13" fmla="*/ 2147483646 h 316"/>
                  <a:gd name="T14" fmla="*/ 2147483646 w 94"/>
                  <a:gd name="T15" fmla="*/ 2147483646 h 316"/>
                  <a:gd name="T16" fmla="*/ 2147483646 w 94"/>
                  <a:gd name="T17" fmla="*/ 2147483646 h 316"/>
                  <a:gd name="T18" fmla="*/ 2147483646 w 94"/>
                  <a:gd name="T19" fmla="*/ 2147483646 h 316"/>
                  <a:gd name="T20" fmla="*/ 2147483646 w 94"/>
                  <a:gd name="T21" fmla="*/ 2147483646 h 316"/>
                  <a:gd name="T22" fmla="*/ 2147483646 w 94"/>
                  <a:gd name="T23" fmla="*/ 2147483646 h 316"/>
                  <a:gd name="T24" fmla="*/ 2147483646 w 94"/>
                  <a:gd name="T25" fmla="*/ 2147483646 h 316"/>
                  <a:gd name="T26" fmla="*/ 2147483646 w 94"/>
                  <a:gd name="T27" fmla="*/ 2147483646 h 316"/>
                  <a:gd name="T28" fmla="*/ 2147483646 w 94"/>
                  <a:gd name="T29" fmla="*/ 2147483646 h 316"/>
                  <a:gd name="T30" fmla="*/ 2147483646 w 94"/>
                  <a:gd name="T31" fmla="*/ 2147483646 h 316"/>
                  <a:gd name="T32" fmla="*/ 2147483646 w 94"/>
                  <a:gd name="T33" fmla="*/ 2147483646 h 316"/>
                  <a:gd name="T34" fmla="*/ 2147483646 w 94"/>
                  <a:gd name="T35" fmla="*/ 2147483646 h 316"/>
                  <a:gd name="T36" fmla="*/ 2147483646 w 94"/>
                  <a:gd name="T37" fmla="*/ 2147483646 h 316"/>
                  <a:gd name="T38" fmla="*/ 2147483646 w 94"/>
                  <a:gd name="T39" fmla="*/ 2147483646 h 316"/>
                  <a:gd name="T40" fmla="*/ 2147483646 w 94"/>
                  <a:gd name="T41" fmla="*/ 2147483646 h 316"/>
                  <a:gd name="T42" fmla="*/ 2147483646 w 94"/>
                  <a:gd name="T43" fmla="*/ 2147483646 h 316"/>
                  <a:gd name="T44" fmla="*/ 2147483646 w 94"/>
                  <a:gd name="T45" fmla="*/ 2147483646 h 316"/>
                  <a:gd name="T46" fmla="*/ 2147483646 w 94"/>
                  <a:gd name="T47" fmla="*/ 2147483646 h 316"/>
                  <a:gd name="T48" fmla="*/ 2147483646 w 94"/>
                  <a:gd name="T49" fmla="*/ 2147483646 h 316"/>
                  <a:gd name="T50" fmla="*/ 2147483646 w 94"/>
                  <a:gd name="T51" fmla="*/ 2147483646 h 316"/>
                  <a:gd name="T52" fmla="*/ 2147483646 w 94"/>
                  <a:gd name="T53" fmla="*/ 2147483646 h 316"/>
                  <a:gd name="T54" fmla="*/ 2147483646 w 94"/>
                  <a:gd name="T55" fmla="*/ 2147483646 h 316"/>
                  <a:gd name="T56" fmla="*/ 2147483646 w 94"/>
                  <a:gd name="T57" fmla="*/ 2147483646 h 316"/>
                  <a:gd name="T58" fmla="*/ 2147483646 w 94"/>
                  <a:gd name="T59" fmla="*/ 2147483646 h 316"/>
                  <a:gd name="T60" fmla="*/ 2147483646 w 94"/>
                  <a:gd name="T61" fmla="*/ 2147483646 h 316"/>
                  <a:gd name="T62" fmla="*/ 2147483646 w 94"/>
                  <a:gd name="T63" fmla="*/ 2147483646 h 316"/>
                  <a:gd name="T64" fmla="*/ 2147483646 w 94"/>
                  <a:gd name="T65" fmla="*/ 2147483646 h 316"/>
                  <a:gd name="T66" fmla="*/ 2147483646 w 94"/>
                  <a:gd name="T67" fmla="*/ 2147483646 h 316"/>
                  <a:gd name="T68" fmla="*/ 2147483646 w 94"/>
                  <a:gd name="T69" fmla="*/ 2147483646 h 316"/>
                  <a:gd name="T70" fmla="*/ 2147483646 w 94"/>
                  <a:gd name="T71" fmla="*/ 2147483646 h 316"/>
                  <a:gd name="T72" fmla="*/ 2147483646 w 94"/>
                  <a:gd name="T73" fmla="*/ 2147483646 h 316"/>
                  <a:gd name="T74" fmla="*/ 2147483646 w 94"/>
                  <a:gd name="T75" fmla="*/ 2147483646 h 316"/>
                  <a:gd name="T76" fmla="*/ 2147483646 w 94"/>
                  <a:gd name="T77" fmla="*/ 2147483646 h 316"/>
                  <a:gd name="T78" fmla="*/ 2147483646 w 94"/>
                  <a:gd name="T79" fmla="*/ 2147483646 h 316"/>
                  <a:gd name="T80" fmla="*/ 2147483646 w 94"/>
                  <a:gd name="T81" fmla="*/ 2147483646 h 316"/>
                  <a:gd name="T82" fmla="*/ 2147483646 w 94"/>
                  <a:gd name="T83" fmla="*/ 2147483646 h 316"/>
                  <a:gd name="T84" fmla="*/ 2147483646 w 94"/>
                  <a:gd name="T85" fmla="*/ 2147483646 h 316"/>
                  <a:gd name="T86" fmla="*/ 2147483646 w 94"/>
                  <a:gd name="T87" fmla="*/ 2147483646 h 316"/>
                  <a:gd name="T88" fmla="*/ 2147483646 w 94"/>
                  <a:gd name="T89" fmla="*/ 2147483646 h 316"/>
                  <a:gd name="T90" fmla="*/ 2147483646 w 94"/>
                  <a:gd name="T91" fmla="*/ 2147483646 h 316"/>
                  <a:gd name="T92" fmla="*/ 2147483646 w 94"/>
                  <a:gd name="T93" fmla="*/ 2147483646 h 316"/>
                  <a:gd name="T94" fmla="*/ 2147483646 w 94"/>
                  <a:gd name="T95" fmla="*/ 2147483646 h 316"/>
                  <a:gd name="T96" fmla="*/ 2147483646 w 94"/>
                  <a:gd name="T97" fmla="*/ 2147483646 h 316"/>
                  <a:gd name="T98" fmla="*/ 2147483646 w 94"/>
                  <a:gd name="T99" fmla="*/ 2147483646 h 316"/>
                  <a:gd name="T100" fmla="*/ 2147483646 w 94"/>
                  <a:gd name="T101" fmla="*/ 2147483646 h 316"/>
                  <a:gd name="T102" fmla="*/ 2147483646 w 94"/>
                  <a:gd name="T103" fmla="*/ 2147483646 h 316"/>
                  <a:gd name="T104" fmla="*/ 2147483646 w 94"/>
                  <a:gd name="T105" fmla="*/ 2147483646 h 316"/>
                  <a:gd name="T106" fmla="*/ 2147483646 w 94"/>
                  <a:gd name="T107" fmla="*/ 2147483646 h 316"/>
                  <a:gd name="T108" fmla="*/ 2147483646 w 94"/>
                  <a:gd name="T109" fmla="*/ 2147483646 h 316"/>
                  <a:gd name="T110" fmla="*/ 2147483646 w 94"/>
                  <a:gd name="T111" fmla="*/ 2147483646 h 316"/>
                  <a:gd name="T112" fmla="*/ 2147483646 w 94"/>
                  <a:gd name="T113" fmla="*/ 2147483646 h 31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4" h="316">
                    <a:moveTo>
                      <a:pt x="0" y="316"/>
                    </a:moveTo>
                    <a:lnTo>
                      <a:pt x="3" y="312"/>
                    </a:lnTo>
                    <a:lnTo>
                      <a:pt x="4" y="310"/>
                    </a:lnTo>
                    <a:lnTo>
                      <a:pt x="7" y="306"/>
                    </a:lnTo>
                    <a:lnTo>
                      <a:pt x="8" y="303"/>
                    </a:lnTo>
                    <a:lnTo>
                      <a:pt x="9" y="300"/>
                    </a:lnTo>
                    <a:lnTo>
                      <a:pt x="11" y="298"/>
                    </a:lnTo>
                    <a:lnTo>
                      <a:pt x="12" y="295"/>
                    </a:lnTo>
                    <a:lnTo>
                      <a:pt x="13" y="294"/>
                    </a:lnTo>
                    <a:lnTo>
                      <a:pt x="15" y="291"/>
                    </a:lnTo>
                    <a:lnTo>
                      <a:pt x="16" y="290"/>
                    </a:lnTo>
                    <a:lnTo>
                      <a:pt x="16" y="287"/>
                    </a:lnTo>
                    <a:lnTo>
                      <a:pt x="17" y="286"/>
                    </a:lnTo>
                    <a:lnTo>
                      <a:pt x="19" y="285"/>
                    </a:lnTo>
                    <a:lnTo>
                      <a:pt x="19" y="283"/>
                    </a:lnTo>
                    <a:lnTo>
                      <a:pt x="20" y="282"/>
                    </a:lnTo>
                    <a:lnTo>
                      <a:pt x="20" y="281"/>
                    </a:lnTo>
                    <a:lnTo>
                      <a:pt x="21" y="279"/>
                    </a:lnTo>
                    <a:lnTo>
                      <a:pt x="21" y="278"/>
                    </a:lnTo>
                    <a:lnTo>
                      <a:pt x="23" y="277"/>
                    </a:lnTo>
                    <a:lnTo>
                      <a:pt x="23" y="275"/>
                    </a:lnTo>
                    <a:lnTo>
                      <a:pt x="24" y="274"/>
                    </a:lnTo>
                    <a:lnTo>
                      <a:pt x="24" y="273"/>
                    </a:lnTo>
                    <a:lnTo>
                      <a:pt x="25" y="271"/>
                    </a:lnTo>
                    <a:lnTo>
                      <a:pt x="25" y="270"/>
                    </a:lnTo>
                    <a:lnTo>
                      <a:pt x="25" y="269"/>
                    </a:lnTo>
                    <a:lnTo>
                      <a:pt x="27" y="267"/>
                    </a:lnTo>
                    <a:lnTo>
                      <a:pt x="27" y="266"/>
                    </a:lnTo>
                    <a:lnTo>
                      <a:pt x="28" y="265"/>
                    </a:lnTo>
                    <a:lnTo>
                      <a:pt x="28" y="263"/>
                    </a:lnTo>
                    <a:lnTo>
                      <a:pt x="29" y="261"/>
                    </a:lnTo>
                    <a:lnTo>
                      <a:pt x="29" y="259"/>
                    </a:lnTo>
                    <a:lnTo>
                      <a:pt x="30" y="258"/>
                    </a:lnTo>
                    <a:lnTo>
                      <a:pt x="30" y="255"/>
                    </a:lnTo>
                    <a:lnTo>
                      <a:pt x="32" y="254"/>
                    </a:lnTo>
                    <a:lnTo>
                      <a:pt x="33" y="253"/>
                    </a:lnTo>
                    <a:lnTo>
                      <a:pt x="33" y="251"/>
                    </a:lnTo>
                    <a:lnTo>
                      <a:pt x="33" y="250"/>
                    </a:lnTo>
                    <a:lnTo>
                      <a:pt x="34" y="249"/>
                    </a:lnTo>
                    <a:lnTo>
                      <a:pt x="34" y="247"/>
                    </a:lnTo>
                    <a:lnTo>
                      <a:pt x="36" y="246"/>
                    </a:lnTo>
                    <a:lnTo>
                      <a:pt x="36" y="245"/>
                    </a:lnTo>
                    <a:lnTo>
                      <a:pt x="36" y="243"/>
                    </a:lnTo>
                    <a:lnTo>
                      <a:pt x="37" y="242"/>
                    </a:lnTo>
                    <a:lnTo>
                      <a:pt x="37" y="241"/>
                    </a:lnTo>
                    <a:lnTo>
                      <a:pt x="38" y="239"/>
                    </a:lnTo>
                    <a:lnTo>
                      <a:pt x="38" y="238"/>
                    </a:lnTo>
                    <a:lnTo>
                      <a:pt x="38" y="237"/>
                    </a:lnTo>
                    <a:lnTo>
                      <a:pt x="40" y="237"/>
                    </a:lnTo>
                    <a:lnTo>
                      <a:pt x="40" y="235"/>
                    </a:lnTo>
                    <a:lnTo>
                      <a:pt x="40" y="234"/>
                    </a:lnTo>
                    <a:lnTo>
                      <a:pt x="41" y="233"/>
                    </a:lnTo>
                    <a:lnTo>
                      <a:pt x="41" y="232"/>
                    </a:lnTo>
                    <a:lnTo>
                      <a:pt x="41" y="230"/>
                    </a:lnTo>
                    <a:lnTo>
                      <a:pt x="42" y="229"/>
                    </a:lnTo>
                    <a:lnTo>
                      <a:pt x="42" y="228"/>
                    </a:lnTo>
                    <a:lnTo>
                      <a:pt x="42" y="226"/>
                    </a:lnTo>
                    <a:lnTo>
                      <a:pt x="44" y="225"/>
                    </a:lnTo>
                    <a:lnTo>
                      <a:pt x="44" y="224"/>
                    </a:lnTo>
                    <a:lnTo>
                      <a:pt x="45" y="222"/>
                    </a:lnTo>
                    <a:lnTo>
                      <a:pt x="45" y="220"/>
                    </a:lnTo>
                    <a:lnTo>
                      <a:pt x="46" y="218"/>
                    </a:lnTo>
                    <a:lnTo>
                      <a:pt x="46" y="216"/>
                    </a:lnTo>
                    <a:lnTo>
                      <a:pt x="48" y="214"/>
                    </a:lnTo>
                    <a:lnTo>
                      <a:pt x="49" y="212"/>
                    </a:lnTo>
                    <a:lnTo>
                      <a:pt x="49" y="210"/>
                    </a:lnTo>
                    <a:lnTo>
                      <a:pt x="50" y="208"/>
                    </a:lnTo>
                    <a:lnTo>
                      <a:pt x="50" y="206"/>
                    </a:lnTo>
                    <a:lnTo>
                      <a:pt x="52" y="204"/>
                    </a:lnTo>
                    <a:lnTo>
                      <a:pt x="52" y="202"/>
                    </a:lnTo>
                    <a:lnTo>
                      <a:pt x="53" y="201"/>
                    </a:lnTo>
                    <a:lnTo>
                      <a:pt x="53" y="200"/>
                    </a:lnTo>
                    <a:lnTo>
                      <a:pt x="53" y="198"/>
                    </a:lnTo>
                    <a:lnTo>
                      <a:pt x="54" y="197"/>
                    </a:lnTo>
                    <a:lnTo>
                      <a:pt x="54" y="196"/>
                    </a:lnTo>
                    <a:lnTo>
                      <a:pt x="56" y="194"/>
                    </a:lnTo>
                    <a:lnTo>
                      <a:pt x="56" y="193"/>
                    </a:lnTo>
                    <a:lnTo>
                      <a:pt x="56" y="192"/>
                    </a:lnTo>
                    <a:lnTo>
                      <a:pt x="56" y="190"/>
                    </a:lnTo>
                    <a:lnTo>
                      <a:pt x="57" y="190"/>
                    </a:lnTo>
                    <a:lnTo>
                      <a:pt x="57" y="189"/>
                    </a:lnTo>
                    <a:lnTo>
                      <a:pt x="57" y="188"/>
                    </a:lnTo>
                    <a:lnTo>
                      <a:pt x="58" y="186"/>
                    </a:lnTo>
                    <a:lnTo>
                      <a:pt x="58" y="185"/>
                    </a:lnTo>
                    <a:lnTo>
                      <a:pt x="58" y="184"/>
                    </a:lnTo>
                    <a:lnTo>
                      <a:pt x="60" y="183"/>
                    </a:lnTo>
                    <a:lnTo>
                      <a:pt x="60" y="181"/>
                    </a:lnTo>
                    <a:lnTo>
                      <a:pt x="60" y="180"/>
                    </a:lnTo>
                    <a:lnTo>
                      <a:pt x="60" y="179"/>
                    </a:lnTo>
                    <a:lnTo>
                      <a:pt x="61" y="177"/>
                    </a:lnTo>
                    <a:lnTo>
                      <a:pt x="61" y="176"/>
                    </a:lnTo>
                    <a:lnTo>
                      <a:pt x="62" y="173"/>
                    </a:lnTo>
                    <a:lnTo>
                      <a:pt x="62" y="172"/>
                    </a:lnTo>
                    <a:lnTo>
                      <a:pt x="64" y="171"/>
                    </a:lnTo>
                    <a:lnTo>
                      <a:pt x="64" y="168"/>
                    </a:lnTo>
                    <a:lnTo>
                      <a:pt x="64" y="165"/>
                    </a:lnTo>
                    <a:lnTo>
                      <a:pt x="65" y="164"/>
                    </a:lnTo>
                    <a:lnTo>
                      <a:pt x="66" y="161"/>
                    </a:lnTo>
                    <a:lnTo>
                      <a:pt x="66" y="160"/>
                    </a:lnTo>
                    <a:lnTo>
                      <a:pt x="66" y="157"/>
                    </a:lnTo>
                    <a:lnTo>
                      <a:pt x="68" y="156"/>
                    </a:lnTo>
                    <a:lnTo>
                      <a:pt x="68" y="155"/>
                    </a:lnTo>
                    <a:lnTo>
                      <a:pt x="69" y="153"/>
                    </a:lnTo>
                    <a:lnTo>
                      <a:pt x="69" y="152"/>
                    </a:lnTo>
                    <a:lnTo>
                      <a:pt x="69" y="151"/>
                    </a:lnTo>
                    <a:lnTo>
                      <a:pt x="70" y="149"/>
                    </a:lnTo>
                    <a:lnTo>
                      <a:pt x="70" y="148"/>
                    </a:lnTo>
                    <a:lnTo>
                      <a:pt x="70" y="147"/>
                    </a:lnTo>
                    <a:lnTo>
                      <a:pt x="70" y="145"/>
                    </a:lnTo>
                    <a:lnTo>
                      <a:pt x="72" y="144"/>
                    </a:lnTo>
                    <a:lnTo>
                      <a:pt x="72" y="143"/>
                    </a:lnTo>
                    <a:lnTo>
                      <a:pt x="72" y="141"/>
                    </a:lnTo>
                    <a:lnTo>
                      <a:pt x="73" y="141"/>
                    </a:lnTo>
                    <a:lnTo>
                      <a:pt x="73" y="140"/>
                    </a:lnTo>
                    <a:lnTo>
                      <a:pt x="73" y="139"/>
                    </a:lnTo>
                    <a:lnTo>
                      <a:pt x="73" y="137"/>
                    </a:lnTo>
                    <a:lnTo>
                      <a:pt x="74" y="136"/>
                    </a:lnTo>
                    <a:lnTo>
                      <a:pt x="74" y="135"/>
                    </a:lnTo>
                    <a:lnTo>
                      <a:pt x="74" y="133"/>
                    </a:lnTo>
                    <a:lnTo>
                      <a:pt x="76" y="132"/>
                    </a:lnTo>
                    <a:lnTo>
                      <a:pt x="76" y="131"/>
                    </a:lnTo>
                    <a:lnTo>
                      <a:pt x="76" y="130"/>
                    </a:lnTo>
                    <a:lnTo>
                      <a:pt x="77" y="128"/>
                    </a:lnTo>
                    <a:lnTo>
                      <a:pt x="77" y="126"/>
                    </a:lnTo>
                    <a:lnTo>
                      <a:pt x="77" y="124"/>
                    </a:lnTo>
                    <a:lnTo>
                      <a:pt x="78" y="122"/>
                    </a:lnTo>
                    <a:lnTo>
                      <a:pt x="78" y="120"/>
                    </a:lnTo>
                    <a:lnTo>
                      <a:pt x="79" y="118"/>
                    </a:lnTo>
                    <a:lnTo>
                      <a:pt x="79" y="116"/>
                    </a:lnTo>
                    <a:lnTo>
                      <a:pt x="81" y="114"/>
                    </a:lnTo>
                    <a:lnTo>
                      <a:pt x="81" y="112"/>
                    </a:lnTo>
                    <a:lnTo>
                      <a:pt x="82" y="110"/>
                    </a:lnTo>
                    <a:lnTo>
                      <a:pt x="82" y="108"/>
                    </a:lnTo>
                    <a:lnTo>
                      <a:pt x="82" y="107"/>
                    </a:lnTo>
                    <a:lnTo>
                      <a:pt x="83" y="106"/>
                    </a:lnTo>
                    <a:lnTo>
                      <a:pt x="83" y="104"/>
                    </a:lnTo>
                    <a:lnTo>
                      <a:pt x="83" y="103"/>
                    </a:lnTo>
                    <a:lnTo>
                      <a:pt x="85" y="102"/>
                    </a:lnTo>
                    <a:lnTo>
                      <a:pt x="85" y="100"/>
                    </a:lnTo>
                    <a:lnTo>
                      <a:pt x="85" y="99"/>
                    </a:lnTo>
                    <a:lnTo>
                      <a:pt x="85" y="98"/>
                    </a:lnTo>
                    <a:lnTo>
                      <a:pt x="86" y="96"/>
                    </a:lnTo>
                    <a:lnTo>
                      <a:pt x="86" y="95"/>
                    </a:lnTo>
                    <a:lnTo>
                      <a:pt x="86" y="94"/>
                    </a:lnTo>
                    <a:lnTo>
                      <a:pt x="86" y="92"/>
                    </a:lnTo>
                    <a:lnTo>
                      <a:pt x="86" y="91"/>
                    </a:lnTo>
                    <a:lnTo>
                      <a:pt x="86" y="90"/>
                    </a:lnTo>
                    <a:lnTo>
                      <a:pt x="87" y="90"/>
                    </a:lnTo>
                    <a:lnTo>
                      <a:pt x="87" y="88"/>
                    </a:lnTo>
                    <a:lnTo>
                      <a:pt x="87" y="87"/>
                    </a:lnTo>
                    <a:lnTo>
                      <a:pt x="87" y="86"/>
                    </a:lnTo>
                    <a:lnTo>
                      <a:pt x="87" y="84"/>
                    </a:lnTo>
                    <a:lnTo>
                      <a:pt x="87" y="83"/>
                    </a:lnTo>
                    <a:lnTo>
                      <a:pt x="87" y="82"/>
                    </a:lnTo>
                    <a:lnTo>
                      <a:pt x="87" y="81"/>
                    </a:lnTo>
                    <a:lnTo>
                      <a:pt x="87" y="78"/>
                    </a:lnTo>
                    <a:lnTo>
                      <a:pt x="87" y="77"/>
                    </a:lnTo>
                    <a:lnTo>
                      <a:pt x="89" y="75"/>
                    </a:lnTo>
                    <a:lnTo>
                      <a:pt x="89" y="73"/>
                    </a:lnTo>
                    <a:lnTo>
                      <a:pt x="89" y="71"/>
                    </a:lnTo>
                    <a:lnTo>
                      <a:pt x="89" y="70"/>
                    </a:lnTo>
                    <a:lnTo>
                      <a:pt x="89" y="67"/>
                    </a:lnTo>
                    <a:lnTo>
                      <a:pt x="89" y="66"/>
                    </a:lnTo>
                    <a:lnTo>
                      <a:pt x="89" y="65"/>
                    </a:lnTo>
                    <a:lnTo>
                      <a:pt x="89" y="63"/>
                    </a:lnTo>
                    <a:lnTo>
                      <a:pt x="89" y="62"/>
                    </a:lnTo>
                    <a:lnTo>
                      <a:pt x="89" y="61"/>
                    </a:lnTo>
                    <a:lnTo>
                      <a:pt x="89" y="59"/>
                    </a:lnTo>
                    <a:lnTo>
                      <a:pt x="90" y="59"/>
                    </a:lnTo>
                    <a:lnTo>
                      <a:pt x="90" y="58"/>
                    </a:lnTo>
                    <a:lnTo>
                      <a:pt x="90" y="57"/>
                    </a:lnTo>
                    <a:lnTo>
                      <a:pt x="90" y="55"/>
                    </a:lnTo>
                    <a:lnTo>
                      <a:pt x="90" y="54"/>
                    </a:lnTo>
                    <a:lnTo>
                      <a:pt x="90" y="53"/>
                    </a:lnTo>
                    <a:lnTo>
                      <a:pt x="90" y="51"/>
                    </a:lnTo>
                    <a:lnTo>
                      <a:pt x="90" y="50"/>
                    </a:lnTo>
                    <a:lnTo>
                      <a:pt x="91" y="49"/>
                    </a:lnTo>
                    <a:lnTo>
                      <a:pt x="91" y="47"/>
                    </a:lnTo>
                    <a:lnTo>
                      <a:pt x="91" y="46"/>
                    </a:lnTo>
                    <a:lnTo>
                      <a:pt x="91" y="45"/>
                    </a:lnTo>
                    <a:lnTo>
                      <a:pt x="91" y="43"/>
                    </a:lnTo>
                    <a:lnTo>
                      <a:pt x="93" y="42"/>
                    </a:lnTo>
                    <a:lnTo>
                      <a:pt x="93" y="41"/>
                    </a:lnTo>
                    <a:lnTo>
                      <a:pt x="93" y="39"/>
                    </a:lnTo>
                    <a:lnTo>
                      <a:pt x="93" y="38"/>
                    </a:lnTo>
                    <a:lnTo>
                      <a:pt x="93" y="37"/>
                    </a:lnTo>
                    <a:lnTo>
                      <a:pt x="93" y="35"/>
                    </a:lnTo>
                    <a:lnTo>
                      <a:pt x="94" y="35"/>
                    </a:lnTo>
                    <a:lnTo>
                      <a:pt x="94" y="34"/>
                    </a:lnTo>
                    <a:lnTo>
                      <a:pt x="94" y="33"/>
                    </a:lnTo>
                    <a:lnTo>
                      <a:pt x="94" y="31"/>
                    </a:lnTo>
                    <a:lnTo>
                      <a:pt x="94" y="30"/>
                    </a:lnTo>
                    <a:lnTo>
                      <a:pt x="94" y="29"/>
                    </a:lnTo>
                    <a:lnTo>
                      <a:pt x="94" y="28"/>
                    </a:lnTo>
                    <a:lnTo>
                      <a:pt x="94" y="26"/>
                    </a:lnTo>
                    <a:lnTo>
                      <a:pt x="94" y="25"/>
                    </a:lnTo>
                    <a:lnTo>
                      <a:pt x="94" y="24"/>
                    </a:lnTo>
                    <a:lnTo>
                      <a:pt x="94" y="22"/>
                    </a:lnTo>
                    <a:lnTo>
                      <a:pt x="94" y="21"/>
                    </a:lnTo>
                    <a:lnTo>
                      <a:pt x="94" y="20"/>
                    </a:lnTo>
                    <a:lnTo>
                      <a:pt x="94" y="17"/>
                    </a:lnTo>
                    <a:lnTo>
                      <a:pt x="94" y="16"/>
                    </a:lnTo>
                    <a:lnTo>
                      <a:pt x="94" y="14"/>
                    </a:lnTo>
                    <a:lnTo>
                      <a:pt x="94" y="13"/>
                    </a:lnTo>
                    <a:lnTo>
                      <a:pt x="94" y="10"/>
                    </a:lnTo>
                    <a:lnTo>
                      <a:pt x="94" y="9"/>
                    </a:lnTo>
                    <a:lnTo>
                      <a:pt x="94" y="6"/>
                    </a:lnTo>
                    <a:lnTo>
                      <a:pt x="94" y="5"/>
                    </a:lnTo>
                    <a:lnTo>
                      <a:pt x="94" y="2"/>
                    </a:lnTo>
                    <a:lnTo>
                      <a:pt x="93" y="0"/>
                    </a:lnTo>
                  </a:path>
                </a:pathLst>
              </a:custGeom>
              <a:noFill/>
              <a:ln w="20701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3" name="Rectangle 48">
                <a:extLst>
                  <a:ext uri="{FF2B5EF4-FFF2-40B4-BE49-F238E27FC236}">
                    <a16:creationId xmlns:a16="http://schemas.microsoft.com/office/drawing/2014/main" id="{7A7A3A89-B68F-4A48-8796-7FF80A475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288" y="340360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4" name="Rectangle 49">
                <a:extLst>
                  <a:ext uri="{FF2B5EF4-FFF2-40B4-BE49-F238E27FC236}">
                    <a16:creationId xmlns:a16="http://schemas.microsoft.com/office/drawing/2014/main" id="{1F67DFD2-5840-4A1F-96BC-EE9967EE4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363" y="3502025"/>
                <a:ext cx="204787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5" name="Rectangle 50">
                <a:extLst>
                  <a:ext uri="{FF2B5EF4-FFF2-40B4-BE49-F238E27FC236}">
                    <a16:creationId xmlns:a16="http://schemas.microsoft.com/office/drawing/2014/main" id="{B98CA1CD-D3DB-4960-AD14-60AC874A4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288" y="3686175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6" name="Rectangle 51">
                <a:extLst>
                  <a:ext uri="{FF2B5EF4-FFF2-40B4-BE49-F238E27FC236}">
                    <a16:creationId xmlns:a16="http://schemas.microsoft.com/office/drawing/2014/main" id="{7FDB9D3C-E485-466F-A9E6-EAAB7F566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363" y="3786188"/>
                <a:ext cx="204787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7" name="Rectangle 52">
                <a:extLst>
                  <a:ext uri="{FF2B5EF4-FFF2-40B4-BE49-F238E27FC236}">
                    <a16:creationId xmlns:a16="http://schemas.microsoft.com/office/drawing/2014/main" id="{18FE062D-88A2-47D1-94AD-A90629EC3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7263" y="356235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8" name="Rectangle 53">
                <a:extLst>
                  <a:ext uri="{FF2B5EF4-FFF2-40B4-BE49-F238E27FC236}">
                    <a16:creationId xmlns:a16="http://schemas.microsoft.com/office/drawing/2014/main" id="{62E660A9-1FBC-4006-966A-05F44BAD9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38" y="3660775"/>
                <a:ext cx="2063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59" name="Rectangle 54">
                <a:extLst>
                  <a:ext uri="{FF2B5EF4-FFF2-40B4-BE49-F238E27FC236}">
                    <a16:creationId xmlns:a16="http://schemas.microsoft.com/office/drawing/2014/main" id="{0B933F08-5DD8-412D-B33D-9729C8391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850" y="3562350"/>
                <a:ext cx="222250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0" name="Rectangle 55">
                <a:extLst>
                  <a:ext uri="{FF2B5EF4-FFF2-40B4-BE49-F238E27FC236}">
                    <a16:creationId xmlns:a16="http://schemas.microsoft.com/office/drawing/2014/main" id="{8AC8ECCC-D77A-4469-B021-F000A842D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513" y="3660775"/>
                <a:ext cx="203200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1" name="Line 56">
                <a:extLst>
                  <a:ext uri="{FF2B5EF4-FFF2-40B4-BE49-F238E27FC236}">
                    <a16:creationId xmlns:a16="http://schemas.microsoft.com/office/drawing/2014/main" id="{1F382A18-C796-4620-95C2-69B610180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55963" y="3686175"/>
                <a:ext cx="147637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62" name="Rectangle 66">
                <a:extLst>
                  <a:ext uri="{FF2B5EF4-FFF2-40B4-BE49-F238E27FC236}">
                    <a16:creationId xmlns:a16="http://schemas.microsoft.com/office/drawing/2014/main" id="{6E1A96BA-828E-4CD8-9244-60707C315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100" y="3562350"/>
                <a:ext cx="246063" cy="274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015" name="Rectangle 94">
              <a:extLst>
                <a:ext uri="{FF2B5EF4-FFF2-40B4-BE49-F238E27FC236}">
                  <a16:creationId xmlns:a16="http://schemas.microsoft.com/office/drawing/2014/main" id="{2846883E-A5D1-43A5-97AE-9C7131F99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9275" y="3404461"/>
              <a:ext cx="9556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OR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BCB3D6F-4E37-4B71-A9C4-A7B30A766BF2}"/>
              </a:ext>
            </a:extLst>
          </p:cNvPr>
          <p:cNvGrpSpPr/>
          <p:nvPr/>
        </p:nvGrpSpPr>
        <p:grpSpPr>
          <a:xfrm>
            <a:off x="3467871" y="990600"/>
            <a:ext cx="1631950" cy="1027838"/>
            <a:chOff x="654050" y="2740025"/>
            <a:chExt cx="1631950" cy="1027838"/>
          </a:xfrm>
        </p:grpSpPr>
        <p:grpSp>
          <p:nvGrpSpPr>
            <p:cNvPr id="43011" name="Group 2">
              <a:extLst>
                <a:ext uri="{FF2B5EF4-FFF2-40B4-BE49-F238E27FC236}">
                  <a16:creationId xmlns:a16="http://schemas.microsoft.com/office/drawing/2014/main" id="{835D64AB-A77D-446F-A0C5-C39136787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050" y="2740025"/>
              <a:ext cx="1631950" cy="441325"/>
              <a:chOff x="4202113" y="5430838"/>
              <a:chExt cx="1631950" cy="441325"/>
            </a:xfrm>
          </p:grpSpPr>
          <p:sp>
            <p:nvSpPr>
              <p:cNvPr id="43039" name="Line 16">
                <a:extLst>
                  <a:ext uri="{FF2B5EF4-FFF2-40B4-BE49-F238E27FC236}">
                    <a16:creationId xmlns:a16="http://schemas.microsoft.com/office/drawing/2014/main" id="{8EDFC4E8-1F25-4595-8C9D-45EBF6C97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7963" y="5640388"/>
                <a:ext cx="295275" cy="158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0" name="Line 17">
                <a:extLst>
                  <a:ext uri="{FF2B5EF4-FFF2-40B4-BE49-F238E27FC236}">
                    <a16:creationId xmlns:a16="http://schemas.microsoft.com/office/drawing/2014/main" id="{36C08EF7-1A47-4B22-BC8D-8EB5DA938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6263" y="5640388"/>
                <a:ext cx="312737" cy="158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1" name="Freeform 18">
                <a:extLst>
                  <a:ext uri="{FF2B5EF4-FFF2-40B4-BE49-F238E27FC236}">
                    <a16:creationId xmlns:a16="http://schemas.microsoft.com/office/drawing/2014/main" id="{384A404E-49E8-40CA-BA22-80785CAEF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9000" y="5430838"/>
                <a:ext cx="442913" cy="441325"/>
              </a:xfrm>
              <a:custGeom>
                <a:avLst/>
                <a:gdLst>
                  <a:gd name="T0" fmla="*/ 2147483646 w 556"/>
                  <a:gd name="T1" fmla="*/ 2147483646 h 556"/>
                  <a:gd name="T2" fmla="*/ 0 w 556"/>
                  <a:gd name="T3" fmla="*/ 2147483646 h 556"/>
                  <a:gd name="T4" fmla="*/ 0 w 556"/>
                  <a:gd name="T5" fmla="*/ 0 h 556"/>
                  <a:gd name="T6" fmla="*/ 2147483646 w 556"/>
                  <a:gd name="T7" fmla="*/ 2147483646 h 5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6" h="556">
                    <a:moveTo>
                      <a:pt x="556" y="265"/>
                    </a:moveTo>
                    <a:lnTo>
                      <a:pt x="0" y="556"/>
                    </a:lnTo>
                    <a:lnTo>
                      <a:pt x="0" y="0"/>
                    </a:lnTo>
                    <a:lnTo>
                      <a:pt x="556" y="265"/>
                    </a:lnTo>
                    <a:close/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2" name="Freeform 19">
                <a:extLst>
                  <a:ext uri="{FF2B5EF4-FFF2-40B4-BE49-F238E27FC236}">
                    <a16:creationId xmlns:a16="http://schemas.microsoft.com/office/drawing/2014/main" id="{CDF49520-AE66-49A0-886F-583A3ED0B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963" y="5581650"/>
                <a:ext cx="117475" cy="119063"/>
              </a:xfrm>
              <a:custGeom>
                <a:avLst/>
                <a:gdLst>
                  <a:gd name="T0" fmla="*/ 2147483646 w 149"/>
                  <a:gd name="T1" fmla="*/ 0 h 150"/>
                  <a:gd name="T2" fmla="*/ 2147483646 w 149"/>
                  <a:gd name="T3" fmla="*/ 2147483646 h 150"/>
                  <a:gd name="T4" fmla="*/ 2147483646 w 149"/>
                  <a:gd name="T5" fmla="*/ 2147483646 h 150"/>
                  <a:gd name="T6" fmla="*/ 2147483646 w 149"/>
                  <a:gd name="T7" fmla="*/ 2147483646 h 150"/>
                  <a:gd name="T8" fmla="*/ 2147483646 w 149"/>
                  <a:gd name="T9" fmla="*/ 2147483646 h 150"/>
                  <a:gd name="T10" fmla="*/ 2147483646 w 149"/>
                  <a:gd name="T11" fmla="*/ 2147483646 h 150"/>
                  <a:gd name="T12" fmla="*/ 2147483646 w 149"/>
                  <a:gd name="T13" fmla="*/ 2147483646 h 150"/>
                  <a:gd name="T14" fmla="*/ 2147483646 w 149"/>
                  <a:gd name="T15" fmla="*/ 2147483646 h 150"/>
                  <a:gd name="T16" fmla="*/ 2147483646 w 149"/>
                  <a:gd name="T17" fmla="*/ 2147483646 h 150"/>
                  <a:gd name="T18" fmla="*/ 2147483646 w 149"/>
                  <a:gd name="T19" fmla="*/ 2147483646 h 150"/>
                  <a:gd name="T20" fmla="*/ 0 w 149"/>
                  <a:gd name="T21" fmla="*/ 2147483646 h 150"/>
                  <a:gd name="T22" fmla="*/ 0 w 149"/>
                  <a:gd name="T23" fmla="*/ 2147483646 h 150"/>
                  <a:gd name="T24" fmla="*/ 2147483646 w 149"/>
                  <a:gd name="T25" fmla="*/ 2147483646 h 150"/>
                  <a:gd name="T26" fmla="*/ 2147483646 w 149"/>
                  <a:gd name="T27" fmla="*/ 2147483646 h 150"/>
                  <a:gd name="T28" fmla="*/ 2147483646 w 149"/>
                  <a:gd name="T29" fmla="*/ 2147483646 h 150"/>
                  <a:gd name="T30" fmla="*/ 2147483646 w 149"/>
                  <a:gd name="T31" fmla="*/ 2147483646 h 150"/>
                  <a:gd name="T32" fmla="*/ 2147483646 w 149"/>
                  <a:gd name="T33" fmla="*/ 2147483646 h 150"/>
                  <a:gd name="T34" fmla="*/ 2147483646 w 149"/>
                  <a:gd name="T35" fmla="*/ 2147483646 h 150"/>
                  <a:gd name="T36" fmla="*/ 2147483646 w 149"/>
                  <a:gd name="T37" fmla="*/ 2147483646 h 150"/>
                  <a:gd name="T38" fmla="*/ 2147483646 w 149"/>
                  <a:gd name="T39" fmla="*/ 2147483646 h 150"/>
                  <a:gd name="T40" fmla="*/ 2147483646 w 149"/>
                  <a:gd name="T41" fmla="*/ 2147483646 h 150"/>
                  <a:gd name="T42" fmla="*/ 2147483646 w 149"/>
                  <a:gd name="T43" fmla="*/ 2147483646 h 150"/>
                  <a:gd name="T44" fmla="*/ 2147483646 w 149"/>
                  <a:gd name="T45" fmla="*/ 2147483646 h 150"/>
                  <a:gd name="T46" fmla="*/ 2147483646 w 149"/>
                  <a:gd name="T47" fmla="*/ 2147483646 h 150"/>
                  <a:gd name="T48" fmla="*/ 2147483646 w 149"/>
                  <a:gd name="T49" fmla="*/ 2147483646 h 150"/>
                  <a:gd name="T50" fmla="*/ 2147483646 w 149"/>
                  <a:gd name="T51" fmla="*/ 2147483646 h 150"/>
                  <a:gd name="T52" fmla="*/ 2147483646 w 149"/>
                  <a:gd name="T53" fmla="*/ 2147483646 h 150"/>
                  <a:gd name="T54" fmla="*/ 2147483646 w 149"/>
                  <a:gd name="T55" fmla="*/ 2147483646 h 150"/>
                  <a:gd name="T56" fmla="*/ 2147483646 w 149"/>
                  <a:gd name="T57" fmla="*/ 2147483646 h 150"/>
                  <a:gd name="T58" fmla="*/ 2147483646 w 149"/>
                  <a:gd name="T59" fmla="*/ 2147483646 h 150"/>
                  <a:gd name="T60" fmla="*/ 2147483646 w 149"/>
                  <a:gd name="T61" fmla="*/ 2147483646 h 150"/>
                  <a:gd name="T62" fmla="*/ 2147483646 w 149"/>
                  <a:gd name="T63" fmla="*/ 2147483646 h 150"/>
                  <a:gd name="T64" fmla="*/ 2147483646 w 149"/>
                  <a:gd name="T65" fmla="*/ 2147483646 h 150"/>
                  <a:gd name="T66" fmla="*/ 2147483646 w 149"/>
                  <a:gd name="T67" fmla="*/ 2147483646 h 150"/>
                  <a:gd name="T68" fmla="*/ 2147483646 w 149"/>
                  <a:gd name="T69" fmla="*/ 2147483646 h 150"/>
                  <a:gd name="T70" fmla="*/ 2147483646 w 149"/>
                  <a:gd name="T71" fmla="*/ 2147483646 h 150"/>
                  <a:gd name="T72" fmla="*/ 2147483646 w 149"/>
                  <a:gd name="T73" fmla="*/ 2147483646 h 150"/>
                  <a:gd name="T74" fmla="*/ 2147483646 w 149"/>
                  <a:gd name="T75" fmla="*/ 2147483646 h 150"/>
                  <a:gd name="T76" fmla="*/ 2147483646 w 149"/>
                  <a:gd name="T77" fmla="*/ 2147483646 h 150"/>
                  <a:gd name="T78" fmla="*/ 2147483646 w 149"/>
                  <a:gd name="T79" fmla="*/ 2147483646 h 150"/>
                  <a:gd name="T80" fmla="*/ 2147483646 w 149"/>
                  <a:gd name="T81" fmla="*/ 2147483646 h 150"/>
                  <a:gd name="T82" fmla="*/ 2147483646 w 149"/>
                  <a:gd name="T83" fmla="*/ 2147483646 h 150"/>
                  <a:gd name="T84" fmla="*/ 2147483646 w 149"/>
                  <a:gd name="T85" fmla="*/ 0 h 150"/>
                  <a:gd name="T86" fmla="*/ 2147483646 w 149"/>
                  <a:gd name="T87" fmla="*/ 0 h 15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150">
                    <a:moveTo>
                      <a:pt x="75" y="0"/>
                    </a:moveTo>
                    <a:lnTo>
                      <a:pt x="71" y="0"/>
                    </a:lnTo>
                    <a:lnTo>
                      <a:pt x="67" y="0"/>
                    </a:lnTo>
                    <a:lnTo>
                      <a:pt x="63" y="0"/>
                    </a:lnTo>
                    <a:lnTo>
                      <a:pt x="59" y="2"/>
                    </a:lnTo>
                    <a:lnTo>
                      <a:pt x="57" y="2"/>
                    </a:lnTo>
                    <a:lnTo>
                      <a:pt x="53" y="3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2" y="7"/>
                    </a:lnTo>
                    <a:lnTo>
                      <a:pt x="39" y="8"/>
                    </a:lnTo>
                    <a:lnTo>
                      <a:pt x="35" y="11"/>
                    </a:lnTo>
                    <a:lnTo>
                      <a:pt x="33" y="12"/>
                    </a:lnTo>
                    <a:lnTo>
                      <a:pt x="30" y="15"/>
                    </a:lnTo>
                    <a:lnTo>
                      <a:pt x="27" y="16"/>
                    </a:lnTo>
                    <a:lnTo>
                      <a:pt x="25" y="19"/>
                    </a:lnTo>
                    <a:lnTo>
                      <a:pt x="22" y="22"/>
                    </a:lnTo>
                    <a:lnTo>
                      <a:pt x="19" y="24"/>
                    </a:lnTo>
                    <a:lnTo>
                      <a:pt x="17" y="27"/>
                    </a:lnTo>
                    <a:lnTo>
                      <a:pt x="14" y="29"/>
                    </a:lnTo>
                    <a:lnTo>
                      <a:pt x="13" y="32"/>
                    </a:lnTo>
                    <a:lnTo>
                      <a:pt x="10" y="36"/>
                    </a:lnTo>
                    <a:lnTo>
                      <a:pt x="9" y="39"/>
                    </a:lnTo>
                    <a:lnTo>
                      <a:pt x="8" y="43"/>
                    </a:lnTo>
                    <a:lnTo>
                      <a:pt x="6" y="45"/>
                    </a:lnTo>
                    <a:lnTo>
                      <a:pt x="5" y="49"/>
                    </a:lnTo>
                    <a:lnTo>
                      <a:pt x="4" y="52"/>
                    </a:lnTo>
                    <a:lnTo>
                      <a:pt x="2" y="56"/>
                    </a:lnTo>
                    <a:lnTo>
                      <a:pt x="1" y="60"/>
                    </a:lnTo>
                    <a:lnTo>
                      <a:pt x="1" y="64"/>
                    </a:lnTo>
                    <a:lnTo>
                      <a:pt x="0" y="67"/>
                    </a:lnTo>
                    <a:lnTo>
                      <a:pt x="0" y="71"/>
                    </a:lnTo>
                    <a:lnTo>
                      <a:pt x="0" y="75"/>
                    </a:lnTo>
                    <a:lnTo>
                      <a:pt x="0" y="78"/>
                    </a:lnTo>
                    <a:lnTo>
                      <a:pt x="0" y="82"/>
                    </a:lnTo>
                    <a:lnTo>
                      <a:pt x="1" y="86"/>
                    </a:lnTo>
                    <a:lnTo>
                      <a:pt x="1" y="90"/>
                    </a:lnTo>
                    <a:lnTo>
                      <a:pt x="2" y="93"/>
                    </a:lnTo>
                    <a:lnTo>
                      <a:pt x="4" y="97"/>
                    </a:lnTo>
                    <a:lnTo>
                      <a:pt x="5" y="101"/>
                    </a:lnTo>
                    <a:lnTo>
                      <a:pt x="6" y="104"/>
                    </a:lnTo>
                    <a:lnTo>
                      <a:pt x="8" y="108"/>
                    </a:lnTo>
                    <a:lnTo>
                      <a:pt x="9" y="110"/>
                    </a:lnTo>
                    <a:lnTo>
                      <a:pt x="10" y="113"/>
                    </a:lnTo>
                    <a:lnTo>
                      <a:pt x="13" y="117"/>
                    </a:lnTo>
                    <a:lnTo>
                      <a:pt x="14" y="120"/>
                    </a:lnTo>
                    <a:lnTo>
                      <a:pt x="17" y="122"/>
                    </a:lnTo>
                    <a:lnTo>
                      <a:pt x="19" y="125"/>
                    </a:lnTo>
                    <a:lnTo>
                      <a:pt x="22" y="127"/>
                    </a:lnTo>
                    <a:lnTo>
                      <a:pt x="25" y="130"/>
                    </a:lnTo>
                    <a:lnTo>
                      <a:pt x="27" y="133"/>
                    </a:lnTo>
                    <a:lnTo>
                      <a:pt x="30" y="134"/>
                    </a:lnTo>
                    <a:lnTo>
                      <a:pt x="33" y="137"/>
                    </a:lnTo>
                    <a:lnTo>
                      <a:pt x="35" y="139"/>
                    </a:lnTo>
                    <a:lnTo>
                      <a:pt x="39" y="141"/>
                    </a:lnTo>
                    <a:lnTo>
                      <a:pt x="42" y="142"/>
                    </a:lnTo>
                    <a:lnTo>
                      <a:pt x="46" y="143"/>
                    </a:lnTo>
                    <a:lnTo>
                      <a:pt x="49" y="145"/>
                    </a:lnTo>
                    <a:lnTo>
                      <a:pt x="53" y="146"/>
                    </a:lnTo>
                    <a:lnTo>
                      <a:pt x="57" y="147"/>
                    </a:lnTo>
                    <a:lnTo>
                      <a:pt x="59" y="149"/>
                    </a:lnTo>
                    <a:lnTo>
                      <a:pt x="63" y="149"/>
                    </a:lnTo>
                    <a:lnTo>
                      <a:pt x="67" y="149"/>
                    </a:lnTo>
                    <a:lnTo>
                      <a:pt x="71" y="150"/>
                    </a:lnTo>
                    <a:lnTo>
                      <a:pt x="75" y="150"/>
                    </a:lnTo>
                    <a:lnTo>
                      <a:pt x="79" y="150"/>
                    </a:lnTo>
                    <a:lnTo>
                      <a:pt x="83" y="149"/>
                    </a:lnTo>
                    <a:lnTo>
                      <a:pt x="86" y="149"/>
                    </a:lnTo>
                    <a:lnTo>
                      <a:pt x="90" y="149"/>
                    </a:lnTo>
                    <a:lnTo>
                      <a:pt x="94" y="147"/>
                    </a:lnTo>
                    <a:lnTo>
                      <a:pt x="98" y="146"/>
                    </a:lnTo>
                    <a:lnTo>
                      <a:pt x="100" y="145"/>
                    </a:lnTo>
                    <a:lnTo>
                      <a:pt x="104" y="143"/>
                    </a:lnTo>
                    <a:lnTo>
                      <a:pt x="107" y="142"/>
                    </a:lnTo>
                    <a:lnTo>
                      <a:pt x="111" y="141"/>
                    </a:lnTo>
                    <a:lnTo>
                      <a:pt x="114" y="139"/>
                    </a:lnTo>
                    <a:lnTo>
                      <a:pt x="116" y="137"/>
                    </a:lnTo>
                    <a:lnTo>
                      <a:pt x="120" y="134"/>
                    </a:lnTo>
                    <a:lnTo>
                      <a:pt x="123" y="133"/>
                    </a:lnTo>
                    <a:lnTo>
                      <a:pt x="125" y="130"/>
                    </a:lnTo>
                    <a:lnTo>
                      <a:pt x="128" y="127"/>
                    </a:lnTo>
                    <a:lnTo>
                      <a:pt x="131" y="125"/>
                    </a:lnTo>
                    <a:lnTo>
                      <a:pt x="132" y="122"/>
                    </a:lnTo>
                    <a:lnTo>
                      <a:pt x="135" y="120"/>
                    </a:lnTo>
                    <a:lnTo>
                      <a:pt x="137" y="117"/>
                    </a:lnTo>
                    <a:lnTo>
                      <a:pt x="139" y="113"/>
                    </a:lnTo>
                    <a:lnTo>
                      <a:pt x="141" y="110"/>
                    </a:lnTo>
                    <a:lnTo>
                      <a:pt x="143" y="108"/>
                    </a:lnTo>
                    <a:lnTo>
                      <a:pt x="144" y="104"/>
                    </a:lnTo>
                    <a:lnTo>
                      <a:pt x="145" y="101"/>
                    </a:lnTo>
                    <a:lnTo>
                      <a:pt x="147" y="97"/>
                    </a:lnTo>
                    <a:lnTo>
                      <a:pt x="148" y="93"/>
                    </a:lnTo>
                    <a:lnTo>
                      <a:pt x="148" y="90"/>
                    </a:lnTo>
                    <a:lnTo>
                      <a:pt x="149" y="86"/>
                    </a:lnTo>
                    <a:lnTo>
                      <a:pt x="149" y="82"/>
                    </a:lnTo>
                    <a:lnTo>
                      <a:pt x="149" y="78"/>
                    </a:lnTo>
                    <a:lnTo>
                      <a:pt x="149" y="75"/>
                    </a:lnTo>
                    <a:lnTo>
                      <a:pt x="149" y="71"/>
                    </a:lnTo>
                    <a:lnTo>
                      <a:pt x="149" y="67"/>
                    </a:lnTo>
                    <a:lnTo>
                      <a:pt x="149" y="64"/>
                    </a:lnTo>
                    <a:lnTo>
                      <a:pt x="148" y="60"/>
                    </a:lnTo>
                    <a:lnTo>
                      <a:pt x="148" y="56"/>
                    </a:lnTo>
                    <a:lnTo>
                      <a:pt x="147" y="52"/>
                    </a:lnTo>
                    <a:lnTo>
                      <a:pt x="145" y="49"/>
                    </a:lnTo>
                    <a:lnTo>
                      <a:pt x="144" y="45"/>
                    </a:lnTo>
                    <a:lnTo>
                      <a:pt x="143" y="43"/>
                    </a:lnTo>
                    <a:lnTo>
                      <a:pt x="141" y="39"/>
                    </a:lnTo>
                    <a:lnTo>
                      <a:pt x="139" y="36"/>
                    </a:lnTo>
                    <a:lnTo>
                      <a:pt x="137" y="32"/>
                    </a:lnTo>
                    <a:lnTo>
                      <a:pt x="135" y="29"/>
                    </a:lnTo>
                    <a:lnTo>
                      <a:pt x="132" y="27"/>
                    </a:lnTo>
                    <a:lnTo>
                      <a:pt x="131" y="24"/>
                    </a:lnTo>
                    <a:lnTo>
                      <a:pt x="128" y="22"/>
                    </a:lnTo>
                    <a:lnTo>
                      <a:pt x="125" y="19"/>
                    </a:lnTo>
                    <a:lnTo>
                      <a:pt x="123" y="16"/>
                    </a:lnTo>
                    <a:lnTo>
                      <a:pt x="120" y="15"/>
                    </a:lnTo>
                    <a:lnTo>
                      <a:pt x="116" y="12"/>
                    </a:lnTo>
                    <a:lnTo>
                      <a:pt x="114" y="11"/>
                    </a:lnTo>
                    <a:lnTo>
                      <a:pt x="111" y="8"/>
                    </a:lnTo>
                    <a:lnTo>
                      <a:pt x="107" y="7"/>
                    </a:lnTo>
                    <a:lnTo>
                      <a:pt x="104" y="6"/>
                    </a:lnTo>
                    <a:lnTo>
                      <a:pt x="100" y="4"/>
                    </a:lnTo>
                    <a:lnTo>
                      <a:pt x="98" y="3"/>
                    </a:lnTo>
                    <a:lnTo>
                      <a:pt x="94" y="2"/>
                    </a:lnTo>
                    <a:lnTo>
                      <a:pt x="90" y="2"/>
                    </a:lnTo>
                    <a:lnTo>
                      <a:pt x="86" y="0"/>
                    </a:lnTo>
                    <a:lnTo>
                      <a:pt x="83" y="0"/>
                    </a:lnTo>
                    <a:lnTo>
                      <a:pt x="79" y="0"/>
                    </a:lnTo>
                    <a:lnTo>
                      <a:pt x="75" y="0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3" name="Rectangle 96">
                <a:extLst>
                  <a:ext uri="{FF2B5EF4-FFF2-40B4-BE49-F238E27FC236}">
                    <a16:creationId xmlns:a16="http://schemas.microsoft.com/office/drawing/2014/main" id="{55F3FEC7-B80F-47A3-A010-F31204436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113" y="5537200"/>
                <a:ext cx="131762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4" name="Line 97">
                <a:extLst>
                  <a:ext uri="{FF2B5EF4-FFF2-40B4-BE49-F238E27FC236}">
                    <a16:creationId xmlns:a16="http://schemas.microsoft.com/office/drawing/2014/main" id="{F555BC01-6175-467E-911F-9AEB0D1B1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08650" y="5578475"/>
                <a:ext cx="63500" cy="1588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45" name="Rectangle 98">
                <a:extLst>
                  <a:ext uri="{FF2B5EF4-FFF2-40B4-BE49-F238E27FC236}">
                    <a16:creationId xmlns:a16="http://schemas.microsoft.com/office/drawing/2014/main" id="{DE8878EE-0152-4BBB-A7CF-0C0607BE8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2300" y="5554663"/>
                <a:ext cx="131763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016" name="Rectangle 94">
              <a:extLst>
                <a:ext uri="{FF2B5EF4-FFF2-40B4-BE49-F238E27FC236}">
                  <a16:creationId xmlns:a16="http://schemas.microsoft.com/office/drawing/2014/main" id="{0F1FFD6D-135D-4618-9F39-50BC37B89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381" y="3459888"/>
              <a:ext cx="11080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NOT gate</a:t>
              </a:r>
              <a:r>
                <a:rPr kumimoji="0" lang="en-US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8" name="Rectangle 94">
            <a:extLst>
              <a:ext uri="{FF2B5EF4-FFF2-40B4-BE49-F238E27FC236}">
                <a16:creationId xmlns:a16="http://schemas.microsoft.com/office/drawing/2014/main" id="{F96BFAE4-DA42-4BB5-847A-3013B0804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85800"/>
            <a:ext cx="14112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Verilog code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C90F7329-DEEA-4B36-8C95-9F34C7CEC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369" y="1152940"/>
            <a:ext cx="12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 (f, x)</a:t>
            </a: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B7C2E583-EA01-4A33-9DDF-FF26981B6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869" y="3083549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and (f, x1, x2)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A23C6B0E-4BC2-47C8-9DFD-D7F7A5B66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531" y="4938955"/>
            <a:ext cx="1749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or (f, x1, x2)</a:t>
            </a:r>
          </a:p>
        </p:txBody>
      </p:sp>
    </p:spTree>
    <p:extLst>
      <p:ext uri="{BB962C8B-B14F-4D97-AF65-F5344CB8AC3E}">
        <p14:creationId xmlns:p14="http://schemas.microsoft.com/office/powerpoint/2010/main" val="1934910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2">
            <a:extLst>
              <a:ext uri="{FF2B5EF4-FFF2-40B4-BE49-F238E27FC236}">
                <a16:creationId xmlns:a16="http://schemas.microsoft.com/office/drawing/2014/main" id="{533142AF-8E75-42A0-B831-068DC9C6B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5" y="1357498"/>
            <a:ext cx="4519613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Title 1">
            <a:extLst>
              <a:ext uri="{FF2B5EF4-FFF2-40B4-BE49-F238E27FC236}">
                <a16:creationId xmlns:a16="http://schemas.microsoft.com/office/drawing/2014/main" id="{A11728FE-84F4-470D-8C9D-6FF87B5A6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2-1 Multiplexer</a:t>
            </a:r>
          </a:p>
        </p:txBody>
      </p:sp>
      <p:sp>
        <p:nvSpPr>
          <p:cNvPr id="49155" name="TextBox 125">
            <a:extLst>
              <a:ext uri="{FF2B5EF4-FFF2-40B4-BE49-F238E27FC236}">
                <a16:creationId xmlns:a16="http://schemas.microsoft.com/office/drawing/2014/main" id="{5EBAEC99-03AD-4609-93DA-02E89F99A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219155B-C1AC-4220-8EA3-81102EC3C274}"/>
              </a:ext>
            </a:extLst>
          </p:cNvPr>
          <p:cNvGrpSpPr>
            <a:grpSpLocks/>
          </p:cNvGrpSpPr>
          <p:nvPr/>
        </p:nvGrpSpPr>
        <p:grpSpPr bwMode="auto">
          <a:xfrm>
            <a:off x="6899719" y="1295400"/>
            <a:ext cx="1859662" cy="2133600"/>
            <a:chOff x="6053138" y="2560638"/>
            <a:chExt cx="1531961" cy="1384300"/>
          </a:xfrm>
        </p:grpSpPr>
        <p:sp>
          <p:nvSpPr>
            <p:cNvPr id="6" name="Line 290">
              <a:extLst>
                <a:ext uri="{FF2B5EF4-FFF2-40B4-BE49-F238E27FC236}">
                  <a16:creationId xmlns:a16="http://schemas.microsoft.com/office/drawing/2014/main" id="{C107E8CA-0845-422E-94E7-E8805559C7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45238" y="3241675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" name="Line 291">
              <a:extLst>
                <a:ext uri="{FF2B5EF4-FFF2-40B4-BE49-F238E27FC236}">
                  <a16:creationId xmlns:a16="http://schemas.microsoft.com/office/drawing/2014/main" id="{8639B6F9-BA35-40F7-9062-A22AFF3DAE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3649663"/>
              <a:ext cx="295275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" name="Line 292">
              <a:extLst>
                <a:ext uri="{FF2B5EF4-FFF2-40B4-BE49-F238E27FC236}">
                  <a16:creationId xmlns:a16="http://schemas.microsoft.com/office/drawing/2014/main" id="{8668CAB1-D80D-460A-8CC5-C7C33AEC04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00875" y="3444875"/>
              <a:ext cx="28733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" name="Freeform 293">
              <a:extLst>
                <a:ext uri="{FF2B5EF4-FFF2-40B4-BE49-F238E27FC236}">
                  <a16:creationId xmlns:a16="http://schemas.microsoft.com/office/drawing/2014/main" id="{2F1F0804-649B-4B21-9243-BF488BEE54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938" y="2946400"/>
              <a:ext cx="388937" cy="998538"/>
            </a:xfrm>
            <a:custGeom>
              <a:avLst/>
              <a:gdLst>
                <a:gd name="T0" fmla="*/ 2147483646 w 505"/>
                <a:gd name="T1" fmla="*/ 2147483646 h 1297"/>
                <a:gd name="T2" fmla="*/ 2147483646 w 505"/>
                <a:gd name="T3" fmla="*/ 2147483646 h 1297"/>
                <a:gd name="T4" fmla="*/ 0 w 505"/>
                <a:gd name="T5" fmla="*/ 0 h 1297"/>
                <a:gd name="T6" fmla="*/ 0 w 505"/>
                <a:gd name="T7" fmla="*/ 2147483646 h 1297"/>
                <a:gd name="T8" fmla="*/ 2147483646 w 505"/>
                <a:gd name="T9" fmla="*/ 2147483646 h 12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5" h="1297">
                  <a:moveTo>
                    <a:pt x="505" y="1033"/>
                  </a:moveTo>
                  <a:lnTo>
                    <a:pt x="505" y="264"/>
                  </a:lnTo>
                  <a:lnTo>
                    <a:pt x="0" y="0"/>
                  </a:lnTo>
                  <a:lnTo>
                    <a:pt x="0" y="1297"/>
                  </a:lnTo>
                  <a:lnTo>
                    <a:pt x="505" y="103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Line 294">
              <a:extLst>
                <a:ext uri="{FF2B5EF4-FFF2-40B4-BE49-F238E27FC236}">
                  <a16:creationId xmlns:a16="http://schemas.microsoft.com/office/drawing/2014/main" id="{30F48D9F-70D0-4265-9A1B-B678293BFD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96088" y="2651125"/>
              <a:ext cx="3175" cy="387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Rectangle 295">
              <a:extLst>
                <a:ext uri="{FF2B5EF4-FFF2-40B4-BE49-F238E27FC236}">
                  <a16:creationId xmlns:a16="http://schemas.microsoft.com/office/drawing/2014/main" id="{B07EC28C-8C5A-40AD-9200-F3D5B0BA1A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1725" y="3362325"/>
              <a:ext cx="133374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" name="Line 296">
              <a:extLst>
                <a:ext uri="{FF2B5EF4-FFF2-40B4-BE49-F238E27FC236}">
                  <a16:creationId xmlns:a16="http://schemas.microsoft.com/office/drawing/2014/main" id="{A2445788-C192-467B-A31A-06F46376C4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2651125"/>
              <a:ext cx="4794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Rectangle 297">
              <a:extLst>
                <a:ext uri="{FF2B5EF4-FFF2-40B4-BE49-F238E27FC236}">
                  <a16:creationId xmlns:a16="http://schemas.microsoft.com/office/drawing/2014/main" id="{CB4E9EC1-26AB-4B37-92DE-4BBCEA1BC0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42038" y="2560638"/>
              <a:ext cx="16242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" name="Rectangle 298">
              <a:extLst>
                <a:ext uri="{FF2B5EF4-FFF2-40B4-BE49-F238E27FC236}">
                  <a16:creationId xmlns:a16="http://schemas.microsoft.com/office/drawing/2014/main" id="{981F087C-62AF-4961-ACC5-28BD6B9005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121025"/>
              <a:ext cx="175631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299">
              <a:extLst>
                <a:ext uri="{FF2B5EF4-FFF2-40B4-BE49-F238E27FC236}">
                  <a16:creationId xmlns:a16="http://schemas.microsoft.com/office/drawing/2014/main" id="{6E478FD1-F4C2-4839-B295-1FDA66A13F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209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300">
              <a:extLst>
                <a:ext uri="{FF2B5EF4-FFF2-40B4-BE49-F238E27FC236}">
                  <a16:creationId xmlns:a16="http://schemas.microsoft.com/office/drawing/2014/main" id="{5C59E69D-2ED1-4017-8A3C-4E7F76D891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519488"/>
              <a:ext cx="175631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Rectangle 301">
              <a:extLst>
                <a:ext uri="{FF2B5EF4-FFF2-40B4-BE49-F238E27FC236}">
                  <a16:creationId xmlns:a16="http://schemas.microsoft.com/office/drawing/2014/main" id="{E33A0BE8-20A6-47DA-B907-D6595E06B5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606800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Rectangle 302">
              <a:extLst>
                <a:ext uri="{FF2B5EF4-FFF2-40B4-BE49-F238E27FC236}">
                  <a16:creationId xmlns:a16="http://schemas.microsoft.com/office/drawing/2014/main" id="{7AB29391-1EAF-4B9A-B21E-88B2C0609C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198813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Rectangle 303">
              <a:extLst>
                <a:ext uri="{FF2B5EF4-FFF2-40B4-BE49-F238E27FC236}">
                  <a16:creationId xmlns:a16="http://schemas.microsoft.com/office/drawing/2014/main" id="{9D7B25E4-7538-43AC-BB3C-639A4522BD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590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0" name="Group 46">
            <a:extLst>
              <a:ext uri="{FF2B5EF4-FFF2-40B4-BE49-F238E27FC236}">
                <a16:creationId xmlns:a16="http://schemas.microsoft.com/office/drawing/2014/main" id="{F84152C2-9AC6-4543-8D2F-7C205A542F90}"/>
              </a:ext>
            </a:extLst>
          </p:cNvPr>
          <p:cNvGrpSpPr>
            <a:grpSpLocks/>
          </p:cNvGrpSpPr>
          <p:nvPr/>
        </p:nvGrpSpPr>
        <p:grpSpPr bwMode="auto">
          <a:xfrm>
            <a:off x="2499959" y="4736443"/>
            <a:ext cx="4433887" cy="609600"/>
            <a:chOff x="533400" y="4495800"/>
            <a:chExt cx="4433230" cy="609600"/>
          </a:xfrm>
        </p:grpSpPr>
        <p:sp>
          <p:nvSpPr>
            <p:cNvPr id="21" name="TextBox 36">
              <a:extLst>
                <a:ext uri="{FF2B5EF4-FFF2-40B4-BE49-F238E27FC236}">
                  <a16:creationId xmlns:a16="http://schemas.microsoft.com/office/drawing/2014/main" id="{71C374B0-CCC4-4EC7-ACEF-36779331D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2" name="Group 37">
              <a:extLst>
                <a:ext uri="{FF2B5EF4-FFF2-40B4-BE49-F238E27FC236}">
                  <a16:creationId xmlns:a16="http://schemas.microsoft.com/office/drawing/2014/main" id="{D99F6ED5-CD3F-4E59-A933-F0361FA1DA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25" name="TextBox 43">
                <a:extLst>
                  <a:ext uri="{FF2B5EF4-FFF2-40B4-BE49-F238E27FC236}">
                    <a16:creationId xmlns:a16="http://schemas.microsoft.com/office/drawing/2014/main" id="{DD3C6946-6270-47E0-B293-410BBA9B2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26" name="Straight Connector 70">
                <a:extLst>
                  <a:ext uri="{FF2B5EF4-FFF2-40B4-BE49-F238E27FC236}">
                    <a16:creationId xmlns:a16="http://schemas.microsoft.com/office/drawing/2014/main" id="{EAFF1BC4-F053-42FD-90FC-4B8D9BCFD6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3" name="TextBox 41">
              <a:extLst>
                <a:ext uri="{FF2B5EF4-FFF2-40B4-BE49-F238E27FC236}">
                  <a16:creationId xmlns:a16="http://schemas.microsoft.com/office/drawing/2014/main" id="{357E789C-79FF-4B64-9D07-8F462F562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41CADAD9-E06C-4365-B725-4274C1282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11ADCDBA-BBC9-47AD-ACDE-326281DBD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0179" name="TextBox 125">
            <a:extLst>
              <a:ext uri="{FF2B5EF4-FFF2-40B4-BE49-F238E27FC236}">
                <a16:creationId xmlns:a16="http://schemas.microsoft.com/office/drawing/2014/main" id="{067AAC7A-4C69-41F4-827F-736A5333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2.37 from the textbook ]</a:t>
            </a:r>
          </a:p>
        </p:txBody>
      </p:sp>
      <p:sp>
        <p:nvSpPr>
          <p:cNvPr id="50181" name="TextBox 125">
            <a:extLst>
              <a:ext uri="{FF2B5EF4-FFF2-40B4-BE49-F238E27FC236}">
                <a16:creationId xmlns:a16="http://schemas.microsoft.com/office/drawing/2014/main" id="{0CD06C29-1DF3-4F5C-979B-450F762B6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grpSp>
        <p:nvGrpSpPr>
          <p:cNvPr id="7" name="Group 46">
            <a:extLst>
              <a:ext uri="{FF2B5EF4-FFF2-40B4-BE49-F238E27FC236}">
                <a16:creationId xmlns:a16="http://schemas.microsoft.com/office/drawing/2014/main" id="{B8786A9C-89B9-4053-9355-23CD05CF3423}"/>
              </a:ext>
            </a:extLst>
          </p:cNvPr>
          <p:cNvGrpSpPr>
            <a:grpSpLocks/>
          </p:cNvGrpSpPr>
          <p:nvPr/>
        </p:nvGrpSpPr>
        <p:grpSpPr bwMode="auto">
          <a:xfrm>
            <a:off x="100226" y="3827462"/>
            <a:ext cx="4090775" cy="380999"/>
            <a:chOff x="533400" y="4495800"/>
            <a:chExt cx="4433230" cy="609600"/>
          </a:xfrm>
        </p:grpSpPr>
        <p:sp>
          <p:nvSpPr>
            <p:cNvPr id="8" name="TextBox 36">
              <a:extLst>
                <a:ext uri="{FF2B5EF4-FFF2-40B4-BE49-F238E27FC236}">
                  <a16:creationId xmlns:a16="http://schemas.microsoft.com/office/drawing/2014/main" id="{886BC3D3-DD22-460C-871C-55C6858F8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37">
              <a:extLst>
                <a:ext uri="{FF2B5EF4-FFF2-40B4-BE49-F238E27FC236}">
                  <a16:creationId xmlns:a16="http://schemas.microsoft.com/office/drawing/2014/main" id="{04526D10-F4BA-429F-83D0-B92A07656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12" name="TextBox 43">
                <a:extLst>
                  <a:ext uri="{FF2B5EF4-FFF2-40B4-BE49-F238E27FC236}">
                    <a16:creationId xmlns:a16="http://schemas.microsoft.com/office/drawing/2014/main" id="{E6D1FC6C-20AF-4F58-97CE-59E7721C0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13" name="Straight Connector 70">
                <a:extLst>
                  <a:ext uri="{FF2B5EF4-FFF2-40B4-BE49-F238E27FC236}">
                    <a16:creationId xmlns:a16="http://schemas.microsoft.com/office/drawing/2014/main" id="{4EC9C4B0-7B5F-4F20-A7C2-A2BD23C8053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TextBox 41">
              <a:extLst>
                <a:ext uri="{FF2B5EF4-FFF2-40B4-BE49-F238E27FC236}">
                  <a16:creationId xmlns:a16="http://schemas.microsoft.com/office/drawing/2014/main" id="{D33F1E3C-7257-45A7-A5E0-E84ACCEF9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" name="TextBox 39">
              <a:extLst>
                <a:ext uri="{FF2B5EF4-FFF2-40B4-BE49-F238E27FC236}">
                  <a16:creationId xmlns:a16="http://schemas.microsoft.com/office/drawing/2014/main" id="{D56379BB-FB44-4305-A913-3E4A5DF81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50FC06-BC85-400E-BD3F-DC249E6FFA5C}"/>
              </a:ext>
            </a:extLst>
          </p:cNvPr>
          <p:cNvGrpSpPr/>
          <p:nvPr/>
        </p:nvGrpSpPr>
        <p:grpSpPr>
          <a:xfrm>
            <a:off x="152401" y="931939"/>
            <a:ext cx="4419600" cy="1963661"/>
            <a:chOff x="152400" y="931939"/>
            <a:chExt cx="4519613" cy="2057323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56A8B88A-4AD2-4C11-89D0-E9E6297B0D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2145DD-DE9D-4872-93B4-D49A04B5977C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A9175A-EAD1-4707-80D4-D7B594C8F687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31489D-7F1D-4831-A028-D9AAD98A2FB4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38AE91-AA78-427D-AFA6-DC847E1C2B4C}"/>
                  </a:ext>
                </a:extLst>
              </p14:cNvPr>
              <p14:cNvContentPartPr/>
              <p14:nvPr/>
            </p14:nvContentPartPr>
            <p14:xfrm>
              <a:off x="3421440" y="569520"/>
              <a:ext cx="5326920" cy="488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38AE91-AA78-427D-AFA6-DC847E1C2B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2080" y="560160"/>
                <a:ext cx="5345640" cy="490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11ADCDBA-BBC9-47AD-ACDE-326281DBD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0179" name="TextBox 125">
            <a:extLst>
              <a:ext uri="{FF2B5EF4-FFF2-40B4-BE49-F238E27FC236}">
                <a16:creationId xmlns:a16="http://schemas.microsoft.com/office/drawing/2014/main" id="{067AAC7A-4C69-41F4-827F-736A5333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2.37 from the textbook ]</a:t>
            </a:r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6B8EAC4B-6F6D-4143-9D40-59A37A6F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313" y="1503362"/>
            <a:ext cx="4154487" cy="329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125">
            <a:extLst>
              <a:ext uri="{FF2B5EF4-FFF2-40B4-BE49-F238E27FC236}">
                <a16:creationId xmlns:a16="http://schemas.microsoft.com/office/drawing/2014/main" id="{0CD06C29-1DF3-4F5C-979B-450F762B6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grpSp>
        <p:nvGrpSpPr>
          <p:cNvPr id="7" name="Group 46">
            <a:extLst>
              <a:ext uri="{FF2B5EF4-FFF2-40B4-BE49-F238E27FC236}">
                <a16:creationId xmlns:a16="http://schemas.microsoft.com/office/drawing/2014/main" id="{B8786A9C-89B9-4053-9355-23CD05CF3423}"/>
              </a:ext>
            </a:extLst>
          </p:cNvPr>
          <p:cNvGrpSpPr>
            <a:grpSpLocks/>
          </p:cNvGrpSpPr>
          <p:nvPr/>
        </p:nvGrpSpPr>
        <p:grpSpPr bwMode="auto">
          <a:xfrm>
            <a:off x="100226" y="3827462"/>
            <a:ext cx="4433887" cy="609600"/>
            <a:chOff x="533400" y="4495800"/>
            <a:chExt cx="4433230" cy="609600"/>
          </a:xfrm>
        </p:grpSpPr>
        <p:sp>
          <p:nvSpPr>
            <p:cNvPr id="8" name="TextBox 36">
              <a:extLst>
                <a:ext uri="{FF2B5EF4-FFF2-40B4-BE49-F238E27FC236}">
                  <a16:creationId xmlns:a16="http://schemas.microsoft.com/office/drawing/2014/main" id="{886BC3D3-DD22-460C-871C-55C6858F8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37">
              <a:extLst>
                <a:ext uri="{FF2B5EF4-FFF2-40B4-BE49-F238E27FC236}">
                  <a16:creationId xmlns:a16="http://schemas.microsoft.com/office/drawing/2014/main" id="{04526D10-F4BA-429F-83D0-B92A07656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12" name="TextBox 43">
                <a:extLst>
                  <a:ext uri="{FF2B5EF4-FFF2-40B4-BE49-F238E27FC236}">
                    <a16:creationId xmlns:a16="http://schemas.microsoft.com/office/drawing/2014/main" id="{E6D1FC6C-20AF-4F58-97CE-59E7721C0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13" name="Straight Connector 70">
                <a:extLst>
                  <a:ext uri="{FF2B5EF4-FFF2-40B4-BE49-F238E27FC236}">
                    <a16:creationId xmlns:a16="http://schemas.microsoft.com/office/drawing/2014/main" id="{4EC9C4B0-7B5F-4F20-A7C2-A2BD23C8053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TextBox 41">
              <a:extLst>
                <a:ext uri="{FF2B5EF4-FFF2-40B4-BE49-F238E27FC236}">
                  <a16:creationId xmlns:a16="http://schemas.microsoft.com/office/drawing/2014/main" id="{D33F1E3C-7257-45A7-A5E0-E84ACCEF9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" name="TextBox 39">
              <a:extLst>
                <a:ext uri="{FF2B5EF4-FFF2-40B4-BE49-F238E27FC236}">
                  <a16:creationId xmlns:a16="http://schemas.microsoft.com/office/drawing/2014/main" id="{D56379BB-FB44-4305-A913-3E4A5DF81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E2A0A7-9583-439B-982F-65C6BBC42FBF}"/>
              </a:ext>
            </a:extLst>
          </p:cNvPr>
          <p:cNvSpPr txBox="1"/>
          <p:nvPr/>
        </p:nvSpPr>
        <p:spPr>
          <a:xfrm>
            <a:off x="5440787" y="2514600"/>
            <a:ext cx="174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wire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k, g, h; 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1B5916-9E8B-434C-ADD2-94525D1E05C2}"/>
              </a:ext>
            </a:extLst>
          </p:cNvPr>
          <p:cNvGrpSpPr/>
          <p:nvPr/>
        </p:nvGrpSpPr>
        <p:grpSpPr>
          <a:xfrm>
            <a:off x="152400" y="931939"/>
            <a:ext cx="4519613" cy="2057323"/>
            <a:chOff x="152400" y="931939"/>
            <a:chExt cx="4519613" cy="2057323"/>
          </a:xfrm>
        </p:grpSpPr>
        <p:pic>
          <p:nvPicPr>
            <p:cNvPr id="50177" name="Picture 2">
              <a:extLst>
                <a:ext uri="{FF2B5EF4-FFF2-40B4-BE49-F238E27FC236}">
                  <a16:creationId xmlns:a16="http://schemas.microsoft.com/office/drawing/2014/main" id="{3892CBE3-83B2-47DE-8EB6-8C14E7466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CDFDF4-A8DD-4B6E-84F9-3DD6D5D34B44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902C50-0B62-450C-AE20-163A6F6E83F5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A71089-140B-4209-B109-F1064E9723B4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6420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8026-81D4-413F-9A28-FDDFF7E2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Code: Behavioral Representation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ACBA1-196E-4852-9110-39129605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15D5C-FCE9-4704-B302-6D77BD66BC71}"/>
              </a:ext>
            </a:extLst>
          </p:cNvPr>
          <p:cNvSpPr txBox="1"/>
          <p:nvPr/>
        </p:nvSpPr>
        <p:spPr>
          <a:xfrm>
            <a:off x="76199" y="648087"/>
            <a:ext cx="8991599" cy="232371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Specifies how a particular design should respond to a given set of inputs.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May be specified by: 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Boolean equations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Tables of input and output values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Algorithms written in standard HLL like C</a:t>
            </a:r>
          </a:p>
          <a:p>
            <a:pPr marL="800100" lvl="1" indent="-342900">
              <a:spcAft>
                <a:spcPts val="600"/>
              </a:spcAft>
              <a:buFont typeface="Times New Roman" panose="02020603050405020304" pitchFamily="18" charset="0"/>
              <a:buChar char="―"/>
            </a:pPr>
            <a:r>
              <a:rPr lang="en-US" sz="2000" dirty="0"/>
              <a:t>Algorithms written in special HDL like Verilog or VHDL	</a:t>
            </a:r>
          </a:p>
        </p:txBody>
      </p:sp>
    </p:spTree>
    <p:extLst>
      <p:ext uri="{BB962C8B-B14F-4D97-AF65-F5344CB8AC3E}">
        <p14:creationId xmlns:p14="http://schemas.microsoft.com/office/powerpoint/2010/main" val="2709180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7180A1A7-6B14-4731-A92A-37C2DE23A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1203" name="TextBox 125">
            <a:extLst>
              <a:ext uri="{FF2B5EF4-FFF2-40B4-BE49-F238E27FC236}">
                <a16:creationId xmlns:a16="http://schemas.microsoft.com/office/drawing/2014/main" id="{3A730BFD-7C3E-41D7-9014-D1119DA1C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2.40 from the textbook ]</a:t>
            </a:r>
          </a:p>
        </p:txBody>
      </p:sp>
      <p:sp>
        <p:nvSpPr>
          <p:cNvPr id="51204" name="TextBox 125">
            <a:extLst>
              <a:ext uri="{FF2B5EF4-FFF2-40B4-BE49-F238E27FC236}">
                <a16:creationId xmlns:a16="http://schemas.microsoft.com/office/drawing/2014/main" id="{7381212A-FA1A-4CFF-B3D7-396FDEFA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grpSp>
        <p:nvGrpSpPr>
          <p:cNvPr id="7" name="Group 46">
            <a:extLst>
              <a:ext uri="{FF2B5EF4-FFF2-40B4-BE49-F238E27FC236}">
                <a16:creationId xmlns:a16="http://schemas.microsoft.com/office/drawing/2014/main" id="{E671B9B8-A87E-4C42-8654-511E4E387518}"/>
              </a:ext>
            </a:extLst>
          </p:cNvPr>
          <p:cNvGrpSpPr>
            <a:grpSpLocks/>
          </p:cNvGrpSpPr>
          <p:nvPr/>
        </p:nvGrpSpPr>
        <p:grpSpPr bwMode="auto">
          <a:xfrm>
            <a:off x="100226" y="3827462"/>
            <a:ext cx="4433887" cy="609600"/>
            <a:chOff x="533400" y="4495800"/>
            <a:chExt cx="4433230" cy="609600"/>
          </a:xfrm>
        </p:grpSpPr>
        <p:sp>
          <p:nvSpPr>
            <p:cNvPr id="8" name="TextBox 36">
              <a:extLst>
                <a:ext uri="{FF2B5EF4-FFF2-40B4-BE49-F238E27FC236}">
                  <a16:creationId xmlns:a16="http://schemas.microsoft.com/office/drawing/2014/main" id="{BDD86069-82D3-46C1-A870-D59F88E82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37">
              <a:extLst>
                <a:ext uri="{FF2B5EF4-FFF2-40B4-BE49-F238E27FC236}">
                  <a16:creationId xmlns:a16="http://schemas.microsoft.com/office/drawing/2014/main" id="{691DDC25-55B4-4F90-9B59-508DF5342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12" name="TextBox 43">
                <a:extLst>
                  <a:ext uri="{FF2B5EF4-FFF2-40B4-BE49-F238E27FC236}">
                    <a16:creationId xmlns:a16="http://schemas.microsoft.com/office/drawing/2014/main" id="{3E52A0BA-EF1F-47EC-95F9-1C8201591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13" name="Straight Connector 70">
                <a:extLst>
                  <a:ext uri="{FF2B5EF4-FFF2-40B4-BE49-F238E27FC236}">
                    <a16:creationId xmlns:a16="http://schemas.microsoft.com/office/drawing/2014/main" id="{833D7F5E-290B-4C89-AF58-41FEB8C3EB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TextBox 41">
              <a:extLst>
                <a:ext uri="{FF2B5EF4-FFF2-40B4-BE49-F238E27FC236}">
                  <a16:creationId xmlns:a16="http://schemas.microsoft.com/office/drawing/2014/main" id="{0F91869B-9B26-4D32-B7E2-A4A0FEFF1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" name="TextBox 39">
              <a:extLst>
                <a:ext uri="{FF2B5EF4-FFF2-40B4-BE49-F238E27FC236}">
                  <a16:creationId xmlns:a16="http://schemas.microsoft.com/office/drawing/2014/main" id="{DC29E5ED-EC89-42BC-B3A1-1871D4A01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2E832C-C62A-41B3-A20E-1B06F5E7744B}"/>
              </a:ext>
            </a:extLst>
          </p:cNvPr>
          <p:cNvGrpSpPr/>
          <p:nvPr/>
        </p:nvGrpSpPr>
        <p:grpSpPr>
          <a:xfrm>
            <a:off x="152401" y="931939"/>
            <a:ext cx="4419600" cy="1963661"/>
            <a:chOff x="152400" y="931939"/>
            <a:chExt cx="4519613" cy="2057323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49AA93C9-458F-4C00-9FC9-0D9B06EEC5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736A64-46C2-4407-B1C7-146649706B31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EEB746-13A4-44E4-B052-EC6B1AF84C53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B65588-3765-40C2-9A74-1997FA4407C9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3F09A0-BFA2-4491-B1DD-5695E3C5A892}"/>
                  </a:ext>
                </a:extLst>
              </p14:cNvPr>
              <p14:cNvContentPartPr/>
              <p14:nvPr/>
            </p14:nvContentPartPr>
            <p14:xfrm>
              <a:off x="2298240" y="545760"/>
              <a:ext cx="6797520" cy="587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3F09A0-BFA2-4491-B1DD-5695E3C5A8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8880" y="536400"/>
                <a:ext cx="6816240" cy="589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7180A1A7-6B14-4731-A92A-37C2DE23A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1203" name="TextBox 125">
            <a:extLst>
              <a:ext uri="{FF2B5EF4-FFF2-40B4-BE49-F238E27FC236}">
                <a16:creationId xmlns:a16="http://schemas.microsoft.com/office/drawing/2014/main" id="{3A730BFD-7C3E-41D7-9014-D1119DA1C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2.40 from the textbook ]</a:t>
            </a:r>
          </a:p>
        </p:txBody>
      </p:sp>
      <p:sp>
        <p:nvSpPr>
          <p:cNvPr id="51204" name="TextBox 125">
            <a:extLst>
              <a:ext uri="{FF2B5EF4-FFF2-40B4-BE49-F238E27FC236}">
                <a16:creationId xmlns:a16="http://schemas.microsoft.com/office/drawing/2014/main" id="{7381212A-FA1A-4CFF-B3D7-396FDEFA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pic>
        <p:nvPicPr>
          <p:cNvPr id="51205" name="Picture 316">
            <a:extLst>
              <a:ext uri="{FF2B5EF4-FFF2-40B4-BE49-F238E27FC236}">
                <a16:creationId xmlns:a16="http://schemas.microsoft.com/office/drawing/2014/main" id="{9A719D47-313D-47DF-A2DF-76784968B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914400"/>
            <a:ext cx="4300538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46">
            <a:extLst>
              <a:ext uri="{FF2B5EF4-FFF2-40B4-BE49-F238E27FC236}">
                <a16:creationId xmlns:a16="http://schemas.microsoft.com/office/drawing/2014/main" id="{E671B9B8-A87E-4C42-8654-511E4E387518}"/>
              </a:ext>
            </a:extLst>
          </p:cNvPr>
          <p:cNvGrpSpPr>
            <a:grpSpLocks/>
          </p:cNvGrpSpPr>
          <p:nvPr/>
        </p:nvGrpSpPr>
        <p:grpSpPr bwMode="auto">
          <a:xfrm>
            <a:off x="100226" y="3827462"/>
            <a:ext cx="4433887" cy="609600"/>
            <a:chOff x="533400" y="4495800"/>
            <a:chExt cx="4433230" cy="609600"/>
          </a:xfrm>
        </p:grpSpPr>
        <p:sp>
          <p:nvSpPr>
            <p:cNvPr id="8" name="TextBox 36">
              <a:extLst>
                <a:ext uri="{FF2B5EF4-FFF2-40B4-BE49-F238E27FC236}">
                  <a16:creationId xmlns:a16="http://schemas.microsoft.com/office/drawing/2014/main" id="{BDD86069-82D3-46C1-A870-D59F88E82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(s,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1,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 =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37">
              <a:extLst>
                <a:ext uri="{FF2B5EF4-FFF2-40B4-BE49-F238E27FC236}">
                  <a16:creationId xmlns:a16="http://schemas.microsoft.com/office/drawing/2014/main" id="{691DDC25-55B4-4F90-9B59-508DF5342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12" name="TextBox 43">
                <a:extLst>
                  <a:ext uri="{FF2B5EF4-FFF2-40B4-BE49-F238E27FC236}">
                    <a16:creationId xmlns:a16="http://schemas.microsoft.com/office/drawing/2014/main" id="{3E52A0BA-EF1F-47EC-95F9-1C8201591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  <a:r>
                  <a:rPr kumimoji="0" lang="en-US" alt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 </a:t>
                </a:r>
              </a:p>
            </p:txBody>
          </p:sp>
          <p:cxnSp>
            <p:nvCxnSpPr>
              <p:cNvPr id="13" name="Straight Connector 70">
                <a:extLst>
                  <a:ext uri="{FF2B5EF4-FFF2-40B4-BE49-F238E27FC236}">
                    <a16:creationId xmlns:a16="http://schemas.microsoft.com/office/drawing/2014/main" id="{833D7F5E-290B-4C89-AF58-41FEB8C3EB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" name="TextBox 41">
              <a:extLst>
                <a:ext uri="{FF2B5EF4-FFF2-40B4-BE49-F238E27FC236}">
                  <a16:creationId xmlns:a16="http://schemas.microsoft.com/office/drawing/2014/main" id="{0F91869B-9B26-4D32-B7E2-A4A0FEFF1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" name="TextBox 39">
              <a:extLst>
                <a:ext uri="{FF2B5EF4-FFF2-40B4-BE49-F238E27FC236}">
                  <a16:creationId xmlns:a16="http://schemas.microsoft.com/office/drawing/2014/main" id="{DC29E5ED-EC89-42BC-B3A1-1871D4A01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+</a:t>
              </a:r>
              <a:endParaRPr kumimoji="0" lang="en-US" altLang="en-US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5182AB-E5DC-445F-87C0-75B74D594740}"/>
              </a:ext>
            </a:extLst>
          </p:cNvPr>
          <p:cNvGrpSpPr/>
          <p:nvPr/>
        </p:nvGrpSpPr>
        <p:grpSpPr>
          <a:xfrm>
            <a:off x="152401" y="931939"/>
            <a:ext cx="4419600" cy="1963661"/>
            <a:chOff x="152400" y="931939"/>
            <a:chExt cx="4519613" cy="2057323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9BE830BB-2630-4DE6-B8F0-FD95C0213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F851F4-0579-4FB7-A6BE-5075969FF16A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96C5E2-809A-4DD0-B915-C3F5167169CA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F7ED41-13DF-4976-895F-8CBE6176D16C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314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B90E-C981-4027-8EE9-4D983FC2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Verilog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31237-46FA-4E3A-B9CC-A3F93AD2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CC664-F315-4788-A04B-F3D9DF0934D1}"/>
              </a:ext>
            </a:extLst>
          </p:cNvPr>
          <p:cNvSpPr txBox="1"/>
          <p:nvPr/>
        </p:nvSpPr>
        <p:spPr>
          <a:xfrm>
            <a:off x="76199" y="706904"/>
            <a:ext cx="8991599" cy="37548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A variable in Verilog belongs to one of two data types: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Net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Must be continuously driven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Cannot be used to store a value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Used to model connections between continuous assignments and instantiations.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Register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Retains the last value assigned to it.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Times New Roman" panose="02020603050405020304" pitchFamily="18" charset="0"/>
              <a:buChar char="―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Often used to represent storage elements, but sometimes it can translate to combinational circuits also.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FF52BA-7E9E-480A-A604-9572A1755CF1}"/>
                  </a:ext>
                </a:extLst>
              </p14:cNvPr>
              <p14:cNvContentPartPr/>
              <p14:nvPr/>
            </p14:nvContentPartPr>
            <p14:xfrm>
              <a:off x="3844800" y="1150560"/>
              <a:ext cx="874440" cy="208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FF52BA-7E9E-480A-A604-9572A1755C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5440" y="1141200"/>
                <a:ext cx="893160" cy="21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878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816A8869-8597-4658-9EA2-00EB5ADBB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2227" name="TextBox 125">
            <a:extLst>
              <a:ext uri="{FF2B5EF4-FFF2-40B4-BE49-F238E27FC236}">
                <a16:creationId xmlns:a16="http://schemas.microsoft.com/office/drawing/2014/main" id="{B3D2B466-5081-4D9D-8E87-3F969C52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2.42 from the textbook ]</a:t>
            </a:r>
          </a:p>
        </p:txBody>
      </p:sp>
      <p:sp>
        <p:nvSpPr>
          <p:cNvPr id="52228" name="TextBox 125">
            <a:extLst>
              <a:ext uri="{FF2B5EF4-FFF2-40B4-BE49-F238E27FC236}">
                <a16:creationId xmlns:a16="http://schemas.microsoft.com/office/drawing/2014/main" id="{43EDB913-F8E9-4531-B564-58DB3261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pic>
        <p:nvPicPr>
          <p:cNvPr id="52229" name="Picture 2">
            <a:extLst>
              <a:ext uri="{FF2B5EF4-FFF2-40B4-BE49-F238E27FC236}">
                <a16:creationId xmlns:a16="http://schemas.microsoft.com/office/drawing/2014/main" id="{F90B48C2-0EAF-427A-8EF8-2C5195B6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39" y="838200"/>
            <a:ext cx="4291061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9CE48F-3F67-4FF8-B339-8D63AEC60CB1}"/>
              </a:ext>
            </a:extLst>
          </p:cNvPr>
          <p:cNvSpPr/>
          <p:nvPr/>
        </p:nvSpPr>
        <p:spPr>
          <a:xfrm>
            <a:off x="4956727" y="2879964"/>
            <a:ext cx="3425273" cy="2377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F31061-E15D-4DC5-BE6D-C5B4BDEAB76E}"/>
              </a:ext>
            </a:extLst>
          </p:cNvPr>
          <p:cNvGrpSpPr/>
          <p:nvPr/>
        </p:nvGrpSpPr>
        <p:grpSpPr>
          <a:xfrm>
            <a:off x="152401" y="931939"/>
            <a:ext cx="4419600" cy="1963661"/>
            <a:chOff x="152400" y="931939"/>
            <a:chExt cx="4519613" cy="205732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96F28070-09C3-4DF7-AD58-532553581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59F76D-670B-4B98-A911-5D0356D7F6D9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2E7519-C9AC-4298-9BB7-287AFA24DF22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402536-EB97-4514-8C1D-9B9F0F475CC5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51CD89-FBA6-47C3-A2C4-A98ABEDCE04A}"/>
                  </a:ext>
                </a:extLst>
              </p14:cNvPr>
              <p14:cNvContentPartPr/>
              <p14:nvPr/>
            </p14:nvContentPartPr>
            <p14:xfrm>
              <a:off x="5000760" y="2847240"/>
              <a:ext cx="3304080" cy="197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51CD89-FBA6-47C3-A2C4-A98ABEDCE0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1400" y="2837880"/>
                <a:ext cx="3322800" cy="199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816A8869-8597-4658-9EA2-00EB5ADBB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2227" name="TextBox 125">
            <a:extLst>
              <a:ext uri="{FF2B5EF4-FFF2-40B4-BE49-F238E27FC236}">
                <a16:creationId xmlns:a16="http://schemas.microsoft.com/office/drawing/2014/main" id="{B3D2B466-5081-4D9D-8E87-3F969C52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2.42 from the textbook ]</a:t>
            </a:r>
          </a:p>
        </p:txBody>
      </p:sp>
      <p:sp>
        <p:nvSpPr>
          <p:cNvPr id="52228" name="TextBox 125">
            <a:extLst>
              <a:ext uri="{FF2B5EF4-FFF2-40B4-BE49-F238E27FC236}">
                <a16:creationId xmlns:a16="http://schemas.microsoft.com/office/drawing/2014/main" id="{43EDB913-F8E9-4531-B564-58DB3261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pic>
        <p:nvPicPr>
          <p:cNvPr id="52229" name="Picture 2">
            <a:extLst>
              <a:ext uri="{FF2B5EF4-FFF2-40B4-BE49-F238E27FC236}">
                <a16:creationId xmlns:a16="http://schemas.microsoft.com/office/drawing/2014/main" id="{F90B48C2-0EAF-427A-8EF8-2C5195B6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051" y="1031197"/>
            <a:ext cx="4118549" cy="4607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8887AD-21F5-4255-86DC-02D26D3EC319}"/>
              </a:ext>
            </a:extLst>
          </p:cNvPr>
          <p:cNvGrpSpPr/>
          <p:nvPr/>
        </p:nvGrpSpPr>
        <p:grpSpPr>
          <a:xfrm>
            <a:off x="152401" y="931939"/>
            <a:ext cx="4419600" cy="1963661"/>
            <a:chOff x="152400" y="931939"/>
            <a:chExt cx="4519613" cy="2057323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EA4D9DB-D2AA-4462-B7BF-EDF39C6E6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704AC6-6351-4D99-8A3D-9B16F39F8E18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74C366-28EA-477C-9AE4-9A3518D82E4B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52A286-DB06-4CAC-A48F-5178D30326F3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5141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FF8A4312-660F-46E1-9CC4-22D8C208A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Verilog Code for a 2-1 Multiplexer</a:t>
            </a:r>
          </a:p>
        </p:txBody>
      </p:sp>
      <p:sp>
        <p:nvSpPr>
          <p:cNvPr id="53251" name="TextBox 125">
            <a:extLst>
              <a:ext uri="{FF2B5EF4-FFF2-40B4-BE49-F238E27FC236}">
                <a16:creationId xmlns:a16="http://schemas.microsoft.com/office/drawing/2014/main" id="{4767CD48-7219-4CF2-95C7-6C6289A1C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2.43 from the textbook ]</a:t>
            </a:r>
          </a:p>
        </p:txBody>
      </p:sp>
      <p:sp>
        <p:nvSpPr>
          <p:cNvPr id="53252" name="TextBox 125">
            <a:extLst>
              <a:ext uri="{FF2B5EF4-FFF2-40B4-BE49-F238E27FC236}">
                <a16:creationId xmlns:a16="http://schemas.microsoft.com/office/drawing/2014/main" id="{99C65E7B-DE96-46E2-89C0-22828ECB6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2.36 from the textbook ]</a:t>
            </a:r>
          </a:p>
        </p:txBody>
      </p:sp>
      <p:pic>
        <p:nvPicPr>
          <p:cNvPr id="53253" name="Picture 2">
            <a:extLst>
              <a:ext uri="{FF2B5EF4-FFF2-40B4-BE49-F238E27FC236}">
                <a16:creationId xmlns:a16="http://schemas.microsoft.com/office/drawing/2014/main" id="{93F01904-9459-4348-B8FF-E85FE890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641606"/>
            <a:ext cx="6602158" cy="391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BA3AF3A-541E-4CFC-B439-87CECCE6D306}"/>
              </a:ext>
            </a:extLst>
          </p:cNvPr>
          <p:cNvGrpSpPr/>
          <p:nvPr/>
        </p:nvGrpSpPr>
        <p:grpSpPr>
          <a:xfrm>
            <a:off x="144379" y="3895285"/>
            <a:ext cx="4419600" cy="1963661"/>
            <a:chOff x="152400" y="931939"/>
            <a:chExt cx="4519613" cy="205732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D43A0EEB-5A5C-4BA1-A0CB-720C2E1B46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4519613" cy="199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04DC65-0788-4C6A-AFA8-A1060C3E7858}"/>
                </a:ext>
              </a:extLst>
            </p:cNvPr>
            <p:cNvSpPr txBox="1"/>
            <p:nvPr/>
          </p:nvSpPr>
          <p:spPr>
            <a:xfrm>
              <a:off x="2348744" y="931939"/>
              <a:ext cx="434787" cy="37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EF8C23-DF01-4CF8-9F72-7C9F550B8C94}"/>
                </a:ext>
              </a:extLst>
            </p:cNvPr>
            <p:cNvSpPr txBox="1"/>
            <p:nvPr/>
          </p:nvSpPr>
          <p:spPr>
            <a:xfrm>
              <a:off x="2278464" y="2603549"/>
              <a:ext cx="505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h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48EA37-215D-4C10-8F00-DB8871F8AB1D}"/>
                </a:ext>
              </a:extLst>
            </p:cNvPr>
            <p:cNvSpPr txBox="1"/>
            <p:nvPr/>
          </p:nvSpPr>
          <p:spPr>
            <a:xfrm>
              <a:off x="1276351" y="1629619"/>
              <a:ext cx="32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k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E5301BE9-BD7A-4C77-8A3C-B7A83E68E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124200"/>
            <a:ext cx="9144000" cy="685800"/>
          </a:xfrm>
        </p:spPr>
        <p:txBody>
          <a:bodyPr/>
          <a:lstStyle/>
          <a:p>
            <a:r>
              <a:rPr lang="en-US" altLang="en-US"/>
              <a:t>Another Example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2">
            <a:extLst>
              <a:ext uri="{FF2B5EF4-FFF2-40B4-BE49-F238E27FC236}">
                <a16:creationId xmlns:a16="http://schemas.microsoft.com/office/drawing/2014/main" id="{849F8554-F81D-4F91-8A4B-2F7DDAC6A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5529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Title 1">
            <a:extLst>
              <a:ext uri="{FF2B5EF4-FFF2-40B4-BE49-F238E27FC236}">
                <a16:creationId xmlns:a16="http://schemas.microsoft.com/office/drawing/2014/main" id="{26044588-7C78-45FF-9265-2EEA6F20C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Let’s Write the Code for This Circuit</a:t>
            </a:r>
          </a:p>
        </p:txBody>
      </p:sp>
      <p:sp>
        <p:nvSpPr>
          <p:cNvPr id="55299" name="TextBox 125">
            <a:extLst>
              <a:ext uri="{FF2B5EF4-FFF2-40B4-BE49-F238E27FC236}">
                <a16:creationId xmlns:a16="http://schemas.microsoft.com/office/drawing/2014/main" id="{B56DD038-73A4-4B76-BD4A-2E905B10D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643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2.39 from the textbook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2">
            <a:extLst>
              <a:ext uri="{FF2B5EF4-FFF2-40B4-BE49-F238E27FC236}">
                <a16:creationId xmlns:a16="http://schemas.microsoft.com/office/drawing/2014/main" id="{576243EB-03F7-4969-B036-9CD7B50DE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5529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TextBox 125">
            <a:extLst>
              <a:ext uri="{FF2B5EF4-FFF2-40B4-BE49-F238E27FC236}">
                <a16:creationId xmlns:a16="http://schemas.microsoft.com/office/drawing/2014/main" id="{B1E708DE-AEF3-4133-AE0F-5B4692756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2.38 from the textbook ]</a:t>
            </a:r>
          </a:p>
        </p:txBody>
      </p:sp>
      <p:sp>
        <p:nvSpPr>
          <p:cNvPr id="56323" name="Title 1">
            <a:extLst>
              <a:ext uri="{FF2B5EF4-FFF2-40B4-BE49-F238E27FC236}">
                <a16:creationId xmlns:a16="http://schemas.microsoft.com/office/drawing/2014/main" id="{A1401F89-3E6F-4E63-8AF5-679D9AC22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Let’s Write the Code for This Circuit</a:t>
            </a:r>
          </a:p>
        </p:txBody>
      </p:sp>
      <p:sp>
        <p:nvSpPr>
          <p:cNvPr id="56324" name="Rectangle 141">
            <a:extLst>
              <a:ext uri="{FF2B5EF4-FFF2-40B4-BE49-F238E27FC236}">
                <a16:creationId xmlns:a16="http://schemas.microsoft.com/office/drawing/2014/main" id="{6A5FB04F-931D-4EAB-94D3-7D232673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381919"/>
            <a:ext cx="4714875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module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example2 (x1, x2, x3, x4, f, g, h);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x1, x2, x3, x4;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output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f, g, h;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and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(z1, x1, x3);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and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(z2, x2, x4);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(g, z1, z2);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(z3, x1, ~x3);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(z4, ~x2, x4);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and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(h, z3, z4);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(f, g, h);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endmodule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 </a:t>
            </a:r>
          </a:p>
        </p:txBody>
      </p:sp>
      <p:sp>
        <p:nvSpPr>
          <p:cNvPr id="56325" name="TextBox 125">
            <a:extLst>
              <a:ext uri="{FF2B5EF4-FFF2-40B4-BE49-F238E27FC236}">
                <a16:creationId xmlns:a16="http://schemas.microsoft.com/office/drawing/2014/main" id="{E75E7CB5-F1F8-4B33-A4DC-48480EB0C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643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2.39 from the textbook 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E3BE7C-CF0D-4E88-8153-3F0D2E9D1436}"/>
              </a:ext>
            </a:extLst>
          </p:cNvPr>
          <p:cNvSpPr txBox="1"/>
          <p:nvPr/>
        </p:nvSpPr>
        <p:spPr>
          <a:xfrm>
            <a:off x="5181600" y="2286000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wire z1, z2, z3, z4;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AFDC-3207-4285-9071-F09FEB351640}"/>
              </a:ext>
            </a:extLst>
          </p:cNvPr>
          <p:cNvSpPr txBox="1"/>
          <p:nvPr/>
        </p:nvSpPr>
        <p:spPr>
          <a:xfrm>
            <a:off x="2051093" y="1762919"/>
            <a:ext cx="450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z1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EA427-B677-4B98-A30E-4C6135621E3E}"/>
              </a:ext>
            </a:extLst>
          </p:cNvPr>
          <p:cNvSpPr txBox="1"/>
          <p:nvPr/>
        </p:nvSpPr>
        <p:spPr>
          <a:xfrm>
            <a:off x="1945171" y="2710261"/>
            <a:ext cx="450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z2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348FE-911E-46F4-B876-FE2AEE069B9A}"/>
              </a:ext>
            </a:extLst>
          </p:cNvPr>
          <p:cNvSpPr txBox="1"/>
          <p:nvPr/>
        </p:nvSpPr>
        <p:spPr>
          <a:xfrm>
            <a:off x="2048289" y="3694333"/>
            <a:ext cx="450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z3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3A3BA-8844-4711-BB88-37CA41522409}"/>
              </a:ext>
            </a:extLst>
          </p:cNvPr>
          <p:cNvSpPr txBox="1"/>
          <p:nvPr/>
        </p:nvSpPr>
        <p:spPr>
          <a:xfrm>
            <a:off x="1945171" y="4572101"/>
            <a:ext cx="450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z4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>
            <a:extLst>
              <a:ext uri="{FF2B5EF4-FFF2-40B4-BE49-F238E27FC236}">
                <a16:creationId xmlns:a16="http://schemas.microsoft.com/office/drawing/2014/main" id="{1EF870DB-4F70-4629-8725-3EC008E6A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5529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6" name="TextBox 125">
            <a:extLst>
              <a:ext uri="{FF2B5EF4-FFF2-40B4-BE49-F238E27FC236}">
                <a16:creationId xmlns:a16="http://schemas.microsoft.com/office/drawing/2014/main" id="{241478A3-3692-4CE5-82D3-EBB6511BE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2.41 from the textbook ]</a:t>
            </a:r>
          </a:p>
        </p:txBody>
      </p:sp>
      <p:sp>
        <p:nvSpPr>
          <p:cNvPr id="57347" name="Title 1">
            <a:extLst>
              <a:ext uri="{FF2B5EF4-FFF2-40B4-BE49-F238E27FC236}">
                <a16:creationId xmlns:a16="http://schemas.microsoft.com/office/drawing/2014/main" id="{367EEA89-644A-4C42-936C-A5B189D62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Let’s Write the Code for This Circuit</a:t>
            </a:r>
          </a:p>
        </p:txBody>
      </p:sp>
      <p:sp>
        <p:nvSpPr>
          <p:cNvPr id="57348" name="TextBox 125">
            <a:extLst>
              <a:ext uri="{FF2B5EF4-FFF2-40B4-BE49-F238E27FC236}">
                <a16:creationId xmlns:a16="http://schemas.microsoft.com/office/drawing/2014/main" id="{48443304-3B35-427B-9A8A-B8BDA1EEB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643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2.39 from the textbook ]</a:t>
            </a:r>
          </a:p>
        </p:txBody>
      </p:sp>
      <p:sp>
        <p:nvSpPr>
          <p:cNvPr id="57349" name="Rectangle 94">
            <a:extLst>
              <a:ext uri="{FF2B5EF4-FFF2-40B4-BE49-F238E27FC236}">
                <a16:creationId xmlns:a16="http://schemas.microsoft.com/office/drawing/2014/main" id="{16191C37-488A-49A2-A014-82AEDEC37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81225"/>
            <a:ext cx="46482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module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example4 (x1, x2, x3, x4, f, g, h);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x1, x2, x3, x4;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output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f, g, h;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g =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h =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f = 	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endmodule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2E4EE5-D3AA-4C98-8D91-CBE5FD7A6081}"/>
                  </a:ext>
                </a:extLst>
              </p14:cNvPr>
              <p14:cNvContentPartPr/>
              <p14:nvPr/>
            </p14:nvContentPartPr>
            <p14:xfrm>
              <a:off x="5251680" y="3491280"/>
              <a:ext cx="326160" cy="100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2E4EE5-D3AA-4C98-8D91-CBE5FD7A60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2320" y="3481920"/>
                <a:ext cx="344880" cy="102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>
            <a:extLst>
              <a:ext uri="{FF2B5EF4-FFF2-40B4-BE49-F238E27FC236}">
                <a16:creationId xmlns:a16="http://schemas.microsoft.com/office/drawing/2014/main" id="{1EF870DB-4F70-4629-8725-3EC008E6A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5529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6" name="TextBox 125">
            <a:extLst>
              <a:ext uri="{FF2B5EF4-FFF2-40B4-BE49-F238E27FC236}">
                <a16:creationId xmlns:a16="http://schemas.microsoft.com/office/drawing/2014/main" id="{241478A3-3692-4CE5-82D3-EBB6511BE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2.41 from the textbook ]</a:t>
            </a:r>
          </a:p>
        </p:txBody>
      </p:sp>
      <p:sp>
        <p:nvSpPr>
          <p:cNvPr id="57347" name="Title 1">
            <a:extLst>
              <a:ext uri="{FF2B5EF4-FFF2-40B4-BE49-F238E27FC236}">
                <a16:creationId xmlns:a16="http://schemas.microsoft.com/office/drawing/2014/main" id="{367EEA89-644A-4C42-936C-A5B189D62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Let’s Write the Code for This Circuit</a:t>
            </a:r>
          </a:p>
        </p:txBody>
      </p:sp>
      <p:sp>
        <p:nvSpPr>
          <p:cNvPr id="57348" name="TextBox 125">
            <a:extLst>
              <a:ext uri="{FF2B5EF4-FFF2-40B4-BE49-F238E27FC236}">
                <a16:creationId xmlns:a16="http://schemas.microsoft.com/office/drawing/2014/main" id="{48443304-3B35-427B-9A8A-B8BDA1EEB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77000"/>
            <a:ext cx="2643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2.39 from the textbook ]</a:t>
            </a:r>
          </a:p>
        </p:txBody>
      </p:sp>
      <p:sp>
        <p:nvSpPr>
          <p:cNvPr id="57349" name="Rectangle 94">
            <a:extLst>
              <a:ext uri="{FF2B5EF4-FFF2-40B4-BE49-F238E27FC236}">
                <a16:creationId xmlns:a16="http://schemas.microsoft.com/office/drawing/2014/main" id="{16191C37-488A-49A2-A014-82AEDEC37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81225"/>
            <a:ext cx="46482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module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example4 (x1, x2, x3, x4, f, g, h);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input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x1, x2, x3, x4;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output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f, g, h;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g = (x1 &amp; x3) | (x2 &amp; x4);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h = (x1 | ~x3) &amp; (~x2 | x4);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assign</a:t>
            </a: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 f = g | h;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	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Mincho" panose="02020609040205080304" pitchFamily="49" charset="-128"/>
                <a:cs typeface="+mn-cs"/>
              </a:rPr>
              <a:t>endmodule</a:t>
            </a:r>
            <a:endParaRPr kumimoji="0" lang="en-CA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626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F47CC58-EAEE-4418-B08B-82595745B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124200"/>
            <a:ext cx="9144000" cy="685800"/>
          </a:xfrm>
        </p:spPr>
        <p:txBody>
          <a:bodyPr/>
          <a:lstStyle/>
          <a:p>
            <a:r>
              <a:rPr lang="en-US" altLang="en-US"/>
              <a:t>Yet Another Example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94AC8905-04F2-46E2-938D-B48EC3E69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048000"/>
            <a:ext cx="1841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9394" name="Picture 6">
            <a:extLst>
              <a:ext uri="{FF2B5EF4-FFF2-40B4-BE49-F238E27FC236}">
                <a16:creationId xmlns:a16="http://schemas.microsoft.com/office/drawing/2014/main" id="{74BB433C-304D-493C-B33D-B7CE61C6C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6930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itle 1">
            <a:extLst>
              <a:ext uri="{FF2B5EF4-FFF2-40B4-BE49-F238E27FC236}">
                <a16:creationId xmlns:a16="http://schemas.microsoft.com/office/drawing/2014/main" id="{1B991FA0-4BDA-4262-BD2C-AE05366CD7BA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logic circuit with two modules</a:t>
            </a:r>
          </a:p>
        </p:txBody>
      </p:sp>
      <p:sp>
        <p:nvSpPr>
          <p:cNvPr id="59396" name="TextBox 125">
            <a:extLst>
              <a:ext uri="{FF2B5EF4-FFF2-40B4-BE49-F238E27FC236}">
                <a16:creationId xmlns:a16="http://schemas.microsoft.com/office/drawing/2014/main" id="{739ADABB-9C44-44D5-9850-84E4E8159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2.44 from the textbook 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8D0577-DC01-48F6-869A-092F36889CAA}"/>
                  </a:ext>
                </a:extLst>
              </p14:cNvPr>
              <p14:cNvContentPartPr/>
              <p14:nvPr/>
            </p14:nvContentPartPr>
            <p14:xfrm>
              <a:off x="6723000" y="2660400"/>
              <a:ext cx="46440" cy="1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8D0577-DC01-48F6-869A-092F36889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3640" y="2651040"/>
                <a:ext cx="651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4D4E9F-19C3-4D10-BEE1-EE82D63A5E30}"/>
                  </a:ext>
                </a:extLst>
              </p14:cNvPr>
              <p14:cNvContentPartPr/>
              <p14:nvPr/>
            </p14:nvContentPartPr>
            <p14:xfrm>
              <a:off x="6441120" y="1479240"/>
              <a:ext cx="2171160" cy="679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4D4E9F-19C3-4D10-BEE1-EE82D63A5E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1760" y="1469880"/>
                <a:ext cx="2189880" cy="69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3D9F517-D39C-46BA-9A23-3C9241B2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048000"/>
            <a:ext cx="1841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18" name="Title 1">
            <a:extLst>
              <a:ext uri="{FF2B5EF4-FFF2-40B4-BE49-F238E27FC236}">
                <a16:creationId xmlns:a16="http://schemas.microsoft.com/office/drawing/2014/main" id="{62D49871-EF6D-4C54-A2D1-A4A7F1F2399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adder module</a:t>
            </a:r>
          </a:p>
        </p:txBody>
      </p:sp>
      <p:pic>
        <p:nvPicPr>
          <p:cNvPr id="60419" name="Picture 1" descr="Screen shot 2013-09-13 at 2.42.58 PM.png">
            <a:extLst>
              <a:ext uri="{FF2B5EF4-FFF2-40B4-BE49-F238E27FC236}">
                <a16:creationId xmlns:a16="http://schemas.microsoft.com/office/drawing/2014/main" id="{5A3BF02A-013D-47F6-9AB2-1C617678F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90600"/>
            <a:ext cx="6096000" cy="497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TextBox 125">
            <a:extLst>
              <a:ext uri="{FF2B5EF4-FFF2-40B4-BE49-F238E27FC236}">
                <a16:creationId xmlns:a16="http://schemas.microsoft.com/office/drawing/2014/main" id="{A6E92F2E-7E5A-423F-8316-7306A98A3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2.12 from the textbook ]</a:t>
            </a:r>
          </a:p>
        </p:txBody>
      </p:sp>
    </p:spTree>
    <p:extLst>
      <p:ext uri="{BB962C8B-B14F-4D97-AF65-F5344CB8AC3E}">
        <p14:creationId xmlns:p14="http://schemas.microsoft.com/office/powerpoint/2010/main" val="330036570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0552B47B-0E89-4CC0-B0B9-375CC874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048000"/>
            <a:ext cx="1841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2" name="Title 1">
            <a:extLst>
              <a:ext uri="{FF2B5EF4-FFF2-40B4-BE49-F238E27FC236}">
                <a16:creationId xmlns:a16="http://schemas.microsoft.com/office/drawing/2014/main" id="{22EF71A0-1BC3-4ED8-A08C-F7E3A85A677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adder module</a:t>
            </a:r>
          </a:p>
        </p:txBody>
      </p:sp>
      <p:sp>
        <p:nvSpPr>
          <p:cNvPr id="61443" name="TextBox 125">
            <a:extLst>
              <a:ext uri="{FF2B5EF4-FFF2-40B4-BE49-F238E27FC236}">
                <a16:creationId xmlns:a16="http://schemas.microsoft.com/office/drawing/2014/main" id="{99DEDADB-6BFE-4F90-A61F-9302981D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2.45 from the textbook ]</a:t>
            </a:r>
          </a:p>
        </p:txBody>
      </p:sp>
      <p:pic>
        <p:nvPicPr>
          <p:cNvPr id="61444" name="Picture 2" descr="Screen shot 2013-09-13 at 2.46.07 PM.png">
            <a:extLst>
              <a:ext uri="{FF2B5EF4-FFF2-40B4-BE49-F238E27FC236}">
                <a16:creationId xmlns:a16="http://schemas.microsoft.com/office/drawing/2014/main" id="{4ED4313C-BC4E-42BD-93CC-B2EAE97BF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40608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3">
            <a:extLst>
              <a:ext uri="{FF2B5EF4-FFF2-40B4-BE49-F238E27FC236}">
                <a16:creationId xmlns:a16="http://schemas.microsoft.com/office/drawing/2014/main" id="{FBD97EF2-0C16-44AA-99B3-86C893BD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057400"/>
            <a:ext cx="3938588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79015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0E3CFB7-9ABB-4958-A61F-8DC0001578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3025"/>
            <a:ext cx="9144000" cy="685800"/>
          </a:xfrm>
        </p:spPr>
        <p:txBody>
          <a:bodyPr/>
          <a:lstStyle/>
          <a:p>
            <a:r>
              <a:rPr lang="en-US" altLang="en-US" dirty="0"/>
              <a:t>Display of numbers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E0C6FAE6-89CD-4CD6-B439-87A2B873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90685"/>
            <a:ext cx="6146254" cy="6014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Box 125">
            <a:extLst>
              <a:ext uri="{FF2B5EF4-FFF2-40B4-BE49-F238E27FC236}">
                <a16:creationId xmlns:a16="http://schemas.microsoft.com/office/drawing/2014/main" id="{77F97B22-9CBA-4765-84F8-0E6B44712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2.34 from the textbook 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3A922-FE62-411C-A6D0-9BE992311E7D}"/>
              </a:ext>
            </a:extLst>
          </p:cNvPr>
          <p:cNvSpPr txBox="1"/>
          <p:nvPr/>
        </p:nvSpPr>
        <p:spPr>
          <a:xfrm>
            <a:off x="7467600" y="990600"/>
            <a:ext cx="60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B84FF8-96DD-46F8-9452-6DC7A4CEB623}"/>
              </a:ext>
            </a:extLst>
          </p:cNvPr>
          <p:cNvCxnSpPr/>
          <p:nvPr/>
        </p:nvCxnSpPr>
        <p:spPr bwMode="auto">
          <a:xfrm>
            <a:off x="7162800" y="1905000"/>
            <a:ext cx="990600" cy="0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Plus Sign 5">
            <a:extLst>
              <a:ext uri="{FF2B5EF4-FFF2-40B4-BE49-F238E27FC236}">
                <a16:creationId xmlns:a16="http://schemas.microsoft.com/office/drawing/2014/main" id="{0E536218-5DC3-441F-AE30-199B3CC5DD75}"/>
              </a:ext>
            </a:extLst>
          </p:cNvPr>
          <p:cNvSpPr/>
          <p:nvPr/>
        </p:nvSpPr>
        <p:spPr bwMode="auto">
          <a:xfrm>
            <a:off x="7095392" y="1467653"/>
            <a:ext cx="219808" cy="205566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94D3E-4862-4245-9FCB-083DA7C1227B}"/>
              </a:ext>
            </a:extLst>
          </p:cNvPr>
          <p:cNvSpPr txBox="1"/>
          <p:nvPr/>
        </p:nvSpPr>
        <p:spPr>
          <a:xfrm>
            <a:off x="7116632" y="1825972"/>
            <a:ext cx="1023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77F155-1817-4D58-9F13-758684F16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6356">
            <a:off x="6469662" y="3941011"/>
            <a:ext cx="2122104" cy="21685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CCC2F9-0D04-498D-8845-F718B9AC2722}"/>
                  </a:ext>
                </a:extLst>
              </p14:cNvPr>
              <p14:cNvContentPartPr/>
              <p14:nvPr/>
            </p14:nvContentPartPr>
            <p14:xfrm>
              <a:off x="7268400" y="4230360"/>
              <a:ext cx="723600" cy="1006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CCC2F9-0D04-498D-8845-F718B9AC27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9040" y="4221000"/>
                <a:ext cx="742320" cy="10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92631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2EDA9B05-083A-437A-B956-630CA0D68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/>
              <a:t>Display of numbers</a:t>
            </a:r>
          </a:p>
        </p:txBody>
      </p:sp>
      <p:pic>
        <p:nvPicPr>
          <p:cNvPr id="35842" name="Picture 3" descr="Screen shot 2013-09-11 at 3.43.21 PM.png">
            <a:extLst>
              <a:ext uri="{FF2B5EF4-FFF2-40B4-BE49-F238E27FC236}">
                <a16:creationId xmlns:a16="http://schemas.microsoft.com/office/drawing/2014/main" id="{CA50D223-5764-4AC9-8883-B073B3964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7344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Box 4">
            <a:extLst>
              <a:ext uri="{FF2B5EF4-FFF2-40B4-BE49-F238E27FC236}">
                <a16:creationId xmlns:a16="http://schemas.microsoft.com/office/drawing/2014/main" id="{D066C312-D3A4-40EF-829B-20F8A6BB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86400"/>
            <a:ext cx="936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 = 1</a:t>
            </a:r>
          </a:p>
        </p:txBody>
      </p:sp>
      <p:grpSp>
        <p:nvGrpSpPr>
          <p:cNvPr id="35844" name="Group 18">
            <a:extLst>
              <a:ext uri="{FF2B5EF4-FFF2-40B4-BE49-F238E27FC236}">
                <a16:creationId xmlns:a16="http://schemas.microsoft.com/office/drawing/2014/main" id="{76B7D138-15F7-4B19-A8B7-0A2FFF81CA37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495800"/>
            <a:ext cx="969963" cy="461963"/>
            <a:chOff x="3200400" y="4419600"/>
            <a:chExt cx="970532" cy="461665"/>
          </a:xfrm>
        </p:grpSpPr>
        <p:sp>
          <p:nvSpPr>
            <p:cNvPr id="35861" name="TextBox 2">
              <a:extLst>
                <a:ext uri="{FF2B5EF4-FFF2-40B4-BE49-F238E27FC236}">
                  <a16:creationId xmlns:a16="http://schemas.microsoft.com/office/drawing/2014/main" id="{16BEF681-58CE-49B8-98EE-DBA5F83FF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70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e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35862" name="Straight Connector 7">
              <a:extLst>
                <a:ext uri="{FF2B5EF4-FFF2-40B4-BE49-F238E27FC236}">
                  <a16:creationId xmlns:a16="http://schemas.microsoft.com/office/drawing/2014/main" id="{3D0EE340-6314-46D2-B6F0-8BE60A9E92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358" y="4527480"/>
              <a:ext cx="22873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45" name="Group 22">
            <a:extLst>
              <a:ext uri="{FF2B5EF4-FFF2-40B4-BE49-F238E27FC236}">
                <a16:creationId xmlns:a16="http://schemas.microsoft.com/office/drawing/2014/main" id="{C8E6BC6F-424B-4612-8E25-88CF0A2A7288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495800"/>
            <a:ext cx="969963" cy="461963"/>
            <a:chOff x="3200400" y="5410200"/>
            <a:chExt cx="970532" cy="461665"/>
          </a:xfrm>
        </p:grpSpPr>
        <p:sp>
          <p:nvSpPr>
            <p:cNvPr id="35859" name="TextBox 5">
              <a:extLst>
                <a:ext uri="{FF2B5EF4-FFF2-40B4-BE49-F238E27FC236}">
                  <a16:creationId xmlns:a16="http://schemas.microsoft.com/office/drawing/2014/main" id="{B9144EEA-9ABA-4296-B6AA-3C911E5DF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410200"/>
              <a:ext cx="970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c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cxnSp>
          <p:nvCxnSpPr>
            <p:cNvPr id="35860" name="Straight Connector 8">
              <a:extLst>
                <a:ext uri="{FF2B5EF4-FFF2-40B4-BE49-F238E27FC236}">
                  <a16:creationId xmlns:a16="http://schemas.microsoft.com/office/drawing/2014/main" id="{094FB33C-630C-4248-A4DC-EE0BF02A2E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5882" y="5562502"/>
              <a:ext cx="22873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46" name="Group 13">
            <a:extLst>
              <a:ext uri="{FF2B5EF4-FFF2-40B4-BE49-F238E27FC236}">
                <a16:creationId xmlns:a16="http://schemas.microsoft.com/office/drawing/2014/main" id="{9CD9BEBC-9B92-4D9D-A3A9-7051F9A2BA0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34000"/>
            <a:ext cx="1209675" cy="461963"/>
            <a:chOff x="3200400" y="5862935"/>
            <a:chExt cx="1210018" cy="461665"/>
          </a:xfrm>
        </p:grpSpPr>
        <p:sp>
          <p:nvSpPr>
            <p:cNvPr id="35856" name="TextBox 9">
              <a:extLst>
                <a:ext uri="{FF2B5EF4-FFF2-40B4-BE49-F238E27FC236}">
                  <a16:creationId xmlns:a16="http://schemas.microsoft.com/office/drawing/2014/main" id="{731A744A-7FD5-484E-815E-E1B9510D5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862935"/>
              <a:ext cx="12100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 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35857" name="Straight Connector 10">
              <a:extLst>
                <a:ext uri="{FF2B5EF4-FFF2-40B4-BE49-F238E27FC236}">
                  <a16:creationId xmlns:a16="http://schemas.microsoft.com/office/drawing/2014/main" id="{CCF57843-F95D-458E-BD38-E46B361CB5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838" y="6019997"/>
              <a:ext cx="22866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8" name="Straight Connector 12">
              <a:extLst>
                <a:ext uri="{FF2B5EF4-FFF2-40B4-BE49-F238E27FC236}">
                  <a16:creationId xmlns:a16="http://schemas.microsoft.com/office/drawing/2014/main" id="{7C17FD85-D12E-4281-AFDF-5FCDEB7FCE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3951" y="6019997"/>
              <a:ext cx="22866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47" name="Group 14">
            <a:extLst>
              <a:ext uri="{FF2B5EF4-FFF2-40B4-BE49-F238E27FC236}">
                <a16:creationId xmlns:a16="http://schemas.microsoft.com/office/drawing/2014/main" id="{44ECF3DD-A24D-4944-A1AC-52F278422352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495800"/>
            <a:ext cx="1262063" cy="461963"/>
            <a:chOff x="3200400" y="5862935"/>
            <a:chExt cx="1261477" cy="461665"/>
          </a:xfrm>
        </p:grpSpPr>
        <p:sp>
          <p:nvSpPr>
            <p:cNvPr id="35854" name="TextBox 15">
              <a:extLst>
                <a:ext uri="{FF2B5EF4-FFF2-40B4-BE49-F238E27FC236}">
                  <a16:creationId xmlns:a16="http://schemas.microsoft.com/office/drawing/2014/main" id="{99E9E169-198F-4753-913C-F730F3598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862935"/>
              <a:ext cx="12614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 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35855" name="Straight Connector 16">
              <a:extLst>
                <a:ext uri="{FF2B5EF4-FFF2-40B4-BE49-F238E27FC236}">
                  <a16:creationId xmlns:a16="http://schemas.microsoft.com/office/drawing/2014/main" id="{07FD99A1-5691-4D25-AA03-F6466BCF9F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211" y="6019997"/>
              <a:ext cx="2284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48" name="Group 19">
            <a:extLst>
              <a:ext uri="{FF2B5EF4-FFF2-40B4-BE49-F238E27FC236}">
                <a16:creationId xmlns:a16="http://schemas.microsoft.com/office/drawing/2014/main" id="{515D9F57-7756-4650-8452-40BB404E1954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495800"/>
            <a:ext cx="987425" cy="461963"/>
            <a:chOff x="3200400" y="4419600"/>
            <a:chExt cx="987814" cy="461665"/>
          </a:xfrm>
        </p:grpSpPr>
        <p:sp>
          <p:nvSpPr>
            <p:cNvPr id="35852" name="TextBox 20">
              <a:extLst>
                <a:ext uri="{FF2B5EF4-FFF2-40B4-BE49-F238E27FC236}">
                  <a16:creationId xmlns:a16="http://schemas.microsoft.com/office/drawing/2014/main" id="{1CADB8B3-FE95-406F-8C93-A932F799E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878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35853" name="Straight Connector 21">
              <a:extLst>
                <a:ext uri="{FF2B5EF4-FFF2-40B4-BE49-F238E27FC236}">
                  <a16:creationId xmlns:a16="http://schemas.microsoft.com/office/drawing/2014/main" id="{D6513847-92D8-45EA-9B3A-453A285D5D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240" y="4527480"/>
              <a:ext cx="22869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849" name="Group 23">
            <a:extLst>
              <a:ext uri="{FF2B5EF4-FFF2-40B4-BE49-F238E27FC236}">
                <a16:creationId xmlns:a16="http://schemas.microsoft.com/office/drawing/2014/main" id="{8E642E9B-0777-4C6A-BBEE-18CD18114DAF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5410200"/>
            <a:ext cx="987425" cy="461963"/>
            <a:chOff x="3200400" y="4419600"/>
            <a:chExt cx="987814" cy="461665"/>
          </a:xfrm>
        </p:grpSpPr>
        <p:sp>
          <p:nvSpPr>
            <p:cNvPr id="35850" name="TextBox 24">
              <a:extLst>
                <a:ext uri="{FF2B5EF4-FFF2-40B4-BE49-F238E27FC236}">
                  <a16:creationId xmlns:a16="http://schemas.microsoft.com/office/drawing/2014/main" id="{A92F60A1-B15A-4239-9C09-A07CA1A72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878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35851" name="Straight Connector 25">
              <a:extLst>
                <a:ext uri="{FF2B5EF4-FFF2-40B4-BE49-F238E27FC236}">
                  <a16:creationId xmlns:a16="http://schemas.microsoft.com/office/drawing/2014/main" id="{0D7C09D4-8041-4FE1-A377-C5A7CC62A1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240" y="4527480"/>
              <a:ext cx="22869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E311A6B3-1294-4EF7-945B-9E952AF3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6356">
            <a:off x="632914" y="4574954"/>
            <a:ext cx="1937641" cy="198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2928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2A4C6EA1-C657-4AF7-ABBE-6A0B64E16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/>
              <a:t>The display module</a:t>
            </a:r>
          </a:p>
        </p:txBody>
      </p:sp>
      <p:sp>
        <p:nvSpPr>
          <p:cNvPr id="63490" name="TextBox 4">
            <a:extLst>
              <a:ext uri="{FF2B5EF4-FFF2-40B4-BE49-F238E27FC236}">
                <a16:creationId xmlns:a16="http://schemas.microsoft.com/office/drawing/2014/main" id="{DB42149E-06A5-4ED6-9028-B47BB2CAE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2057400"/>
            <a:ext cx="936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b = 1</a:t>
            </a:r>
          </a:p>
        </p:txBody>
      </p:sp>
      <p:grpSp>
        <p:nvGrpSpPr>
          <p:cNvPr id="63491" name="Group 18">
            <a:extLst>
              <a:ext uri="{FF2B5EF4-FFF2-40B4-BE49-F238E27FC236}">
                <a16:creationId xmlns:a16="http://schemas.microsoft.com/office/drawing/2014/main" id="{05429319-32B9-4E17-B413-A653635D4E43}"/>
              </a:ext>
            </a:extLst>
          </p:cNvPr>
          <p:cNvGrpSpPr>
            <a:grpSpLocks/>
          </p:cNvGrpSpPr>
          <p:nvPr/>
        </p:nvGrpSpPr>
        <p:grpSpPr bwMode="auto">
          <a:xfrm>
            <a:off x="536575" y="4267200"/>
            <a:ext cx="969963" cy="461963"/>
            <a:chOff x="3200400" y="4419600"/>
            <a:chExt cx="970532" cy="461665"/>
          </a:xfrm>
        </p:grpSpPr>
        <p:sp>
          <p:nvSpPr>
            <p:cNvPr id="63510" name="TextBox 2">
              <a:extLst>
                <a:ext uri="{FF2B5EF4-FFF2-40B4-BE49-F238E27FC236}">
                  <a16:creationId xmlns:a16="http://schemas.microsoft.com/office/drawing/2014/main" id="{4985C6DA-0562-4C2D-AD80-BBA6B4939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70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e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63511" name="Straight Connector 7">
              <a:extLst>
                <a:ext uri="{FF2B5EF4-FFF2-40B4-BE49-F238E27FC236}">
                  <a16:creationId xmlns:a16="http://schemas.microsoft.com/office/drawing/2014/main" id="{F123735F-F7FD-412E-BC01-2B33B8AB93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358" y="4527480"/>
              <a:ext cx="22873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492" name="Group 22">
            <a:extLst>
              <a:ext uri="{FF2B5EF4-FFF2-40B4-BE49-F238E27FC236}">
                <a16:creationId xmlns:a16="http://schemas.microsoft.com/office/drawing/2014/main" id="{1204622E-D6FF-44AA-BD66-6017C9694DDC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2743200"/>
            <a:ext cx="969962" cy="461963"/>
            <a:chOff x="3200400" y="5410200"/>
            <a:chExt cx="970532" cy="461665"/>
          </a:xfrm>
        </p:grpSpPr>
        <p:sp>
          <p:nvSpPr>
            <p:cNvPr id="63508" name="TextBox 5">
              <a:extLst>
                <a:ext uri="{FF2B5EF4-FFF2-40B4-BE49-F238E27FC236}">
                  <a16:creationId xmlns:a16="http://schemas.microsoft.com/office/drawing/2014/main" id="{5160CF4D-D2D9-48F1-A6B8-CDE098363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410200"/>
              <a:ext cx="9705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c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cxnSp>
          <p:nvCxnSpPr>
            <p:cNvPr id="63509" name="Straight Connector 8">
              <a:extLst>
                <a:ext uri="{FF2B5EF4-FFF2-40B4-BE49-F238E27FC236}">
                  <a16:creationId xmlns:a16="http://schemas.microsoft.com/office/drawing/2014/main" id="{94D2A372-8990-45F6-8EB9-44251A8D9E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5882" y="5562502"/>
              <a:ext cx="22873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493" name="Group 13">
            <a:extLst>
              <a:ext uri="{FF2B5EF4-FFF2-40B4-BE49-F238E27FC236}">
                <a16:creationId xmlns:a16="http://schemas.microsoft.com/office/drawing/2014/main" id="{97FE8FF2-BBCD-47CD-B2CD-EB6C15F21402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5105400"/>
            <a:ext cx="1209675" cy="461963"/>
            <a:chOff x="3200400" y="5862935"/>
            <a:chExt cx="1210018" cy="461665"/>
          </a:xfrm>
        </p:grpSpPr>
        <p:sp>
          <p:nvSpPr>
            <p:cNvPr id="63505" name="TextBox 9">
              <a:extLst>
                <a:ext uri="{FF2B5EF4-FFF2-40B4-BE49-F238E27FC236}">
                  <a16:creationId xmlns:a16="http://schemas.microsoft.com/office/drawing/2014/main" id="{68077110-EACA-45F0-90F6-1EB4D98FB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862935"/>
              <a:ext cx="12100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 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63506" name="Straight Connector 10">
              <a:extLst>
                <a:ext uri="{FF2B5EF4-FFF2-40B4-BE49-F238E27FC236}">
                  <a16:creationId xmlns:a16="http://schemas.microsoft.com/office/drawing/2014/main" id="{4EEB69B5-3352-4249-ACE5-16EB45B336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838" y="6019997"/>
              <a:ext cx="22866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7" name="Straight Connector 12">
              <a:extLst>
                <a:ext uri="{FF2B5EF4-FFF2-40B4-BE49-F238E27FC236}">
                  <a16:creationId xmlns:a16="http://schemas.microsoft.com/office/drawing/2014/main" id="{2AFE2A7D-B665-4445-9742-B3C59EE164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3951" y="6019997"/>
              <a:ext cx="22866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494" name="Group 14">
            <a:extLst>
              <a:ext uri="{FF2B5EF4-FFF2-40B4-BE49-F238E27FC236}">
                <a16:creationId xmlns:a16="http://schemas.microsoft.com/office/drawing/2014/main" id="{6CD078CF-7E22-4C1F-BB5D-EDE44E454BA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867400"/>
            <a:ext cx="1262063" cy="461963"/>
            <a:chOff x="3200400" y="5862935"/>
            <a:chExt cx="1261477" cy="461665"/>
          </a:xfrm>
        </p:grpSpPr>
        <p:sp>
          <p:nvSpPr>
            <p:cNvPr id="63503" name="TextBox 15">
              <a:extLst>
                <a:ext uri="{FF2B5EF4-FFF2-40B4-BE49-F238E27FC236}">
                  <a16:creationId xmlns:a16="http://schemas.microsoft.com/office/drawing/2014/main" id="{E130A5C3-E979-4865-8D0F-C085DF28F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862935"/>
              <a:ext cx="12614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g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 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63504" name="Straight Connector 16">
              <a:extLst>
                <a:ext uri="{FF2B5EF4-FFF2-40B4-BE49-F238E27FC236}">
                  <a16:creationId xmlns:a16="http://schemas.microsoft.com/office/drawing/2014/main" id="{C25B6020-4F70-4E64-8564-A8076D1113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211" y="6019997"/>
              <a:ext cx="2284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495" name="Group 19">
            <a:extLst>
              <a:ext uri="{FF2B5EF4-FFF2-40B4-BE49-F238E27FC236}">
                <a16:creationId xmlns:a16="http://schemas.microsoft.com/office/drawing/2014/main" id="{04CD731C-9323-4A8D-845E-F710E4EE1EE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371600"/>
            <a:ext cx="987425" cy="461963"/>
            <a:chOff x="3200400" y="4419600"/>
            <a:chExt cx="987814" cy="461665"/>
          </a:xfrm>
        </p:grpSpPr>
        <p:sp>
          <p:nvSpPr>
            <p:cNvPr id="63501" name="TextBox 20">
              <a:extLst>
                <a:ext uri="{FF2B5EF4-FFF2-40B4-BE49-F238E27FC236}">
                  <a16:creationId xmlns:a16="http://schemas.microsoft.com/office/drawing/2014/main" id="{E1AF155E-12FB-445B-AF5E-ECF266436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878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a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63502" name="Straight Connector 21">
              <a:extLst>
                <a:ext uri="{FF2B5EF4-FFF2-40B4-BE49-F238E27FC236}">
                  <a16:creationId xmlns:a16="http://schemas.microsoft.com/office/drawing/2014/main" id="{47E6F946-A47A-4F7D-9899-765D5F6EA8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240" y="4527480"/>
              <a:ext cx="22869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496" name="Group 23">
            <a:extLst>
              <a:ext uri="{FF2B5EF4-FFF2-40B4-BE49-F238E27FC236}">
                <a16:creationId xmlns:a16="http://schemas.microsoft.com/office/drawing/2014/main" id="{A825A1D9-7E57-46CA-8E8A-DD8123FA8331}"/>
              </a:ext>
            </a:extLst>
          </p:cNvPr>
          <p:cNvGrpSpPr>
            <a:grpSpLocks/>
          </p:cNvGrpSpPr>
          <p:nvPr/>
        </p:nvGrpSpPr>
        <p:grpSpPr bwMode="auto">
          <a:xfrm>
            <a:off x="536575" y="3505200"/>
            <a:ext cx="987425" cy="461963"/>
            <a:chOff x="3200400" y="4419600"/>
            <a:chExt cx="987814" cy="461665"/>
          </a:xfrm>
        </p:grpSpPr>
        <p:sp>
          <p:nvSpPr>
            <p:cNvPr id="63499" name="TextBox 24">
              <a:extLst>
                <a:ext uri="{FF2B5EF4-FFF2-40B4-BE49-F238E27FC236}">
                  <a16:creationId xmlns:a16="http://schemas.microsoft.com/office/drawing/2014/main" id="{F47A4081-3CC8-4D21-A8AC-04A99702A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419600"/>
              <a:ext cx="9878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d = s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cxnSp>
          <p:nvCxnSpPr>
            <p:cNvPr id="63500" name="Straight Connector 25">
              <a:extLst>
                <a:ext uri="{FF2B5EF4-FFF2-40B4-BE49-F238E27FC236}">
                  <a16:creationId xmlns:a16="http://schemas.microsoft.com/office/drawing/2014/main" id="{BA731C32-9107-473D-81D6-5535AC28DF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0240" y="4527480"/>
              <a:ext cx="22869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63497" name="Picture 2">
            <a:extLst>
              <a:ext uri="{FF2B5EF4-FFF2-40B4-BE49-F238E27FC236}">
                <a16:creationId xmlns:a16="http://schemas.microsoft.com/office/drawing/2014/main" id="{715734A1-1958-4BDD-8105-80BAE0623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143000"/>
            <a:ext cx="5913438" cy="5257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8" name="TextBox 125">
            <a:extLst>
              <a:ext uri="{FF2B5EF4-FFF2-40B4-BE49-F238E27FC236}">
                <a16:creationId xmlns:a16="http://schemas.microsoft.com/office/drawing/2014/main" id="{F9A72100-63F7-4D41-9B43-DB34AB244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2.46 from the textbook ]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8496F7E6-BDA9-47DE-8143-4E33B8A20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048000"/>
            <a:ext cx="1841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4514" name="Picture 6">
            <a:extLst>
              <a:ext uri="{FF2B5EF4-FFF2-40B4-BE49-F238E27FC236}">
                <a16:creationId xmlns:a16="http://schemas.microsoft.com/office/drawing/2014/main" id="{14FCB6B0-88F5-43AB-84FC-2764199B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719" y="4191000"/>
            <a:ext cx="5185045" cy="256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Title 1">
            <a:extLst>
              <a:ext uri="{FF2B5EF4-FFF2-40B4-BE49-F238E27FC236}">
                <a16:creationId xmlns:a16="http://schemas.microsoft.com/office/drawing/2014/main" id="{5F2F55FF-78E5-47F9-A339-6D3B6B0FBB3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Putting it all together</a:t>
            </a:r>
          </a:p>
        </p:txBody>
      </p:sp>
      <p:pic>
        <p:nvPicPr>
          <p:cNvPr id="64516" name="Picture 3">
            <a:extLst>
              <a:ext uri="{FF2B5EF4-FFF2-40B4-BE49-F238E27FC236}">
                <a16:creationId xmlns:a16="http://schemas.microsoft.com/office/drawing/2014/main" id="{F7DCE23C-CC2D-4292-9096-540AF9B96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502508"/>
            <a:ext cx="2765425" cy="2514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7" name="Picture 2">
            <a:extLst>
              <a:ext uri="{FF2B5EF4-FFF2-40B4-BE49-F238E27FC236}">
                <a16:creationId xmlns:a16="http://schemas.microsoft.com/office/drawing/2014/main" id="{2F134314-8D32-4FA6-AF16-48D21DC5F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9" y="3124200"/>
            <a:ext cx="4088801" cy="363449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346335-0196-496A-A2C1-0937B0EF0D2A}"/>
                  </a:ext>
                </a:extLst>
              </p14:cNvPr>
              <p14:cNvContentPartPr/>
              <p14:nvPr/>
            </p14:nvContentPartPr>
            <p14:xfrm>
              <a:off x="1414440" y="519120"/>
              <a:ext cx="7634160" cy="574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346335-0196-496A-A2C1-0937B0EF0D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5080" y="509760"/>
                <a:ext cx="7652880" cy="575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8496F7E6-BDA9-47DE-8143-4E33B8A20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048000"/>
            <a:ext cx="1841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4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4514" name="Picture 6">
            <a:extLst>
              <a:ext uri="{FF2B5EF4-FFF2-40B4-BE49-F238E27FC236}">
                <a16:creationId xmlns:a16="http://schemas.microsoft.com/office/drawing/2014/main" id="{14FCB6B0-88F5-43AB-84FC-2764199B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415459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Title 1">
            <a:extLst>
              <a:ext uri="{FF2B5EF4-FFF2-40B4-BE49-F238E27FC236}">
                <a16:creationId xmlns:a16="http://schemas.microsoft.com/office/drawing/2014/main" id="{5F2F55FF-78E5-47F9-A339-6D3B6B0FBB3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444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Putting it all together</a:t>
            </a:r>
          </a:p>
        </p:txBody>
      </p:sp>
      <p:pic>
        <p:nvPicPr>
          <p:cNvPr id="64516" name="Picture 3">
            <a:extLst>
              <a:ext uri="{FF2B5EF4-FFF2-40B4-BE49-F238E27FC236}">
                <a16:creationId xmlns:a16="http://schemas.microsoft.com/office/drawing/2014/main" id="{F7DCE23C-CC2D-4292-9096-540AF9B96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76200"/>
            <a:ext cx="2057399" cy="1870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2">
            <a:extLst>
              <a:ext uri="{FF2B5EF4-FFF2-40B4-BE49-F238E27FC236}">
                <a16:creationId xmlns:a16="http://schemas.microsoft.com/office/drawing/2014/main" id="{2F134314-8D32-4FA6-AF16-48D21DC5F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640" y="1946993"/>
            <a:ext cx="3108897" cy="2763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2">
            <a:extLst>
              <a:ext uri="{FF2B5EF4-FFF2-40B4-BE49-F238E27FC236}">
                <a16:creationId xmlns:a16="http://schemas.microsoft.com/office/drawing/2014/main" id="{58DEE6C6-1D8A-437B-9EC1-76B7E8F66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017" y="4953001"/>
            <a:ext cx="3302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DD5E00-8FF4-4FF8-B88C-2B5043890C21}"/>
                  </a:ext>
                </a:extLst>
              </p14:cNvPr>
              <p14:cNvContentPartPr/>
              <p14:nvPr/>
            </p14:nvContentPartPr>
            <p14:xfrm>
              <a:off x="6340320" y="6132600"/>
              <a:ext cx="295200" cy="24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DD5E00-8FF4-4FF8-B88C-2B5043890C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0960" y="6123240"/>
                <a:ext cx="313920" cy="26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140896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901B-7192-4F03-B516-CD3E1EB2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Code for 4-1 MUX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D02959-1092-4844-9642-B60AE1B9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1" descr="Screen shot 2013-09-11 at 2.29.01 PM.png">
            <a:extLst>
              <a:ext uri="{FF2B5EF4-FFF2-40B4-BE49-F238E27FC236}">
                <a16:creationId xmlns:a16="http://schemas.microsoft.com/office/drawing/2014/main" id="{530AEA58-65CE-4627-8A81-3D8934A7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0" y="762000"/>
            <a:ext cx="41087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5D514B26-2235-4BE0-9651-332D3790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67200"/>
            <a:ext cx="1720693" cy="194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83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901B-7192-4F03-B516-CD3E1EB2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Code for 4-1 MUX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D02959-1092-4844-9642-B60AE1B9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1" descr="Screen shot 2013-09-11 at 2.29.01 PM.png">
            <a:extLst>
              <a:ext uri="{FF2B5EF4-FFF2-40B4-BE49-F238E27FC236}">
                <a16:creationId xmlns:a16="http://schemas.microsoft.com/office/drawing/2014/main" id="{530AEA58-65CE-4627-8A81-3D8934A7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0" y="762000"/>
            <a:ext cx="41087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C67F8-04F9-47DF-994B-EC34785BD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67200"/>
            <a:ext cx="1720693" cy="1942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F436B2-65F3-418F-85A5-90B0AE08F4A8}"/>
                  </a:ext>
                </a:extLst>
              </p14:cNvPr>
              <p14:cNvContentPartPr/>
              <p14:nvPr/>
            </p14:nvContentPartPr>
            <p14:xfrm>
              <a:off x="1242684" y="707062"/>
              <a:ext cx="115200" cy="151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F436B2-65F3-418F-85A5-90B0AE08F4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8364" y="702742"/>
                <a:ext cx="1238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0F0329-92EB-430B-A95C-2ECE1D3B8D86}"/>
                  </a:ext>
                </a:extLst>
              </p14:cNvPr>
              <p14:cNvContentPartPr/>
              <p14:nvPr/>
            </p14:nvContentPartPr>
            <p14:xfrm>
              <a:off x="1222164" y="1245622"/>
              <a:ext cx="113040" cy="149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0F0329-92EB-430B-A95C-2ECE1D3B8D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7844" y="1241302"/>
                <a:ext cx="121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738945-5262-4B59-8096-9D363D9A27E1}"/>
                  </a:ext>
                </a:extLst>
              </p14:cNvPr>
              <p14:cNvContentPartPr/>
              <p14:nvPr/>
            </p14:nvContentPartPr>
            <p14:xfrm>
              <a:off x="2746044" y="890662"/>
              <a:ext cx="191160" cy="224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738945-5262-4B59-8096-9D363D9A27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41724" y="886342"/>
                <a:ext cx="1998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F0A0A0-538C-47FC-8FB4-1E0CACDCA822}"/>
                  </a:ext>
                </a:extLst>
              </p14:cNvPr>
              <p14:cNvContentPartPr/>
              <p14:nvPr/>
            </p14:nvContentPartPr>
            <p14:xfrm>
              <a:off x="2685204" y="1626502"/>
              <a:ext cx="72360" cy="17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F0A0A0-538C-47FC-8FB4-1E0CACDCA8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80884" y="1622182"/>
                <a:ext cx="810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A38BF1C-3B68-473B-8049-ED450853558D}"/>
                  </a:ext>
                </a:extLst>
              </p14:cNvPr>
              <p14:cNvContentPartPr/>
              <p14:nvPr/>
            </p14:nvContentPartPr>
            <p14:xfrm>
              <a:off x="2806884" y="1671142"/>
              <a:ext cx="47160" cy="144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A38BF1C-3B68-473B-8049-ED45085355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02564" y="1666822"/>
                <a:ext cx="558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121436-CEAA-4F39-B6D3-350D4833C157}"/>
                  </a:ext>
                </a:extLst>
              </p14:cNvPr>
              <p14:cNvContentPartPr/>
              <p14:nvPr/>
            </p14:nvContentPartPr>
            <p14:xfrm>
              <a:off x="2699964" y="2997382"/>
              <a:ext cx="201600" cy="25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121436-CEAA-4F39-B6D3-350D4833C1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95644" y="2993056"/>
                <a:ext cx="210240" cy="261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B8B0CDC-CAEA-4312-92B3-702337F0B644}"/>
                  </a:ext>
                </a:extLst>
              </p14:cNvPr>
              <p14:cNvContentPartPr/>
              <p14:nvPr/>
            </p14:nvContentPartPr>
            <p14:xfrm>
              <a:off x="2591604" y="2298622"/>
              <a:ext cx="190440" cy="217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8B0CDC-CAEA-4312-92B3-702337F0B6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87276" y="2294302"/>
                <a:ext cx="199096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90C2D90-C885-44F1-86C5-85AAFE8A2998}"/>
                  </a:ext>
                </a:extLst>
              </p14:cNvPr>
              <p14:cNvContentPartPr/>
              <p14:nvPr/>
            </p14:nvContentPartPr>
            <p14:xfrm>
              <a:off x="4040964" y="2158582"/>
              <a:ext cx="171360" cy="257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90C2D90-C885-44F1-86C5-85AAFE8A299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6644" y="2154262"/>
                <a:ext cx="1800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E9D466B-295B-4FE0-A73A-B474FDD43FBF}"/>
                  </a:ext>
                </a:extLst>
              </p14:cNvPr>
              <p14:cNvContentPartPr/>
              <p14:nvPr/>
            </p14:nvContentPartPr>
            <p14:xfrm>
              <a:off x="1817604" y="1910182"/>
              <a:ext cx="6840" cy="83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E9D466B-295B-4FE0-A73A-B474FDD43F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13284" y="1905862"/>
                <a:ext cx="15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D2A61A1-640B-4CE5-9B32-111233084F88}"/>
                  </a:ext>
                </a:extLst>
              </p14:cNvPr>
              <p14:cNvContentPartPr/>
              <p14:nvPr/>
            </p14:nvContentPartPr>
            <p14:xfrm>
              <a:off x="4508065" y="753623"/>
              <a:ext cx="878040" cy="21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D2A61A1-640B-4CE5-9B32-111233084F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03745" y="749303"/>
                <a:ext cx="8866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A6D5FE7-E1F7-4B7F-BB94-DF42A104741D}"/>
                  </a:ext>
                </a:extLst>
              </p14:cNvPr>
              <p14:cNvContentPartPr/>
              <p14:nvPr/>
            </p14:nvContentPartPr>
            <p14:xfrm>
              <a:off x="7595065" y="921743"/>
              <a:ext cx="56520" cy="74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A6D5FE7-E1F7-4B7F-BB94-DF42A104741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90745" y="917423"/>
                <a:ext cx="651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33E553F-0753-402E-AAB1-9C6456B27A42}"/>
                  </a:ext>
                </a:extLst>
              </p14:cNvPr>
              <p14:cNvContentPartPr/>
              <p14:nvPr/>
            </p14:nvContentPartPr>
            <p14:xfrm>
              <a:off x="7313905" y="768023"/>
              <a:ext cx="162720" cy="224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33E553F-0753-402E-AAB1-9C6456B27A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09585" y="763703"/>
                <a:ext cx="1713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2CD6DF-69E7-4858-8A97-86E9963CD438}"/>
                  </a:ext>
                </a:extLst>
              </p14:cNvPr>
              <p14:cNvContentPartPr/>
              <p14:nvPr/>
            </p14:nvContentPartPr>
            <p14:xfrm>
              <a:off x="5630545" y="739583"/>
              <a:ext cx="1589400" cy="305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C2CD6DF-69E7-4858-8A97-86E9963CD43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26225" y="735263"/>
                <a:ext cx="15980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D7F614F-02B2-430B-81AF-01109C20DE47}"/>
                  </a:ext>
                </a:extLst>
              </p14:cNvPr>
              <p14:cNvContentPartPr/>
              <p14:nvPr/>
            </p14:nvContentPartPr>
            <p14:xfrm>
              <a:off x="2230345" y="3975623"/>
              <a:ext cx="230760" cy="193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D7F614F-02B2-430B-81AF-01109C20DE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26018" y="3971303"/>
                <a:ext cx="239414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58B8AF-79E3-4C3C-9A9B-7C037AF106A4}"/>
                  </a:ext>
                </a:extLst>
              </p14:cNvPr>
              <p14:cNvContentPartPr/>
              <p14:nvPr/>
            </p14:nvContentPartPr>
            <p14:xfrm>
              <a:off x="2368585" y="4444343"/>
              <a:ext cx="14040" cy="240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58B8AF-79E3-4C3C-9A9B-7C037AF106A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64265" y="4440023"/>
                <a:ext cx="226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5140149-4245-4C0D-87A0-4983260024A9}"/>
                  </a:ext>
                </a:extLst>
              </p14:cNvPr>
              <p14:cNvContentPartPr/>
              <p14:nvPr/>
            </p14:nvContentPartPr>
            <p14:xfrm>
              <a:off x="2460745" y="4560983"/>
              <a:ext cx="51480" cy="110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5140149-4245-4C0D-87A0-4983260024A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56425" y="4556663"/>
                <a:ext cx="601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8CB2878-9515-4A0A-900C-2F4537C0F514}"/>
                  </a:ext>
                </a:extLst>
              </p14:cNvPr>
              <p14:cNvContentPartPr/>
              <p14:nvPr/>
            </p14:nvContentPartPr>
            <p14:xfrm>
              <a:off x="2772145" y="4433903"/>
              <a:ext cx="25200" cy="196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8CB2878-9515-4A0A-900C-2F4537C0F51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67825" y="4429583"/>
                <a:ext cx="338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7E0877D-00D0-472D-95B8-A99E557CA52F}"/>
                  </a:ext>
                </a:extLst>
              </p14:cNvPr>
              <p14:cNvContentPartPr/>
              <p14:nvPr/>
            </p14:nvContentPartPr>
            <p14:xfrm>
              <a:off x="2871865" y="4521383"/>
              <a:ext cx="18360" cy="156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7E0877D-00D0-472D-95B8-A99E557CA52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67545" y="4517063"/>
                <a:ext cx="270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C9C74D5-3DFC-477E-A1F7-267D9F572395}"/>
                  </a:ext>
                </a:extLst>
              </p14:cNvPr>
              <p14:cNvContentPartPr/>
              <p14:nvPr/>
            </p14:nvContentPartPr>
            <p14:xfrm>
              <a:off x="3149065" y="4344983"/>
              <a:ext cx="32040" cy="230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C9C74D5-3DFC-477E-A1F7-267D9F57239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44745" y="4340663"/>
                <a:ext cx="406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8685185-EA8C-47AF-A9C4-79FF1B068E6B}"/>
                  </a:ext>
                </a:extLst>
              </p14:cNvPr>
              <p14:cNvContentPartPr/>
              <p14:nvPr/>
            </p14:nvContentPartPr>
            <p14:xfrm>
              <a:off x="3244825" y="4489343"/>
              <a:ext cx="137160" cy="126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8685185-EA8C-47AF-A9C4-79FF1B068E6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40505" y="4485023"/>
                <a:ext cx="1458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433DB8D-ADB7-4C84-A83A-84945EA13000}"/>
                  </a:ext>
                </a:extLst>
              </p14:cNvPr>
              <p14:cNvContentPartPr/>
              <p14:nvPr/>
            </p14:nvContentPartPr>
            <p14:xfrm>
              <a:off x="3466585" y="4335263"/>
              <a:ext cx="167760" cy="351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433DB8D-ADB7-4C84-A83A-84945EA1300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62265" y="4330939"/>
                <a:ext cx="176400" cy="360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4E2A91A-BC5E-4432-BE7D-504EEDB2B0BE}"/>
                  </a:ext>
                </a:extLst>
              </p14:cNvPr>
              <p14:cNvContentPartPr/>
              <p14:nvPr/>
            </p14:nvContentPartPr>
            <p14:xfrm>
              <a:off x="2959345" y="3784463"/>
              <a:ext cx="671400" cy="324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4E2A91A-BC5E-4432-BE7D-504EEDB2B0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955027" y="3780143"/>
                <a:ext cx="680035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55E46C2-C5B0-4578-B27F-041ACE445B4B}"/>
                  </a:ext>
                </a:extLst>
              </p14:cNvPr>
              <p14:cNvContentPartPr/>
              <p14:nvPr/>
            </p14:nvContentPartPr>
            <p14:xfrm>
              <a:off x="2644705" y="3951143"/>
              <a:ext cx="202680" cy="254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55E46C2-C5B0-4578-B27F-041ACE445B4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40385" y="3946823"/>
                <a:ext cx="2113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4B1CA5E-4E2B-4433-B5F3-F9F94BF23712}"/>
                  </a:ext>
                </a:extLst>
              </p14:cNvPr>
              <p14:cNvContentPartPr/>
              <p14:nvPr/>
            </p14:nvContentPartPr>
            <p14:xfrm>
              <a:off x="7766785" y="786023"/>
              <a:ext cx="122400" cy="19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4B1CA5E-4E2B-4433-B5F3-F9F94BF2371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62465" y="781703"/>
                <a:ext cx="1310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D12B2C1-6D9F-466E-8F32-38BFA50F106E}"/>
                  </a:ext>
                </a:extLst>
              </p14:cNvPr>
              <p14:cNvContentPartPr/>
              <p14:nvPr/>
            </p14:nvContentPartPr>
            <p14:xfrm>
              <a:off x="7980625" y="952343"/>
              <a:ext cx="45360" cy="55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D12B2C1-6D9F-466E-8F32-38BFA50F106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6305" y="948023"/>
                <a:ext cx="540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401867D-96CB-4129-A3D9-AE78B1B97DD9}"/>
                  </a:ext>
                </a:extLst>
              </p14:cNvPr>
              <p14:cNvContentPartPr/>
              <p14:nvPr/>
            </p14:nvContentPartPr>
            <p14:xfrm>
              <a:off x="8113105" y="780623"/>
              <a:ext cx="8640" cy="175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401867D-96CB-4129-A3D9-AE78B1B97D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08785" y="776303"/>
                <a:ext cx="172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932EE65-EEFF-44F4-9DF3-C4C81CB15D4D}"/>
                  </a:ext>
                </a:extLst>
              </p14:cNvPr>
              <p14:cNvContentPartPr/>
              <p14:nvPr/>
            </p14:nvContentPartPr>
            <p14:xfrm>
              <a:off x="8194105" y="886463"/>
              <a:ext cx="10440" cy="98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932EE65-EEFF-44F4-9DF3-C4C81CB15D4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89785" y="882143"/>
                <a:ext cx="190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9D61DE0-16C9-42EF-BAAE-A1FC9F90B7C0}"/>
                  </a:ext>
                </a:extLst>
              </p14:cNvPr>
              <p14:cNvContentPartPr/>
              <p14:nvPr/>
            </p14:nvContentPartPr>
            <p14:xfrm>
              <a:off x="8323705" y="790703"/>
              <a:ext cx="309600" cy="207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9D61DE0-16C9-42EF-BAAE-A1FC9F90B7C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19385" y="786383"/>
                <a:ext cx="3182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BEBE257-EE76-4EC6-BA4C-B77F7CD90224}"/>
                  </a:ext>
                </a:extLst>
              </p14:cNvPr>
              <p14:cNvContentPartPr/>
              <p14:nvPr/>
            </p14:nvContentPartPr>
            <p14:xfrm>
              <a:off x="8702425" y="749303"/>
              <a:ext cx="122400" cy="290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BEBE257-EE76-4EC6-BA4C-B77F7CD9022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98105" y="744983"/>
                <a:ext cx="1310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69C00E5-6600-4A11-BEB1-10FF27970364}"/>
                  </a:ext>
                </a:extLst>
              </p14:cNvPr>
              <p14:cNvContentPartPr/>
              <p14:nvPr/>
            </p14:nvContentPartPr>
            <p14:xfrm>
              <a:off x="8876305" y="717623"/>
              <a:ext cx="232560" cy="544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69C00E5-6600-4A11-BEB1-10FF2797036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71985" y="713303"/>
                <a:ext cx="24120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412E09A-9253-4C55-9529-456D61107D90}"/>
                  </a:ext>
                </a:extLst>
              </p14:cNvPr>
              <p14:cNvContentPartPr/>
              <p14:nvPr/>
            </p14:nvContentPartPr>
            <p14:xfrm>
              <a:off x="5629465" y="1256183"/>
              <a:ext cx="138600" cy="254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412E09A-9253-4C55-9529-456D61107D9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625145" y="1251863"/>
                <a:ext cx="1472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BB20CCB-587F-4CF1-9D3B-D0C87D64381B}"/>
                  </a:ext>
                </a:extLst>
              </p14:cNvPr>
              <p14:cNvContentPartPr/>
              <p14:nvPr/>
            </p14:nvContentPartPr>
            <p14:xfrm>
              <a:off x="5916385" y="1298663"/>
              <a:ext cx="24840" cy="428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BB20CCB-587F-4CF1-9D3B-D0C87D64381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12065" y="1294343"/>
                <a:ext cx="334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CFB0420-066F-4F9D-A06F-93E993D2959C}"/>
                  </a:ext>
                </a:extLst>
              </p14:cNvPr>
              <p14:cNvContentPartPr/>
              <p14:nvPr/>
            </p14:nvContentPartPr>
            <p14:xfrm>
              <a:off x="5831785" y="1440863"/>
              <a:ext cx="95040" cy="116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CFB0420-066F-4F9D-A06F-93E993D2959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827465" y="1436543"/>
                <a:ext cx="1036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BBC95AC-9C31-4C29-AC42-F56B1B712F92}"/>
                  </a:ext>
                </a:extLst>
              </p14:cNvPr>
              <p14:cNvContentPartPr/>
              <p14:nvPr/>
            </p14:nvContentPartPr>
            <p14:xfrm>
              <a:off x="4741705" y="1712663"/>
              <a:ext cx="536400" cy="2509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BBC95AC-9C31-4C29-AC42-F56B1B712F9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37385" y="1708343"/>
                <a:ext cx="5450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97A37E3-827A-497D-935C-42DA53903397}"/>
                  </a:ext>
                </a:extLst>
              </p14:cNvPr>
              <p14:cNvContentPartPr/>
              <p14:nvPr/>
            </p14:nvContentPartPr>
            <p14:xfrm>
              <a:off x="4657465" y="1297223"/>
              <a:ext cx="779400" cy="2008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97A37E3-827A-497D-935C-42DA5390339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53145" y="1292903"/>
                <a:ext cx="7880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A19BC4B-89C2-4598-8423-EB273A2CA6A0}"/>
                  </a:ext>
                </a:extLst>
              </p14:cNvPr>
              <p14:cNvContentPartPr/>
              <p14:nvPr/>
            </p14:nvContentPartPr>
            <p14:xfrm>
              <a:off x="6147505" y="1793663"/>
              <a:ext cx="8280" cy="1116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A19BC4B-89C2-4598-8423-EB273A2CA6A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43185" y="1789343"/>
                <a:ext cx="169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6500EC1-C7C5-44D6-B3AD-C5D1699C30AE}"/>
                  </a:ext>
                </a:extLst>
              </p14:cNvPr>
              <p14:cNvContentPartPr/>
              <p14:nvPr/>
            </p14:nvContentPartPr>
            <p14:xfrm>
              <a:off x="6289345" y="1831103"/>
              <a:ext cx="56520" cy="100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6500EC1-C7C5-44D6-B3AD-C5D1699C30A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85025" y="1826783"/>
                <a:ext cx="651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8441C2B-1329-4514-BCBE-C8AE8032649F}"/>
                  </a:ext>
                </a:extLst>
              </p14:cNvPr>
              <p14:cNvContentPartPr/>
              <p14:nvPr/>
            </p14:nvContentPartPr>
            <p14:xfrm>
              <a:off x="6659785" y="1868183"/>
              <a:ext cx="77760" cy="795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8441C2B-1329-4514-BCBE-C8AE8032649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55465" y="1863863"/>
                <a:ext cx="86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0F53D24-7832-4DFA-8F77-B1F2D26BF6AD}"/>
                  </a:ext>
                </a:extLst>
              </p14:cNvPr>
              <p14:cNvContentPartPr/>
              <p14:nvPr/>
            </p14:nvContentPartPr>
            <p14:xfrm>
              <a:off x="6800905" y="1712663"/>
              <a:ext cx="27360" cy="1926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0F53D24-7832-4DFA-8F77-B1F2D26BF6A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796585" y="1708343"/>
                <a:ext cx="360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EC1077B-C81D-4FF5-84EF-1476B9E1FEBA}"/>
                  </a:ext>
                </a:extLst>
              </p14:cNvPr>
              <p14:cNvContentPartPr/>
              <p14:nvPr/>
            </p14:nvContentPartPr>
            <p14:xfrm>
              <a:off x="6888385" y="1830743"/>
              <a:ext cx="117360" cy="1180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EC1077B-C81D-4FF5-84EF-1476B9E1FEB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84065" y="1826423"/>
                <a:ext cx="126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18749E1-7114-411A-A24F-48BC96C27AA6}"/>
                  </a:ext>
                </a:extLst>
              </p14:cNvPr>
              <p14:cNvContentPartPr/>
              <p14:nvPr/>
            </p14:nvContentPartPr>
            <p14:xfrm>
              <a:off x="7143625" y="1700783"/>
              <a:ext cx="8640" cy="207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18749E1-7114-411A-A24F-48BC96C27AA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139305" y="1696463"/>
                <a:ext cx="172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A19552B-2D69-4F6D-BB59-9F030406D081}"/>
                  </a:ext>
                </a:extLst>
              </p14:cNvPr>
              <p14:cNvContentPartPr/>
              <p14:nvPr/>
            </p14:nvContentPartPr>
            <p14:xfrm>
              <a:off x="7498945" y="1699343"/>
              <a:ext cx="15840" cy="209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A19552B-2D69-4F6D-BB59-9F030406D08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494625" y="1695023"/>
                <a:ext cx="244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7CBE6A2-4A97-47D2-9741-2B3E55E44FDA}"/>
                  </a:ext>
                </a:extLst>
              </p14:cNvPr>
              <p14:cNvContentPartPr/>
              <p14:nvPr/>
            </p14:nvContentPartPr>
            <p14:xfrm>
              <a:off x="7223185" y="1831823"/>
              <a:ext cx="130320" cy="94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7CBE6A2-4A97-47D2-9741-2B3E55E44FD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18853" y="1827503"/>
                <a:ext cx="138984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45852F7-B251-4997-95D2-EC8D1525B272}"/>
                  </a:ext>
                </a:extLst>
              </p14:cNvPr>
              <p14:cNvContentPartPr/>
              <p14:nvPr/>
            </p14:nvContentPartPr>
            <p14:xfrm>
              <a:off x="6461065" y="1731383"/>
              <a:ext cx="130680" cy="172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45852F7-B251-4997-95D2-EC8D1525B2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56745" y="1727063"/>
                <a:ext cx="1393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C7C4166-6B83-4C9A-B71A-9010C182ED5E}"/>
                  </a:ext>
                </a:extLst>
              </p14:cNvPr>
              <p14:cNvContentPartPr/>
              <p14:nvPr/>
            </p14:nvContentPartPr>
            <p14:xfrm>
              <a:off x="5652865" y="1689263"/>
              <a:ext cx="417960" cy="246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C7C4166-6B83-4C9A-B71A-9010C182ED5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648549" y="1684937"/>
                <a:ext cx="426593" cy="255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6AF3C79-1A4B-4414-B53F-191F0639B839}"/>
                  </a:ext>
                </a:extLst>
              </p14:cNvPr>
              <p14:cNvContentPartPr/>
              <p14:nvPr/>
            </p14:nvContentPartPr>
            <p14:xfrm>
              <a:off x="7573465" y="1762703"/>
              <a:ext cx="209160" cy="285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6AF3C79-1A4B-4414-B53F-191F0639B83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569145" y="1758388"/>
                <a:ext cx="217800" cy="294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0403FB6-0C00-426C-9D47-0FDF64BD9BF1}"/>
                  </a:ext>
                </a:extLst>
              </p14:cNvPr>
              <p14:cNvContentPartPr/>
              <p14:nvPr/>
            </p14:nvContentPartPr>
            <p14:xfrm>
              <a:off x="4733785" y="2215943"/>
              <a:ext cx="164520" cy="128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0403FB6-0C00-426C-9D47-0FDF64BD9BF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9465" y="2211623"/>
                <a:ext cx="1731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957FC76-3AF3-4BF3-85E5-2321571BD6D3}"/>
                  </a:ext>
                </a:extLst>
              </p14:cNvPr>
              <p14:cNvContentPartPr/>
              <p14:nvPr/>
            </p14:nvContentPartPr>
            <p14:xfrm>
              <a:off x="4948345" y="2190023"/>
              <a:ext cx="229320" cy="2062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957FC76-3AF3-4BF3-85E5-2321571BD6D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944025" y="2185703"/>
                <a:ext cx="2379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D9F0B32-9540-4336-8F53-AF29D67EAD07}"/>
                  </a:ext>
                </a:extLst>
              </p14:cNvPr>
              <p14:cNvContentPartPr/>
              <p14:nvPr/>
            </p14:nvContentPartPr>
            <p14:xfrm>
              <a:off x="5605345" y="2153663"/>
              <a:ext cx="203400" cy="2840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D9F0B32-9540-4336-8F53-AF29D67EAD0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601025" y="2149343"/>
                <a:ext cx="2120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1BB6937-F886-4859-A006-6BE79F9E617D}"/>
                  </a:ext>
                </a:extLst>
              </p14:cNvPr>
              <p14:cNvContentPartPr/>
              <p14:nvPr/>
            </p14:nvContentPartPr>
            <p14:xfrm>
              <a:off x="5894425" y="2300183"/>
              <a:ext cx="51120" cy="568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1BB6937-F886-4859-A006-6BE79F9E617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890105" y="2295863"/>
                <a:ext cx="597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C14893E-20DD-4A38-86A7-F7FAA92271CB}"/>
                  </a:ext>
                </a:extLst>
              </p14:cNvPr>
              <p14:cNvContentPartPr/>
              <p14:nvPr/>
            </p14:nvContentPartPr>
            <p14:xfrm>
              <a:off x="6348385" y="2267423"/>
              <a:ext cx="86040" cy="1299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C14893E-20DD-4A38-86A7-F7FAA92271C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44065" y="2263103"/>
                <a:ext cx="946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345B7B7-F7A8-4AAB-8C04-46CF72E5CBC9}"/>
                  </a:ext>
                </a:extLst>
              </p14:cNvPr>
              <p14:cNvContentPartPr/>
              <p14:nvPr/>
            </p14:nvContentPartPr>
            <p14:xfrm>
              <a:off x="6068305" y="2179583"/>
              <a:ext cx="160200" cy="2188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345B7B7-F7A8-4AAB-8C04-46CF72E5CBC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63975" y="2175263"/>
                <a:ext cx="168859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D369A90-578A-44C4-9339-503C13009478}"/>
                  </a:ext>
                </a:extLst>
              </p14:cNvPr>
              <p14:cNvContentPartPr/>
              <p14:nvPr/>
            </p14:nvContentPartPr>
            <p14:xfrm>
              <a:off x="6830785" y="2360663"/>
              <a:ext cx="33120" cy="90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D369A90-578A-44C4-9339-503C1300947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826465" y="2356343"/>
                <a:ext cx="417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AA79338-ECCC-473F-A14B-314939986EE9}"/>
                  </a:ext>
                </a:extLst>
              </p14:cNvPr>
              <p14:cNvContentPartPr/>
              <p14:nvPr/>
            </p14:nvContentPartPr>
            <p14:xfrm>
              <a:off x="6990985" y="2252303"/>
              <a:ext cx="255600" cy="2458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AA79338-ECCC-473F-A14B-314939986E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986665" y="2247983"/>
                <a:ext cx="264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A8C88ED-59B6-4648-964B-4605140CFB54}"/>
                  </a:ext>
                </a:extLst>
              </p14:cNvPr>
              <p14:cNvContentPartPr/>
              <p14:nvPr/>
            </p14:nvContentPartPr>
            <p14:xfrm>
              <a:off x="6554665" y="2207303"/>
              <a:ext cx="197640" cy="255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A8C88ED-59B6-4648-964B-4605140CFB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50345" y="2202989"/>
                <a:ext cx="206280" cy="264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F6D6367-642D-458D-90AC-175463AE765F}"/>
                  </a:ext>
                </a:extLst>
              </p14:cNvPr>
              <p14:cNvContentPartPr/>
              <p14:nvPr/>
            </p14:nvContentPartPr>
            <p14:xfrm>
              <a:off x="7604785" y="2388383"/>
              <a:ext cx="49680" cy="1069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F6D6367-642D-458D-90AC-175463AE765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600465" y="2384063"/>
                <a:ext cx="58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973359F-3EB7-4A55-81ED-1C85EB160E3C}"/>
                  </a:ext>
                </a:extLst>
              </p14:cNvPr>
              <p14:cNvContentPartPr/>
              <p14:nvPr/>
            </p14:nvContentPartPr>
            <p14:xfrm>
              <a:off x="7296985" y="2290103"/>
              <a:ext cx="240840" cy="227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973359F-3EB7-4A55-81ED-1C85EB160E3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92665" y="2285783"/>
                <a:ext cx="2494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4504814-8CE1-4E2E-A046-3CDCBC539806}"/>
                  </a:ext>
                </a:extLst>
              </p14:cNvPr>
              <p14:cNvContentPartPr/>
              <p14:nvPr/>
            </p14:nvContentPartPr>
            <p14:xfrm>
              <a:off x="7753825" y="2262023"/>
              <a:ext cx="223920" cy="278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4504814-8CE1-4E2E-A046-3CDCBC53980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49498" y="2257703"/>
                <a:ext cx="232574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49404DC-3436-4ED4-8EA9-960534C2F469}"/>
                  </a:ext>
                </a:extLst>
              </p14:cNvPr>
              <p14:cNvContentPartPr/>
              <p14:nvPr/>
            </p14:nvContentPartPr>
            <p14:xfrm>
              <a:off x="4627225" y="2706623"/>
              <a:ext cx="215280" cy="3067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49404DC-3436-4ED4-8EA9-960534C2F46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622898" y="2702303"/>
                <a:ext cx="223934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3399DCC-E619-402C-A160-FC14032DF84D}"/>
                  </a:ext>
                </a:extLst>
              </p14:cNvPr>
              <p14:cNvContentPartPr/>
              <p14:nvPr/>
            </p14:nvContentPartPr>
            <p14:xfrm>
              <a:off x="5005945" y="2726423"/>
              <a:ext cx="655200" cy="1713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3399DCC-E619-402C-A160-FC14032DF84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01623" y="2722103"/>
                <a:ext cx="663845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19851FF-7866-46C8-A383-604494983630}"/>
                  </a:ext>
                </a:extLst>
              </p14:cNvPr>
              <p14:cNvContentPartPr/>
              <p14:nvPr/>
            </p14:nvContentPartPr>
            <p14:xfrm>
              <a:off x="5809825" y="2818583"/>
              <a:ext cx="187560" cy="125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19851FF-7866-46C8-A383-60449498363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805505" y="2814263"/>
                <a:ext cx="1962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522EBE4-71E9-4D6D-AF0B-AD4E06FF7387}"/>
                  </a:ext>
                </a:extLst>
              </p14:cNvPr>
              <p14:cNvContentPartPr/>
              <p14:nvPr/>
            </p14:nvContentPartPr>
            <p14:xfrm>
              <a:off x="6132025" y="2733983"/>
              <a:ext cx="471240" cy="196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522EBE4-71E9-4D6D-AF0B-AD4E06FF738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127705" y="2729663"/>
                <a:ext cx="4798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F07C90C-8D66-41D5-9F46-AFD7266B67E0}"/>
                  </a:ext>
                </a:extLst>
              </p14:cNvPr>
              <p14:cNvContentPartPr/>
              <p14:nvPr/>
            </p14:nvContentPartPr>
            <p14:xfrm>
              <a:off x="6781825" y="2736143"/>
              <a:ext cx="717120" cy="2923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F07C90C-8D66-41D5-9F46-AFD7266B67E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777507" y="2731823"/>
                <a:ext cx="725756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C187E59-A93E-43B5-B4B7-DD29C38BCD99}"/>
                  </a:ext>
                </a:extLst>
              </p14:cNvPr>
              <p14:cNvContentPartPr/>
              <p14:nvPr/>
            </p14:nvContentPartPr>
            <p14:xfrm>
              <a:off x="5358385" y="3205583"/>
              <a:ext cx="124920" cy="2242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C187E59-A93E-43B5-B4B7-DD29C38BCD9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354065" y="3201263"/>
                <a:ext cx="133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F7F4B67B-403D-49BF-ABFA-24FA587471BE}"/>
                  </a:ext>
                </a:extLst>
              </p14:cNvPr>
              <p14:cNvContentPartPr/>
              <p14:nvPr/>
            </p14:nvContentPartPr>
            <p14:xfrm>
              <a:off x="5579065" y="3184703"/>
              <a:ext cx="228240" cy="2602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F7F4B67B-403D-49BF-ABFA-24FA587471B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574738" y="3180383"/>
                <a:ext cx="236894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F60A233-8526-470C-96EF-BB0BC7DCB8A2}"/>
                  </a:ext>
                </a:extLst>
              </p14:cNvPr>
              <p14:cNvContentPartPr/>
              <p14:nvPr/>
            </p14:nvContentPartPr>
            <p14:xfrm>
              <a:off x="4840705" y="3172463"/>
              <a:ext cx="462240" cy="2408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F60A233-8526-470C-96EF-BB0BC7DCB8A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836385" y="3168143"/>
                <a:ext cx="4708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9A3DB689-71C8-4B0B-ABC3-8EFCD8425289}"/>
                  </a:ext>
                </a:extLst>
              </p14:cNvPr>
              <p14:cNvContentPartPr/>
              <p14:nvPr/>
            </p14:nvContentPartPr>
            <p14:xfrm>
              <a:off x="4931785" y="3639383"/>
              <a:ext cx="420480" cy="2491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9A3DB689-71C8-4B0B-ABC3-8EFCD842528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927465" y="3635063"/>
                <a:ext cx="4291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C7AD4DE-69B9-4D3A-AB53-D3A39186CD63}"/>
                  </a:ext>
                </a:extLst>
              </p14:cNvPr>
              <p14:cNvContentPartPr/>
              <p14:nvPr/>
            </p14:nvContentPartPr>
            <p14:xfrm>
              <a:off x="5981185" y="3703823"/>
              <a:ext cx="408240" cy="2977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C7AD4DE-69B9-4D3A-AB53-D3A39186CD6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976865" y="3699508"/>
                <a:ext cx="416880" cy="306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BE6D210-6306-4229-8FFE-F411B0154558}"/>
                  </a:ext>
                </a:extLst>
              </p14:cNvPr>
              <p14:cNvContentPartPr/>
              <p14:nvPr/>
            </p14:nvContentPartPr>
            <p14:xfrm>
              <a:off x="5444785" y="3659903"/>
              <a:ext cx="430560" cy="2530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BE6D210-6306-4229-8FFE-F411B015455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440465" y="3655583"/>
                <a:ext cx="4392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D1A0D31-6A4E-4A73-AA3B-52CD80BA290A}"/>
                  </a:ext>
                </a:extLst>
              </p14:cNvPr>
              <p14:cNvContentPartPr/>
              <p14:nvPr/>
            </p14:nvContentPartPr>
            <p14:xfrm>
              <a:off x="5871385" y="3213143"/>
              <a:ext cx="426240" cy="3402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D1A0D31-6A4E-4A73-AA3B-52CD80BA290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67065" y="3208823"/>
                <a:ext cx="4348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B9BE101-19AB-4959-85BF-2DDB498A5813}"/>
                  </a:ext>
                </a:extLst>
              </p14:cNvPr>
              <p14:cNvContentPartPr/>
              <p14:nvPr/>
            </p14:nvContentPartPr>
            <p14:xfrm>
              <a:off x="4658545" y="4199543"/>
              <a:ext cx="238680" cy="2685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B9BE101-19AB-4959-85BF-2DDB498A581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54225" y="4195223"/>
                <a:ext cx="2473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F7A570E6-1D8D-486D-917B-3AB3F37B3C93}"/>
                  </a:ext>
                </a:extLst>
              </p14:cNvPr>
              <p14:cNvContentPartPr/>
              <p14:nvPr/>
            </p14:nvContentPartPr>
            <p14:xfrm>
              <a:off x="5102425" y="4122863"/>
              <a:ext cx="919800" cy="231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F7A570E6-1D8D-486D-917B-3AB3F37B3C9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098105" y="4118543"/>
                <a:ext cx="9284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9842CB0D-E053-4C59-9CED-9ACB68C962B7}"/>
                  </a:ext>
                </a:extLst>
              </p14:cNvPr>
              <p14:cNvContentPartPr/>
              <p14:nvPr/>
            </p14:nvContentPartPr>
            <p14:xfrm>
              <a:off x="6256585" y="4172543"/>
              <a:ext cx="249120" cy="2296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9842CB0D-E053-4C59-9CED-9ACB68C962B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252265" y="4168223"/>
                <a:ext cx="257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0D654256-3CCF-4ECE-9FE0-53943DCD32CA}"/>
                  </a:ext>
                </a:extLst>
              </p14:cNvPr>
              <p14:cNvContentPartPr/>
              <p14:nvPr/>
            </p14:nvContentPartPr>
            <p14:xfrm>
              <a:off x="6638905" y="4246703"/>
              <a:ext cx="154080" cy="212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0D654256-3CCF-4ECE-9FE0-53943DCD32C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634585" y="4242383"/>
                <a:ext cx="1627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B63A12E-A461-4E9B-A07D-ABDAD60EB4E7}"/>
                  </a:ext>
                </a:extLst>
              </p14:cNvPr>
              <p14:cNvContentPartPr/>
              <p14:nvPr/>
            </p14:nvContentPartPr>
            <p14:xfrm>
              <a:off x="7412545" y="3988943"/>
              <a:ext cx="749160" cy="3524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B63A12E-A461-4E9B-A07D-ABDAD60EB4E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408225" y="3984623"/>
                <a:ext cx="75780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25C4A501-AA9D-4C02-A430-AAD21EC52E79}"/>
                  </a:ext>
                </a:extLst>
              </p14:cNvPr>
              <p14:cNvContentPartPr/>
              <p14:nvPr/>
            </p14:nvContentPartPr>
            <p14:xfrm>
              <a:off x="6895585" y="4168943"/>
              <a:ext cx="271080" cy="2048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25C4A501-AA9D-4C02-A430-AAD21EC52E7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891271" y="4164615"/>
                <a:ext cx="279709" cy="213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23B47575-FC0A-4695-A25D-DB1783AE0A69}"/>
                  </a:ext>
                </a:extLst>
              </p14:cNvPr>
              <p14:cNvContentPartPr/>
              <p14:nvPr/>
            </p14:nvContentPartPr>
            <p14:xfrm>
              <a:off x="4992625" y="4638023"/>
              <a:ext cx="475560" cy="1789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23B47575-FC0A-4695-A25D-DB1783AE0A6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988305" y="4633703"/>
                <a:ext cx="4842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15BDF34-72A4-4F52-A70F-9A4D0FE0ECE1}"/>
                  </a:ext>
                </a:extLst>
              </p14:cNvPr>
              <p14:cNvContentPartPr/>
              <p14:nvPr/>
            </p14:nvContentPartPr>
            <p14:xfrm>
              <a:off x="5607505" y="4567463"/>
              <a:ext cx="486720" cy="331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15BDF34-72A4-4F52-A70F-9A4D0FE0ECE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603185" y="4563143"/>
                <a:ext cx="4953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1479A2EE-14D3-465F-987B-C83EA36F19A9}"/>
                  </a:ext>
                </a:extLst>
              </p14:cNvPr>
              <p14:cNvContentPartPr/>
              <p14:nvPr/>
            </p14:nvContentPartPr>
            <p14:xfrm>
              <a:off x="1404865" y="660743"/>
              <a:ext cx="353160" cy="120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1479A2EE-14D3-465F-987B-C83EA36F19A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400545" y="656423"/>
                <a:ext cx="3618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C124E6D-2EA7-4273-83D2-B3D52CD4AD95}"/>
                  </a:ext>
                </a:extLst>
              </p14:cNvPr>
              <p14:cNvContentPartPr/>
              <p14:nvPr/>
            </p14:nvContentPartPr>
            <p14:xfrm>
              <a:off x="1817425" y="1053143"/>
              <a:ext cx="181080" cy="1098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C124E6D-2EA7-4273-83D2-B3D52CD4AD9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813105" y="1048823"/>
                <a:ext cx="1897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BDBFFAC4-483A-4E29-A2F0-45519FA89E14}"/>
                  </a:ext>
                </a:extLst>
              </p14:cNvPr>
              <p14:cNvContentPartPr/>
              <p14:nvPr/>
            </p14:nvContentPartPr>
            <p14:xfrm>
              <a:off x="1810945" y="1436903"/>
              <a:ext cx="187560" cy="723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BDBFFAC4-483A-4E29-A2F0-45519FA89E1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806625" y="1432583"/>
                <a:ext cx="1962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FBCC631-9C7A-4F02-8628-D0ACE763066E}"/>
                  </a:ext>
                </a:extLst>
              </p14:cNvPr>
              <p14:cNvContentPartPr/>
              <p14:nvPr/>
            </p14:nvContentPartPr>
            <p14:xfrm>
              <a:off x="7027705" y="4594103"/>
              <a:ext cx="488880" cy="3830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FBCC631-9C7A-4F02-8628-D0ACE763066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023385" y="4589783"/>
                <a:ext cx="4975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7CE3A128-5873-49E9-9D01-39272102E78D}"/>
                  </a:ext>
                </a:extLst>
              </p14:cNvPr>
              <p14:cNvContentPartPr/>
              <p14:nvPr/>
            </p14:nvContentPartPr>
            <p14:xfrm>
              <a:off x="6305905" y="4611023"/>
              <a:ext cx="217440" cy="1814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7CE3A128-5873-49E9-9D01-39272102E78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01592" y="4606694"/>
                <a:ext cx="226066" cy="190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D736C3B2-B791-4973-882B-DA24B3575EBC}"/>
                  </a:ext>
                </a:extLst>
              </p14:cNvPr>
              <p14:cNvContentPartPr/>
              <p14:nvPr/>
            </p14:nvContentPartPr>
            <p14:xfrm>
              <a:off x="5036545" y="5160743"/>
              <a:ext cx="448200" cy="1749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D736C3B2-B791-4973-882B-DA24B3575EB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032225" y="5156423"/>
                <a:ext cx="4568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C1DB1369-9697-487B-8145-C1727B0B0C64}"/>
                  </a:ext>
                </a:extLst>
              </p14:cNvPr>
              <p14:cNvContentPartPr/>
              <p14:nvPr/>
            </p14:nvContentPartPr>
            <p14:xfrm>
              <a:off x="6732505" y="4645223"/>
              <a:ext cx="153360" cy="1983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C1DB1369-9697-487B-8145-C1727B0B0C6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728185" y="4640903"/>
                <a:ext cx="1620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227107C-A0BC-4420-B348-0AA0A87B21BA}"/>
                  </a:ext>
                </a:extLst>
              </p14:cNvPr>
              <p14:cNvContentPartPr/>
              <p14:nvPr/>
            </p14:nvContentPartPr>
            <p14:xfrm>
              <a:off x="6002425" y="5164703"/>
              <a:ext cx="94680" cy="19152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227107C-A0BC-4420-B348-0AA0A87B21B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998105" y="5160383"/>
                <a:ext cx="1033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0E39E9A-374B-412E-B5E6-35A411FD32AB}"/>
                  </a:ext>
                </a:extLst>
              </p14:cNvPr>
              <p14:cNvContentPartPr/>
              <p14:nvPr/>
            </p14:nvContentPartPr>
            <p14:xfrm>
              <a:off x="5624065" y="5085503"/>
              <a:ext cx="295560" cy="3128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0E39E9A-374B-412E-B5E6-35A411FD32A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619740" y="5081183"/>
                <a:ext cx="304211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0B457BC7-D2E0-4C87-963C-FA2BA75AF5E4}"/>
                  </a:ext>
                </a:extLst>
              </p14:cNvPr>
              <p14:cNvContentPartPr/>
              <p14:nvPr/>
            </p14:nvContentPartPr>
            <p14:xfrm>
              <a:off x="6680665" y="5234543"/>
              <a:ext cx="68760" cy="1267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0B457BC7-D2E0-4C87-963C-FA2BA75AF5E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676345" y="5230223"/>
                <a:ext cx="77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224EBB64-85B0-4052-AEEE-738E619AF24E}"/>
                  </a:ext>
                </a:extLst>
              </p14:cNvPr>
              <p14:cNvContentPartPr/>
              <p14:nvPr/>
            </p14:nvContentPartPr>
            <p14:xfrm>
              <a:off x="6279625" y="5101343"/>
              <a:ext cx="288000" cy="2109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224EBB64-85B0-4052-AEEE-738E619AF24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275305" y="5097023"/>
                <a:ext cx="2966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EB76BA0A-FEBB-4C8C-B7D4-215E819BB7B5}"/>
                  </a:ext>
                </a:extLst>
              </p14:cNvPr>
              <p14:cNvContentPartPr/>
              <p14:nvPr/>
            </p14:nvContentPartPr>
            <p14:xfrm>
              <a:off x="6860665" y="5174783"/>
              <a:ext cx="18360" cy="1548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EB76BA0A-FEBB-4C8C-B7D4-215E819BB7B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856345" y="5170463"/>
                <a:ext cx="270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408C16D6-66A8-4F71-9CE8-8948114B0F1C}"/>
                  </a:ext>
                </a:extLst>
              </p14:cNvPr>
              <p14:cNvContentPartPr/>
              <p14:nvPr/>
            </p14:nvContentPartPr>
            <p14:xfrm>
              <a:off x="6906025" y="5071463"/>
              <a:ext cx="15480" cy="367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408C16D6-66A8-4F71-9CE8-8948114B0F1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901705" y="5067143"/>
                <a:ext cx="24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F7168876-1775-4A92-A270-FA0520F38A7B}"/>
                  </a:ext>
                </a:extLst>
              </p14:cNvPr>
              <p14:cNvContentPartPr/>
              <p14:nvPr/>
            </p14:nvContentPartPr>
            <p14:xfrm>
              <a:off x="6947425" y="5284223"/>
              <a:ext cx="3960" cy="1134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F7168876-1775-4A92-A270-FA0520F38A7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943105" y="5279903"/>
                <a:ext cx="126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575D8E1A-AA49-413A-BA69-55A4A556595D}"/>
                  </a:ext>
                </a:extLst>
              </p14:cNvPr>
              <p14:cNvContentPartPr/>
              <p14:nvPr/>
            </p14:nvContentPartPr>
            <p14:xfrm>
              <a:off x="7067305" y="5150663"/>
              <a:ext cx="419760" cy="3268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575D8E1A-AA49-413A-BA69-55A4A556595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062985" y="5146343"/>
                <a:ext cx="4284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7E68D87-F81B-4201-ADA9-D8A4918FDB54}"/>
                  </a:ext>
                </a:extLst>
              </p14:cNvPr>
              <p14:cNvContentPartPr/>
              <p14:nvPr/>
            </p14:nvContentPartPr>
            <p14:xfrm>
              <a:off x="6697225" y="5786063"/>
              <a:ext cx="69840" cy="11232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7E68D87-F81B-4201-ADA9-D8A4918FDB5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92905" y="5781743"/>
                <a:ext cx="784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742A775D-0ACF-42BB-9C03-17F2D19D5768}"/>
                  </a:ext>
                </a:extLst>
              </p14:cNvPr>
              <p14:cNvContentPartPr/>
              <p14:nvPr/>
            </p14:nvContentPartPr>
            <p14:xfrm>
              <a:off x="6906025" y="5664383"/>
              <a:ext cx="7200" cy="27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742A775D-0ACF-42BB-9C03-17F2D19D576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901705" y="5660063"/>
                <a:ext cx="15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1723E1D-9BF3-4229-BB4D-510D9763A805}"/>
                  </a:ext>
                </a:extLst>
              </p14:cNvPr>
              <p14:cNvContentPartPr/>
              <p14:nvPr/>
            </p14:nvContentPartPr>
            <p14:xfrm>
              <a:off x="6390505" y="5732783"/>
              <a:ext cx="187560" cy="13068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1723E1D-9BF3-4229-BB4D-510D9763A80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386193" y="5728463"/>
                <a:ext cx="196183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A9B92E0-FC6C-4A4A-877F-4560772BD320}"/>
                  </a:ext>
                </a:extLst>
              </p14:cNvPr>
              <p14:cNvContentPartPr/>
              <p14:nvPr/>
            </p14:nvContentPartPr>
            <p14:xfrm>
              <a:off x="7306705" y="5685263"/>
              <a:ext cx="347400" cy="3092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A9B92E0-FC6C-4A4A-877F-4560772BD32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302381" y="5680938"/>
                <a:ext cx="356049" cy="317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EBF91B0-E6E9-40DE-9FEE-91D16A48714D}"/>
                  </a:ext>
                </a:extLst>
              </p14:cNvPr>
              <p14:cNvContentPartPr/>
              <p14:nvPr/>
            </p14:nvContentPartPr>
            <p14:xfrm>
              <a:off x="6881545" y="5755823"/>
              <a:ext cx="343440" cy="183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EBF91B0-E6E9-40DE-9FEE-91D16A48714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877225" y="5751503"/>
                <a:ext cx="3520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68604C1-7967-46CD-BCCB-538D96346AC2}"/>
                  </a:ext>
                </a:extLst>
              </p14:cNvPr>
              <p14:cNvContentPartPr/>
              <p14:nvPr/>
            </p14:nvContentPartPr>
            <p14:xfrm>
              <a:off x="6777505" y="6377903"/>
              <a:ext cx="96120" cy="1317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68604C1-7967-46CD-BCCB-538D96346AC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773185" y="6373583"/>
                <a:ext cx="1047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096A3FA1-C3C6-40A3-A7D2-5CE61A49D1A1}"/>
                  </a:ext>
                </a:extLst>
              </p14:cNvPr>
              <p14:cNvContentPartPr/>
              <p14:nvPr/>
            </p14:nvContentPartPr>
            <p14:xfrm>
              <a:off x="6479425" y="6276743"/>
              <a:ext cx="185040" cy="2134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096A3FA1-C3C6-40A3-A7D2-5CE61A49D1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475097" y="6272423"/>
                <a:ext cx="193697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247BFC32-B87E-41E5-9E95-C339FC17C837}"/>
                  </a:ext>
                </a:extLst>
              </p14:cNvPr>
              <p14:cNvContentPartPr/>
              <p14:nvPr/>
            </p14:nvContentPartPr>
            <p14:xfrm>
              <a:off x="7056505" y="6232823"/>
              <a:ext cx="25200" cy="273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247BFC32-B87E-41E5-9E95-C339FC17C83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052185" y="6228503"/>
                <a:ext cx="33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2DEC55C0-6197-4A7D-8270-39D73D5BFB89}"/>
                  </a:ext>
                </a:extLst>
              </p14:cNvPr>
              <p14:cNvContentPartPr/>
              <p14:nvPr/>
            </p14:nvContentPartPr>
            <p14:xfrm>
              <a:off x="7243705" y="6460343"/>
              <a:ext cx="67680" cy="13068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2DEC55C0-6197-4A7D-8270-39D73D5BFB8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239385" y="6456023"/>
                <a:ext cx="763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7C169A72-1051-4A76-924B-AC7DBBD48FCD}"/>
                  </a:ext>
                </a:extLst>
              </p14:cNvPr>
              <p14:cNvContentPartPr/>
              <p14:nvPr/>
            </p14:nvContentPartPr>
            <p14:xfrm>
              <a:off x="7420825" y="6312383"/>
              <a:ext cx="482400" cy="3913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7C169A72-1051-4A76-924B-AC7DBBD48FC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416505" y="6308063"/>
                <a:ext cx="4910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2F50E972-4020-46F6-8F56-CF8798DBB08F}"/>
                  </a:ext>
                </a:extLst>
              </p14:cNvPr>
              <p14:cNvContentPartPr/>
              <p14:nvPr/>
            </p14:nvContentPartPr>
            <p14:xfrm>
              <a:off x="6993865" y="6357383"/>
              <a:ext cx="171000" cy="2239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2F50E972-4020-46F6-8F56-CF8798DBB08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989536" y="6353063"/>
                <a:ext cx="179658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E736541-B22E-4E7F-9846-4C79032CD5AD}"/>
                  </a:ext>
                </a:extLst>
              </p14:cNvPr>
              <p14:cNvContentPartPr/>
              <p14:nvPr/>
            </p14:nvContentPartPr>
            <p14:xfrm>
              <a:off x="4146265" y="5653223"/>
              <a:ext cx="2084400" cy="108036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E736541-B22E-4E7F-9846-4C79032CD5A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141946" y="5648903"/>
                <a:ext cx="2093039" cy="10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2C8FE973-33AB-417D-AF8D-6C2F661E1B62}"/>
                  </a:ext>
                </a:extLst>
              </p14:cNvPr>
              <p14:cNvContentPartPr/>
              <p14:nvPr/>
            </p14:nvContentPartPr>
            <p14:xfrm>
              <a:off x="2529145" y="5350823"/>
              <a:ext cx="684720" cy="2642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2C8FE973-33AB-417D-AF8D-6C2F661E1B6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524827" y="5346503"/>
                <a:ext cx="693355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49383A8-DA05-4191-B10C-2958B9A8BA73}"/>
                  </a:ext>
                </a:extLst>
              </p14:cNvPr>
              <p14:cNvContentPartPr/>
              <p14:nvPr/>
            </p14:nvContentPartPr>
            <p14:xfrm>
              <a:off x="2403505" y="5844383"/>
              <a:ext cx="1327320" cy="2577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49383A8-DA05-4191-B10C-2958B9A8BA7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399184" y="5840063"/>
                <a:ext cx="1335962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190E4E88-357E-4E42-9DC7-8D6E725637B5}"/>
                  </a:ext>
                </a:extLst>
              </p14:cNvPr>
              <p14:cNvContentPartPr/>
              <p14:nvPr/>
            </p14:nvContentPartPr>
            <p14:xfrm>
              <a:off x="3305665" y="5274503"/>
              <a:ext cx="1419120" cy="3308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190E4E88-357E-4E42-9DC7-8D6E725637B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301345" y="5270188"/>
                <a:ext cx="1427760" cy="3394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1967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1" ma:contentTypeDescription="Create a new document." ma:contentTypeScope="" ma:versionID="948d432b16f5dd11b0735734b7b30c9f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1d096e318c857256a7e44a12ca09b45b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http://purl.org/dc/terms/"/>
    <ds:schemaRef ds:uri="2545ccdc-34fc-4cec-a48d-ba29d7877a97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BBEE00-65EB-4C09-8335-81EB2C223A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6821</TotalTime>
  <Words>1778</Words>
  <Application>Microsoft Office PowerPoint</Application>
  <PresentationFormat>On-screen Show (4:3)</PresentationFormat>
  <Paragraphs>373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2" baseType="lpstr">
      <vt:lpstr>MS Mincho</vt:lpstr>
      <vt:lpstr>MS PGothic</vt:lpstr>
      <vt:lpstr>MS PGothic</vt:lpstr>
      <vt:lpstr>Arial</vt:lpstr>
      <vt:lpstr>Calibri</vt:lpstr>
      <vt:lpstr>Courier New</vt:lpstr>
      <vt:lpstr>Helvetica</vt:lpstr>
      <vt:lpstr>Symbol</vt:lpstr>
      <vt:lpstr>Times</vt:lpstr>
      <vt:lpstr>Times New Roman</vt:lpstr>
      <vt:lpstr>Times-Roman</vt:lpstr>
      <vt:lpstr>Wingdings</vt:lpstr>
      <vt:lpstr>Default Design</vt:lpstr>
      <vt:lpstr>Blank</vt:lpstr>
      <vt:lpstr>PowerPoint Presentation</vt:lpstr>
      <vt:lpstr>Administrative Stuff</vt:lpstr>
      <vt:lpstr>08 – Intro to Verilog HDL</vt:lpstr>
      <vt:lpstr>Review</vt:lpstr>
      <vt:lpstr>Introduction to CAD Tools</vt:lpstr>
      <vt:lpstr>A typical CAD system</vt:lpstr>
      <vt:lpstr>Computer-Aided Design (CAD) tools</vt:lpstr>
      <vt:lpstr>Need of Computer-Aided Digital Designing</vt:lpstr>
      <vt:lpstr>HDLs</vt:lpstr>
      <vt:lpstr>Two Competing HDLs</vt:lpstr>
      <vt:lpstr>Verilog HDL != VHDL</vt:lpstr>
      <vt:lpstr>History</vt:lpstr>
      <vt:lpstr>Intro to Verilog</vt:lpstr>
      <vt:lpstr>Intro to Verilog</vt:lpstr>
      <vt:lpstr>Concept of Verilog Module</vt:lpstr>
      <vt:lpstr>Concept of Verilog Module</vt:lpstr>
      <vt:lpstr>“Hello World” in Verilog</vt:lpstr>
      <vt:lpstr>“Hello World” in Verilog</vt:lpstr>
      <vt:lpstr>Verilog Code: Structural Representation</vt:lpstr>
      <vt:lpstr>PowerPoint Presentation</vt:lpstr>
      <vt:lpstr>PowerPoint Presentation</vt:lpstr>
      <vt:lpstr>2-1 Multiplexer</vt:lpstr>
      <vt:lpstr>Verilog Code for a 2-1 Multiplexer</vt:lpstr>
      <vt:lpstr>Verilog Code for a 2-1 Multiplexer</vt:lpstr>
      <vt:lpstr>Verilog Code: Behavioral Representation</vt:lpstr>
      <vt:lpstr>Verilog Code for a 2-1 Multiplexer</vt:lpstr>
      <vt:lpstr>Verilog Code for a 2-1 Multiplexer</vt:lpstr>
      <vt:lpstr>Data Types in Verilog</vt:lpstr>
      <vt:lpstr>Verilog Code for a 2-1 Multiplexer</vt:lpstr>
      <vt:lpstr>Verilog Code for a 2-1 Multiplexer</vt:lpstr>
      <vt:lpstr>Verilog Code for a 2-1 Multiplexer</vt:lpstr>
      <vt:lpstr>Another Example</vt:lpstr>
      <vt:lpstr>Let’s Write the Code for This Circuit</vt:lpstr>
      <vt:lpstr>Let’s Write the Code for This Circuit</vt:lpstr>
      <vt:lpstr>Let’s Write the Code for This Circuit</vt:lpstr>
      <vt:lpstr>Let’s Write the Code for This Circuit</vt:lpstr>
      <vt:lpstr>Yet Another Example</vt:lpstr>
      <vt:lpstr>PowerPoint Presentation</vt:lpstr>
      <vt:lpstr>PowerPoint Presentation</vt:lpstr>
      <vt:lpstr>PowerPoint Presentation</vt:lpstr>
      <vt:lpstr>Display of numbers</vt:lpstr>
      <vt:lpstr>Display of numbers</vt:lpstr>
      <vt:lpstr>The display module</vt:lpstr>
      <vt:lpstr>PowerPoint Presentation</vt:lpstr>
      <vt:lpstr>PowerPoint Presentation</vt:lpstr>
      <vt:lpstr>Verilog Code for 4-1 MUX</vt:lpstr>
      <vt:lpstr>Verilog Code for 4-1 MUX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209</cp:revision>
  <dcterms:created xsi:type="dcterms:W3CDTF">2003-05-23T15:49:24Z</dcterms:created>
  <dcterms:modified xsi:type="dcterms:W3CDTF">2022-02-04T23:15:26Z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