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82"/>
  </p:notesMasterIdLst>
  <p:handoutMasterIdLst>
    <p:handoutMasterId r:id="rId83"/>
  </p:handoutMasterIdLst>
  <p:sldIdLst>
    <p:sldId id="788" r:id="rId5"/>
    <p:sldId id="774" r:id="rId6"/>
    <p:sldId id="773" r:id="rId7"/>
    <p:sldId id="1362" r:id="rId8"/>
    <p:sldId id="1539" r:id="rId9"/>
    <p:sldId id="1645" r:id="rId10"/>
    <p:sldId id="1676" r:id="rId11"/>
    <p:sldId id="1596" r:id="rId12"/>
    <p:sldId id="1595" r:id="rId13"/>
    <p:sldId id="1574" r:id="rId14"/>
    <p:sldId id="1576" r:id="rId15"/>
    <p:sldId id="1705" r:id="rId16"/>
    <p:sldId id="1578" r:id="rId17"/>
    <p:sldId id="1579" r:id="rId18"/>
    <p:sldId id="1726" r:id="rId19"/>
    <p:sldId id="1736" r:id="rId20"/>
    <p:sldId id="1581" r:id="rId21"/>
    <p:sldId id="1582" r:id="rId22"/>
    <p:sldId id="1690" r:id="rId23"/>
    <p:sldId id="1585" r:id="rId24"/>
    <p:sldId id="1586" r:id="rId25"/>
    <p:sldId id="1556" r:id="rId26"/>
    <p:sldId id="1737" r:id="rId27"/>
    <p:sldId id="1738" r:id="rId28"/>
    <p:sldId id="1584" r:id="rId29"/>
    <p:sldId id="1583" r:id="rId30"/>
    <p:sldId id="1587" r:id="rId31"/>
    <p:sldId id="1588" r:id="rId32"/>
    <p:sldId id="1722" r:id="rId33"/>
    <p:sldId id="1607" r:id="rId34"/>
    <p:sldId id="1608" r:id="rId35"/>
    <p:sldId id="1729" r:id="rId36"/>
    <p:sldId id="1728" r:id="rId37"/>
    <p:sldId id="1707" r:id="rId38"/>
    <p:sldId id="1616" r:id="rId39"/>
    <p:sldId id="1614" r:id="rId40"/>
    <p:sldId id="1615" r:id="rId41"/>
    <p:sldId id="1725" r:id="rId42"/>
    <p:sldId id="1727" r:id="rId43"/>
    <p:sldId id="1730" r:id="rId44"/>
    <p:sldId id="1524" r:id="rId45"/>
    <p:sldId id="1708" r:id="rId46"/>
    <p:sldId id="1600" r:id="rId47"/>
    <p:sldId id="1599" r:id="rId48"/>
    <p:sldId id="1669" r:id="rId49"/>
    <p:sldId id="1710" r:id="rId50"/>
    <p:sldId id="1711" r:id="rId51"/>
    <p:sldId id="1667" r:id="rId52"/>
    <p:sldId id="1712" r:id="rId53"/>
    <p:sldId id="1714" r:id="rId54"/>
    <p:sldId id="1715" r:id="rId55"/>
    <p:sldId id="1673" r:id="rId56"/>
    <p:sldId id="1716" r:id="rId57"/>
    <p:sldId id="1526" r:id="rId58"/>
    <p:sldId id="1602" r:id="rId59"/>
    <p:sldId id="1732" r:id="rId60"/>
    <p:sldId id="1731" r:id="rId61"/>
    <p:sldId id="1717" r:id="rId62"/>
    <p:sldId id="1718" r:id="rId63"/>
    <p:sldId id="1605" r:id="rId64"/>
    <p:sldId id="1597" r:id="rId65"/>
    <p:sldId id="1598" r:id="rId66"/>
    <p:sldId id="1496" r:id="rId67"/>
    <p:sldId id="1523" r:id="rId68"/>
    <p:sldId id="1515" r:id="rId69"/>
    <p:sldId id="1516" r:id="rId70"/>
    <p:sldId id="1675" r:id="rId71"/>
    <p:sldId id="1733" r:id="rId72"/>
    <p:sldId id="1606" r:id="rId73"/>
    <p:sldId id="1734" r:id="rId74"/>
    <p:sldId id="1735" r:id="rId75"/>
    <p:sldId id="1724" r:id="rId76"/>
    <p:sldId id="1719" r:id="rId77"/>
    <p:sldId id="1720" r:id="rId78"/>
    <p:sldId id="1721" r:id="rId79"/>
    <p:sldId id="1589" r:id="rId80"/>
    <p:sldId id="772" r:id="rId8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8" autoAdjust="0"/>
    <p:restoredTop sz="94690"/>
  </p:normalViewPr>
  <p:slideViewPr>
    <p:cSldViewPr>
      <p:cViewPr varScale="1">
        <p:scale>
          <a:sx n="64" d="100"/>
          <a:sy n="64" d="100"/>
        </p:scale>
        <p:origin x="72" y="936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handoutMaster" Target="handoutMasters/handoutMaster1.xml"/><Relationship Id="rId88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amed, Md Maruf [E CPE]" userId="6f647de5-aeca-43cd-b76c-e84c6089bcf4" providerId="ADAL" clId="{12C23951-88FE-4672-88A2-B28C8E64DCB4}"/>
  </pc:docChgLst>
  <pc:docChgLst>
    <pc:chgData name="Ahamed, Md Maruf [E CPE]" userId="6f647de5-aeca-43cd-b76c-e84c6089bcf4" providerId="ADAL" clId="{D7BFB05B-44EF-4105-A4F2-CD88B7428D03}"/>
    <pc:docChg chg="custSel addSld delSld modSld sldOrd">
      <pc:chgData name="Ahamed, Md Maruf [E CPE]" userId="6f647de5-aeca-43cd-b76c-e84c6089bcf4" providerId="ADAL" clId="{D7BFB05B-44EF-4105-A4F2-CD88B7428D03}" dt="2022-03-19T13:16:19.368" v="26" actId="1076"/>
      <pc:docMkLst>
        <pc:docMk/>
      </pc:docMkLst>
      <pc:sldChg chg="modSp ord">
        <pc:chgData name="Ahamed, Md Maruf [E CPE]" userId="6f647de5-aeca-43cd-b76c-e84c6089bcf4" providerId="ADAL" clId="{D7BFB05B-44EF-4105-A4F2-CD88B7428D03}" dt="2022-03-19T13:06:46.909" v="15" actId="6549"/>
        <pc:sldMkLst>
          <pc:docMk/>
          <pc:sldMk cId="1865281566" sldId="774"/>
        </pc:sldMkLst>
        <pc:spChg chg="mod">
          <ac:chgData name="Ahamed, Md Maruf [E CPE]" userId="6f647de5-aeca-43cd-b76c-e84c6089bcf4" providerId="ADAL" clId="{D7BFB05B-44EF-4105-A4F2-CD88B7428D03}" dt="2022-03-19T13:06:46.909" v="15" actId="6549"/>
          <ac:spMkLst>
            <pc:docMk/>
            <pc:sldMk cId="1865281566" sldId="774"/>
            <ac:spMk id="207875" creationId="{D583FDE5-0A59-BD41-A182-AC71C16B0812}"/>
          </ac:spMkLst>
        </pc:spChg>
      </pc:sldChg>
      <pc:sldChg chg="del">
        <pc:chgData name="Ahamed, Md Maruf [E CPE]" userId="6f647de5-aeca-43cd-b76c-e84c6089bcf4" providerId="ADAL" clId="{D7BFB05B-44EF-4105-A4F2-CD88B7428D03}" dt="2022-03-19T13:13:46.430" v="22" actId="2696"/>
        <pc:sldMkLst>
          <pc:docMk/>
          <pc:sldMk cId="0" sldId="1557"/>
        </pc:sldMkLst>
      </pc:sldChg>
      <pc:sldChg chg="del">
        <pc:chgData name="Ahamed, Md Maruf [E CPE]" userId="6f647de5-aeca-43cd-b76c-e84c6089bcf4" providerId="ADAL" clId="{D7BFB05B-44EF-4105-A4F2-CD88B7428D03}" dt="2022-03-19T13:13:46.927" v="23" actId="2696"/>
        <pc:sldMkLst>
          <pc:docMk/>
          <pc:sldMk cId="0" sldId="1558"/>
        </pc:sldMkLst>
      </pc:sldChg>
      <pc:sldChg chg="del">
        <pc:chgData name="Ahamed, Md Maruf [E CPE]" userId="6f647de5-aeca-43cd-b76c-e84c6089bcf4" providerId="ADAL" clId="{D7BFB05B-44EF-4105-A4F2-CD88B7428D03}" dt="2022-03-19T13:13:45.367" v="21" actId="2696"/>
        <pc:sldMkLst>
          <pc:docMk/>
          <pc:sldMk cId="0" sldId="1590"/>
        </pc:sldMkLst>
      </pc:sldChg>
      <pc:sldChg chg="del">
        <pc:chgData name="Ahamed, Md Maruf [E CPE]" userId="6f647de5-aeca-43cd-b76c-e84c6089bcf4" providerId="ADAL" clId="{D7BFB05B-44EF-4105-A4F2-CD88B7428D03}" dt="2022-03-19T13:13:44.745" v="20" actId="2696"/>
        <pc:sldMkLst>
          <pc:docMk/>
          <pc:sldMk cId="0" sldId="1591"/>
        </pc:sldMkLst>
      </pc:sldChg>
      <pc:sldChg chg="ord">
        <pc:chgData name="Ahamed, Md Maruf [E CPE]" userId="6f647de5-aeca-43cd-b76c-e84c6089bcf4" providerId="ADAL" clId="{D7BFB05B-44EF-4105-A4F2-CD88B7428D03}" dt="2022-03-19T13:09:59.937" v="16"/>
        <pc:sldMkLst>
          <pc:docMk/>
          <pc:sldMk cId="0" sldId="1596"/>
        </pc:sldMkLst>
      </pc:sldChg>
      <pc:sldChg chg="del">
        <pc:chgData name="Ahamed, Md Maruf [E CPE]" userId="6f647de5-aeca-43cd-b76c-e84c6089bcf4" providerId="ADAL" clId="{D7BFB05B-44EF-4105-A4F2-CD88B7428D03}" dt="2022-03-19T13:15:10.752" v="24" actId="2696"/>
        <pc:sldMkLst>
          <pc:docMk/>
          <pc:sldMk cId="0" sldId="1631"/>
        </pc:sldMkLst>
      </pc:sldChg>
      <pc:sldChg chg="modSp">
        <pc:chgData name="Ahamed, Md Maruf [E CPE]" userId="6f647de5-aeca-43cd-b76c-e84c6089bcf4" providerId="ADAL" clId="{D7BFB05B-44EF-4105-A4F2-CD88B7428D03}" dt="2022-03-19T13:16:19.368" v="26" actId="1076"/>
        <pc:sldMkLst>
          <pc:docMk/>
          <pc:sldMk cId="0" sldId="1705"/>
        </pc:sldMkLst>
        <pc:spChg chg="mod">
          <ac:chgData name="Ahamed, Md Maruf [E CPE]" userId="6f647de5-aeca-43cd-b76c-e84c6089bcf4" providerId="ADAL" clId="{D7BFB05B-44EF-4105-A4F2-CD88B7428D03}" dt="2022-03-19T13:16:12.782" v="25" actId="1076"/>
          <ac:spMkLst>
            <pc:docMk/>
            <pc:sldMk cId="0" sldId="1705"/>
            <ac:spMk id="20" creationId="{A46E6365-912C-41A9-AF22-ADD77A222281}"/>
          </ac:spMkLst>
        </pc:spChg>
        <pc:spChg chg="mod">
          <ac:chgData name="Ahamed, Md Maruf [E CPE]" userId="6f647de5-aeca-43cd-b76c-e84c6089bcf4" providerId="ADAL" clId="{D7BFB05B-44EF-4105-A4F2-CD88B7428D03}" dt="2022-03-19T13:16:19.368" v="26" actId="1076"/>
          <ac:spMkLst>
            <pc:docMk/>
            <pc:sldMk cId="0" sldId="1705"/>
            <ac:spMk id="21" creationId="{5A840B12-4A5F-495A-980B-7CCA927BFD35}"/>
          </ac:spMkLst>
        </pc:spChg>
      </pc:sldChg>
      <pc:sldChg chg="del">
        <pc:chgData name="Ahamed, Md Maruf [E CPE]" userId="6f647de5-aeca-43cd-b76c-e84c6089bcf4" providerId="ADAL" clId="{D7BFB05B-44EF-4105-A4F2-CD88B7428D03}" dt="2022-03-19T13:12:25.055" v="18" actId="2696"/>
        <pc:sldMkLst>
          <pc:docMk/>
          <pc:sldMk cId="1370432536" sldId="1723"/>
        </pc:sldMkLst>
      </pc:sldChg>
      <pc:sldChg chg="delSp">
        <pc:chgData name="Ahamed, Md Maruf [E CPE]" userId="6f647de5-aeca-43cd-b76c-e84c6089bcf4" providerId="ADAL" clId="{D7BFB05B-44EF-4105-A4F2-CD88B7428D03}" dt="2022-03-19T13:12:32.518" v="19" actId="478"/>
        <pc:sldMkLst>
          <pc:docMk/>
          <pc:sldMk cId="3591955366" sldId="1726"/>
        </pc:sldMkLst>
        <pc:cxnChg chg="del">
          <ac:chgData name="Ahamed, Md Maruf [E CPE]" userId="6f647de5-aeca-43cd-b76c-e84c6089bcf4" providerId="ADAL" clId="{D7BFB05B-44EF-4105-A4F2-CD88B7428D03}" dt="2022-03-19T13:12:32.518" v="19" actId="478"/>
          <ac:cxnSpMkLst>
            <pc:docMk/>
            <pc:sldMk cId="3591955366" sldId="1726"/>
            <ac:cxnSpMk id="11" creationId="{EAFF307C-0AE7-4B9B-A331-87EDD52E2B96}"/>
          </ac:cxnSpMkLst>
        </pc:cxnChg>
        <pc:cxnChg chg="del">
          <ac:chgData name="Ahamed, Md Maruf [E CPE]" userId="6f647de5-aeca-43cd-b76c-e84c6089bcf4" providerId="ADAL" clId="{D7BFB05B-44EF-4105-A4F2-CD88B7428D03}" dt="2022-03-19T13:12:32.518" v="19" actId="478"/>
          <ac:cxnSpMkLst>
            <pc:docMk/>
            <pc:sldMk cId="3591955366" sldId="1726"/>
            <ac:cxnSpMk id="13" creationId="{A9A901E1-4774-4541-A912-7C44DB7A00C3}"/>
          </ac:cxnSpMkLst>
        </pc:cxnChg>
        <pc:cxnChg chg="del">
          <ac:chgData name="Ahamed, Md Maruf [E CPE]" userId="6f647de5-aeca-43cd-b76c-e84c6089bcf4" providerId="ADAL" clId="{D7BFB05B-44EF-4105-A4F2-CD88B7428D03}" dt="2022-03-19T13:12:32.518" v="19" actId="478"/>
          <ac:cxnSpMkLst>
            <pc:docMk/>
            <pc:sldMk cId="3591955366" sldId="1726"/>
            <ac:cxnSpMk id="14" creationId="{B914A689-2C96-43EB-B5E4-39C71F3F2762}"/>
          </ac:cxnSpMkLst>
        </pc:cxnChg>
        <pc:cxnChg chg="del">
          <ac:chgData name="Ahamed, Md Maruf [E CPE]" userId="6f647de5-aeca-43cd-b76c-e84c6089bcf4" providerId="ADAL" clId="{D7BFB05B-44EF-4105-A4F2-CD88B7428D03}" dt="2022-03-19T13:12:32.518" v="19" actId="478"/>
          <ac:cxnSpMkLst>
            <pc:docMk/>
            <pc:sldMk cId="3591955366" sldId="1726"/>
            <ac:cxnSpMk id="15" creationId="{4617891A-1767-4D5C-B7C9-435C6ABD46C8}"/>
          </ac:cxnSpMkLst>
        </pc:cxnChg>
      </pc:sldChg>
      <pc:sldChg chg="add">
        <pc:chgData name="Ahamed, Md Maruf [E CPE]" userId="6f647de5-aeca-43cd-b76c-e84c6089bcf4" providerId="ADAL" clId="{D7BFB05B-44EF-4105-A4F2-CD88B7428D03}" dt="2022-03-19T13:12:22.680" v="17"/>
        <pc:sldMkLst>
          <pc:docMk/>
          <pc:sldMk cId="788696012" sldId="1736"/>
        </pc:sldMkLst>
      </pc:sldChg>
    </pc:docChg>
  </pc:docChgLst>
  <pc:docChgLst>
    <pc:chgData name="Md Maruf" userId="6f647de5-aeca-43cd-b76c-e84c6089bcf4" providerId="ADAL" clId="{63EF4E00-2498-496D-9D75-922B001538EF}"/>
  </pc:docChgLst>
  <pc:docChgLst>
    <pc:chgData name="Ahamed, Md Maruf [E CPE]" userId="6f647de5-aeca-43cd-b76c-e84c6089bcf4" providerId="ADAL" clId="{B666AD8B-3B27-416D-9089-D6947BF87C29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8991600" cy="5791200"/>
          </a:xfrm>
        </p:spPr>
        <p:txBody>
          <a:bodyPr/>
          <a:lstStyle/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HW#7 due on Sunday @ 11:59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 </a:t>
            </a:r>
            <a:r>
              <a:rPr lang="en-US" sz="3000" dirty="0"/>
              <a:t>Quiz #7 due on Friday @ 4:25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  <a:r>
              <a:rPr lang="en-US" sz="3000" dirty="0"/>
              <a:t>Recitation 7 this week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7 this week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rgbClr val="0000FF"/>
                </a:solidFill>
              </a:rPr>
              <a:t>Lecture-23 Readings: </a:t>
            </a:r>
            <a:r>
              <a:rPr lang="en-US" sz="3000" dirty="0"/>
              <a:t>5.5, 5.6, 5.7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8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22-D Flip-Flops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735329"/>
            <a:ext cx="89916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Gated SR Latch with NOR gates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Gated SR Latch with NAND gates</a:t>
            </a:r>
          </a:p>
          <a:p>
            <a:pPr lvl="1" eaLnBrk="1" hangingPunct="1">
              <a:defRPr/>
            </a:pPr>
            <a:r>
              <a:rPr lang="en-US" altLang="en-US" sz="3200" dirty="0"/>
              <a:t>Gated D Latch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Master-Slave D Flip-Flop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Edge-Triggered D Flip-Flops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Master-slave D flip-flop with Clear and Preset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Edge-triggered D flip-flop with Clear and Preset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Flip-Flop Timing Parameters</a:t>
            </a:r>
          </a:p>
          <a:p>
            <a:pPr lvl="1" eaLnBrk="1" hangingPunct="1">
              <a:defRPr/>
            </a:pPr>
            <a:endParaRPr lang="en-US" sz="3000" kern="0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endParaRPr lang="en-US" sz="30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210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3">
            <a:extLst>
              <a:ext uri="{FF2B5EF4-FFF2-40B4-BE49-F238E27FC236}">
                <a16:creationId xmlns:a16="http://schemas.microsoft.com/office/drawing/2014/main" id="{8D84EEC1-BFE5-4883-BCE6-33AC83752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599"/>
            <a:ext cx="9144000" cy="571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3600" dirty="0"/>
              <a:t>Chapter 5</a:t>
            </a:r>
          </a:p>
          <a:p>
            <a:pPr algn="ctr" eaLnBrk="1" hangingPunct="1">
              <a:spcBef>
                <a:spcPct val="0"/>
              </a:spcBef>
              <a:buNone/>
            </a:pPr>
            <a:endParaRPr lang="en-US" altLang="en-US" sz="3600" dirty="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None/>
            </a:pPr>
            <a:r>
              <a:rPr lang="en-US" sz="3600" dirty="0"/>
              <a:t>Latches </a:t>
            </a:r>
          </a:p>
          <a:p>
            <a:pPr algn="ctr" eaLnBrk="1" hangingPunct="1">
              <a:spcBef>
                <a:spcPct val="0"/>
              </a:spcBef>
              <a:buNone/>
            </a:pPr>
            <a:r>
              <a:rPr lang="en-US" altLang="en-US" sz="3600" dirty="0"/>
              <a:t>Readings </a:t>
            </a:r>
            <a:r>
              <a:rPr lang="en-US" sz="3600" dirty="0"/>
              <a:t>5.1, 5.2, 5.3</a:t>
            </a:r>
          </a:p>
          <a:p>
            <a:pPr algn="ctr" eaLnBrk="1" hangingPunct="1">
              <a:spcBef>
                <a:spcPct val="0"/>
              </a:spcBef>
              <a:buNone/>
            </a:pPr>
            <a:endParaRPr lang="en-US" altLang="en-US" sz="3600" dirty="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None/>
            </a:pPr>
            <a:endParaRPr lang="en-US" altLang="en-US" sz="3600" dirty="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None/>
            </a:pPr>
            <a:endParaRPr lang="en-US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Line 4">
            <a:extLst>
              <a:ext uri="{FF2B5EF4-FFF2-40B4-BE49-F238E27FC236}">
                <a16:creationId xmlns:a16="http://schemas.microsoft.com/office/drawing/2014/main" id="{5AC4820B-E55C-473B-98AA-C84A79022C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8138" y="1193800"/>
            <a:ext cx="2508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0" name="Freeform 5">
            <a:extLst>
              <a:ext uri="{FF2B5EF4-FFF2-40B4-BE49-F238E27FC236}">
                <a16:creationId xmlns:a16="http://schemas.microsoft.com/office/drawing/2014/main" id="{CC699FF1-9F91-446E-902A-308248FD26CC}"/>
              </a:ext>
            </a:extLst>
          </p:cNvPr>
          <p:cNvSpPr>
            <a:spLocks/>
          </p:cNvSpPr>
          <p:nvPr/>
        </p:nvSpPr>
        <p:spPr bwMode="auto">
          <a:xfrm>
            <a:off x="3736975" y="1033462"/>
            <a:ext cx="319088" cy="320675"/>
          </a:xfrm>
          <a:custGeom>
            <a:avLst/>
            <a:gdLst>
              <a:gd name="T0" fmla="*/ 2147483646 w 403"/>
              <a:gd name="T1" fmla="*/ 2147483646 h 402"/>
              <a:gd name="T2" fmla="*/ 0 w 403"/>
              <a:gd name="T3" fmla="*/ 2147483646 h 402"/>
              <a:gd name="T4" fmla="*/ 0 w 403"/>
              <a:gd name="T5" fmla="*/ 0 h 402"/>
              <a:gd name="T6" fmla="*/ 2147483646 w 403"/>
              <a:gd name="T7" fmla="*/ 2147483646 h 402"/>
              <a:gd name="T8" fmla="*/ 0 60000 65536"/>
              <a:gd name="T9" fmla="*/ 0 60000 65536"/>
              <a:gd name="T10" fmla="*/ 0 60000 65536"/>
              <a:gd name="T11" fmla="*/ 0 60000 65536"/>
              <a:gd name="T12" fmla="*/ 0 w 403"/>
              <a:gd name="T13" fmla="*/ 0 h 402"/>
              <a:gd name="T14" fmla="*/ 403 w 403"/>
              <a:gd name="T15" fmla="*/ 402 h 4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3" h="402">
                <a:moveTo>
                  <a:pt x="403" y="201"/>
                </a:moveTo>
                <a:lnTo>
                  <a:pt x="0" y="402"/>
                </a:lnTo>
                <a:lnTo>
                  <a:pt x="0" y="0"/>
                </a:lnTo>
                <a:lnTo>
                  <a:pt x="403" y="201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1" name="Freeform 7">
            <a:extLst>
              <a:ext uri="{FF2B5EF4-FFF2-40B4-BE49-F238E27FC236}">
                <a16:creationId xmlns:a16="http://schemas.microsoft.com/office/drawing/2014/main" id="{187BE21D-B0EB-4884-879D-71D5060ADEF8}"/>
              </a:ext>
            </a:extLst>
          </p:cNvPr>
          <p:cNvSpPr>
            <a:spLocks/>
          </p:cNvSpPr>
          <p:nvPr/>
        </p:nvSpPr>
        <p:spPr bwMode="auto">
          <a:xfrm>
            <a:off x="4076700" y="1139825"/>
            <a:ext cx="104775" cy="103187"/>
          </a:xfrm>
          <a:custGeom>
            <a:avLst/>
            <a:gdLst>
              <a:gd name="T0" fmla="*/ 2147483646 w 130"/>
              <a:gd name="T1" fmla="*/ 2147483646 h 131"/>
              <a:gd name="T2" fmla="*/ 2147483646 w 130"/>
              <a:gd name="T3" fmla="*/ 2147483646 h 131"/>
              <a:gd name="T4" fmla="*/ 2147483646 w 130"/>
              <a:gd name="T5" fmla="*/ 2147483646 h 131"/>
              <a:gd name="T6" fmla="*/ 2147483646 w 130"/>
              <a:gd name="T7" fmla="*/ 2147483646 h 131"/>
              <a:gd name="T8" fmla="*/ 2147483646 w 130"/>
              <a:gd name="T9" fmla="*/ 2147483646 h 131"/>
              <a:gd name="T10" fmla="*/ 2147483646 w 130"/>
              <a:gd name="T11" fmla="*/ 2147483646 h 131"/>
              <a:gd name="T12" fmla="*/ 2147483646 w 130"/>
              <a:gd name="T13" fmla="*/ 2147483646 h 131"/>
              <a:gd name="T14" fmla="*/ 2147483646 w 130"/>
              <a:gd name="T15" fmla="*/ 2147483646 h 131"/>
              <a:gd name="T16" fmla="*/ 2147483646 w 130"/>
              <a:gd name="T17" fmla="*/ 2147483646 h 131"/>
              <a:gd name="T18" fmla="*/ 0 w 130"/>
              <a:gd name="T19" fmla="*/ 2147483646 h 131"/>
              <a:gd name="T20" fmla="*/ 0 w 130"/>
              <a:gd name="T21" fmla="*/ 2147483646 h 131"/>
              <a:gd name="T22" fmla="*/ 0 w 130"/>
              <a:gd name="T23" fmla="*/ 2147483646 h 131"/>
              <a:gd name="T24" fmla="*/ 2147483646 w 130"/>
              <a:gd name="T25" fmla="*/ 2147483646 h 131"/>
              <a:gd name="T26" fmla="*/ 2147483646 w 130"/>
              <a:gd name="T27" fmla="*/ 2147483646 h 131"/>
              <a:gd name="T28" fmla="*/ 2147483646 w 130"/>
              <a:gd name="T29" fmla="*/ 2147483646 h 131"/>
              <a:gd name="T30" fmla="*/ 2147483646 w 130"/>
              <a:gd name="T31" fmla="*/ 2147483646 h 131"/>
              <a:gd name="T32" fmla="*/ 2147483646 w 130"/>
              <a:gd name="T33" fmla="*/ 2147483646 h 131"/>
              <a:gd name="T34" fmla="*/ 2147483646 w 130"/>
              <a:gd name="T35" fmla="*/ 2147483646 h 131"/>
              <a:gd name="T36" fmla="*/ 2147483646 w 130"/>
              <a:gd name="T37" fmla="*/ 2147483646 h 131"/>
              <a:gd name="T38" fmla="*/ 2147483646 w 130"/>
              <a:gd name="T39" fmla="*/ 2147483646 h 131"/>
              <a:gd name="T40" fmla="*/ 2147483646 w 130"/>
              <a:gd name="T41" fmla="*/ 2147483646 h 131"/>
              <a:gd name="T42" fmla="*/ 2147483646 w 130"/>
              <a:gd name="T43" fmla="*/ 2147483646 h 131"/>
              <a:gd name="T44" fmla="*/ 2147483646 w 130"/>
              <a:gd name="T45" fmla="*/ 2147483646 h 131"/>
              <a:gd name="T46" fmla="*/ 2147483646 w 130"/>
              <a:gd name="T47" fmla="*/ 2147483646 h 131"/>
              <a:gd name="T48" fmla="*/ 2147483646 w 130"/>
              <a:gd name="T49" fmla="*/ 2147483646 h 131"/>
              <a:gd name="T50" fmla="*/ 2147483646 w 130"/>
              <a:gd name="T51" fmla="*/ 2147483646 h 131"/>
              <a:gd name="T52" fmla="*/ 2147483646 w 130"/>
              <a:gd name="T53" fmla="*/ 2147483646 h 131"/>
              <a:gd name="T54" fmla="*/ 2147483646 w 130"/>
              <a:gd name="T55" fmla="*/ 2147483646 h 131"/>
              <a:gd name="T56" fmla="*/ 2147483646 w 130"/>
              <a:gd name="T57" fmla="*/ 2147483646 h 131"/>
              <a:gd name="T58" fmla="*/ 2147483646 w 130"/>
              <a:gd name="T59" fmla="*/ 2147483646 h 131"/>
              <a:gd name="T60" fmla="*/ 2147483646 w 130"/>
              <a:gd name="T61" fmla="*/ 2147483646 h 131"/>
              <a:gd name="T62" fmla="*/ 2147483646 w 130"/>
              <a:gd name="T63" fmla="*/ 2147483646 h 131"/>
              <a:gd name="T64" fmla="*/ 2147483646 w 130"/>
              <a:gd name="T65" fmla="*/ 2147483646 h 131"/>
              <a:gd name="T66" fmla="*/ 2147483646 w 130"/>
              <a:gd name="T67" fmla="*/ 2147483646 h 131"/>
              <a:gd name="T68" fmla="*/ 2147483646 w 130"/>
              <a:gd name="T69" fmla="*/ 2147483646 h 131"/>
              <a:gd name="T70" fmla="*/ 2147483646 w 130"/>
              <a:gd name="T71" fmla="*/ 2147483646 h 131"/>
              <a:gd name="T72" fmla="*/ 2147483646 w 130"/>
              <a:gd name="T73" fmla="*/ 2147483646 h 131"/>
              <a:gd name="T74" fmla="*/ 2147483646 w 130"/>
              <a:gd name="T75" fmla="*/ 2147483646 h 131"/>
              <a:gd name="T76" fmla="*/ 2147483646 w 130"/>
              <a:gd name="T77" fmla="*/ 2147483646 h 131"/>
              <a:gd name="T78" fmla="*/ 2147483646 w 130"/>
              <a:gd name="T79" fmla="*/ 2147483646 h 131"/>
              <a:gd name="T80" fmla="*/ 2147483646 w 130"/>
              <a:gd name="T81" fmla="*/ 2147483646 h 131"/>
              <a:gd name="T82" fmla="*/ 2147483646 w 130"/>
              <a:gd name="T83" fmla="*/ 2147483646 h 131"/>
              <a:gd name="T84" fmla="*/ 2147483646 w 130"/>
              <a:gd name="T85" fmla="*/ 2147483646 h 131"/>
              <a:gd name="T86" fmla="*/ 2147483646 w 130"/>
              <a:gd name="T87" fmla="*/ 0 h 13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30"/>
              <a:gd name="T133" fmla="*/ 0 h 131"/>
              <a:gd name="T134" fmla="*/ 130 w 130"/>
              <a:gd name="T135" fmla="*/ 131 h 131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30" h="131">
                <a:moveTo>
                  <a:pt x="64" y="0"/>
                </a:moveTo>
                <a:lnTo>
                  <a:pt x="61" y="0"/>
                </a:lnTo>
                <a:lnTo>
                  <a:pt x="58" y="2"/>
                </a:lnTo>
                <a:lnTo>
                  <a:pt x="54" y="2"/>
                </a:lnTo>
                <a:lnTo>
                  <a:pt x="51" y="2"/>
                </a:lnTo>
                <a:lnTo>
                  <a:pt x="48" y="3"/>
                </a:lnTo>
                <a:lnTo>
                  <a:pt x="46" y="3"/>
                </a:lnTo>
                <a:lnTo>
                  <a:pt x="43" y="5"/>
                </a:lnTo>
                <a:lnTo>
                  <a:pt x="40" y="6"/>
                </a:lnTo>
                <a:lnTo>
                  <a:pt x="37" y="7"/>
                </a:lnTo>
                <a:lnTo>
                  <a:pt x="34" y="9"/>
                </a:lnTo>
                <a:lnTo>
                  <a:pt x="31" y="10"/>
                </a:lnTo>
                <a:lnTo>
                  <a:pt x="28" y="12"/>
                </a:lnTo>
                <a:lnTo>
                  <a:pt x="25" y="13"/>
                </a:lnTo>
                <a:lnTo>
                  <a:pt x="23" y="16"/>
                </a:lnTo>
                <a:lnTo>
                  <a:pt x="21" y="17"/>
                </a:lnTo>
                <a:lnTo>
                  <a:pt x="18" y="20"/>
                </a:lnTo>
                <a:lnTo>
                  <a:pt x="17" y="22"/>
                </a:lnTo>
                <a:lnTo>
                  <a:pt x="14" y="25"/>
                </a:lnTo>
                <a:lnTo>
                  <a:pt x="12" y="28"/>
                </a:lnTo>
                <a:lnTo>
                  <a:pt x="11" y="29"/>
                </a:lnTo>
                <a:lnTo>
                  <a:pt x="8" y="32"/>
                </a:lnTo>
                <a:lnTo>
                  <a:pt x="7" y="35"/>
                </a:lnTo>
                <a:lnTo>
                  <a:pt x="5" y="38"/>
                </a:lnTo>
                <a:lnTo>
                  <a:pt x="4" y="40"/>
                </a:lnTo>
                <a:lnTo>
                  <a:pt x="4" y="43"/>
                </a:lnTo>
                <a:lnTo>
                  <a:pt x="2" y="46"/>
                </a:lnTo>
                <a:lnTo>
                  <a:pt x="1" y="49"/>
                </a:lnTo>
                <a:lnTo>
                  <a:pt x="1" y="53"/>
                </a:lnTo>
                <a:lnTo>
                  <a:pt x="0" y="56"/>
                </a:lnTo>
                <a:lnTo>
                  <a:pt x="0" y="59"/>
                </a:lnTo>
                <a:lnTo>
                  <a:pt x="0" y="62"/>
                </a:lnTo>
                <a:lnTo>
                  <a:pt x="0" y="66"/>
                </a:lnTo>
                <a:lnTo>
                  <a:pt x="0" y="69"/>
                </a:lnTo>
                <a:lnTo>
                  <a:pt x="0" y="72"/>
                </a:lnTo>
                <a:lnTo>
                  <a:pt x="0" y="76"/>
                </a:lnTo>
                <a:lnTo>
                  <a:pt x="1" y="79"/>
                </a:lnTo>
                <a:lnTo>
                  <a:pt x="1" y="82"/>
                </a:lnTo>
                <a:lnTo>
                  <a:pt x="2" y="85"/>
                </a:lnTo>
                <a:lnTo>
                  <a:pt x="4" y="88"/>
                </a:lnTo>
                <a:lnTo>
                  <a:pt x="4" y="91"/>
                </a:lnTo>
                <a:lnTo>
                  <a:pt x="5" y="94"/>
                </a:lnTo>
                <a:lnTo>
                  <a:pt x="7" y="96"/>
                </a:lnTo>
                <a:lnTo>
                  <a:pt x="8" y="99"/>
                </a:lnTo>
                <a:lnTo>
                  <a:pt x="11" y="102"/>
                </a:lnTo>
                <a:lnTo>
                  <a:pt x="12" y="105"/>
                </a:lnTo>
                <a:lnTo>
                  <a:pt x="14" y="108"/>
                </a:lnTo>
                <a:lnTo>
                  <a:pt x="17" y="109"/>
                </a:lnTo>
                <a:lnTo>
                  <a:pt x="18" y="112"/>
                </a:lnTo>
                <a:lnTo>
                  <a:pt x="21" y="114"/>
                </a:lnTo>
                <a:lnTo>
                  <a:pt x="23" y="117"/>
                </a:lnTo>
                <a:lnTo>
                  <a:pt x="25" y="118"/>
                </a:lnTo>
                <a:lnTo>
                  <a:pt x="28" y="119"/>
                </a:lnTo>
                <a:lnTo>
                  <a:pt x="31" y="122"/>
                </a:lnTo>
                <a:lnTo>
                  <a:pt x="34" y="124"/>
                </a:lnTo>
                <a:lnTo>
                  <a:pt x="37" y="125"/>
                </a:lnTo>
                <a:lnTo>
                  <a:pt x="40" y="127"/>
                </a:lnTo>
                <a:lnTo>
                  <a:pt x="43" y="127"/>
                </a:lnTo>
                <a:lnTo>
                  <a:pt x="46" y="128"/>
                </a:lnTo>
                <a:lnTo>
                  <a:pt x="48" y="130"/>
                </a:lnTo>
                <a:lnTo>
                  <a:pt x="51" y="130"/>
                </a:lnTo>
                <a:lnTo>
                  <a:pt x="54" y="131"/>
                </a:lnTo>
                <a:lnTo>
                  <a:pt x="58" y="131"/>
                </a:lnTo>
                <a:lnTo>
                  <a:pt x="61" y="131"/>
                </a:lnTo>
                <a:lnTo>
                  <a:pt x="64" y="131"/>
                </a:lnTo>
                <a:lnTo>
                  <a:pt x="69" y="131"/>
                </a:lnTo>
                <a:lnTo>
                  <a:pt x="71" y="131"/>
                </a:lnTo>
                <a:lnTo>
                  <a:pt x="74" y="131"/>
                </a:lnTo>
                <a:lnTo>
                  <a:pt x="77" y="130"/>
                </a:lnTo>
                <a:lnTo>
                  <a:pt x="81" y="130"/>
                </a:lnTo>
                <a:lnTo>
                  <a:pt x="84" y="128"/>
                </a:lnTo>
                <a:lnTo>
                  <a:pt x="87" y="127"/>
                </a:lnTo>
                <a:lnTo>
                  <a:pt x="90" y="127"/>
                </a:lnTo>
                <a:lnTo>
                  <a:pt x="93" y="125"/>
                </a:lnTo>
                <a:lnTo>
                  <a:pt x="96" y="124"/>
                </a:lnTo>
                <a:lnTo>
                  <a:pt x="99" y="122"/>
                </a:lnTo>
                <a:lnTo>
                  <a:pt x="102" y="119"/>
                </a:lnTo>
                <a:lnTo>
                  <a:pt x="103" y="118"/>
                </a:lnTo>
                <a:lnTo>
                  <a:pt x="106" y="117"/>
                </a:lnTo>
                <a:lnTo>
                  <a:pt x="109" y="114"/>
                </a:lnTo>
                <a:lnTo>
                  <a:pt x="110" y="112"/>
                </a:lnTo>
                <a:lnTo>
                  <a:pt x="113" y="109"/>
                </a:lnTo>
                <a:lnTo>
                  <a:pt x="115" y="108"/>
                </a:lnTo>
                <a:lnTo>
                  <a:pt x="117" y="105"/>
                </a:lnTo>
                <a:lnTo>
                  <a:pt x="119" y="102"/>
                </a:lnTo>
                <a:lnTo>
                  <a:pt x="120" y="99"/>
                </a:lnTo>
                <a:lnTo>
                  <a:pt x="122" y="96"/>
                </a:lnTo>
                <a:lnTo>
                  <a:pt x="123" y="94"/>
                </a:lnTo>
                <a:lnTo>
                  <a:pt x="125" y="91"/>
                </a:lnTo>
                <a:lnTo>
                  <a:pt x="126" y="88"/>
                </a:lnTo>
                <a:lnTo>
                  <a:pt x="128" y="85"/>
                </a:lnTo>
                <a:lnTo>
                  <a:pt x="128" y="82"/>
                </a:lnTo>
                <a:lnTo>
                  <a:pt x="129" y="79"/>
                </a:lnTo>
                <a:lnTo>
                  <a:pt x="129" y="76"/>
                </a:lnTo>
                <a:lnTo>
                  <a:pt x="129" y="72"/>
                </a:lnTo>
                <a:lnTo>
                  <a:pt x="130" y="69"/>
                </a:lnTo>
                <a:lnTo>
                  <a:pt x="130" y="66"/>
                </a:lnTo>
                <a:lnTo>
                  <a:pt x="130" y="62"/>
                </a:lnTo>
                <a:lnTo>
                  <a:pt x="129" y="59"/>
                </a:lnTo>
                <a:lnTo>
                  <a:pt x="129" y="56"/>
                </a:lnTo>
                <a:lnTo>
                  <a:pt x="129" y="53"/>
                </a:lnTo>
                <a:lnTo>
                  <a:pt x="128" y="49"/>
                </a:lnTo>
                <a:lnTo>
                  <a:pt x="128" y="46"/>
                </a:lnTo>
                <a:lnTo>
                  <a:pt x="126" y="43"/>
                </a:lnTo>
                <a:lnTo>
                  <a:pt x="125" y="40"/>
                </a:lnTo>
                <a:lnTo>
                  <a:pt x="123" y="38"/>
                </a:lnTo>
                <a:lnTo>
                  <a:pt x="122" y="35"/>
                </a:lnTo>
                <a:lnTo>
                  <a:pt x="120" y="32"/>
                </a:lnTo>
                <a:lnTo>
                  <a:pt x="119" y="29"/>
                </a:lnTo>
                <a:lnTo>
                  <a:pt x="117" y="28"/>
                </a:lnTo>
                <a:lnTo>
                  <a:pt x="115" y="25"/>
                </a:lnTo>
                <a:lnTo>
                  <a:pt x="113" y="22"/>
                </a:lnTo>
                <a:lnTo>
                  <a:pt x="110" y="20"/>
                </a:lnTo>
                <a:lnTo>
                  <a:pt x="109" y="17"/>
                </a:lnTo>
                <a:lnTo>
                  <a:pt x="106" y="16"/>
                </a:lnTo>
                <a:lnTo>
                  <a:pt x="103" y="13"/>
                </a:lnTo>
                <a:lnTo>
                  <a:pt x="102" y="12"/>
                </a:lnTo>
                <a:lnTo>
                  <a:pt x="99" y="10"/>
                </a:lnTo>
                <a:lnTo>
                  <a:pt x="96" y="9"/>
                </a:lnTo>
                <a:lnTo>
                  <a:pt x="93" y="7"/>
                </a:lnTo>
                <a:lnTo>
                  <a:pt x="90" y="6"/>
                </a:lnTo>
                <a:lnTo>
                  <a:pt x="87" y="5"/>
                </a:lnTo>
                <a:lnTo>
                  <a:pt x="84" y="3"/>
                </a:lnTo>
                <a:lnTo>
                  <a:pt x="81" y="3"/>
                </a:lnTo>
                <a:lnTo>
                  <a:pt x="77" y="2"/>
                </a:lnTo>
                <a:lnTo>
                  <a:pt x="74" y="2"/>
                </a:lnTo>
                <a:lnTo>
                  <a:pt x="71" y="2"/>
                </a:lnTo>
                <a:lnTo>
                  <a:pt x="69" y="0"/>
                </a:lnTo>
                <a:lnTo>
                  <a:pt x="64" y="0"/>
                </a:lnTo>
              </a:path>
            </a:pathLst>
          </a:cu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2" name="Line 8">
            <a:extLst>
              <a:ext uri="{FF2B5EF4-FFF2-40B4-BE49-F238E27FC236}">
                <a16:creationId xmlns:a16="http://schemas.microsoft.com/office/drawing/2014/main" id="{4BEB24FC-5795-44AD-86FA-555AE1899A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8050" y="1193800"/>
            <a:ext cx="32067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Freeform 9">
            <a:extLst>
              <a:ext uri="{FF2B5EF4-FFF2-40B4-BE49-F238E27FC236}">
                <a16:creationId xmlns:a16="http://schemas.microsoft.com/office/drawing/2014/main" id="{383EC506-0735-4A63-8BD8-A20ADFF92AB4}"/>
              </a:ext>
            </a:extLst>
          </p:cNvPr>
          <p:cNvSpPr>
            <a:spLocks/>
          </p:cNvSpPr>
          <p:nvPr/>
        </p:nvSpPr>
        <p:spPr bwMode="auto">
          <a:xfrm>
            <a:off x="5038725" y="1033462"/>
            <a:ext cx="319088" cy="320675"/>
          </a:xfrm>
          <a:custGeom>
            <a:avLst/>
            <a:gdLst>
              <a:gd name="T0" fmla="*/ 2147483646 w 403"/>
              <a:gd name="T1" fmla="*/ 2147483646 h 402"/>
              <a:gd name="T2" fmla="*/ 0 w 403"/>
              <a:gd name="T3" fmla="*/ 2147483646 h 402"/>
              <a:gd name="T4" fmla="*/ 0 w 403"/>
              <a:gd name="T5" fmla="*/ 0 h 402"/>
              <a:gd name="T6" fmla="*/ 2147483646 w 403"/>
              <a:gd name="T7" fmla="*/ 2147483646 h 402"/>
              <a:gd name="T8" fmla="*/ 0 60000 65536"/>
              <a:gd name="T9" fmla="*/ 0 60000 65536"/>
              <a:gd name="T10" fmla="*/ 0 60000 65536"/>
              <a:gd name="T11" fmla="*/ 0 60000 65536"/>
              <a:gd name="T12" fmla="*/ 0 w 403"/>
              <a:gd name="T13" fmla="*/ 0 h 402"/>
              <a:gd name="T14" fmla="*/ 403 w 403"/>
              <a:gd name="T15" fmla="*/ 402 h 4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3" h="402">
                <a:moveTo>
                  <a:pt x="403" y="201"/>
                </a:moveTo>
                <a:lnTo>
                  <a:pt x="0" y="402"/>
                </a:lnTo>
                <a:lnTo>
                  <a:pt x="0" y="0"/>
                </a:lnTo>
                <a:lnTo>
                  <a:pt x="403" y="201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4" name="Freeform 11">
            <a:extLst>
              <a:ext uri="{FF2B5EF4-FFF2-40B4-BE49-F238E27FC236}">
                <a16:creationId xmlns:a16="http://schemas.microsoft.com/office/drawing/2014/main" id="{9E4AD6F5-1E24-41A8-A135-8375701998A3}"/>
              </a:ext>
            </a:extLst>
          </p:cNvPr>
          <p:cNvSpPr>
            <a:spLocks/>
          </p:cNvSpPr>
          <p:nvPr/>
        </p:nvSpPr>
        <p:spPr bwMode="auto">
          <a:xfrm>
            <a:off x="5378450" y="1143000"/>
            <a:ext cx="103188" cy="103187"/>
          </a:xfrm>
          <a:custGeom>
            <a:avLst/>
            <a:gdLst>
              <a:gd name="T0" fmla="*/ 2147483646 w 130"/>
              <a:gd name="T1" fmla="*/ 2147483646 h 131"/>
              <a:gd name="T2" fmla="*/ 2147483646 w 130"/>
              <a:gd name="T3" fmla="*/ 2147483646 h 131"/>
              <a:gd name="T4" fmla="*/ 2147483646 w 130"/>
              <a:gd name="T5" fmla="*/ 2147483646 h 131"/>
              <a:gd name="T6" fmla="*/ 2147483646 w 130"/>
              <a:gd name="T7" fmla="*/ 2147483646 h 131"/>
              <a:gd name="T8" fmla="*/ 2147483646 w 130"/>
              <a:gd name="T9" fmla="*/ 2147483646 h 131"/>
              <a:gd name="T10" fmla="*/ 2147483646 w 130"/>
              <a:gd name="T11" fmla="*/ 2147483646 h 131"/>
              <a:gd name="T12" fmla="*/ 2147483646 w 130"/>
              <a:gd name="T13" fmla="*/ 2147483646 h 131"/>
              <a:gd name="T14" fmla="*/ 2147483646 w 130"/>
              <a:gd name="T15" fmla="*/ 2147483646 h 131"/>
              <a:gd name="T16" fmla="*/ 2147483646 w 130"/>
              <a:gd name="T17" fmla="*/ 2147483646 h 131"/>
              <a:gd name="T18" fmla="*/ 0 w 130"/>
              <a:gd name="T19" fmla="*/ 2147483646 h 131"/>
              <a:gd name="T20" fmla="*/ 0 w 130"/>
              <a:gd name="T21" fmla="*/ 2147483646 h 131"/>
              <a:gd name="T22" fmla="*/ 0 w 130"/>
              <a:gd name="T23" fmla="*/ 2147483646 h 131"/>
              <a:gd name="T24" fmla="*/ 2147483646 w 130"/>
              <a:gd name="T25" fmla="*/ 2147483646 h 131"/>
              <a:gd name="T26" fmla="*/ 2147483646 w 130"/>
              <a:gd name="T27" fmla="*/ 2147483646 h 131"/>
              <a:gd name="T28" fmla="*/ 2147483646 w 130"/>
              <a:gd name="T29" fmla="*/ 2147483646 h 131"/>
              <a:gd name="T30" fmla="*/ 2147483646 w 130"/>
              <a:gd name="T31" fmla="*/ 2147483646 h 131"/>
              <a:gd name="T32" fmla="*/ 2147483646 w 130"/>
              <a:gd name="T33" fmla="*/ 2147483646 h 131"/>
              <a:gd name="T34" fmla="*/ 2147483646 w 130"/>
              <a:gd name="T35" fmla="*/ 2147483646 h 131"/>
              <a:gd name="T36" fmla="*/ 2147483646 w 130"/>
              <a:gd name="T37" fmla="*/ 2147483646 h 131"/>
              <a:gd name="T38" fmla="*/ 2147483646 w 130"/>
              <a:gd name="T39" fmla="*/ 2147483646 h 131"/>
              <a:gd name="T40" fmla="*/ 2147483646 w 130"/>
              <a:gd name="T41" fmla="*/ 2147483646 h 131"/>
              <a:gd name="T42" fmla="*/ 2147483646 w 130"/>
              <a:gd name="T43" fmla="*/ 2147483646 h 131"/>
              <a:gd name="T44" fmla="*/ 2147483646 w 130"/>
              <a:gd name="T45" fmla="*/ 2147483646 h 131"/>
              <a:gd name="T46" fmla="*/ 2147483646 w 130"/>
              <a:gd name="T47" fmla="*/ 2147483646 h 131"/>
              <a:gd name="T48" fmla="*/ 2147483646 w 130"/>
              <a:gd name="T49" fmla="*/ 2147483646 h 131"/>
              <a:gd name="T50" fmla="*/ 2147483646 w 130"/>
              <a:gd name="T51" fmla="*/ 2147483646 h 131"/>
              <a:gd name="T52" fmla="*/ 2147483646 w 130"/>
              <a:gd name="T53" fmla="*/ 2147483646 h 131"/>
              <a:gd name="T54" fmla="*/ 2147483646 w 130"/>
              <a:gd name="T55" fmla="*/ 2147483646 h 131"/>
              <a:gd name="T56" fmla="*/ 2147483646 w 130"/>
              <a:gd name="T57" fmla="*/ 2147483646 h 131"/>
              <a:gd name="T58" fmla="*/ 2147483646 w 130"/>
              <a:gd name="T59" fmla="*/ 2147483646 h 131"/>
              <a:gd name="T60" fmla="*/ 2147483646 w 130"/>
              <a:gd name="T61" fmla="*/ 2147483646 h 131"/>
              <a:gd name="T62" fmla="*/ 2147483646 w 130"/>
              <a:gd name="T63" fmla="*/ 2147483646 h 131"/>
              <a:gd name="T64" fmla="*/ 2147483646 w 130"/>
              <a:gd name="T65" fmla="*/ 2147483646 h 131"/>
              <a:gd name="T66" fmla="*/ 2147483646 w 130"/>
              <a:gd name="T67" fmla="*/ 2147483646 h 131"/>
              <a:gd name="T68" fmla="*/ 2147483646 w 130"/>
              <a:gd name="T69" fmla="*/ 2147483646 h 131"/>
              <a:gd name="T70" fmla="*/ 2147483646 w 130"/>
              <a:gd name="T71" fmla="*/ 2147483646 h 131"/>
              <a:gd name="T72" fmla="*/ 2147483646 w 130"/>
              <a:gd name="T73" fmla="*/ 2147483646 h 131"/>
              <a:gd name="T74" fmla="*/ 2147483646 w 130"/>
              <a:gd name="T75" fmla="*/ 2147483646 h 131"/>
              <a:gd name="T76" fmla="*/ 2147483646 w 130"/>
              <a:gd name="T77" fmla="*/ 2147483646 h 131"/>
              <a:gd name="T78" fmla="*/ 2147483646 w 130"/>
              <a:gd name="T79" fmla="*/ 2147483646 h 131"/>
              <a:gd name="T80" fmla="*/ 2147483646 w 130"/>
              <a:gd name="T81" fmla="*/ 2147483646 h 131"/>
              <a:gd name="T82" fmla="*/ 2147483646 w 130"/>
              <a:gd name="T83" fmla="*/ 2147483646 h 131"/>
              <a:gd name="T84" fmla="*/ 2147483646 w 130"/>
              <a:gd name="T85" fmla="*/ 2147483646 h 131"/>
              <a:gd name="T86" fmla="*/ 2147483646 w 130"/>
              <a:gd name="T87" fmla="*/ 0 h 13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30"/>
              <a:gd name="T133" fmla="*/ 0 h 131"/>
              <a:gd name="T134" fmla="*/ 130 w 130"/>
              <a:gd name="T135" fmla="*/ 131 h 131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30" h="131">
                <a:moveTo>
                  <a:pt x="64" y="0"/>
                </a:moveTo>
                <a:lnTo>
                  <a:pt x="61" y="0"/>
                </a:lnTo>
                <a:lnTo>
                  <a:pt x="59" y="2"/>
                </a:lnTo>
                <a:lnTo>
                  <a:pt x="54" y="2"/>
                </a:lnTo>
                <a:lnTo>
                  <a:pt x="51" y="2"/>
                </a:lnTo>
                <a:lnTo>
                  <a:pt x="48" y="3"/>
                </a:lnTo>
                <a:lnTo>
                  <a:pt x="46" y="3"/>
                </a:lnTo>
                <a:lnTo>
                  <a:pt x="43" y="5"/>
                </a:lnTo>
                <a:lnTo>
                  <a:pt x="40" y="6"/>
                </a:lnTo>
                <a:lnTo>
                  <a:pt x="37" y="7"/>
                </a:lnTo>
                <a:lnTo>
                  <a:pt x="34" y="9"/>
                </a:lnTo>
                <a:lnTo>
                  <a:pt x="31" y="10"/>
                </a:lnTo>
                <a:lnTo>
                  <a:pt x="28" y="12"/>
                </a:lnTo>
                <a:lnTo>
                  <a:pt x="25" y="13"/>
                </a:lnTo>
                <a:lnTo>
                  <a:pt x="23" y="16"/>
                </a:lnTo>
                <a:lnTo>
                  <a:pt x="21" y="17"/>
                </a:lnTo>
                <a:lnTo>
                  <a:pt x="18" y="20"/>
                </a:lnTo>
                <a:lnTo>
                  <a:pt x="17" y="22"/>
                </a:lnTo>
                <a:lnTo>
                  <a:pt x="14" y="25"/>
                </a:lnTo>
                <a:lnTo>
                  <a:pt x="13" y="28"/>
                </a:lnTo>
                <a:lnTo>
                  <a:pt x="11" y="29"/>
                </a:lnTo>
                <a:lnTo>
                  <a:pt x="8" y="32"/>
                </a:lnTo>
                <a:lnTo>
                  <a:pt x="7" y="35"/>
                </a:lnTo>
                <a:lnTo>
                  <a:pt x="5" y="38"/>
                </a:lnTo>
                <a:lnTo>
                  <a:pt x="4" y="40"/>
                </a:lnTo>
                <a:lnTo>
                  <a:pt x="4" y="43"/>
                </a:lnTo>
                <a:lnTo>
                  <a:pt x="2" y="46"/>
                </a:lnTo>
                <a:lnTo>
                  <a:pt x="1" y="49"/>
                </a:lnTo>
                <a:lnTo>
                  <a:pt x="1" y="53"/>
                </a:lnTo>
                <a:lnTo>
                  <a:pt x="0" y="56"/>
                </a:lnTo>
                <a:lnTo>
                  <a:pt x="0" y="59"/>
                </a:lnTo>
                <a:lnTo>
                  <a:pt x="0" y="62"/>
                </a:lnTo>
                <a:lnTo>
                  <a:pt x="0" y="66"/>
                </a:lnTo>
                <a:lnTo>
                  <a:pt x="0" y="69"/>
                </a:lnTo>
                <a:lnTo>
                  <a:pt x="0" y="72"/>
                </a:lnTo>
                <a:lnTo>
                  <a:pt x="0" y="76"/>
                </a:lnTo>
                <a:lnTo>
                  <a:pt x="1" y="79"/>
                </a:lnTo>
                <a:lnTo>
                  <a:pt x="1" y="82"/>
                </a:lnTo>
                <a:lnTo>
                  <a:pt x="2" y="85"/>
                </a:lnTo>
                <a:lnTo>
                  <a:pt x="4" y="88"/>
                </a:lnTo>
                <a:lnTo>
                  <a:pt x="4" y="91"/>
                </a:lnTo>
                <a:lnTo>
                  <a:pt x="5" y="94"/>
                </a:lnTo>
                <a:lnTo>
                  <a:pt x="7" y="96"/>
                </a:lnTo>
                <a:lnTo>
                  <a:pt x="8" y="99"/>
                </a:lnTo>
                <a:lnTo>
                  <a:pt x="11" y="102"/>
                </a:lnTo>
                <a:lnTo>
                  <a:pt x="13" y="105"/>
                </a:lnTo>
                <a:lnTo>
                  <a:pt x="14" y="108"/>
                </a:lnTo>
                <a:lnTo>
                  <a:pt x="17" y="109"/>
                </a:lnTo>
                <a:lnTo>
                  <a:pt x="18" y="112"/>
                </a:lnTo>
                <a:lnTo>
                  <a:pt x="21" y="114"/>
                </a:lnTo>
                <a:lnTo>
                  <a:pt x="23" y="117"/>
                </a:lnTo>
                <a:lnTo>
                  <a:pt x="25" y="118"/>
                </a:lnTo>
                <a:lnTo>
                  <a:pt x="28" y="119"/>
                </a:lnTo>
                <a:lnTo>
                  <a:pt x="31" y="122"/>
                </a:lnTo>
                <a:lnTo>
                  <a:pt x="34" y="124"/>
                </a:lnTo>
                <a:lnTo>
                  <a:pt x="37" y="125"/>
                </a:lnTo>
                <a:lnTo>
                  <a:pt x="40" y="127"/>
                </a:lnTo>
                <a:lnTo>
                  <a:pt x="43" y="127"/>
                </a:lnTo>
                <a:lnTo>
                  <a:pt x="46" y="128"/>
                </a:lnTo>
                <a:lnTo>
                  <a:pt x="48" y="130"/>
                </a:lnTo>
                <a:lnTo>
                  <a:pt x="51" y="130"/>
                </a:lnTo>
                <a:lnTo>
                  <a:pt x="54" y="131"/>
                </a:lnTo>
                <a:lnTo>
                  <a:pt x="59" y="131"/>
                </a:lnTo>
                <a:lnTo>
                  <a:pt x="61" y="131"/>
                </a:lnTo>
                <a:lnTo>
                  <a:pt x="64" y="131"/>
                </a:lnTo>
                <a:lnTo>
                  <a:pt x="69" y="131"/>
                </a:lnTo>
                <a:lnTo>
                  <a:pt x="71" y="131"/>
                </a:lnTo>
                <a:lnTo>
                  <a:pt x="74" y="131"/>
                </a:lnTo>
                <a:lnTo>
                  <a:pt x="77" y="130"/>
                </a:lnTo>
                <a:lnTo>
                  <a:pt x="82" y="130"/>
                </a:lnTo>
                <a:lnTo>
                  <a:pt x="84" y="128"/>
                </a:lnTo>
                <a:lnTo>
                  <a:pt x="87" y="127"/>
                </a:lnTo>
                <a:lnTo>
                  <a:pt x="90" y="127"/>
                </a:lnTo>
                <a:lnTo>
                  <a:pt x="93" y="125"/>
                </a:lnTo>
                <a:lnTo>
                  <a:pt x="96" y="124"/>
                </a:lnTo>
                <a:lnTo>
                  <a:pt x="99" y="122"/>
                </a:lnTo>
                <a:lnTo>
                  <a:pt x="102" y="119"/>
                </a:lnTo>
                <a:lnTo>
                  <a:pt x="103" y="118"/>
                </a:lnTo>
                <a:lnTo>
                  <a:pt x="106" y="117"/>
                </a:lnTo>
                <a:lnTo>
                  <a:pt x="109" y="114"/>
                </a:lnTo>
                <a:lnTo>
                  <a:pt x="110" y="112"/>
                </a:lnTo>
                <a:lnTo>
                  <a:pt x="113" y="109"/>
                </a:lnTo>
                <a:lnTo>
                  <a:pt x="115" y="108"/>
                </a:lnTo>
                <a:lnTo>
                  <a:pt x="117" y="105"/>
                </a:lnTo>
                <a:lnTo>
                  <a:pt x="119" y="102"/>
                </a:lnTo>
                <a:lnTo>
                  <a:pt x="120" y="99"/>
                </a:lnTo>
                <a:lnTo>
                  <a:pt x="122" y="96"/>
                </a:lnTo>
                <a:lnTo>
                  <a:pt x="123" y="94"/>
                </a:lnTo>
                <a:lnTo>
                  <a:pt x="125" y="91"/>
                </a:lnTo>
                <a:lnTo>
                  <a:pt x="126" y="88"/>
                </a:lnTo>
                <a:lnTo>
                  <a:pt x="128" y="85"/>
                </a:lnTo>
                <a:lnTo>
                  <a:pt x="128" y="82"/>
                </a:lnTo>
                <a:lnTo>
                  <a:pt x="129" y="79"/>
                </a:lnTo>
                <a:lnTo>
                  <a:pt x="129" y="76"/>
                </a:lnTo>
                <a:lnTo>
                  <a:pt x="129" y="72"/>
                </a:lnTo>
                <a:lnTo>
                  <a:pt x="130" y="69"/>
                </a:lnTo>
                <a:lnTo>
                  <a:pt x="130" y="66"/>
                </a:lnTo>
                <a:lnTo>
                  <a:pt x="130" y="62"/>
                </a:lnTo>
                <a:lnTo>
                  <a:pt x="129" y="59"/>
                </a:lnTo>
                <a:lnTo>
                  <a:pt x="129" y="56"/>
                </a:lnTo>
                <a:lnTo>
                  <a:pt x="129" y="53"/>
                </a:lnTo>
                <a:lnTo>
                  <a:pt x="128" y="49"/>
                </a:lnTo>
                <a:lnTo>
                  <a:pt x="128" y="46"/>
                </a:lnTo>
                <a:lnTo>
                  <a:pt x="126" y="43"/>
                </a:lnTo>
                <a:lnTo>
                  <a:pt x="125" y="40"/>
                </a:lnTo>
                <a:lnTo>
                  <a:pt x="123" y="38"/>
                </a:lnTo>
                <a:lnTo>
                  <a:pt x="122" y="35"/>
                </a:lnTo>
                <a:lnTo>
                  <a:pt x="120" y="32"/>
                </a:lnTo>
                <a:lnTo>
                  <a:pt x="119" y="29"/>
                </a:lnTo>
                <a:lnTo>
                  <a:pt x="117" y="28"/>
                </a:lnTo>
                <a:lnTo>
                  <a:pt x="115" y="25"/>
                </a:lnTo>
                <a:lnTo>
                  <a:pt x="113" y="22"/>
                </a:lnTo>
                <a:lnTo>
                  <a:pt x="110" y="20"/>
                </a:lnTo>
                <a:lnTo>
                  <a:pt x="109" y="17"/>
                </a:lnTo>
                <a:lnTo>
                  <a:pt x="106" y="16"/>
                </a:lnTo>
                <a:lnTo>
                  <a:pt x="103" y="13"/>
                </a:lnTo>
                <a:lnTo>
                  <a:pt x="102" y="12"/>
                </a:lnTo>
                <a:lnTo>
                  <a:pt x="99" y="10"/>
                </a:lnTo>
                <a:lnTo>
                  <a:pt x="96" y="9"/>
                </a:lnTo>
                <a:lnTo>
                  <a:pt x="93" y="7"/>
                </a:lnTo>
                <a:lnTo>
                  <a:pt x="90" y="6"/>
                </a:lnTo>
                <a:lnTo>
                  <a:pt x="87" y="5"/>
                </a:lnTo>
                <a:lnTo>
                  <a:pt x="84" y="3"/>
                </a:lnTo>
                <a:lnTo>
                  <a:pt x="82" y="3"/>
                </a:lnTo>
                <a:lnTo>
                  <a:pt x="77" y="2"/>
                </a:lnTo>
                <a:lnTo>
                  <a:pt x="74" y="2"/>
                </a:lnTo>
                <a:lnTo>
                  <a:pt x="71" y="2"/>
                </a:lnTo>
                <a:lnTo>
                  <a:pt x="69" y="0"/>
                </a:lnTo>
                <a:lnTo>
                  <a:pt x="64" y="0"/>
                </a:lnTo>
              </a:path>
            </a:pathLst>
          </a:cu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5" name="Line 12">
            <a:extLst>
              <a:ext uri="{FF2B5EF4-FFF2-40B4-BE49-F238E27FC236}">
                <a16:creationId xmlns:a16="http://schemas.microsoft.com/office/drawing/2014/main" id="{89650BC6-57D7-428D-A319-5387586F2C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98963" y="1193800"/>
            <a:ext cx="31908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Freeform 13">
            <a:extLst>
              <a:ext uri="{FF2B5EF4-FFF2-40B4-BE49-F238E27FC236}">
                <a16:creationId xmlns:a16="http://schemas.microsoft.com/office/drawing/2014/main" id="{FC027032-A98E-45DF-9E95-8FD6BFD03D07}"/>
              </a:ext>
            </a:extLst>
          </p:cNvPr>
          <p:cNvSpPr>
            <a:spLocks/>
          </p:cNvSpPr>
          <p:nvPr/>
        </p:nvSpPr>
        <p:spPr bwMode="auto">
          <a:xfrm>
            <a:off x="3097213" y="1193800"/>
            <a:ext cx="2922587" cy="661987"/>
          </a:xfrm>
          <a:custGeom>
            <a:avLst/>
            <a:gdLst>
              <a:gd name="T0" fmla="*/ 2147483646 w 3681"/>
              <a:gd name="T1" fmla="*/ 0 h 834"/>
              <a:gd name="T2" fmla="*/ 0 w 3681"/>
              <a:gd name="T3" fmla="*/ 0 h 834"/>
              <a:gd name="T4" fmla="*/ 0 w 3681"/>
              <a:gd name="T5" fmla="*/ 2147483646 h 834"/>
              <a:gd name="T6" fmla="*/ 2147483646 w 3681"/>
              <a:gd name="T7" fmla="*/ 2147483646 h 834"/>
              <a:gd name="T8" fmla="*/ 2147483646 w 3681"/>
              <a:gd name="T9" fmla="*/ 0 h 834"/>
              <a:gd name="T10" fmla="*/ 2147483646 w 3681"/>
              <a:gd name="T11" fmla="*/ 0 h 8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681"/>
              <a:gd name="T19" fmla="*/ 0 h 834"/>
              <a:gd name="T20" fmla="*/ 3681 w 3681"/>
              <a:gd name="T21" fmla="*/ 834 h 8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681" h="834">
                <a:moveTo>
                  <a:pt x="805" y="0"/>
                </a:moveTo>
                <a:lnTo>
                  <a:pt x="0" y="0"/>
                </a:lnTo>
                <a:lnTo>
                  <a:pt x="0" y="834"/>
                </a:lnTo>
                <a:lnTo>
                  <a:pt x="3681" y="834"/>
                </a:lnTo>
                <a:lnTo>
                  <a:pt x="3681" y="0"/>
                </a:lnTo>
                <a:lnTo>
                  <a:pt x="299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Title 1">
            <a:extLst>
              <a:ext uri="{FF2B5EF4-FFF2-40B4-BE49-F238E27FC236}">
                <a16:creationId xmlns:a16="http://schemas.microsoft.com/office/drawing/2014/main" id="{D22057BE-D9AF-416D-AF8C-6C0E6B54E880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09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+mn-lt"/>
              </a:rPr>
              <a:t>A simple memory element with NOT Gates</a:t>
            </a:r>
          </a:p>
        </p:txBody>
      </p:sp>
      <p:sp>
        <p:nvSpPr>
          <p:cNvPr id="12298" name="Rectangle 96">
            <a:extLst>
              <a:ext uri="{FF2B5EF4-FFF2-40B4-BE49-F238E27FC236}">
                <a16:creationId xmlns:a16="http://schemas.microsoft.com/office/drawing/2014/main" id="{381F58ED-94A4-4951-9AA3-9935E1791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762000"/>
            <a:ext cx="219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i="1">
                <a:solidFill>
                  <a:srgbClr val="000000"/>
                </a:solidFill>
                <a:latin typeface="Times-Roman" charset="0"/>
              </a:rPr>
              <a:t>x</a:t>
            </a: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2299" name="Rectangle 96">
            <a:extLst>
              <a:ext uri="{FF2B5EF4-FFF2-40B4-BE49-F238E27FC236}">
                <a16:creationId xmlns:a16="http://schemas.microsoft.com/office/drawing/2014/main" id="{0ADA8B97-B617-4198-BE58-5E291337B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788987"/>
            <a:ext cx="219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i="1">
                <a:solidFill>
                  <a:srgbClr val="000000"/>
                </a:solidFill>
                <a:latin typeface="Times-Roman" charset="0"/>
              </a:rPr>
              <a:t>x</a:t>
            </a: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12300" name="Group 40">
            <a:extLst>
              <a:ext uri="{FF2B5EF4-FFF2-40B4-BE49-F238E27FC236}">
                <a16:creationId xmlns:a16="http://schemas.microsoft.com/office/drawing/2014/main" id="{067DE62A-763B-4ED6-861F-5E964E74D71A}"/>
              </a:ext>
            </a:extLst>
          </p:cNvPr>
          <p:cNvGrpSpPr>
            <a:grpSpLocks/>
          </p:cNvGrpSpPr>
          <p:nvPr/>
        </p:nvGrpSpPr>
        <p:grpSpPr bwMode="auto">
          <a:xfrm>
            <a:off x="4564063" y="800100"/>
            <a:ext cx="236537" cy="369887"/>
            <a:chOff x="2801936" y="2754868"/>
            <a:chExt cx="236574" cy="369332"/>
          </a:xfrm>
        </p:grpSpPr>
        <p:sp>
          <p:nvSpPr>
            <p:cNvPr id="12301" name="Line 97">
              <a:extLst>
                <a:ext uri="{FF2B5EF4-FFF2-40B4-BE49-F238E27FC236}">
                  <a16:creationId xmlns:a16="http://schemas.microsoft.com/office/drawing/2014/main" id="{1CBD0235-0F70-4FA3-AC4E-A53EAE8D00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01936" y="2816224"/>
              <a:ext cx="169863" cy="317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Rectangle 96">
              <a:extLst>
                <a:ext uri="{FF2B5EF4-FFF2-40B4-BE49-F238E27FC236}">
                  <a16:creationId xmlns:a16="http://schemas.microsoft.com/office/drawing/2014/main" id="{04D42AFD-7FD5-4D10-8831-D83DC7DE2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2754868"/>
              <a:ext cx="2191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C5F34C2-B8C9-48D4-82B4-BBD52C292440}"/>
              </a:ext>
            </a:extLst>
          </p:cNvPr>
          <p:cNvSpPr txBox="1">
            <a:spLocks/>
          </p:cNvSpPr>
          <p:nvPr/>
        </p:nvSpPr>
        <p:spPr bwMode="auto">
          <a:xfrm>
            <a:off x="0" y="1981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+mn-lt"/>
              </a:rPr>
              <a:t>A simple memory element with NAND Gates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77DB7DD-4D69-41A2-B103-D7D10543A8A1}"/>
              </a:ext>
            </a:extLst>
          </p:cNvPr>
          <p:cNvSpPr txBox="1">
            <a:spLocks/>
          </p:cNvSpPr>
          <p:nvPr/>
        </p:nvSpPr>
        <p:spPr bwMode="auto">
          <a:xfrm>
            <a:off x="0" y="4267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+mn-lt"/>
              </a:rPr>
              <a:t>A simple memory element with NOT Gates</a:t>
            </a:r>
          </a:p>
        </p:txBody>
      </p:sp>
      <p:grpSp>
        <p:nvGrpSpPr>
          <p:cNvPr id="18" name="Group 3">
            <a:extLst>
              <a:ext uri="{FF2B5EF4-FFF2-40B4-BE49-F238E27FC236}">
                <a16:creationId xmlns:a16="http://schemas.microsoft.com/office/drawing/2014/main" id="{A83166D4-EE62-4F2A-A7A7-814B8033501E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590800"/>
            <a:ext cx="6318250" cy="1590675"/>
            <a:chOff x="1600200" y="2752335"/>
            <a:chExt cx="6318978" cy="1591065"/>
          </a:xfrm>
        </p:grpSpPr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25653989-A50D-4259-9A47-525A11FF6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200" y="3232719"/>
              <a:ext cx="6318978" cy="1110681"/>
            </a:xfrm>
            <a:custGeom>
              <a:avLst/>
              <a:gdLst>
                <a:gd name="T0" fmla="*/ 2147483646 w 3681"/>
                <a:gd name="T1" fmla="*/ 0 h 834"/>
                <a:gd name="T2" fmla="*/ 0 w 3681"/>
                <a:gd name="T3" fmla="*/ 0 h 834"/>
                <a:gd name="T4" fmla="*/ 0 w 3681"/>
                <a:gd name="T5" fmla="*/ 2147483646 h 834"/>
                <a:gd name="T6" fmla="*/ 2147483646 w 3681"/>
                <a:gd name="T7" fmla="*/ 2147483646 h 834"/>
                <a:gd name="T8" fmla="*/ 2147483646 w 3681"/>
                <a:gd name="T9" fmla="*/ 0 h 834"/>
                <a:gd name="T10" fmla="*/ 2147483646 w 3681"/>
                <a:gd name="T11" fmla="*/ 0 h 8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81"/>
                <a:gd name="T19" fmla="*/ 0 h 834"/>
                <a:gd name="T20" fmla="*/ 3681 w 3681"/>
                <a:gd name="T21" fmla="*/ 834 h 8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81" h="834">
                  <a:moveTo>
                    <a:pt x="805" y="0"/>
                  </a:moveTo>
                  <a:lnTo>
                    <a:pt x="0" y="0"/>
                  </a:lnTo>
                  <a:lnTo>
                    <a:pt x="0" y="834"/>
                  </a:lnTo>
                  <a:lnTo>
                    <a:pt x="3681" y="834"/>
                  </a:lnTo>
                  <a:lnTo>
                    <a:pt x="3681" y="0"/>
                  </a:lnTo>
                  <a:lnTo>
                    <a:pt x="299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8D5CD5F7-CC79-417A-B5B2-40726070B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449" y="2776148"/>
              <a:ext cx="314257" cy="1587"/>
            </a:xfrm>
            <a:custGeom>
              <a:avLst/>
              <a:gdLst>
                <a:gd name="T0" fmla="*/ 2147483646 w 395"/>
                <a:gd name="T1" fmla="*/ 0 h 1587"/>
                <a:gd name="T2" fmla="*/ 0 w 395"/>
                <a:gd name="T3" fmla="*/ 0 h 1587"/>
                <a:gd name="T4" fmla="*/ 2147483646 w 39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1587">
                  <a:moveTo>
                    <a:pt x="395" y="0"/>
                  </a:moveTo>
                  <a:lnTo>
                    <a:pt x="0" y="0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60">
              <a:extLst>
                <a:ext uri="{FF2B5EF4-FFF2-40B4-BE49-F238E27FC236}">
                  <a16:creationId xmlns:a16="http://schemas.microsoft.com/office/drawing/2014/main" id="{2C79F24C-F90E-4E13-979A-9A9009D2E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449" y="2776148"/>
              <a:ext cx="314257" cy="1587"/>
            </a:xfrm>
            <a:custGeom>
              <a:avLst/>
              <a:gdLst>
                <a:gd name="T0" fmla="*/ 2147483646 w 395"/>
                <a:gd name="T1" fmla="*/ 0 h 1587"/>
                <a:gd name="T2" fmla="*/ 0 w 395"/>
                <a:gd name="T3" fmla="*/ 0 h 1587"/>
                <a:gd name="T4" fmla="*/ 2147483646 w 39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1587">
                  <a:moveTo>
                    <a:pt x="395" y="0"/>
                  </a:moveTo>
                  <a:lnTo>
                    <a:pt x="0" y="0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74">
              <a:extLst>
                <a:ext uri="{FF2B5EF4-FFF2-40B4-BE49-F238E27FC236}">
                  <a16:creationId xmlns:a16="http://schemas.microsoft.com/office/drawing/2014/main" id="{94003ED7-4027-4925-A4EC-8B33BB098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7393" y="2980935"/>
              <a:ext cx="522175" cy="523875"/>
            </a:xfrm>
            <a:custGeom>
              <a:avLst/>
              <a:gdLst>
                <a:gd name="T0" fmla="*/ 2147483646 w 660"/>
                <a:gd name="T1" fmla="*/ 2147483646 h 660"/>
                <a:gd name="T2" fmla="*/ 2147483646 w 660"/>
                <a:gd name="T3" fmla="*/ 2147483646 h 660"/>
                <a:gd name="T4" fmla="*/ 2147483646 w 660"/>
                <a:gd name="T5" fmla="*/ 2147483646 h 660"/>
                <a:gd name="T6" fmla="*/ 2147483646 w 660"/>
                <a:gd name="T7" fmla="*/ 2147483646 h 660"/>
                <a:gd name="T8" fmla="*/ 2147483646 w 660"/>
                <a:gd name="T9" fmla="*/ 2147483646 h 660"/>
                <a:gd name="T10" fmla="*/ 2147483646 w 660"/>
                <a:gd name="T11" fmla="*/ 2147483646 h 660"/>
                <a:gd name="T12" fmla="*/ 2147483646 w 660"/>
                <a:gd name="T13" fmla="*/ 2147483646 h 660"/>
                <a:gd name="T14" fmla="*/ 2147483646 w 660"/>
                <a:gd name="T15" fmla="*/ 2147483646 h 660"/>
                <a:gd name="T16" fmla="*/ 2147483646 w 660"/>
                <a:gd name="T17" fmla="*/ 2147483646 h 660"/>
                <a:gd name="T18" fmla="*/ 2147483646 w 660"/>
                <a:gd name="T19" fmla="*/ 2147483646 h 660"/>
                <a:gd name="T20" fmla="*/ 0 w 660"/>
                <a:gd name="T21" fmla="*/ 2147483646 h 660"/>
                <a:gd name="T22" fmla="*/ 2147483646 w 660"/>
                <a:gd name="T23" fmla="*/ 2147483646 h 660"/>
                <a:gd name="T24" fmla="*/ 2147483646 w 660"/>
                <a:gd name="T25" fmla="*/ 2147483646 h 660"/>
                <a:gd name="T26" fmla="*/ 2147483646 w 660"/>
                <a:gd name="T27" fmla="*/ 2147483646 h 660"/>
                <a:gd name="T28" fmla="*/ 2147483646 w 660"/>
                <a:gd name="T29" fmla="*/ 2147483646 h 660"/>
                <a:gd name="T30" fmla="*/ 2147483646 w 660"/>
                <a:gd name="T31" fmla="*/ 2147483646 h 660"/>
                <a:gd name="T32" fmla="*/ 2147483646 w 660"/>
                <a:gd name="T33" fmla="*/ 2147483646 h 660"/>
                <a:gd name="T34" fmla="*/ 2147483646 w 660"/>
                <a:gd name="T35" fmla="*/ 2147483646 h 660"/>
                <a:gd name="T36" fmla="*/ 2147483646 w 660"/>
                <a:gd name="T37" fmla="*/ 2147483646 h 660"/>
                <a:gd name="T38" fmla="*/ 2147483646 w 660"/>
                <a:gd name="T39" fmla="*/ 2147483646 h 660"/>
                <a:gd name="T40" fmla="*/ 2147483646 w 660"/>
                <a:gd name="T41" fmla="*/ 2147483646 h 660"/>
                <a:gd name="T42" fmla="*/ 2147483646 w 660"/>
                <a:gd name="T43" fmla="*/ 2147483646 h 660"/>
                <a:gd name="T44" fmla="*/ 2147483646 w 660"/>
                <a:gd name="T45" fmla="*/ 2147483646 h 660"/>
                <a:gd name="T46" fmla="*/ 2147483646 w 660"/>
                <a:gd name="T47" fmla="*/ 2147483646 h 660"/>
                <a:gd name="T48" fmla="*/ 2147483646 w 660"/>
                <a:gd name="T49" fmla="*/ 2147483646 h 660"/>
                <a:gd name="T50" fmla="*/ 2147483646 w 660"/>
                <a:gd name="T51" fmla="*/ 2147483646 h 660"/>
                <a:gd name="T52" fmla="*/ 2147483646 w 660"/>
                <a:gd name="T53" fmla="*/ 2147483646 h 660"/>
                <a:gd name="T54" fmla="*/ 2147483646 w 660"/>
                <a:gd name="T55" fmla="*/ 2147483646 h 660"/>
                <a:gd name="T56" fmla="*/ 2147483646 w 660"/>
                <a:gd name="T57" fmla="*/ 2147483646 h 660"/>
                <a:gd name="T58" fmla="*/ 2147483646 w 660"/>
                <a:gd name="T59" fmla="*/ 2147483646 h 660"/>
                <a:gd name="T60" fmla="*/ 2147483646 w 660"/>
                <a:gd name="T61" fmla="*/ 2147483646 h 660"/>
                <a:gd name="T62" fmla="*/ 2147483646 w 660"/>
                <a:gd name="T63" fmla="*/ 2147483646 h 660"/>
                <a:gd name="T64" fmla="*/ 2147483646 w 660"/>
                <a:gd name="T65" fmla="*/ 2147483646 h 660"/>
                <a:gd name="T66" fmla="*/ 2147483646 w 660"/>
                <a:gd name="T67" fmla="*/ 2147483646 h 660"/>
                <a:gd name="T68" fmla="*/ 2147483646 w 660"/>
                <a:gd name="T69" fmla="*/ 2147483646 h 660"/>
                <a:gd name="T70" fmla="*/ 2147483646 w 660"/>
                <a:gd name="T71" fmla="*/ 2147483646 h 660"/>
                <a:gd name="T72" fmla="*/ 2147483646 w 660"/>
                <a:gd name="T73" fmla="*/ 2147483646 h 660"/>
                <a:gd name="T74" fmla="*/ 2147483646 w 660"/>
                <a:gd name="T75" fmla="*/ 2147483646 h 660"/>
                <a:gd name="T76" fmla="*/ 2147483646 w 660"/>
                <a:gd name="T77" fmla="*/ 2147483646 h 660"/>
                <a:gd name="T78" fmla="*/ 2147483646 w 660"/>
                <a:gd name="T79" fmla="*/ 2147483646 h 660"/>
                <a:gd name="T80" fmla="*/ 2147483646 w 660"/>
                <a:gd name="T81" fmla="*/ 2147483646 h 660"/>
                <a:gd name="T82" fmla="*/ 2147483646 w 660"/>
                <a:gd name="T83" fmla="*/ 2147483646 h 660"/>
                <a:gd name="T84" fmla="*/ 2147483646 w 660"/>
                <a:gd name="T85" fmla="*/ 2147483646 h 660"/>
                <a:gd name="T86" fmla="*/ 2147483646 w 660"/>
                <a:gd name="T87" fmla="*/ 0 h 6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60" h="660">
                  <a:moveTo>
                    <a:pt x="330" y="0"/>
                  </a:moveTo>
                  <a:lnTo>
                    <a:pt x="313" y="0"/>
                  </a:lnTo>
                  <a:lnTo>
                    <a:pt x="298" y="2"/>
                  </a:lnTo>
                  <a:lnTo>
                    <a:pt x="281" y="3"/>
                  </a:lnTo>
                  <a:lnTo>
                    <a:pt x="264" y="6"/>
                  </a:lnTo>
                  <a:lnTo>
                    <a:pt x="248" y="10"/>
                  </a:lnTo>
                  <a:lnTo>
                    <a:pt x="233" y="14"/>
                  </a:lnTo>
                  <a:lnTo>
                    <a:pt x="217" y="20"/>
                  </a:lnTo>
                  <a:lnTo>
                    <a:pt x="202" y="26"/>
                  </a:lnTo>
                  <a:lnTo>
                    <a:pt x="188" y="33"/>
                  </a:lnTo>
                  <a:lnTo>
                    <a:pt x="174" y="40"/>
                  </a:lnTo>
                  <a:lnTo>
                    <a:pt x="159" y="48"/>
                  </a:lnTo>
                  <a:lnTo>
                    <a:pt x="147" y="57"/>
                  </a:lnTo>
                  <a:lnTo>
                    <a:pt x="133" y="65"/>
                  </a:lnTo>
                  <a:lnTo>
                    <a:pt x="121" y="75"/>
                  </a:lnTo>
                  <a:lnTo>
                    <a:pt x="109" y="85"/>
                  </a:lnTo>
                  <a:lnTo>
                    <a:pt x="97" y="96"/>
                  </a:lnTo>
                  <a:lnTo>
                    <a:pt x="86" y="107"/>
                  </a:lnTo>
                  <a:lnTo>
                    <a:pt x="76" y="120"/>
                  </a:lnTo>
                  <a:lnTo>
                    <a:pt x="66" y="133"/>
                  </a:lnTo>
                  <a:lnTo>
                    <a:pt x="57" y="145"/>
                  </a:lnTo>
                  <a:lnTo>
                    <a:pt x="48" y="158"/>
                  </a:lnTo>
                  <a:lnTo>
                    <a:pt x="41" y="172"/>
                  </a:lnTo>
                  <a:lnTo>
                    <a:pt x="34" y="186"/>
                  </a:lnTo>
                  <a:lnTo>
                    <a:pt x="27" y="202"/>
                  </a:lnTo>
                  <a:lnTo>
                    <a:pt x="21" y="216"/>
                  </a:lnTo>
                  <a:lnTo>
                    <a:pt x="16" y="231"/>
                  </a:lnTo>
                  <a:lnTo>
                    <a:pt x="11" y="247"/>
                  </a:lnTo>
                  <a:lnTo>
                    <a:pt x="7" y="264"/>
                  </a:lnTo>
                  <a:lnTo>
                    <a:pt x="4" y="279"/>
                  </a:lnTo>
                  <a:lnTo>
                    <a:pt x="3" y="296"/>
                  </a:lnTo>
                  <a:lnTo>
                    <a:pt x="2" y="313"/>
                  </a:lnTo>
                  <a:lnTo>
                    <a:pt x="0" y="330"/>
                  </a:lnTo>
                  <a:lnTo>
                    <a:pt x="2" y="347"/>
                  </a:lnTo>
                  <a:lnTo>
                    <a:pt x="3" y="364"/>
                  </a:lnTo>
                  <a:lnTo>
                    <a:pt x="4" y="379"/>
                  </a:lnTo>
                  <a:lnTo>
                    <a:pt x="7" y="396"/>
                  </a:lnTo>
                  <a:lnTo>
                    <a:pt x="11" y="412"/>
                  </a:lnTo>
                  <a:lnTo>
                    <a:pt x="16" y="427"/>
                  </a:lnTo>
                  <a:lnTo>
                    <a:pt x="21" y="443"/>
                  </a:lnTo>
                  <a:lnTo>
                    <a:pt x="27" y="458"/>
                  </a:lnTo>
                  <a:lnTo>
                    <a:pt x="34" y="472"/>
                  </a:lnTo>
                  <a:lnTo>
                    <a:pt x="41" y="486"/>
                  </a:lnTo>
                  <a:lnTo>
                    <a:pt x="48" y="500"/>
                  </a:lnTo>
                  <a:lnTo>
                    <a:pt x="57" y="515"/>
                  </a:lnTo>
                  <a:lnTo>
                    <a:pt x="66" y="527"/>
                  </a:lnTo>
                  <a:lnTo>
                    <a:pt x="76" y="540"/>
                  </a:lnTo>
                  <a:lnTo>
                    <a:pt x="86" y="551"/>
                  </a:lnTo>
                  <a:lnTo>
                    <a:pt x="97" y="562"/>
                  </a:lnTo>
                  <a:lnTo>
                    <a:pt x="109" y="574"/>
                  </a:lnTo>
                  <a:lnTo>
                    <a:pt x="121" y="584"/>
                  </a:lnTo>
                  <a:lnTo>
                    <a:pt x="133" y="593"/>
                  </a:lnTo>
                  <a:lnTo>
                    <a:pt x="147" y="603"/>
                  </a:lnTo>
                  <a:lnTo>
                    <a:pt x="159" y="612"/>
                  </a:lnTo>
                  <a:lnTo>
                    <a:pt x="174" y="619"/>
                  </a:lnTo>
                  <a:lnTo>
                    <a:pt x="188" y="627"/>
                  </a:lnTo>
                  <a:lnTo>
                    <a:pt x="202" y="633"/>
                  </a:lnTo>
                  <a:lnTo>
                    <a:pt x="217" y="639"/>
                  </a:lnTo>
                  <a:lnTo>
                    <a:pt x="233" y="644"/>
                  </a:lnTo>
                  <a:lnTo>
                    <a:pt x="248" y="648"/>
                  </a:lnTo>
                  <a:lnTo>
                    <a:pt x="264" y="653"/>
                  </a:lnTo>
                  <a:lnTo>
                    <a:pt x="281" y="655"/>
                  </a:lnTo>
                  <a:lnTo>
                    <a:pt x="298" y="657"/>
                  </a:lnTo>
                  <a:lnTo>
                    <a:pt x="313" y="658"/>
                  </a:lnTo>
                  <a:lnTo>
                    <a:pt x="330" y="660"/>
                  </a:lnTo>
                  <a:lnTo>
                    <a:pt x="348" y="658"/>
                  </a:lnTo>
                  <a:lnTo>
                    <a:pt x="364" y="657"/>
                  </a:lnTo>
                  <a:lnTo>
                    <a:pt x="381" y="655"/>
                  </a:lnTo>
                  <a:lnTo>
                    <a:pt x="398" y="653"/>
                  </a:lnTo>
                  <a:lnTo>
                    <a:pt x="413" y="648"/>
                  </a:lnTo>
                  <a:lnTo>
                    <a:pt x="429" y="644"/>
                  </a:lnTo>
                  <a:lnTo>
                    <a:pt x="444" y="639"/>
                  </a:lnTo>
                  <a:lnTo>
                    <a:pt x="460" y="633"/>
                  </a:lnTo>
                  <a:lnTo>
                    <a:pt x="474" y="627"/>
                  </a:lnTo>
                  <a:lnTo>
                    <a:pt x="488" y="619"/>
                  </a:lnTo>
                  <a:lnTo>
                    <a:pt x="502" y="612"/>
                  </a:lnTo>
                  <a:lnTo>
                    <a:pt x="515" y="603"/>
                  </a:lnTo>
                  <a:lnTo>
                    <a:pt x="527" y="593"/>
                  </a:lnTo>
                  <a:lnTo>
                    <a:pt x="540" y="584"/>
                  </a:lnTo>
                  <a:lnTo>
                    <a:pt x="553" y="574"/>
                  </a:lnTo>
                  <a:lnTo>
                    <a:pt x="564" y="562"/>
                  </a:lnTo>
                  <a:lnTo>
                    <a:pt x="575" y="551"/>
                  </a:lnTo>
                  <a:lnTo>
                    <a:pt x="585" y="540"/>
                  </a:lnTo>
                  <a:lnTo>
                    <a:pt x="595" y="527"/>
                  </a:lnTo>
                  <a:lnTo>
                    <a:pt x="605" y="515"/>
                  </a:lnTo>
                  <a:lnTo>
                    <a:pt x="613" y="500"/>
                  </a:lnTo>
                  <a:lnTo>
                    <a:pt x="620" y="486"/>
                  </a:lnTo>
                  <a:lnTo>
                    <a:pt x="627" y="472"/>
                  </a:lnTo>
                  <a:lnTo>
                    <a:pt x="634" y="458"/>
                  </a:lnTo>
                  <a:lnTo>
                    <a:pt x="640" y="443"/>
                  </a:lnTo>
                  <a:lnTo>
                    <a:pt x="646" y="427"/>
                  </a:lnTo>
                  <a:lnTo>
                    <a:pt x="650" y="412"/>
                  </a:lnTo>
                  <a:lnTo>
                    <a:pt x="654" y="396"/>
                  </a:lnTo>
                  <a:lnTo>
                    <a:pt x="657" y="379"/>
                  </a:lnTo>
                  <a:lnTo>
                    <a:pt x="658" y="364"/>
                  </a:lnTo>
                  <a:lnTo>
                    <a:pt x="660" y="347"/>
                  </a:lnTo>
                  <a:lnTo>
                    <a:pt x="660" y="330"/>
                  </a:lnTo>
                  <a:lnTo>
                    <a:pt x="660" y="313"/>
                  </a:lnTo>
                  <a:lnTo>
                    <a:pt x="658" y="296"/>
                  </a:lnTo>
                  <a:lnTo>
                    <a:pt x="657" y="279"/>
                  </a:lnTo>
                  <a:lnTo>
                    <a:pt x="654" y="264"/>
                  </a:lnTo>
                  <a:lnTo>
                    <a:pt x="650" y="247"/>
                  </a:lnTo>
                  <a:lnTo>
                    <a:pt x="646" y="231"/>
                  </a:lnTo>
                  <a:lnTo>
                    <a:pt x="640" y="216"/>
                  </a:lnTo>
                  <a:lnTo>
                    <a:pt x="634" y="202"/>
                  </a:lnTo>
                  <a:lnTo>
                    <a:pt x="627" y="186"/>
                  </a:lnTo>
                  <a:lnTo>
                    <a:pt x="620" y="172"/>
                  </a:lnTo>
                  <a:lnTo>
                    <a:pt x="613" y="158"/>
                  </a:lnTo>
                  <a:lnTo>
                    <a:pt x="605" y="145"/>
                  </a:lnTo>
                  <a:lnTo>
                    <a:pt x="595" y="133"/>
                  </a:lnTo>
                  <a:lnTo>
                    <a:pt x="585" y="120"/>
                  </a:lnTo>
                  <a:lnTo>
                    <a:pt x="575" y="107"/>
                  </a:lnTo>
                  <a:lnTo>
                    <a:pt x="564" y="96"/>
                  </a:lnTo>
                  <a:lnTo>
                    <a:pt x="553" y="85"/>
                  </a:lnTo>
                  <a:lnTo>
                    <a:pt x="540" y="75"/>
                  </a:lnTo>
                  <a:lnTo>
                    <a:pt x="527" y="65"/>
                  </a:lnTo>
                  <a:lnTo>
                    <a:pt x="515" y="57"/>
                  </a:lnTo>
                  <a:lnTo>
                    <a:pt x="502" y="48"/>
                  </a:lnTo>
                  <a:lnTo>
                    <a:pt x="488" y="40"/>
                  </a:lnTo>
                  <a:lnTo>
                    <a:pt x="474" y="33"/>
                  </a:lnTo>
                  <a:lnTo>
                    <a:pt x="460" y="26"/>
                  </a:lnTo>
                  <a:lnTo>
                    <a:pt x="444" y="20"/>
                  </a:lnTo>
                  <a:lnTo>
                    <a:pt x="429" y="14"/>
                  </a:lnTo>
                  <a:lnTo>
                    <a:pt x="413" y="10"/>
                  </a:lnTo>
                  <a:lnTo>
                    <a:pt x="398" y="6"/>
                  </a:lnTo>
                  <a:lnTo>
                    <a:pt x="381" y="3"/>
                  </a:lnTo>
                  <a:lnTo>
                    <a:pt x="364" y="2"/>
                  </a:lnTo>
                  <a:lnTo>
                    <a:pt x="348" y="0"/>
                  </a:lnTo>
                  <a:lnTo>
                    <a:pt x="330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75">
              <a:extLst>
                <a:ext uri="{FF2B5EF4-FFF2-40B4-BE49-F238E27FC236}">
                  <a16:creationId xmlns:a16="http://schemas.microsoft.com/office/drawing/2014/main" id="{50FBC5C3-CBE2-4992-93FA-E884961AA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3750" y="2977760"/>
              <a:ext cx="358698" cy="536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24" name="Freeform 76">
              <a:extLst>
                <a:ext uri="{FF2B5EF4-FFF2-40B4-BE49-F238E27FC236}">
                  <a16:creationId xmlns:a16="http://schemas.microsoft.com/office/drawing/2014/main" id="{DA2993C8-6023-4ABC-A26B-CDB092302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3750" y="2977760"/>
              <a:ext cx="358698" cy="536575"/>
            </a:xfrm>
            <a:custGeom>
              <a:avLst/>
              <a:gdLst>
                <a:gd name="T0" fmla="*/ 2147483646 w 451"/>
                <a:gd name="T1" fmla="*/ 2147483646 h 676"/>
                <a:gd name="T2" fmla="*/ 0 w 451"/>
                <a:gd name="T3" fmla="*/ 2147483646 h 676"/>
                <a:gd name="T4" fmla="*/ 0 w 451"/>
                <a:gd name="T5" fmla="*/ 0 h 676"/>
                <a:gd name="T6" fmla="*/ 2147483646 w 451"/>
                <a:gd name="T7" fmla="*/ 0 h 6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1" h="676">
                  <a:moveTo>
                    <a:pt x="451" y="676"/>
                  </a:moveTo>
                  <a:lnTo>
                    <a:pt x="0" y="676"/>
                  </a:lnTo>
                  <a:lnTo>
                    <a:pt x="0" y="0"/>
                  </a:lnTo>
                  <a:lnTo>
                    <a:pt x="451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77">
              <a:extLst>
                <a:ext uri="{FF2B5EF4-FFF2-40B4-BE49-F238E27FC236}">
                  <a16:creationId xmlns:a16="http://schemas.microsoft.com/office/drawing/2014/main" id="{67E94775-FFC2-47FC-8B8E-98EB7E46D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2898" y="3201598"/>
              <a:ext cx="88881" cy="88900"/>
            </a:xfrm>
            <a:custGeom>
              <a:avLst/>
              <a:gdLst>
                <a:gd name="T0" fmla="*/ 2147483646 w 112"/>
                <a:gd name="T1" fmla="*/ 0 h 113"/>
                <a:gd name="T2" fmla="*/ 2147483646 w 112"/>
                <a:gd name="T3" fmla="*/ 2147483646 h 113"/>
                <a:gd name="T4" fmla="*/ 2147483646 w 112"/>
                <a:gd name="T5" fmla="*/ 2147483646 h 113"/>
                <a:gd name="T6" fmla="*/ 2147483646 w 112"/>
                <a:gd name="T7" fmla="*/ 2147483646 h 113"/>
                <a:gd name="T8" fmla="*/ 2147483646 w 112"/>
                <a:gd name="T9" fmla="*/ 2147483646 h 113"/>
                <a:gd name="T10" fmla="*/ 2147483646 w 112"/>
                <a:gd name="T11" fmla="*/ 2147483646 h 113"/>
                <a:gd name="T12" fmla="*/ 2147483646 w 112"/>
                <a:gd name="T13" fmla="*/ 2147483646 h 113"/>
                <a:gd name="T14" fmla="*/ 2147483646 w 112"/>
                <a:gd name="T15" fmla="*/ 2147483646 h 113"/>
                <a:gd name="T16" fmla="*/ 2147483646 w 112"/>
                <a:gd name="T17" fmla="*/ 2147483646 h 113"/>
                <a:gd name="T18" fmla="*/ 2147483646 w 112"/>
                <a:gd name="T19" fmla="*/ 2147483646 h 113"/>
                <a:gd name="T20" fmla="*/ 2147483646 w 112"/>
                <a:gd name="T21" fmla="*/ 2147483646 h 113"/>
                <a:gd name="T22" fmla="*/ 2147483646 w 112"/>
                <a:gd name="T23" fmla="*/ 2147483646 h 113"/>
                <a:gd name="T24" fmla="*/ 2147483646 w 112"/>
                <a:gd name="T25" fmla="*/ 2147483646 h 113"/>
                <a:gd name="T26" fmla="*/ 2147483646 w 112"/>
                <a:gd name="T27" fmla="*/ 2147483646 h 113"/>
                <a:gd name="T28" fmla="*/ 2147483646 w 112"/>
                <a:gd name="T29" fmla="*/ 2147483646 h 113"/>
                <a:gd name="T30" fmla="*/ 2147483646 w 112"/>
                <a:gd name="T31" fmla="*/ 2147483646 h 113"/>
                <a:gd name="T32" fmla="*/ 2147483646 w 112"/>
                <a:gd name="T33" fmla="*/ 2147483646 h 113"/>
                <a:gd name="T34" fmla="*/ 2147483646 w 112"/>
                <a:gd name="T35" fmla="*/ 2147483646 h 113"/>
                <a:gd name="T36" fmla="*/ 2147483646 w 112"/>
                <a:gd name="T37" fmla="*/ 2147483646 h 113"/>
                <a:gd name="T38" fmla="*/ 2147483646 w 112"/>
                <a:gd name="T39" fmla="*/ 2147483646 h 113"/>
                <a:gd name="T40" fmla="*/ 2147483646 w 112"/>
                <a:gd name="T41" fmla="*/ 2147483646 h 113"/>
                <a:gd name="T42" fmla="*/ 2147483646 w 112"/>
                <a:gd name="T43" fmla="*/ 2147483646 h 113"/>
                <a:gd name="T44" fmla="*/ 2147483646 w 112"/>
                <a:gd name="T45" fmla="*/ 2147483646 h 113"/>
                <a:gd name="T46" fmla="*/ 2147483646 w 112"/>
                <a:gd name="T47" fmla="*/ 2147483646 h 113"/>
                <a:gd name="T48" fmla="*/ 2147483646 w 112"/>
                <a:gd name="T49" fmla="*/ 2147483646 h 113"/>
                <a:gd name="T50" fmla="*/ 2147483646 w 112"/>
                <a:gd name="T51" fmla="*/ 2147483646 h 113"/>
                <a:gd name="T52" fmla="*/ 2147483646 w 112"/>
                <a:gd name="T53" fmla="*/ 2147483646 h 113"/>
                <a:gd name="T54" fmla="*/ 2147483646 w 112"/>
                <a:gd name="T55" fmla="*/ 2147483646 h 113"/>
                <a:gd name="T56" fmla="*/ 2147483646 w 112"/>
                <a:gd name="T57" fmla="*/ 2147483646 h 113"/>
                <a:gd name="T58" fmla="*/ 2147483646 w 112"/>
                <a:gd name="T59" fmla="*/ 2147483646 h 113"/>
                <a:gd name="T60" fmla="*/ 2147483646 w 112"/>
                <a:gd name="T61" fmla="*/ 2147483646 h 113"/>
                <a:gd name="T62" fmla="*/ 2147483646 w 112"/>
                <a:gd name="T63" fmla="*/ 2147483646 h 113"/>
                <a:gd name="T64" fmla="*/ 2147483646 w 112"/>
                <a:gd name="T65" fmla="*/ 2147483646 h 113"/>
                <a:gd name="T66" fmla="*/ 2147483646 w 112"/>
                <a:gd name="T67" fmla="*/ 2147483646 h 113"/>
                <a:gd name="T68" fmla="*/ 2147483646 w 112"/>
                <a:gd name="T69" fmla="*/ 2147483646 h 113"/>
                <a:gd name="T70" fmla="*/ 2147483646 w 112"/>
                <a:gd name="T71" fmla="*/ 2147483646 h 113"/>
                <a:gd name="T72" fmla="*/ 2147483646 w 112"/>
                <a:gd name="T73" fmla="*/ 2147483646 h 113"/>
                <a:gd name="T74" fmla="*/ 2147483646 w 112"/>
                <a:gd name="T75" fmla="*/ 2147483646 h 113"/>
                <a:gd name="T76" fmla="*/ 2147483646 w 112"/>
                <a:gd name="T77" fmla="*/ 2147483646 h 113"/>
                <a:gd name="T78" fmla="*/ 2147483646 w 112"/>
                <a:gd name="T79" fmla="*/ 2147483646 h 113"/>
                <a:gd name="T80" fmla="*/ 2147483646 w 112"/>
                <a:gd name="T81" fmla="*/ 2147483646 h 113"/>
                <a:gd name="T82" fmla="*/ 2147483646 w 112"/>
                <a:gd name="T83" fmla="*/ 2147483646 h 113"/>
                <a:gd name="T84" fmla="*/ 2147483646 w 112"/>
                <a:gd name="T85" fmla="*/ 2147483646 h 113"/>
                <a:gd name="T86" fmla="*/ 2147483646 w 112"/>
                <a:gd name="T87" fmla="*/ 0 h 113"/>
                <a:gd name="T88" fmla="*/ 2147483646 w 112"/>
                <a:gd name="T89" fmla="*/ 2147483646 h 11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12" h="113">
                  <a:moveTo>
                    <a:pt x="56" y="56"/>
                  </a:moveTo>
                  <a:lnTo>
                    <a:pt x="56" y="0"/>
                  </a:lnTo>
                  <a:lnTo>
                    <a:pt x="53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5" y="1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2" y="5"/>
                  </a:lnTo>
                  <a:lnTo>
                    <a:pt x="29" y="7"/>
                  </a:lnTo>
                  <a:lnTo>
                    <a:pt x="28" y="7"/>
                  </a:lnTo>
                  <a:lnTo>
                    <a:pt x="25" y="10"/>
                  </a:lnTo>
                  <a:lnTo>
                    <a:pt x="24" y="11"/>
                  </a:lnTo>
                  <a:lnTo>
                    <a:pt x="21" y="12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8"/>
                  </a:lnTo>
                  <a:lnTo>
                    <a:pt x="14" y="20"/>
                  </a:lnTo>
                  <a:lnTo>
                    <a:pt x="11" y="22"/>
                  </a:lnTo>
                  <a:lnTo>
                    <a:pt x="10" y="24"/>
                  </a:lnTo>
                  <a:lnTo>
                    <a:pt x="8" y="27"/>
                  </a:lnTo>
                  <a:lnTo>
                    <a:pt x="7" y="29"/>
                  </a:lnTo>
                  <a:lnTo>
                    <a:pt x="5" y="31"/>
                  </a:lnTo>
                  <a:lnTo>
                    <a:pt x="5" y="34"/>
                  </a:lnTo>
                  <a:lnTo>
                    <a:pt x="4" y="36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1" y="45"/>
                  </a:lnTo>
                  <a:lnTo>
                    <a:pt x="1" y="48"/>
                  </a:lnTo>
                  <a:lnTo>
                    <a:pt x="1" y="51"/>
                  </a:lnTo>
                  <a:lnTo>
                    <a:pt x="1" y="53"/>
                  </a:lnTo>
                  <a:lnTo>
                    <a:pt x="0" y="56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1" y="65"/>
                  </a:lnTo>
                  <a:lnTo>
                    <a:pt x="1" y="67"/>
                  </a:lnTo>
                  <a:lnTo>
                    <a:pt x="2" y="70"/>
                  </a:lnTo>
                  <a:lnTo>
                    <a:pt x="2" y="73"/>
                  </a:lnTo>
                  <a:lnTo>
                    <a:pt x="4" y="74"/>
                  </a:lnTo>
                  <a:lnTo>
                    <a:pt x="5" y="77"/>
                  </a:lnTo>
                  <a:lnTo>
                    <a:pt x="5" y="80"/>
                  </a:lnTo>
                  <a:lnTo>
                    <a:pt x="7" y="83"/>
                  </a:lnTo>
                  <a:lnTo>
                    <a:pt x="8" y="84"/>
                  </a:lnTo>
                  <a:lnTo>
                    <a:pt x="10" y="87"/>
                  </a:lnTo>
                  <a:lnTo>
                    <a:pt x="11" y="90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7" y="96"/>
                  </a:lnTo>
                  <a:lnTo>
                    <a:pt x="19" y="97"/>
                  </a:lnTo>
                  <a:lnTo>
                    <a:pt x="21" y="100"/>
                  </a:lnTo>
                  <a:lnTo>
                    <a:pt x="24" y="101"/>
                  </a:lnTo>
                  <a:lnTo>
                    <a:pt x="25" y="103"/>
                  </a:lnTo>
                  <a:lnTo>
                    <a:pt x="28" y="104"/>
                  </a:lnTo>
                  <a:lnTo>
                    <a:pt x="29" y="105"/>
                  </a:lnTo>
                  <a:lnTo>
                    <a:pt x="32" y="107"/>
                  </a:lnTo>
                  <a:lnTo>
                    <a:pt x="35" y="108"/>
                  </a:lnTo>
                  <a:lnTo>
                    <a:pt x="38" y="108"/>
                  </a:lnTo>
                  <a:lnTo>
                    <a:pt x="41" y="110"/>
                  </a:lnTo>
                  <a:lnTo>
                    <a:pt x="42" y="110"/>
                  </a:lnTo>
                  <a:lnTo>
                    <a:pt x="45" y="111"/>
                  </a:lnTo>
                  <a:lnTo>
                    <a:pt x="48" y="111"/>
                  </a:lnTo>
                  <a:lnTo>
                    <a:pt x="50" y="111"/>
                  </a:lnTo>
                  <a:lnTo>
                    <a:pt x="53" y="113"/>
                  </a:lnTo>
                  <a:lnTo>
                    <a:pt x="56" y="113"/>
                  </a:lnTo>
                  <a:lnTo>
                    <a:pt x="60" y="113"/>
                  </a:lnTo>
                  <a:lnTo>
                    <a:pt x="63" y="11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0" y="110"/>
                  </a:lnTo>
                  <a:lnTo>
                    <a:pt x="73" y="110"/>
                  </a:lnTo>
                  <a:lnTo>
                    <a:pt x="76" y="108"/>
                  </a:lnTo>
                  <a:lnTo>
                    <a:pt x="79" y="108"/>
                  </a:lnTo>
                  <a:lnTo>
                    <a:pt x="81" y="107"/>
                  </a:lnTo>
                  <a:lnTo>
                    <a:pt x="84" y="105"/>
                  </a:lnTo>
                  <a:lnTo>
                    <a:pt x="86" y="104"/>
                  </a:lnTo>
                  <a:lnTo>
                    <a:pt x="88" y="103"/>
                  </a:lnTo>
                  <a:lnTo>
                    <a:pt x="90" y="101"/>
                  </a:lnTo>
                  <a:lnTo>
                    <a:pt x="93" y="100"/>
                  </a:lnTo>
                  <a:lnTo>
                    <a:pt x="94" y="97"/>
                  </a:lnTo>
                  <a:lnTo>
                    <a:pt x="97" y="96"/>
                  </a:lnTo>
                  <a:lnTo>
                    <a:pt x="98" y="94"/>
                  </a:lnTo>
                  <a:lnTo>
                    <a:pt x="100" y="91"/>
                  </a:lnTo>
                  <a:lnTo>
                    <a:pt x="103" y="90"/>
                  </a:lnTo>
                  <a:lnTo>
                    <a:pt x="104" y="87"/>
                  </a:lnTo>
                  <a:lnTo>
                    <a:pt x="105" y="84"/>
                  </a:lnTo>
                  <a:lnTo>
                    <a:pt x="107" y="83"/>
                  </a:lnTo>
                  <a:lnTo>
                    <a:pt x="108" y="80"/>
                  </a:lnTo>
                  <a:lnTo>
                    <a:pt x="108" y="77"/>
                  </a:lnTo>
                  <a:lnTo>
                    <a:pt x="110" y="74"/>
                  </a:lnTo>
                  <a:lnTo>
                    <a:pt x="111" y="73"/>
                  </a:lnTo>
                  <a:lnTo>
                    <a:pt x="111" y="70"/>
                  </a:lnTo>
                  <a:lnTo>
                    <a:pt x="112" y="67"/>
                  </a:lnTo>
                  <a:lnTo>
                    <a:pt x="112" y="65"/>
                  </a:lnTo>
                  <a:lnTo>
                    <a:pt x="112" y="62"/>
                  </a:lnTo>
                  <a:lnTo>
                    <a:pt x="112" y="59"/>
                  </a:lnTo>
                  <a:lnTo>
                    <a:pt x="112" y="56"/>
                  </a:lnTo>
                  <a:lnTo>
                    <a:pt x="112" y="53"/>
                  </a:lnTo>
                  <a:lnTo>
                    <a:pt x="112" y="51"/>
                  </a:lnTo>
                  <a:lnTo>
                    <a:pt x="112" y="48"/>
                  </a:lnTo>
                  <a:lnTo>
                    <a:pt x="112" y="45"/>
                  </a:lnTo>
                  <a:lnTo>
                    <a:pt x="111" y="42"/>
                  </a:lnTo>
                  <a:lnTo>
                    <a:pt x="111" y="39"/>
                  </a:lnTo>
                  <a:lnTo>
                    <a:pt x="110" y="36"/>
                  </a:lnTo>
                  <a:lnTo>
                    <a:pt x="108" y="34"/>
                  </a:lnTo>
                  <a:lnTo>
                    <a:pt x="108" y="31"/>
                  </a:lnTo>
                  <a:lnTo>
                    <a:pt x="107" y="29"/>
                  </a:lnTo>
                  <a:lnTo>
                    <a:pt x="105" y="27"/>
                  </a:lnTo>
                  <a:lnTo>
                    <a:pt x="104" y="24"/>
                  </a:lnTo>
                  <a:lnTo>
                    <a:pt x="103" y="22"/>
                  </a:lnTo>
                  <a:lnTo>
                    <a:pt x="100" y="20"/>
                  </a:lnTo>
                  <a:lnTo>
                    <a:pt x="98" y="18"/>
                  </a:lnTo>
                  <a:lnTo>
                    <a:pt x="97" y="15"/>
                  </a:lnTo>
                  <a:lnTo>
                    <a:pt x="94" y="14"/>
                  </a:lnTo>
                  <a:lnTo>
                    <a:pt x="93" y="12"/>
                  </a:lnTo>
                  <a:lnTo>
                    <a:pt x="90" y="11"/>
                  </a:lnTo>
                  <a:lnTo>
                    <a:pt x="88" y="10"/>
                  </a:lnTo>
                  <a:lnTo>
                    <a:pt x="86" y="7"/>
                  </a:lnTo>
                  <a:lnTo>
                    <a:pt x="84" y="7"/>
                  </a:lnTo>
                  <a:lnTo>
                    <a:pt x="81" y="5"/>
                  </a:lnTo>
                  <a:lnTo>
                    <a:pt x="79" y="4"/>
                  </a:lnTo>
                  <a:lnTo>
                    <a:pt x="76" y="3"/>
                  </a:lnTo>
                  <a:lnTo>
                    <a:pt x="73" y="1"/>
                  </a:lnTo>
                  <a:lnTo>
                    <a:pt x="70" y="1"/>
                  </a:lnTo>
                  <a:lnTo>
                    <a:pt x="69" y="1"/>
                  </a:lnTo>
                  <a:lnTo>
                    <a:pt x="66" y="0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78">
              <a:extLst>
                <a:ext uri="{FF2B5EF4-FFF2-40B4-BE49-F238E27FC236}">
                  <a16:creationId xmlns:a16="http://schemas.microsoft.com/office/drawing/2014/main" id="{66A69E10-3871-430A-A6D0-C29F10FA1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504" y="3198423"/>
              <a:ext cx="101578" cy="101600"/>
            </a:xfrm>
            <a:custGeom>
              <a:avLst/>
              <a:gdLst>
                <a:gd name="T0" fmla="*/ 2147483646 w 128"/>
                <a:gd name="T1" fmla="*/ 0 h 128"/>
                <a:gd name="T2" fmla="*/ 2147483646 w 128"/>
                <a:gd name="T3" fmla="*/ 2147483646 h 128"/>
                <a:gd name="T4" fmla="*/ 2147483646 w 128"/>
                <a:gd name="T5" fmla="*/ 2147483646 h 128"/>
                <a:gd name="T6" fmla="*/ 2147483646 w 128"/>
                <a:gd name="T7" fmla="*/ 2147483646 h 128"/>
                <a:gd name="T8" fmla="*/ 2147483646 w 128"/>
                <a:gd name="T9" fmla="*/ 2147483646 h 128"/>
                <a:gd name="T10" fmla="*/ 2147483646 w 128"/>
                <a:gd name="T11" fmla="*/ 2147483646 h 128"/>
                <a:gd name="T12" fmla="*/ 2147483646 w 128"/>
                <a:gd name="T13" fmla="*/ 2147483646 h 128"/>
                <a:gd name="T14" fmla="*/ 2147483646 w 128"/>
                <a:gd name="T15" fmla="*/ 2147483646 h 128"/>
                <a:gd name="T16" fmla="*/ 2147483646 w 128"/>
                <a:gd name="T17" fmla="*/ 2147483646 h 128"/>
                <a:gd name="T18" fmla="*/ 0 w 128"/>
                <a:gd name="T19" fmla="*/ 2147483646 h 128"/>
                <a:gd name="T20" fmla="*/ 0 w 128"/>
                <a:gd name="T21" fmla="*/ 2147483646 h 128"/>
                <a:gd name="T22" fmla="*/ 0 w 128"/>
                <a:gd name="T23" fmla="*/ 2147483646 h 128"/>
                <a:gd name="T24" fmla="*/ 2147483646 w 128"/>
                <a:gd name="T25" fmla="*/ 2147483646 h 128"/>
                <a:gd name="T26" fmla="*/ 2147483646 w 128"/>
                <a:gd name="T27" fmla="*/ 2147483646 h 128"/>
                <a:gd name="T28" fmla="*/ 2147483646 w 128"/>
                <a:gd name="T29" fmla="*/ 2147483646 h 128"/>
                <a:gd name="T30" fmla="*/ 2147483646 w 128"/>
                <a:gd name="T31" fmla="*/ 2147483646 h 128"/>
                <a:gd name="T32" fmla="*/ 2147483646 w 128"/>
                <a:gd name="T33" fmla="*/ 2147483646 h 128"/>
                <a:gd name="T34" fmla="*/ 2147483646 w 128"/>
                <a:gd name="T35" fmla="*/ 2147483646 h 128"/>
                <a:gd name="T36" fmla="*/ 2147483646 w 128"/>
                <a:gd name="T37" fmla="*/ 2147483646 h 128"/>
                <a:gd name="T38" fmla="*/ 2147483646 w 128"/>
                <a:gd name="T39" fmla="*/ 2147483646 h 128"/>
                <a:gd name="T40" fmla="*/ 2147483646 w 128"/>
                <a:gd name="T41" fmla="*/ 2147483646 h 128"/>
                <a:gd name="T42" fmla="*/ 2147483646 w 128"/>
                <a:gd name="T43" fmla="*/ 2147483646 h 128"/>
                <a:gd name="T44" fmla="*/ 2147483646 w 128"/>
                <a:gd name="T45" fmla="*/ 2147483646 h 128"/>
                <a:gd name="T46" fmla="*/ 2147483646 w 128"/>
                <a:gd name="T47" fmla="*/ 2147483646 h 128"/>
                <a:gd name="T48" fmla="*/ 2147483646 w 128"/>
                <a:gd name="T49" fmla="*/ 2147483646 h 128"/>
                <a:gd name="T50" fmla="*/ 2147483646 w 128"/>
                <a:gd name="T51" fmla="*/ 2147483646 h 128"/>
                <a:gd name="T52" fmla="*/ 2147483646 w 128"/>
                <a:gd name="T53" fmla="*/ 2147483646 h 128"/>
                <a:gd name="T54" fmla="*/ 2147483646 w 128"/>
                <a:gd name="T55" fmla="*/ 2147483646 h 128"/>
                <a:gd name="T56" fmla="*/ 2147483646 w 128"/>
                <a:gd name="T57" fmla="*/ 2147483646 h 128"/>
                <a:gd name="T58" fmla="*/ 2147483646 w 128"/>
                <a:gd name="T59" fmla="*/ 2147483646 h 128"/>
                <a:gd name="T60" fmla="*/ 2147483646 w 128"/>
                <a:gd name="T61" fmla="*/ 2147483646 h 128"/>
                <a:gd name="T62" fmla="*/ 2147483646 w 128"/>
                <a:gd name="T63" fmla="*/ 2147483646 h 128"/>
                <a:gd name="T64" fmla="*/ 2147483646 w 128"/>
                <a:gd name="T65" fmla="*/ 2147483646 h 128"/>
                <a:gd name="T66" fmla="*/ 2147483646 w 128"/>
                <a:gd name="T67" fmla="*/ 2147483646 h 128"/>
                <a:gd name="T68" fmla="*/ 2147483646 w 128"/>
                <a:gd name="T69" fmla="*/ 2147483646 h 128"/>
                <a:gd name="T70" fmla="*/ 2147483646 w 128"/>
                <a:gd name="T71" fmla="*/ 2147483646 h 128"/>
                <a:gd name="T72" fmla="*/ 2147483646 w 128"/>
                <a:gd name="T73" fmla="*/ 2147483646 h 128"/>
                <a:gd name="T74" fmla="*/ 2147483646 w 128"/>
                <a:gd name="T75" fmla="*/ 2147483646 h 128"/>
                <a:gd name="T76" fmla="*/ 2147483646 w 128"/>
                <a:gd name="T77" fmla="*/ 2147483646 h 128"/>
                <a:gd name="T78" fmla="*/ 2147483646 w 128"/>
                <a:gd name="T79" fmla="*/ 2147483646 h 128"/>
                <a:gd name="T80" fmla="*/ 2147483646 w 128"/>
                <a:gd name="T81" fmla="*/ 2147483646 h 128"/>
                <a:gd name="T82" fmla="*/ 2147483646 w 128"/>
                <a:gd name="T83" fmla="*/ 2147483646 h 128"/>
                <a:gd name="T84" fmla="*/ 2147483646 w 128"/>
                <a:gd name="T85" fmla="*/ 2147483646 h 128"/>
                <a:gd name="T86" fmla="*/ 2147483646 w 128"/>
                <a:gd name="T87" fmla="*/ 0 h 12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28" h="128">
                  <a:moveTo>
                    <a:pt x="63" y="0"/>
                  </a:moveTo>
                  <a:lnTo>
                    <a:pt x="60" y="0"/>
                  </a:lnTo>
                  <a:lnTo>
                    <a:pt x="57" y="0"/>
                  </a:lnTo>
                  <a:lnTo>
                    <a:pt x="53" y="1"/>
                  </a:lnTo>
                  <a:lnTo>
                    <a:pt x="50" y="1"/>
                  </a:lnTo>
                  <a:lnTo>
                    <a:pt x="48" y="1"/>
                  </a:lnTo>
                  <a:lnTo>
                    <a:pt x="45" y="2"/>
                  </a:lnTo>
                  <a:lnTo>
                    <a:pt x="42" y="4"/>
                  </a:lnTo>
                  <a:lnTo>
                    <a:pt x="39" y="5"/>
                  </a:lnTo>
                  <a:lnTo>
                    <a:pt x="36" y="5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28" y="11"/>
                  </a:lnTo>
                  <a:lnTo>
                    <a:pt x="25" y="12"/>
                  </a:lnTo>
                  <a:lnTo>
                    <a:pt x="22" y="14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7" y="21"/>
                  </a:lnTo>
                  <a:lnTo>
                    <a:pt x="14" y="24"/>
                  </a:lnTo>
                  <a:lnTo>
                    <a:pt x="12" y="25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7" y="33"/>
                  </a:lnTo>
                  <a:lnTo>
                    <a:pt x="5" y="36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2" y="45"/>
                  </a:lnTo>
                  <a:lnTo>
                    <a:pt x="1" y="47"/>
                  </a:lnTo>
                  <a:lnTo>
                    <a:pt x="1" y="50"/>
                  </a:lnTo>
                  <a:lnTo>
                    <a:pt x="0" y="53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1" y="77"/>
                  </a:lnTo>
                  <a:lnTo>
                    <a:pt x="1" y="80"/>
                  </a:lnTo>
                  <a:lnTo>
                    <a:pt x="2" y="83"/>
                  </a:lnTo>
                  <a:lnTo>
                    <a:pt x="4" y="86"/>
                  </a:lnTo>
                  <a:lnTo>
                    <a:pt x="4" y="88"/>
                  </a:lnTo>
                  <a:lnTo>
                    <a:pt x="5" y="91"/>
                  </a:lnTo>
                  <a:lnTo>
                    <a:pt x="7" y="94"/>
                  </a:lnTo>
                  <a:lnTo>
                    <a:pt x="8" y="97"/>
                  </a:lnTo>
                  <a:lnTo>
                    <a:pt x="11" y="100"/>
                  </a:lnTo>
                  <a:lnTo>
                    <a:pt x="12" y="102"/>
                  </a:lnTo>
                  <a:lnTo>
                    <a:pt x="14" y="104"/>
                  </a:lnTo>
                  <a:lnTo>
                    <a:pt x="17" y="107"/>
                  </a:lnTo>
                  <a:lnTo>
                    <a:pt x="18" y="108"/>
                  </a:lnTo>
                  <a:lnTo>
                    <a:pt x="21" y="111"/>
                  </a:lnTo>
                  <a:lnTo>
                    <a:pt x="22" y="112"/>
                  </a:lnTo>
                  <a:lnTo>
                    <a:pt x="25" y="115"/>
                  </a:lnTo>
                  <a:lnTo>
                    <a:pt x="28" y="117"/>
                  </a:lnTo>
                  <a:lnTo>
                    <a:pt x="31" y="118"/>
                  </a:lnTo>
                  <a:lnTo>
                    <a:pt x="33" y="119"/>
                  </a:lnTo>
                  <a:lnTo>
                    <a:pt x="36" y="121"/>
                  </a:lnTo>
                  <a:lnTo>
                    <a:pt x="39" y="122"/>
                  </a:lnTo>
                  <a:lnTo>
                    <a:pt x="42" y="124"/>
                  </a:lnTo>
                  <a:lnTo>
                    <a:pt x="45" y="125"/>
                  </a:lnTo>
                  <a:lnTo>
                    <a:pt x="48" y="125"/>
                  </a:lnTo>
                  <a:lnTo>
                    <a:pt x="50" y="126"/>
                  </a:lnTo>
                  <a:lnTo>
                    <a:pt x="53" y="126"/>
                  </a:lnTo>
                  <a:lnTo>
                    <a:pt x="57" y="128"/>
                  </a:lnTo>
                  <a:lnTo>
                    <a:pt x="60" y="128"/>
                  </a:lnTo>
                  <a:lnTo>
                    <a:pt x="63" y="128"/>
                  </a:lnTo>
                  <a:lnTo>
                    <a:pt x="67" y="128"/>
                  </a:lnTo>
                  <a:lnTo>
                    <a:pt x="70" y="128"/>
                  </a:lnTo>
                  <a:lnTo>
                    <a:pt x="73" y="126"/>
                  </a:lnTo>
                  <a:lnTo>
                    <a:pt x="76" y="126"/>
                  </a:lnTo>
                  <a:lnTo>
                    <a:pt x="80" y="125"/>
                  </a:lnTo>
                  <a:lnTo>
                    <a:pt x="83" y="125"/>
                  </a:lnTo>
                  <a:lnTo>
                    <a:pt x="86" y="124"/>
                  </a:lnTo>
                  <a:lnTo>
                    <a:pt x="88" y="122"/>
                  </a:lnTo>
                  <a:lnTo>
                    <a:pt x="91" y="121"/>
                  </a:lnTo>
                  <a:lnTo>
                    <a:pt x="94" y="119"/>
                  </a:lnTo>
                  <a:lnTo>
                    <a:pt x="97" y="118"/>
                  </a:lnTo>
                  <a:lnTo>
                    <a:pt x="100" y="117"/>
                  </a:lnTo>
                  <a:lnTo>
                    <a:pt x="101" y="115"/>
                  </a:lnTo>
                  <a:lnTo>
                    <a:pt x="104" y="112"/>
                  </a:lnTo>
                  <a:lnTo>
                    <a:pt x="107" y="111"/>
                  </a:lnTo>
                  <a:lnTo>
                    <a:pt x="108" y="108"/>
                  </a:lnTo>
                  <a:lnTo>
                    <a:pt x="111" y="107"/>
                  </a:lnTo>
                  <a:lnTo>
                    <a:pt x="112" y="104"/>
                  </a:lnTo>
                  <a:lnTo>
                    <a:pt x="115" y="102"/>
                  </a:lnTo>
                  <a:lnTo>
                    <a:pt x="117" y="100"/>
                  </a:lnTo>
                  <a:lnTo>
                    <a:pt x="118" y="97"/>
                  </a:lnTo>
                  <a:lnTo>
                    <a:pt x="119" y="94"/>
                  </a:lnTo>
                  <a:lnTo>
                    <a:pt x="121" y="91"/>
                  </a:lnTo>
                  <a:lnTo>
                    <a:pt x="122" y="88"/>
                  </a:lnTo>
                  <a:lnTo>
                    <a:pt x="124" y="86"/>
                  </a:lnTo>
                  <a:lnTo>
                    <a:pt x="125" y="83"/>
                  </a:lnTo>
                  <a:lnTo>
                    <a:pt x="125" y="80"/>
                  </a:lnTo>
                  <a:lnTo>
                    <a:pt x="126" y="77"/>
                  </a:lnTo>
                  <a:lnTo>
                    <a:pt x="126" y="73"/>
                  </a:lnTo>
                  <a:lnTo>
                    <a:pt x="126" y="70"/>
                  </a:lnTo>
                  <a:lnTo>
                    <a:pt x="128" y="67"/>
                  </a:lnTo>
                  <a:lnTo>
                    <a:pt x="128" y="63"/>
                  </a:lnTo>
                  <a:lnTo>
                    <a:pt x="128" y="60"/>
                  </a:lnTo>
                  <a:lnTo>
                    <a:pt x="126" y="57"/>
                  </a:lnTo>
                  <a:lnTo>
                    <a:pt x="126" y="53"/>
                  </a:lnTo>
                  <a:lnTo>
                    <a:pt x="126" y="50"/>
                  </a:lnTo>
                  <a:lnTo>
                    <a:pt x="125" y="47"/>
                  </a:lnTo>
                  <a:lnTo>
                    <a:pt x="125" y="45"/>
                  </a:lnTo>
                  <a:lnTo>
                    <a:pt x="124" y="42"/>
                  </a:lnTo>
                  <a:lnTo>
                    <a:pt x="122" y="39"/>
                  </a:lnTo>
                  <a:lnTo>
                    <a:pt x="121" y="36"/>
                  </a:lnTo>
                  <a:lnTo>
                    <a:pt x="119" y="33"/>
                  </a:lnTo>
                  <a:lnTo>
                    <a:pt x="118" y="31"/>
                  </a:lnTo>
                  <a:lnTo>
                    <a:pt x="117" y="28"/>
                  </a:lnTo>
                  <a:lnTo>
                    <a:pt x="115" y="25"/>
                  </a:lnTo>
                  <a:lnTo>
                    <a:pt x="112" y="24"/>
                  </a:lnTo>
                  <a:lnTo>
                    <a:pt x="111" y="21"/>
                  </a:lnTo>
                  <a:lnTo>
                    <a:pt x="108" y="18"/>
                  </a:lnTo>
                  <a:lnTo>
                    <a:pt x="107" y="16"/>
                  </a:lnTo>
                  <a:lnTo>
                    <a:pt x="104" y="14"/>
                  </a:lnTo>
                  <a:lnTo>
                    <a:pt x="101" y="12"/>
                  </a:lnTo>
                  <a:lnTo>
                    <a:pt x="100" y="11"/>
                  </a:lnTo>
                  <a:lnTo>
                    <a:pt x="97" y="9"/>
                  </a:lnTo>
                  <a:lnTo>
                    <a:pt x="94" y="7"/>
                  </a:lnTo>
                  <a:lnTo>
                    <a:pt x="91" y="5"/>
                  </a:lnTo>
                  <a:lnTo>
                    <a:pt x="88" y="5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80" y="1"/>
                  </a:lnTo>
                  <a:lnTo>
                    <a:pt x="76" y="1"/>
                  </a:lnTo>
                  <a:lnTo>
                    <a:pt x="73" y="1"/>
                  </a:lnTo>
                  <a:lnTo>
                    <a:pt x="70" y="0"/>
                  </a:lnTo>
                  <a:lnTo>
                    <a:pt x="67" y="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79">
              <a:extLst>
                <a:ext uri="{FF2B5EF4-FFF2-40B4-BE49-F238E27FC236}">
                  <a16:creationId xmlns:a16="http://schemas.microsoft.com/office/drawing/2014/main" id="{38F5A0A2-CC5D-4816-A19B-A061E80AF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1081" y="3088885"/>
              <a:ext cx="312670" cy="314325"/>
            </a:xfrm>
            <a:custGeom>
              <a:avLst/>
              <a:gdLst>
                <a:gd name="T0" fmla="*/ 2147483646 w 394"/>
                <a:gd name="T1" fmla="*/ 2147483646 h 394"/>
                <a:gd name="T2" fmla="*/ 0 w 394"/>
                <a:gd name="T3" fmla="*/ 2147483646 h 394"/>
                <a:gd name="T4" fmla="*/ 0 w 394"/>
                <a:gd name="T5" fmla="*/ 0 h 394"/>
                <a:gd name="T6" fmla="*/ 2147483646 w 394"/>
                <a:gd name="T7" fmla="*/ 0 h 3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4" h="394">
                  <a:moveTo>
                    <a:pt x="394" y="394"/>
                  </a:moveTo>
                  <a:lnTo>
                    <a:pt x="0" y="394"/>
                  </a:lnTo>
                  <a:lnTo>
                    <a:pt x="0" y="0"/>
                  </a:lnTo>
                  <a:lnTo>
                    <a:pt x="394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87">
              <a:extLst>
                <a:ext uri="{FF2B5EF4-FFF2-40B4-BE49-F238E27FC236}">
                  <a16:creationId xmlns:a16="http://schemas.microsoft.com/office/drawing/2014/main" id="{9B7F7939-9DF1-4925-BA7E-E880A023D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8860" y="3223823"/>
              <a:ext cx="44440" cy="44450"/>
            </a:xfrm>
            <a:custGeom>
              <a:avLst/>
              <a:gdLst>
                <a:gd name="T0" fmla="*/ 2147483646 w 57"/>
                <a:gd name="T1" fmla="*/ 0 h 56"/>
                <a:gd name="T2" fmla="*/ 2147483646 w 57"/>
                <a:gd name="T3" fmla="*/ 0 h 56"/>
                <a:gd name="T4" fmla="*/ 2147483646 w 57"/>
                <a:gd name="T5" fmla="*/ 2147483646 h 56"/>
                <a:gd name="T6" fmla="*/ 2147483646 w 57"/>
                <a:gd name="T7" fmla="*/ 2147483646 h 56"/>
                <a:gd name="T8" fmla="*/ 2147483646 w 57"/>
                <a:gd name="T9" fmla="*/ 2147483646 h 56"/>
                <a:gd name="T10" fmla="*/ 2147483646 w 57"/>
                <a:gd name="T11" fmla="*/ 2147483646 h 56"/>
                <a:gd name="T12" fmla="*/ 2147483646 w 57"/>
                <a:gd name="T13" fmla="*/ 2147483646 h 56"/>
                <a:gd name="T14" fmla="*/ 2147483646 w 57"/>
                <a:gd name="T15" fmla="*/ 2147483646 h 56"/>
                <a:gd name="T16" fmla="*/ 2147483646 w 57"/>
                <a:gd name="T17" fmla="*/ 2147483646 h 56"/>
                <a:gd name="T18" fmla="*/ 2147483646 w 57"/>
                <a:gd name="T19" fmla="*/ 2147483646 h 56"/>
                <a:gd name="T20" fmla="*/ 2147483646 w 57"/>
                <a:gd name="T21" fmla="*/ 2147483646 h 56"/>
                <a:gd name="T22" fmla="*/ 2147483646 w 57"/>
                <a:gd name="T23" fmla="*/ 2147483646 h 56"/>
                <a:gd name="T24" fmla="*/ 2147483646 w 57"/>
                <a:gd name="T25" fmla="*/ 2147483646 h 56"/>
                <a:gd name="T26" fmla="*/ 2147483646 w 57"/>
                <a:gd name="T27" fmla="*/ 2147483646 h 56"/>
                <a:gd name="T28" fmla="*/ 2147483646 w 57"/>
                <a:gd name="T29" fmla="*/ 2147483646 h 56"/>
                <a:gd name="T30" fmla="*/ 2147483646 w 57"/>
                <a:gd name="T31" fmla="*/ 2147483646 h 56"/>
                <a:gd name="T32" fmla="*/ 2147483646 w 57"/>
                <a:gd name="T33" fmla="*/ 2147483646 h 56"/>
                <a:gd name="T34" fmla="*/ 2147483646 w 57"/>
                <a:gd name="T35" fmla="*/ 2147483646 h 56"/>
                <a:gd name="T36" fmla="*/ 2147483646 w 57"/>
                <a:gd name="T37" fmla="*/ 2147483646 h 56"/>
                <a:gd name="T38" fmla="*/ 2147483646 w 57"/>
                <a:gd name="T39" fmla="*/ 2147483646 h 56"/>
                <a:gd name="T40" fmla="*/ 2147483646 w 57"/>
                <a:gd name="T41" fmla="*/ 2147483646 h 56"/>
                <a:gd name="T42" fmla="*/ 2147483646 w 57"/>
                <a:gd name="T43" fmla="*/ 2147483646 h 56"/>
                <a:gd name="T44" fmla="*/ 2147483646 w 57"/>
                <a:gd name="T45" fmla="*/ 2147483646 h 56"/>
                <a:gd name="T46" fmla="*/ 2147483646 w 57"/>
                <a:gd name="T47" fmla="*/ 2147483646 h 56"/>
                <a:gd name="T48" fmla="*/ 2147483646 w 57"/>
                <a:gd name="T49" fmla="*/ 2147483646 h 56"/>
                <a:gd name="T50" fmla="*/ 2147483646 w 57"/>
                <a:gd name="T51" fmla="*/ 2147483646 h 56"/>
                <a:gd name="T52" fmla="*/ 2147483646 w 57"/>
                <a:gd name="T53" fmla="*/ 2147483646 h 56"/>
                <a:gd name="T54" fmla="*/ 2147483646 w 57"/>
                <a:gd name="T55" fmla="*/ 2147483646 h 56"/>
                <a:gd name="T56" fmla="*/ 2147483646 w 57"/>
                <a:gd name="T57" fmla="*/ 2147483646 h 56"/>
                <a:gd name="T58" fmla="*/ 2147483646 w 57"/>
                <a:gd name="T59" fmla="*/ 2147483646 h 56"/>
                <a:gd name="T60" fmla="*/ 2147483646 w 57"/>
                <a:gd name="T61" fmla="*/ 2147483646 h 56"/>
                <a:gd name="T62" fmla="*/ 2147483646 w 57"/>
                <a:gd name="T63" fmla="*/ 2147483646 h 56"/>
                <a:gd name="T64" fmla="*/ 2147483646 w 57"/>
                <a:gd name="T65" fmla="*/ 2147483646 h 56"/>
                <a:gd name="T66" fmla="*/ 2147483646 w 57"/>
                <a:gd name="T67" fmla="*/ 2147483646 h 56"/>
                <a:gd name="T68" fmla="*/ 2147483646 w 57"/>
                <a:gd name="T69" fmla="*/ 2147483646 h 56"/>
                <a:gd name="T70" fmla="*/ 2147483646 w 57"/>
                <a:gd name="T71" fmla="*/ 2147483646 h 56"/>
                <a:gd name="T72" fmla="*/ 2147483646 w 57"/>
                <a:gd name="T73" fmla="*/ 2147483646 h 56"/>
                <a:gd name="T74" fmla="*/ 2147483646 w 57"/>
                <a:gd name="T75" fmla="*/ 2147483646 h 56"/>
                <a:gd name="T76" fmla="*/ 2147483646 w 57"/>
                <a:gd name="T77" fmla="*/ 2147483646 h 56"/>
                <a:gd name="T78" fmla="*/ 2147483646 w 57"/>
                <a:gd name="T79" fmla="*/ 2147483646 h 56"/>
                <a:gd name="T80" fmla="*/ 2147483646 w 57"/>
                <a:gd name="T81" fmla="*/ 2147483646 h 56"/>
                <a:gd name="T82" fmla="*/ 2147483646 w 57"/>
                <a:gd name="T83" fmla="*/ 2147483646 h 56"/>
                <a:gd name="T84" fmla="*/ 2147483646 w 57"/>
                <a:gd name="T85" fmla="*/ 0 h 56"/>
                <a:gd name="T86" fmla="*/ 2147483646 w 57"/>
                <a:gd name="T87" fmla="*/ 0 h 56"/>
                <a:gd name="T88" fmla="*/ 2147483646 w 57"/>
                <a:gd name="T89" fmla="*/ 2147483646 h 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7" h="56">
                  <a:moveTo>
                    <a:pt x="29" y="28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0" y="7"/>
                  </a:lnTo>
                  <a:lnTo>
                    <a:pt x="9" y="8"/>
                  </a:lnTo>
                  <a:lnTo>
                    <a:pt x="7" y="1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3" y="15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0" y="28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5"/>
                  </a:lnTo>
                  <a:lnTo>
                    <a:pt x="9" y="46"/>
                  </a:lnTo>
                  <a:lnTo>
                    <a:pt x="9" y="48"/>
                  </a:lnTo>
                  <a:lnTo>
                    <a:pt x="10" y="48"/>
                  </a:lnTo>
                  <a:lnTo>
                    <a:pt x="12" y="49"/>
                  </a:lnTo>
                  <a:lnTo>
                    <a:pt x="13" y="51"/>
                  </a:lnTo>
                  <a:lnTo>
                    <a:pt x="15" y="52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2" y="55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6" y="56"/>
                  </a:lnTo>
                  <a:lnTo>
                    <a:pt x="27" y="56"/>
                  </a:lnTo>
                  <a:lnTo>
                    <a:pt x="29" y="56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34" y="55"/>
                  </a:lnTo>
                  <a:lnTo>
                    <a:pt x="36" y="55"/>
                  </a:lnTo>
                  <a:lnTo>
                    <a:pt x="37" y="55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41" y="54"/>
                  </a:lnTo>
                  <a:lnTo>
                    <a:pt x="43" y="52"/>
                  </a:lnTo>
                  <a:lnTo>
                    <a:pt x="44" y="52"/>
                  </a:lnTo>
                  <a:lnTo>
                    <a:pt x="46" y="51"/>
                  </a:lnTo>
                  <a:lnTo>
                    <a:pt x="47" y="49"/>
                  </a:lnTo>
                  <a:lnTo>
                    <a:pt x="48" y="48"/>
                  </a:lnTo>
                  <a:lnTo>
                    <a:pt x="50" y="48"/>
                  </a:lnTo>
                  <a:lnTo>
                    <a:pt x="50" y="46"/>
                  </a:lnTo>
                  <a:lnTo>
                    <a:pt x="51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4" y="42"/>
                  </a:lnTo>
                  <a:lnTo>
                    <a:pt x="54" y="41"/>
                  </a:lnTo>
                  <a:lnTo>
                    <a:pt x="55" y="39"/>
                  </a:lnTo>
                  <a:lnTo>
                    <a:pt x="55" y="38"/>
                  </a:lnTo>
                  <a:lnTo>
                    <a:pt x="57" y="37"/>
                  </a:lnTo>
                  <a:lnTo>
                    <a:pt x="57" y="35"/>
                  </a:lnTo>
                  <a:lnTo>
                    <a:pt x="57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30"/>
                  </a:lnTo>
                  <a:lnTo>
                    <a:pt x="57" y="28"/>
                  </a:lnTo>
                  <a:lnTo>
                    <a:pt x="57" y="27"/>
                  </a:lnTo>
                  <a:lnTo>
                    <a:pt x="57" y="25"/>
                  </a:lnTo>
                  <a:lnTo>
                    <a:pt x="57" y="24"/>
                  </a:lnTo>
                  <a:lnTo>
                    <a:pt x="57" y="23"/>
                  </a:lnTo>
                  <a:lnTo>
                    <a:pt x="57" y="21"/>
                  </a:lnTo>
                  <a:lnTo>
                    <a:pt x="57" y="20"/>
                  </a:lnTo>
                  <a:lnTo>
                    <a:pt x="55" y="18"/>
                  </a:lnTo>
                  <a:lnTo>
                    <a:pt x="55" y="17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4" y="13"/>
                  </a:lnTo>
                  <a:lnTo>
                    <a:pt x="53" y="13"/>
                  </a:lnTo>
                  <a:lnTo>
                    <a:pt x="53" y="11"/>
                  </a:lnTo>
                  <a:lnTo>
                    <a:pt x="51" y="10"/>
                  </a:lnTo>
                  <a:lnTo>
                    <a:pt x="50" y="8"/>
                  </a:lnTo>
                  <a:lnTo>
                    <a:pt x="48" y="7"/>
                  </a:lnTo>
                  <a:lnTo>
                    <a:pt x="47" y="6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1" y="3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88">
              <a:extLst>
                <a:ext uri="{FF2B5EF4-FFF2-40B4-BE49-F238E27FC236}">
                  <a16:creationId xmlns:a16="http://schemas.microsoft.com/office/drawing/2014/main" id="{D5F9CF1E-9986-47D5-B9D5-88BD8BC95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4098" y="3211123"/>
              <a:ext cx="50789" cy="50800"/>
            </a:xfrm>
            <a:custGeom>
              <a:avLst/>
              <a:gdLst>
                <a:gd name="T0" fmla="*/ 2147483646 w 65"/>
                <a:gd name="T1" fmla="*/ 0 h 65"/>
                <a:gd name="T2" fmla="*/ 2147483646 w 65"/>
                <a:gd name="T3" fmla="*/ 2147483646 h 65"/>
                <a:gd name="T4" fmla="*/ 2147483646 w 65"/>
                <a:gd name="T5" fmla="*/ 2147483646 h 65"/>
                <a:gd name="T6" fmla="*/ 2147483646 w 65"/>
                <a:gd name="T7" fmla="*/ 2147483646 h 65"/>
                <a:gd name="T8" fmla="*/ 2147483646 w 65"/>
                <a:gd name="T9" fmla="*/ 2147483646 h 65"/>
                <a:gd name="T10" fmla="*/ 2147483646 w 65"/>
                <a:gd name="T11" fmla="*/ 2147483646 h 65"/>
                <a:gd name="T12" fmla="*/ 2147483646 w 65"/>
                <a:gd name="T13" fmla="*/ 2147483646 h 65"/>
                <a:gd name="T14" fmla="*/ 2147483646 w 65"/>
                <a:gd name="T15" fmla="*/ 2147483646 h 65"/>
                <a:gd name="T16" fmla="*/ 2147483646 w 65"/>
                <a:gd name="T17" fmla="*/ 2147483646 h 65"/>
                <a:gd name="T18" fmla="*/ 0 w 65"/>
                <a:gd name="T19" fmla="*/ 2147483646 h 65"/>
                <a:gd name="T20" fmla="*/ 0 w 65"/>
                <a:gd name="T21" fmla="*/ 2147483646 h 65"/>
                <a:gd name="T22" fmla="*/ 0 w 65"/>
                <a:gd name="T23" fmla="*/ 2147483646 h 65"/>
                <a:gd name="T24" fmla="*/ 2147483646 w 65"/>
                <a:gd name="T25" fmla="*/ 2147483646 h 65"/>
                <a:gd name="T26" fmla="*/ 2147483646 w 65"/>
                <a:gd name="T27" fmla="*/ 2147483646 h 65"/>
                <a:gd name="T28" fmla="*/ 2147483646 w 65"/>
                <a:gd name="T29" fmla="*/ 2147483646 h 65"/>
                <a:gd name="T30" fmla="*/ 2147483646 w 65"/>
                <a:gd name="T31" fmla="*/ 2147483646 h 65"/>
                <a:gd name="T32" fmla="*/ 2147483646 w 65"/>
                <a:gd name="T33" fmla="*/ 2147483646 h 65"/>
                <a:gd name="T34" fmla="*/ 2147483646 w 65"/>
                <a:gd name="T35" fmla="*/ 2147483646 h 65"/>
                <a:gd name="T36" fmla="*/ 2147483646 w 65"/>
                <a:gd name="T37" fmla="*/ 2147483646 h 65"/>
                <a:gd name="T38" fmla="*/ 2147483646 w 65"/>
                <a:gd name="T39" fmla="*/ 2147483646 h 65"/>
                <a:gd name="T40" fmla="*/ 2147483646 w 65"/>
                <a:gd name="T41" fmla="*/ 2147483646 h 65"/>
                <a:gd name="T42" fmla="*/ 2147483646 w 65"/>
                <a:gd name="T43" fmla="*/ 2147483646 h 65"/>
                <a:gd name="T44" fmla="*/ 2147483646 w 65"/>
                <a:gd name="T45" fmla="*/ 2147483646 h 65"/>
                <a:gd name="T46" fmla="*/ 2147483646 w 65"/>
                <a:gd name="T47" fmla="*/ 2147483646 h 65"/>
                <a:gd name="T48" fmla="*/ 2147483646 w 65"/>
                <a:gd name="T49" fmla="*/ 2147483646 h 65"/>
                <a:gd name="T50" fmla="*/ 2147483646 w 65"/>
                <a:gd name="T51" fmla="*/ 2147483646 h 65"/>
                <a:gd name="T52" fmla="*/ 2147483646 w 65"/>
                <a:gd name="T53" fmla="*/ 2147483646 h 65"/>
                <a:gd name="T54" fmla="*/ 2147483646 w 65"/>
                <a:gd name="T55" fmla="*/ 2147483646 h 65"/>
                <a:gd name="T56" fmla="*/ 2147483646 w 65"/>
                <a:gd name="T57" fmla="*/ 2147483646 h 65"/>
                <a:gd name="T58" fmla="*/ 2147483646 w 65"/>
                <a:gd name="T59" fmla="*/ 2147483646 h 65"/>
                <a:gd name="T60" fmla="*/ 2147483646 w 65"/>
                <a:gd name="T61" fmla="*/ 2147483646 h 65"/>
                <a:gd name="T62" fmla="*/ 2147483646 w 65"/>
                <a:gd name="T63" fmla="*/ 2147483646 h 65"/>
                <a:gd name="T64" fmla="*/ 2147483646 w 65"/>
                <a:gd name="T65" fmla="*/ 2147483646 h 65"/>
                <a:gd name="T66" fmla="*/ 2147483646 w 65"/>
                <a:gd name="T67" fmla="*/ 2147483646 h 65"/>
                <a:gd name="T68" fmla="*/ 2147483646 w 65"/>
                <a:gd name="T69" fmla="*/ 2147483646 h 65"/>
                <a:gd name="T70" fmla="*/ 2147483646 w 65"/>
                <a:gd name="T71" fmla="*/ 2147483646 h 65"/>
                <a:gd name="T72" fmla="*/ 2147483646 w 65"/>
                <a:gd name="T73" fmla="*/ 2147483646 h 65"/>
                <a:gd name="T74" fmla="*/ 2147483646 w 65"/>
                <a:gd name="T75" fmla="*/ 2147483646 h 65"/>
                <a:gd name="T76" fmla="*/ 2147483646 w 65"/>
                <a:gd name="T77" fmla="*/ 2147483646 h 65"/>
                <a:gd name="T78" fmla="*/ 2147483646 w 65"/>
                <a:gd name="T79" fmla="*/ 2147483646 h 65"/>
                <a:gd name="T80" fmla="*/ 2147483646 w 65"/>
                <a:gd name="T81" fmla="*/ 2147483646 h 65"/>
                <a:gd name="T82" fmla="*/ 2147483646 w 65"/>
                <a:gd name="T83" fmla="*/ 2147483646 h 65"/>
                <a:gd name="T84" fmla="*/ 2147483646 w 65"/>
                <a:gd name="T85" fmla="*/ 0 h 65"/>
                <a:gd name="T86" fmla="*/ 2147483646 w 65"/>
                <a:gd name="T87" fmla="*/ 0 h 6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5" h="65">
                  <a:moveTo>
                    <a:pt x="33" y="0"/>
                  </a:move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1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7" y="4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7"/>
                  </a:lnTo>
                  <a:lnTo>
                    <a:pt x="11" y="7"/>
                  </a:lnTo>
                  <a:lnTo>
                    <a:pt x="11" y="9"/>
                  </a:lnTo>
                  <a:lnTo>
                    <a:pt x="10" y="10"/>
                  </a:lnTo>
                  <a:lnTo>
                    <a:pt x="9" y="11"/>
                  </a:lnTo>
                  <a:lnTo>
                    <a:pt x="7" y="13"/>
                  </a:lnTo>
                  <a:lnTo>
                    <a:pt x="6" y="1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7" y="52"/>
                  </a:lnTo>
                  <a:lnTo>
                    <a:pt x="7" y="54"/>
                  </a:lnTo>
                  <a:lnTo>
                    <a:pt x="9" y="55"/>
                  </a:lnTo>
                  <a:lnTo>
                    <a:pt x="10" y="55"/>
                  </a:lnTo>
                  <a:lnTo>
                    <a:pt x="11" y="56"/>
                  </a:lnTo>
                  <a:lnTo>
                    <a:pt x="11" y="58"/>
                  </a:lnTo>
                  <a:lnTo>
                    <a:pt x="13" y="59"/>
                  </a:lnTo>
                  <a:lnTo>
                    <a:pt x="14" y="59"/>
                  </a:lnTo>
                  <a:lnTo>
                    <a:pt x="16" y="61"/>
                  </a:lnTo>
                  <a:lnTo>
                    <a:pt x="17" y="61"/>
                  </a:lnTo>
                  <a:lnTo>
                    <a:pt x="18" y="62"/>
                  </a:lnTo>
                  <a:lnTo>
                    <a:pt x="20" y="62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4" y="63"/>
                  </a:lnTo>
                  <a:lnTo>
                    <a:pt x="25" y="65"/>
                  </a:lnTo>
                  <a:lnTo>
                    <a:pt x="27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4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40" y="65"/>
                  </a:lnTo>
                  <a:lnTo>
                    <a:pt x="41" y="63"/>
                  </a:lnTo>
                  <a:lnTo>
                    <a:pt x="42" y="63"/>
                  </a:lnTo>
                  <a:lnTo>
                    <a:pt x="44" y="63"/>
                  </a:lnTo>
                  <a:lnTo>
                    <a:pt x="45" y="62"/>
                  </a:lnTo>
                  <a:lnTo>
                    <a:pt x="47" y="62"/>
                  </a:lnTo>
                  <a:lnTo>
                    <a:pt x="48" y="61"/>
                  </a:lnTo>
                  <a:lnTo>
                    <a:pt x="49" y="61"/>
                  </a:lnTo>
                  <a:lnTo>
                    <a:pt x="51" y="59"/>
                  </a:lnTo>
                  <a:lnTo>
                    <a:pt x="52" y="59"/>
                  </a:lnTo>
                  <a:lnTo>
                    <a:pt x="54" y="58"/>
                  </a:lnTo>
                  <a:lnTo>
                    <a:pt x="54" y="56"/>
                  </a:lnTo>
                  <a:lnTo>
                    <a:pt x="55" y="55"/>
                  </a:lnTo>
                  <a:lnTo>
                    <a:pt x="56" y="55"/>
                  </a:lnTo>
                  <a:lnTo>
                    <a:pt x="58" y="54"/>
                  </a:lnTo>
                  <a:lnTo>
                    <a:pt x="58" y="52"/>
                  </a:lnTo>
                  <a:lnTo>
                    <a:pt x="59" y="51"/>
                  </a:lnTo>
                  <a:lnTo>
                    <a:pt x="61" y="49"/>
                  </a:lnTo>
                  <a:lnTo>
                    <a:pt x="61" y="48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4" y="44"/>
                  </a:lnTo>
                  <a:lnTo>
                    <a:pt x="64" y="42"/>
                  </a:lnTo>
                  <a:lnTo>
                    <a:pt x="64" y="41"/>
                  </a:lnTo>
                  <a:lnTo>
                    <a:pt x="65" y="40"/>
                  </a:lnTo>
                  <a:lnTo>
                    <a:pt x="65" y="38"/>
                  </a:lnTo>
                  <a:lnTo>
                    <a:pt x="65" y="37"/>
                  </a:lnTo>
                  <a:lnTo>
                    <a:pt x="65" y="34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8"/>
                  </a:lnTo>
                  <a:lnTo>
                    <a:pt x="65" y="27"/>
                  </a:lnTo>
                  <a:lnTo>
                    <a:pt x="64" y="24"/>
                  </a:lnTo>
                  <a:lnTo>
                    <a:pt x="64" y="23"/>
                  </a:lnTo>
                  <a:lnTo>
                    <a:pt x="64" y="21"/>
                  </a:lnTo>
                  <a:lnTo>
                    <a:pt x="62" y="20"/>
                  </a:lnTo>
                  <a:lnTo>
                    <a:pt x="62" y="18"/>
                  </a:lnTo>
                  <a:lnTo>
                    <a:pt x="61" y="17"/>
                  </a:lnTo>
                  <a:lnTo>
                    <a:pt x="61" y="16"/>
                  </a:lnTo>
                  <a:lnTo>
                    <a:pt x="59" y="14"/>
                  </a:lnTo>
                  <a:lnTo>
                    <a:pt x="58" y="13"/>
                  </a:lnTo>
                  <a:lnTo>
                    <a:pt x="56" y="11"/>
                  </a:lnTo>
                  <a:lnTo>
                    <a:pt x="55" y="10"/>
                  </a:lnTo>
                  <a:lnTo>
                    <a:pt x="54" y="9"/>
                  </a:lnTo>
                  <a:lnTo>
                    <a:pt x="54" y="7"/>
                  </a:lnTo>
                  <a:lnTo>
                    <a:pt x="52" y="7"/>
                  </a:lnTo>
                  <a:lnTo>
                    <a:pt x="51" y="6"/>
                  </a:lnTo>
                  <a:lnTo>
                    <a:pt x="49" y="6"/>
                  </a:lnTo>
                  <a:lnTo>
                    <a:pt x="48" y="4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601D6B43-2285-42BE-8A34-0D51240A2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98" y="2763675"/>
              <a:ext cx="314257" cy="1587"/>
            </a:xfrm>
            <a:custGeom>
              <a:avLst/>
              <a:gdLst>
                <a:gd name="T0" fmla="*/ 2147483646 w 395"/>
                <a:gd name="T1" fmla="*/ 0 h 1587"/>
                <a:gd name="T2" fmla="*/ 0 w 395"/>
                <a:gd name="T3" fmla="*/ 0 h 1587"/>
                <a:gd name="T4" fmla="*/ 2147483646 w 39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1587">
                  <a:moveTo>
                    <a:pt x="395" y="0"/>
                  </a:moveTo>
                  <a:lnTo>
                    <a:pt x="0" y="0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60">
              <a:extLst>
                <a:ext uri="{FF2B5EF4-FFF2-40B4-BE49-F238E27FC236}">
                  <a16:creationId xmlns:a16="http://schemas.microsoft.com/office/drawing/2014/main" id="{63E78B97-D91B-4422-8F22-B7F683516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98" y="2763675"/>
              <a:ext cx="314257" cy="1587"/>
            </a:xfrm>
            <a:custGeom>
              <a:avLst/>
              <a:gdLst>
                <a:gd name="T0" fmla="*/ 2147483646 w 395"/>
                <a:gd name="T1" fmla="*/ 0 h 1587"/>
                <a:gd name="T2" fmla="*/ 0 w 395"/>
                <a:gd name="T3" fmla="*/ 0 h 1587"/>
                <a:gd name="T4" fmla="*/ 2147483646 w 39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1587">
                  <a:moveTo>
                    <a:pt x="395" y="0"/>
                  </a:moveTo>
                  <a:lnTo>
                    <a:pt x="0" y="0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74">
              <a:extLst>
                <a:ext uri="{FF2B5EF4-FFF2-40B4-BE49-F238E27FC236}">
                  <a16:creationId xmlns:a16="http://schemas.microsoft.com/office/drawing/2014/main" id="{FD02E009-1479-4117-A824-A66CBF5C2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443" y="2968462"/>
              <a:ext cx="522175" cy="523875"/>
            </a:xfrm>
            <a:custGeom>
              <a:avLst/>
              <a:gdLst>
                <a:gd name="T0" fmla="*/ 2147483646 w 660"/>
                <a:gd name="T1" fmla="*/ 2147483646 h 660"/>
                <a:gd name="T2" fmla="*/ 2147483646 w 660"/>
                <a:gd name="T3" fmla="*/ 2147483646 h 660"/>
                <a:gd name="T4" fmla="*/ 2147483646 w 660"/>
                <a:gd name="T5" fmla="*/ 2147483646 h 660"/>
                <a:gd name="T6" fmla="*/ 2147483646 w 660"/>
                <a:gd name="T7" fmla="*/ 2147483646 h 660"/>
                <a:gd name="T8" fmla="*/ 2147483646 w 660"/>
                <a:gd name="T9" fmla="*/ 2147483646 h 660"/>
                <a:gd name="T10" fmla="*/ 2147483646 w 660"/>
                <a:gd name="T11" fmla="*/ 2147483646 h 660"/>
                <a:gd name="T12" fmla="*/ 2147483646 w 660"/>
                <a:gd name="T13" fmla="*/ 2147483646 h 660"/>
                <a:gd name="T14" fmla="*/ 2147483646 w 660"/>
                <a:gd name="T15" fmla="*/ 2147483646 h 660"/>
                <a:gd name="T16" fmla="*/ 2147483646 w 660"/>
                <a:gd name="T17" fmla="*/ 2147483646 h 660"/>
                <a:gd name="T18" fmla="*/ 2147483646 w 660"/>
                <a:gd name="T19" fmla="*/ 2147483646 h 660"/>
                <a:gd name="T20" fmla="*/ 0 w 660"/>
                <a:gd name="T21" fmla="*/ 2147483646 h 660"/>
                <a:gd name="T22" fmla="*/ 2147483646 w 660"/>
                <a:gd name="T23" fmla="*/ 2147483646 h 660"/>
                <a:gd name="T24" fmla="*/ 2147483646 w 660"/>
                <a:gd name="T25" fmla="*/ 2147483646 h 660"/>
                <a:gd name="T26" fmla="*/ 2147483646 w 660"/>
                <a:gd name="T27" fmla="*/ 2147483646 h 660"/>
                <a:gd name="T28" fmla="*/ 2147483646 w 660"/>
                <a:gd name="T29" fmla="*/ 2147483646 h 660"/>
                <a:gd name="T30" fmla="*/ 2147483646 w 660"/>
                <a:gd name="T31" fmla="*/ 2147483646 h 660"/>
                <a:gd name="T32" fmla="*/ 2147483646 w 660"/>
                <a:gd name="T33" fmla="*/ 2147483646 h 660"/>
                <a:gd name="T34" fmla="*/ 2147483646 w 660"/>
                <a:gd name="T35" fmla="*/ 2147483646 h 660"/>
                <a:gd name="T36" fmla="*/ 2147483646 w 660"/>
                <a:gd name="T37" fmla="*/ 2147483646 h 660"/>
                <a:gd name="T38" fmla="*/ 2147483646 w 660"/>
                <a:gd name="T39" fmla="*/ 2147483646 h 660"/>
                <a:gd name="T40" fmla="*/ 2147483646 w 660"/>
                <a:gd name="T41" fmla="*/ 2147483646 h 660"/>
                <a:gd name="T42" fmla="*/ 2147483646 w 660"/>
                <a:gd name="T43" fmla="*/ 2147483646 h 660"/>
                <a:gd name="T44" fmla="*/ 2147483646 w 660"/>
                <a:gd name="T45" fmla="*/ 2147483646 h 660"/>
                <a:gd name="T46" fmla="*/ 2147483646 w 660"/>
                <a:gd name="T47" fmla="*/ 2147483646 h 660"/>
                <a:gd name="T48" fmla="*/ 2147483646 w 660"/>
                <a:gd name="T49" fmla="*/ 2147483646 h 660"/>
                <a:gd name="T50" fmla="*/ 2147483646 w 660"/>
                <a:gd name="T51" fmla="*/ 2147483646 h 660"/>
                <a:gd name="T52" fmla="*/ 2147483646 w 660"/>
                <a:gd name="T53" fmla="*/ 2147483646 h 660"/>
                <a:gd name="T54" fmla="*/ 2147483646 w 660"/>
                <a:gd name="T55" fmla="*/ 2147483646 h 660"/>
                <a:gd name="T56" fmla="*/ 2147483646 w 660"/>
                <a:gd name="T57" fmla="*/ 2147483646 h 660"/>
                <a:gd name="T58" fmla="*/ 2147483646 w 660"/>
                <a:gd name="T59" fmla="*/ 2147483646 h 660"/>
                <a:gd name="T60" fmla="*/ 2147483646 w 660"/>
                <a:gd name="T61" fmla="*/ 2147483646 h 660"/>
                <a:gd name="T62" fmla="*/ 2147483646 w 660"/>
                <a:gd name="T63" fmla="*/ 2147483646 h 660"/>
                <a:gd name="T64" fmla="*/ 2147483646 w 660"/>
                <a:gd name="T65" fmla="*/ 2147483646 h 660"/>
                <a:gd name="T66" fmla="*/ 2147483646 w 660"/>
                <a:gd name="T67" fmla="*/ 2147483646 h 660"/>
                <a:gd name="T68" fmla="*/ 2147483646 w 660"/>
                <a:gd name="T69" fmla="*/ 2147483646 h 660"/>
                <a:gd name="T70" fmla="*/ 2147483646 w 660"/>
                <a:gd name="T71" fmla="*/ 2147483646 h 660"/>
                <a:gd name="T72" fmla="*/ 2147483646 w 660"/>
                <a:gd name="T73" fmla="*/ 2147483646 h 660"/>
                <a:gd name="T74" fmla="*/ 2147483646 w 660"/>
                <a:gd name="T75" fmla="*/ 2147483646 h 660"/>
                <a:gd name="T76" fmla="*/ 2147483646 w 660"/>
                <a:gd name="T77" fmla="*/ 2147483646 h 660"/>
                <a:gd name="T78" fmla="*/ 2147483646 w 660"/>
                <a:gd name="T79" fmla="*/ 2147483646 h 660"/>
                <a:gd name="T80" fmla="*/ 2147483646 w 660"/>
                <a:gd name="T81" fmla="*/ 2147483646 h 660"/>
                <a:gd name="T82" fmla="*/ 2147483646 w 660"/>
                <a:gd name="T83" fmla="*/ 2147483646 h 660"/>
                <a:gd name="T84" fmla="*/ 2147483646 w 660"/>
                <a:gd name="T85" fmla="*/ 2147483646 h 660"/>
                <a:gd name="T86" fmla="*/ 2147483646 w 660"/>
                <a:gd name="T87" fmla="*/ 0 h 6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60" h="660">
                  <a:moveTo>
                    <a:pt x="330" y="0"/>
                  </a:moveTo>
                  <a:lnTo>
                    <a:pt x="313" y="0"/>
                  </a:lnTo>
                  <a:lnTo>
                    <a:pt x="298" y="2"/>
                  </a:lnTo>
                  <a:lnTo>
                    <a:pt x="281" y="3"/>
                  </a:lnTo>
                  <a:lnTo>
                    <a:pt x="264" y="6"/>
                  </a:lnTo>
                  <a:lnTo>
                    <a:pt x="248" y="10"/>
                  </a:lnTo>
                  <a:lnTo>
                    <a:pt x="233" y="14"/>
                  </a:lnTo>
                  <a:lnTo>
                    <a:pt x="217" y="20"/>
                  </a:lnTo>
                  <a:lnTo>
                    <a:pt x="202" y="26"/>
                  </a:lnTo>
                  <a:lnTo>
                    <a:pt x="188" y="33"/>
                  </a:lnTo>
                  <a:lnTo>
                    <a:pt x="174" y="40"/>
                  </a:lnTo>
                  <a:lnTo>
                    <a:pt x="159" y="48"/>
                  </a:lnTo>
                  <a:lnTo>
                    <a:pt x="147" y="57"/>
                  </a:lnTo>
                  <a:lnTo>
                    <a:pt x="133" y="65"/>
                  </a:lnTo>
                  <a:lnTo>
                    <a:pt x="121" y="75"/>
                  </a:lnTo>
                  <a:lnTo>
                    <a:pt x="109" y="85"/>
                  </a:lnTo>
                  <a:lnTo>
                    <a:pt x="97" y="96"/>
                  </a:lnTo>
                  <a:lnTo>
                    <a:pt x="86" y="107"/>
                  </a:lnTo>
                  <a:lnTo>
                    <a:pt x="76" y="120"/>
                  </a:lnTo>
                  <a:lnTo>
                    <a:pt x="66" y="133"/>
                  </a:lnTo>
                  <a:lnTo>
                    <a:pt x="57" y="145"/>
                  </a:lnTo>
                  <a:lnTo>
                    <a:pt x="48" y="158"/>
                  </a:lnTo>
                  <a:lnTo>
                    <a:pt x="41" y="172"/>
                  </a:lnTo>
                  <a:lnTo>
                    <a:pt x="34" y="186"/>
                  </a:lnTo>
                  <a:lnTo>
                    <a:pt x="27" y="202"/>
                  </a:lnTo>
                  <a:lnTo>
                    <a:pt x="21" y="216"/>
                  </a:lnTo>
                  <a:lnTo>
                    <a:pt x="16" y="231"/>
                  </a:lnTo>
                  <a:lnTo>
                    <a:pt x="11" y="247"/>
                  </a:lnTo>
                  <a:lnTo>
                    <a:pt x="7" y="264"/>
                  </a:lnTo>
                  <a:lnTo>
                    <a:pt x="4" y="279"/>
                  </a:lnTo>
                  <a:lnTo>
                    <a:pt x="3" y="296"/>
                  </a:lnTo>
                  <a:lnTo>
                    <a:pt x="2" y="313"/>
                  </a:lnTo>
                  <a:lnTo>
                    <a:pt x="0" y="330"/>
                  </a:lnTo>
                  <a:lnTo>
                    <a:pt x="2" y="347"/>
                  </a:lnTo>
                  <a:lnTo>
                    <a:pt x="3" y="364"/>
                  </a:lnTo>
                  <a:lnTo>
                    <a:pt x="4" y="379"/>
                  </a:lnTo>
                  <a:lnTo>
                    <a:pt x="7" y="396"/>
                  </a:lnTo>
                  <a:lnTo>
                    <a:pt x="11" y="412"/>
                  </a:lnTo>
                  <a:lnTo>
                    <a:pt x="16" y="427"/>
                  </a:lnTo>
                  <a:lnTo>
                    <a:pt x="21" y="443"/>
                  </a:lnTo>
                  <a:lnTo>
                    <a:pt x="27" y="458"/>
                  </a:lnTo>
                  <a:lnTo>
                    <a:pt x="34" y="472"/>
                  </a:lnTo>
                  <a:lnTo>
                    <a:pt x="41" y="486"/>
                  </a:lnTo>
                  <a:lnTo>
                    <a:pt x="48" y="500"/>
                  </a:lnTo>
                  <a:lnTo>
                    <a:pt x="57" y="515"/>
                  </a:lnTo>
                  <a:lnTo>
                    <a:pt x="66" y="527"/>
                  </a:lnTo>
                  <a:lnTo>
                    <a:pt x="76" y="540"/>
                  </a:lnTo>
                  <a:lnTo>
                    <a:pt x="86" y="551"/>
                  </a:lnTo>
                  <a:lnTo>
                    <a:pt x="97" y="562"/>
                  </a:lnTo>
                  <a:lnTo>
                    <a:pt x="109" y="574"/>
                  </a:lnTo>
                  <a:lnTo>
                    <a:pt x="121" y="584"/>
                  </a:lnTo>
                  <a:lnTo>
                    <a:pt x="133" y="593"/>
                  </a:lnTo>
                  <a:lnTo>
                    <a:pt x="147" y="603"/>
                  </a:lnTo>
                  <a:lnTo>
                    <a:pt x="159" y="612"/>
                  </a:lnTo>
                  <a:lnTo>
                    <a:pt x="174" y="619"/>
                  </a:lnTo>
                  <a:lnTo>
                    <a:pt x="188" y="627"/>
                  </a:lnTo>
                  <a:lnTo>
                    <a:pt x="202" y="633"/>
                  </a:lnTo>
                  <a:lnTo>
                    <a:pt x="217" y="639"/>
                  </a:lnTo>
                  <a:lnTo>
                    <a:pt x="233" y="644"/>
                  </a:lnTo>
                  <a:lnTo>
                    <a:pt x="248" y="648"/>
                  </a:lnTo>
                  <a:lnTo>
                    <a:pt x="264" y="653"/>
                  </a:lnTo>
                  <a:lnTo>
                    <a:pt x="281" y="655"/>
                  </a:lnTo>
                  <a:lnTo>
                    <a:pt x="298" y="657"/>
                  </a:lnTo>
                  <a:lnTo>
                    <a:pt x="313" y="658"/>
                  </a:lnTo>
                  <a:lnTo>
                    <a:pt x="330" y="660"/>
                  </a:lnTo>
                  <a:lnTo>
                    <a:pt x="348" y="658"/>
                  </a:lnTo>
                  <a:lnTo>
                    <a:pt x="364" y="657"/>
                  </a:lnTo>
                  <a:lnTo>
                    <a:pt x="381" y="655"/>
                  </a:lnTo>
                  <a:lnTo>
                    <a:pt x="398" y="653"/>
                  </a:lnTo>
                  <a:lnTo>
                    <a:pt x="413" y="648"/>
                  </a:lnTo>
                  <a:lnTo>
                    <a:pt x="429" y="644"/>
                  </a:lnTo>
                  <a:lnTo>
                    <a:pt x="444" y="639"/>
                  </a:lnTo>
                  <a:lnTo>
                    <a:pt x="460" y="633"/>
                  </a:lnTo>
                  <a:lnTo>
                    <a:pt x="474" y="627"/>
                  </a:lnTo>
                  <a:lnTo>
                    <a:pt x="488" y="619"/>
                  </a:lnTo>
                  <a:lnTo>
                    <a:pt x="502" y="612"/>
                  </a:lnTo>
                  <a:lnTo>
                    <a:pt x="515" y="603"/>
                  </a:lnTo>
                  <a:lnTo>
                    <a:pt x="527" y="593"/>
                  </a:lnTo>
                  <a:lnTo>
                    <a:pt x="540" y="584"/>
                  </a:lnTo>
                  <a:lnTo>
                    <a:pt x="553" y="574"/>
                  </a:lnTo>
                  <a:lnTo>
                    <a:pt x="564" y="562"/>
                  </a:lnTo>
                  <a:lnTo>
                    <a:pt x="575" y="551"/>
                  </a:lnTo>
                  <a:lnTo>
                    <a:pt x="585" y="540"/>
                  </a:lnTo>
                  <a:lnTo>
                    <a:pt x="595" y="527"/>
                  </a:lnTo>
                  <a:lnTo>
                    <a:pt x="605" y="515"/>
                  </a:lnTo>
                  <a:lnTo>
                    <a:pt x="613" y="500"/>
                  </a:lnTo>
                  <a:lnTo>
                    <a:pt x="620" y="486"/>
                  </a:lnTo>
                  <a:lnTo>
                    <a:pt x="627" y="472"/>
                  </a:lnTo>
                  <a:lnTo>
                    <a:pt x="634" y="458"/>
                  </a:lnTo>
                  <a:lnTo>
                    <a:pt x="640" y="443"/>
                  </a:lnTo>
                  <a:lnTo>
                    <a:pt x="646" y="427"/>
                  </a:lnTo>
                  <a:lnTo>
                    <a:pt x="650" y="412"/>
                  </a:lnTo>
                  <a:lnTo>
                    <a:pt x="654" y="396"/>
                  </a:lnTo>
                  <a:lnTo>
                    <a:pt x="657" y="379"/>
                  </a:lnTo>
                  <a:lnTo>
                    <a:pt x="658" y="364"/>
                  </a:lnTo>
                  <a:lnTo>
                    <a:pt x="660" y="347"/>
                  </a:lnTo>
                  <a:lnTo>
                    <a:pt x="660" y="330"/>
                  </a:lnTo>
                  <a:lnTo>
                    <a:pt x="660" y="313"/>
                  </a:lnTo>
                  <a:lnTo>
                    <a:pt x="658" y="296"/>
                  </a:lnTo>
                  <a:lnTo>
                    <a:pt x="657" y="279"/>
                  </a:lnTo>
                  <a:lnTo>
                    <a:pt x="654" y="264"/>
                  </a:lnTo>
                  <a:lnTo>
                    <a:pt x="650" y="247"/>
                  </a:lnTo>
                  <a:lnTo>
                    <a:pt x="646" y="231"/>
                  </a:lnTo>
                  <a:lnTo>
                    <a:pt x="640" y="216"/>
                  </a:lnTo>
                  <a:lnTo>
                    <a:pt x="634" y="202"/>
                  </a:lnTo>
                  <a:lnTo>
                    <a:pt x="627" y="186"/>
                  </a:lnTo>
                  <a:lnTo>
                    <a:pt x="620" y="172"/>
                  </a:lnTo>
                  <a:lnTo>
                    <a:pt x="613" y="158"/>
                  </a:lnTo>
                  <a:lnTo>
                    <a:pt x="605" y="145"/>
                  </a:lnTo>
                  <a:lnTo>
                    <a:pt x="595" y="133"/>
                  </a:lnTo>
                  <a:lnTo>
                    <a:pt x="585" y="120"/>
                  </a:lnTo>
                  <a:lnTo>
                    <a:pt x="575" y="107"/>
                  </a:lnTo>
                  <a:lnTo>
                    <a:pt x="564" y="96"/>
                  </a:lnTo>
                  <a:lnTo>
                    <a:pt x="553" y="85"/>
                  </a:lnTo>
                  <a:lnTo>
                    <a:pt x="540" y="75"/>
                  </a:lnTo>
                  <a:lnTo>
                    <a:pt x="527" y="65"/>
                  </a:lnTo>
                  <a:lnTo>
                    <a:pt x="515" y="57"/>
                  </a:lnTo>
                  <a:lnTo>
                    <a:pt x="502" y="48"/>
                  </a:lnTo>
                  <a:lnTo>
                    <a:pt x="488" y="40"/>
                  </a:lnTo>
                  <a:lnTo>
                    <a:pt x="474" y="33"/>
                  </a:lnTo>
                  <a:lnTo>
                    <a:pt x="460" y="26"/>
                  </a:lnTo>
                  <a:lnTo>
                    <a:pt x="444" y="20"/>
                  </a:lnTo>
                  <a:lnTo>
                    <a:pt x="429" y="14"/>
                  </a:lnTo>
                  <a:lnTo>
                    <a:pt x="413" y="10"/>
                  </a:lnTo>
                  <a:lnTo>
                    <a:pt x="398" y="6"/>
                  </a:lnTo>
                  <a:lnTo>
                    <a:pt x="381" y="3"/>
                  </a:lnTo>
                  <a:lnTo>
                    <a:pt x="364" y="2"/>
                  </a:lnTo>
                  <a:lnTo>
                    <a:pt x="348" y="0"/>
                  </a:lnTo>
                  <a:lnTo>
                    <a:pt x="330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75">
              <a:extLst>
                <a:ext uri="{FF2B5EF4-FFF2-40B4-BE49-F238E27FC236}">
                  <a16:creationId xmlns:a16="http://schemas.microsoft.com/office/drawing/2014/main" id="{52E27A69-CA16-458D-A9B1-7550366E7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8800" y="2965287"/>
              <a:ext cx="358698" cy="536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34" name="Freeform 76">
              <a:extLst>
                <a:ext uri="{FF2B5EF4-FFF2-40B4-BE49-F238E27FC236}">
                  <a16:creationId xmlns:a16="http://schemas.microsoft.com/office/drawing/2014/main" id="{A209F5FC-1B64-4CCA-B42B-84543AE3F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800" y="2965287"/>
              <a:ext cx="358698" cy="536575"/>
            </a:xfrm>
            <a:custGeom>
              <a:avLst/>
              <a:gdLst>
                <a:gd name="T0" fmla="*/ 2147483646 w 451"/>
                <a:gd name="T1" fmla="*/ 2147483646 h 676"/>
                <a:gd name="T2" fmla="*/ 0 w 451"/>
                <a:gd name="T3" fmla="*/ 2147483646 h 676"/>
                <a:gd name="T4" fmla="*/ 0 w 451"/>
                <a:gd name="T5" fmla="*/ 0 h 676"/>
                <a:gd name="T6" fmla="*/ 2147483646 w 451"/>
                <a:gd name="T7" fmla="*/ 0 h 6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1" h="676">
                  <a:moveTo>
                    <a:pt x="451" y="676"/>
                  </a:moveTo>
                  <a:lnTo>
                    <a:pt x="0" y="676"/>
                  </a:lnTo>
                  <a:lnTo>
                    <a:pt x="0" y="0"/>
                  </a:lnTo>
                  <a:lnTo>
                    <a:pt x="451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77">
              <a:extLst>
                <a:ext uri="{FF2B5EF4-FFF2-40B4-BE49-F238E27FC236}">
                  <a16:creationId xmlns:a16="http://schemas.microsoft.com/office/drawing/2014/main" id="{C0EF5087-0E28-4790-B09A-9F73D448C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7948" y="3189125"/>
              <a:ext cx="88881" cy="88900"/>
            </a:xfrm>
            <a:custGeom>
              <a:avLst/>
              <a:gdLst>
                <a:gd name="T0" fmla="*/ 2147483646 w 112"/>
                <a:gd name="T1" fmla="*/ 0 h 113"/>
                <a:gd name="T2" fmla="*/ 2147483646 w 112"/>
                <a:gd name="T3" fmla="*/ 2147483646 h 113"/>
                <a:gd name="T4" fmla="*/ 2147483646 w 112"/>
                <a:gd name="T5" fmla="*/ 2147483646 h 113"/>
                <a:gd name="T6" fmla="*/ 2147483646 w 112"/>
                <a:gd name="T7" fmla="*/ 2147483646 h 113"/>
                <a:gd name="T8" fmla="*/ 2147483646 w 112"/>
                <a:gd name="T9" fmla="*/ 2147483646 h 113"/>
                <a:gd name="T10" fmla="*/ 2147483646 w 112"/>
                <a:gd name="T11" fmla="*/ 2147483646 h 113"/>
                <a:gd name="T12" fmla="*/ 2147483646 w 112"/>
                <a:gd name="T13" fmla="*/ 2147483646 h 113"/>
                <a:gd name="T14" fmla="*/ 2147483646 w 112"/>
                <a:gd name="T15" fmla="*/ 2147483646 h 113"/>
                <a:gd name="T16" fmla="*/ 2147483646 w 112"/>
                <a:gd name="T17" fmla="*/ 2147483646 h 113"/>
                <a:gd name="T18" fmla="*/ 2147483646 w 112"/>
                <a:gd name="T19" fmla="*/ 2147483646 h 113"/>
                <a:gd name="T20" fmla="*/ 2147483646 w 112"/>
                <a:gd name="T21" fmla="*/ 2147483646 h 113"/>
                <a:gd name="T22" fmla="*/ 2147483646 w 112"/>
                <a:gd name="T23" fmla="*/ 2147483646 h 113"/>
                <a:gd name="T24" fmla="*/ 2147483646 w 112"/>
                <a:gd name="T25" fmla="*/ 2147483646 h 113"/>
                <a:gd name="T26" fmla="*/ 2147483646 w 112"/>
                <a:gd name="T27" fmla="*/ 2147483646 h 113"/>
                <a:gd name="T28" fmla="*/ 2147483646 w 112"/>
                <a:gd name="T29" fmla="*/ 2147483646 h 113"/>
                <a:gd name="T30" fmla="*/ 2147483646 w 112"/>
                <a:gd name="T31" fmla="*/ 2147483646 h 113"/>
                <a:gd name="T32" fmla="*/ 2147483646 w 112"/>
                <a:gd name="T33" fmla="*/ 2147483646 h 113"/>
                <a:gd name="T34" fmla="*/ 2147483646 w 112"/>
                <a:gd name="T35" fmla="*/ 2147483646 h 113"/>
                <a:gd name="T36" fmla="*/ 2147483646 w 112"/>
                <a:gd name="T37" fmla="*/ 2147483646 h 113"/>
                <a:gd name="T38" fmla="*/ 2147483646 w 112"/>
                <a:gd name="T39" fmla="*/ 2147483646 h 113"/>
                <a:gd name="T40" fmla="*/ 2147483646 w 112"/>
                <a:gd name="T41" fmla="*/ 2147483646 h 113"/>
                <a:gd name="T42" fmla="*/ 2147483646 w 112"/>
                <a:gd name="T43" fmla="*/ 2147483646 h 113"/>
                <a:gd name="T44" fmla="*/ 2147483646 w 112"/>
                <a:gd name="T45" fmla="*/ 2147483646 h 113"/>
                <a:gd name="T46" fmla="*/ 2147483646 w 112"/>
                <a:gd name="T47" fmla="*/ 2147483646 h 113"/>
                <a:gd name="T48" fmla="*/ 2147483646 w 112"/>
                <a:gd name="T49" fmla="*/ 2147483646 h 113"/>
                <a:gd name="T50" fmla="*/ 2147483646 w 112"/>
                <a:gd name="T51" fmla="*/ 2147483646 h 113"/>
                <a:gd name="T52" fmla="*/ 2147483646 w 112"/>
                <a:gd name="T53" fmla="*/ 2147483646 h 113"/>
                <a:gd name="T54" fmla="*/ 2147483646 w 112"/>
                <a:gd name="T55" fmla="*/ 2147483646 h 113"/>
                <a:gd name="T56" fmla="*/ 2147483646 w 112"/>
                <a:gd name="T57" fmla="*/ 2147483646 h 113"/>
                <a:gd name="T58" fmla="*/ 2147483646 w 112"/>
                <a:gd name="T59" fmla="*/ 2147483646 h 113"/>
                <a:gd name="T60" fmla="*/ 2147483646 w 112"/>
                <a:gd name="T61" fmla="*/ 2147483646 h 113"/>
                <a:gd name="T62" fmla="*/ 2147483646 w 112"/>
                <a:gd name="T63" fmla="*/ 2147483646 h 113"/>
                <a:gd name="T64" fmla="*/ 2147483646 w 112"/>
                <a:gd name="T65" fmla="*/ 2147483646 h 113"/>
                <a:gd name="T66" fmla="*/ 2147483646 w 112"/>
                <a:gd name="T67" fmla="*/ 2147483646 h 113"/>
                <a:gd name="T68" fmla="*/ 2147483646 w 112"/>
                <a:gd name="T69" fmla="*/ 2147483646 h 113"/>
                <a:gd name="T70" fmla="*/ 2147483646 w 112"/>
                <a:gd name="T71" fmla="*/ 2147483646 h 113"/>
                <a:gd name="T72" fmla="*/ 2147483646 w 112"/>
                <a:gd name="T73" fmla="*/ 2147483646 h 113"/>
                <a:gd name="T74" fmla="*/ 2147483646 w 112"/>
                <a:gd name="T75" fmla="*/ 2147483646 h 113"/>
                <a:gd name="T76" fmla="*/ 2147483646 w 112"/>
                <a:gd name="T77" fmla="*/ 2147483646 h 113"/>
                <a:gd name="T78" fmla="*/ 2147483646 w 112"/>
                <a:gd name="T79" fmla="*/ 2147483646 h 113"/>
                <a:gd name="T80" fmla="*/ 2147483646 w 112"/>
                <a:gd name="T81" fmla="*/ 2147483646 h 113"/>
                <a:gd name="T82" fmla="*/ 2147483646 w 112"/>
                <a:gd name="T83" fmla="*/ 2147483646 h 113"/>
                <a:gd name="T84" fmla="*/ 2147483646 w 112"/>
                <a:gd name="T85" fmla="*/ 2147483646 h 113"/>
                <a:gd name="T86" fmla="*/ 2147483646 w 112"/>
                <a:gd name="T87" fmla="*/ 0 h 113"/>
                <a:gd name="T88" fmla="*/ 2147483646 w 112"/>
                <a:gd name="T89" fmla="*/ 2147483646 h 11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12" h="113">
                  <a:moveTo>
                    <a:pt x="56" y="56"/>
                  </a:moveTo>
                  <a:lnTo>
                    <a:pt x="56" y="0"/>
                  </a:lnTo>
                  <a:lnTo>
                    <a:pt x="53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5" y="1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2" y="5"/>
                  </a:lnTo>
                  <a:lnTo>
                    <a:pt x="29" y="7"/>
                  </a:lnTo>
                  <a:lnTo>
                    <a:pt x="28" y="7"/>
                  </a:lnTo>
                  <a:lnTo>
                    <a:pt x="25" y="10"/>
                  </a:lnTo>
                  <a:lnTo>
                    <a:pt x="24" y="11"/>
                  </a:lnTo>
                  <a:lnTo>
                    <a:pt x="21" y="12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8"/>
                  </a:lnTo>
                  <a:lnTo>
                    <a:pt x="14" y="20"/>
                  </a:lnTo>
                  <a:lnTo>
                    <a:pt x="11" y="22"/>
                  </a:lnTo>
                  <a:lnTo>
                    <a:pt x="10" y="24"/>
                  </a:lnTo>
                  <a:lnTo>
                    <a:pt x="8" y="27"/>
                  </a:lnTo>
                  <a:lnTo>
                    <a:pt x="7" y="29"/>
                  </a:lnTo>
                  <a:lnTo>
                    <a:pt x="5" y="31"/>
                  </a:lnTo>
                  <a:lnTo>
                    <a:pt x="5" y="34"/>
                  </a:lnTo>
                  <a:lnTo>
                    <a:pt x="4" y="36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1" y="45"/>
                  </a:lnTo>
                  <a:lnTo>
                    <a:pt x="1" y="48"/>
                  </a:lnTo>
                  <a:lnTo>
                    <a:pt x="1" y="51"/>
                  </a:lnTo>
                  <a:lnTo>
                    <a:pt x="1" y="53"/>
                  </a:lnTo>
                  <a:lnTo>
                    <a:pt x="0" y="56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1" y="65"/>
                  </a:lnTo>
                  <a:lnTo>
                    <a:pt x="1" y="67"/>
                  </a:lnTo>
                  <a:lnTo>
                    <a:pt x="2" y="70"/>
                  </a:lnTo>
                  <a:lnTo>
                    <a:pt x="2" y="73"/>
                  </a:lnTo>
                  <a:lnTo>
                    <a:pt x="4" y="74"/>
                  </a:lnTo>
                  <a:lnTo>
                    <a:pt x="5" y="77"/>
                  </a:lnTo>
                  <a:lnTo>
                    <a:pt x="5" y="80"/>
                  </a:lnTo>
                  <a:lnTo>
                    <a:pt x="7" y="83"/>
                  </a:lnTo>
                  <a:lnTo>
                    <a:pt x="8" y="84"/>
                  </a:lnTo>
                  <a:lnTo>
                    <a:pt x="10" y="87"/>
                  </a:lnTo>
                  <a:lnTo>
                    <a:pt x="11" y="90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7" y="96"/>
                  </a:lnTo>
                  <a:lnTo>
                    <a:pt x="19" y="97"/>
                  </a:lnTo>
                  <a:lnTo>
                    <a:pt x="21" y="100"/>
                  </a:lnTo>
                  <a:lnTo>
                    <a:pt x="24" y="101"/>
                  </a:lnTo>
                  <a:lnTo>
                    <a:pt x="25" y="103"/>
                  </a:lnTo>
                  <a:lnTo>
                    <a:pt x="28" y="104"/>
                  </a:lnTo>
                  <a:lnTo>
                    <a:pt x="29" y="105"/>
                  </a:lnTo>
                  <a:lnTo>
                    <a:pt x="32" y="107"/>
                  </a:lnTo>
                  <a:lnTo>
                    <a:pt x="35" y="108"/>
                  </a:lnTo>
                  <a:lnTo>
                    <a:pt x="38" y="108"/>
                  </a:lnTo>
                  <a:lnTo>
                    <a:pt x="41" y="110"/>
                  </a:lnTo>
                  <a:lnTo>
                    <a:pt x="42" y="110"/>
                  </a:lnTo>
                  <a:lnTo>
                    <a:pt x="45" y="111"/>
                  </a:lnTo>
                  <a:lnTo>
                    <a:pt x="48" y="111"/>
                  </a:lnTo>
                  <a:lnTo>
                    <a:pt x="50" y="111"/>
                  </a:lnTo>
                  <a:lnTo>
                    <a:pt x="53" y="113"/>
                  </a:lnTo>
                  <a:lnTo>
                    <a:pt x="56" y="113"/>
                  </a:lnTo>
                  <a:lnTo>
                    <a:pt x="60" y="113"/>
                  </a:lnTo>
                  <a:lnTo>
                    <a:pt x="63" y="11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0" y="110"/>
                  </a:lnTo>
                  <a:lnTo>
                    <a:pt x="73" y="110"/>
                  </a:lnTo>
                  <a:lnTo>
                    <a:pt x="76" y="108"/>
                  </a:lnTo>
                  <a:lnTo>
                    <a:pt x="79" y="108"/>
                  </a:lnTo>
                  <a:lnTo>
                    <a:pt x="81" y="107"/>
                  </a:lnTo>
                  <a:lnTo>
                    <a:pt x="84" y="105"/>
                  </a:lnTo>
                  <a:lnTo>
                    <a:pt x="86" y="104"/>
                  </a:lnTo>
                  <a:lnTo>
                    <a:pt x="88" y="103"/>
                  </a:lnTo>
                  <a:lnTo>
                    <a:pt x="90" y="101"/>
                  </a:lnTo>
                  <a:lnTo>
                    <a:pt x="93" y="100"/>
                  </a:lnTo>
                  <a:lnTo>
                    <a:pt x="94" y="97"/>
                  </a:lnTo>
                  <a:lnTo>
                    <a:pt x="97" y="96"/>
                  </a:lnTo>
                  <a:lnTo>
                    <a:pt x="98" y="94"/>
                  </a:lnTo>
                  <a:lnTo>
                    <a:pt x="100" y="91"/>
                  </a:lnTo>
                  <a:lnTo>
                    <a:pt x="103" y="90"/>
                  </a:lnTo>
                  <a:lnTo>
                    <a:pt x="104" y="87"/>
                  </a:lnTo>
                  <a:lnTo>
                    <a:pt x="105" y="84"/>
                  </a:lnTo>
                  <a:lnTo>
                    <a:pt x="107" y="83"/>
                  </a:lnTo>
                  <a:lnTo>
                    <a:pt x="108" y="80"/>
                  </a:lnTo>
                  <a:lnTo>
                    <a:pt x="108" y="77"/>
                  </a:lnTo>
                  <a:lnTo>
                    <a:pt x="110" y="74"/>
                  </a:lnTo>
                  <a:lnTo>
                    <a:pt x="111" y="73"/>
                  </a:lnTo>
                  <a:lnTo>
                    <a:pt x="111" y="70"/>
                  </a:lnTo>
                  <a:lnTo>
                    <a:pt x="112" y="67"/>
                  </a:lnTo>
                  <a:lnTo>
                    <a:pt x="112" y="65"/>
                  </a:lnTo>
                  <a:lnTo>
                    <a:pt x="112" y="62"/>
                  </a:lnTo>
                  <a:lnTo>
                    <a:pt x="112" y="59"/>
                  </a:lnTo>
                  <a:lnTo>
                    <a:pt x="112" y="56"/>
                  </a:lnTo>
                  <a:lnTo>
                    <a:pt x="112" y="53"/>
                  </a:lnTo>
                  <a:lnTo>
                    <a:pt x="112" y="51"/>
                  </a:lnTo>
                  <a:lnTo>
                    <a:pt x="112" y="48"/>
                  </a:lnTo>
                  <a:lnTo>
                    <a:pt x="112" y="45"/>
                  </a:lnTo>
                  <a:lnTo>
                    <a:pt x="111" y="42"/>
                  </a:lnTo>
                  <a:lnTo>
                    <a:pt x="111" y="39"/>
                  </a:lnTo>
                  <a:lnTo>
                    <a:pt x="110" y="36"/>
                  </a:lnTo>
                  <a:lnTo>
                    <a:pt x="108" y="34"/>
                  </a:lnTo>
                  <a:lnTo>
                    <a:pt x="108" y="31"/>
                  </a:lnTo>
                  <a:lnTo>
                    <a:pt x="107" y="29"/>
                  </a:lnTo>
                  <a:lnTo>
                    <a:pt x="105" y="27"/>
                  </a:lnTo>
                  <a:lnTo>
                    <a:pt x="104" y="24"/>
                  </a:lnTo>
                  <a:lnTo>
                    <a:pt x="103" y="22"/>
                  </a:lnTo>
                  <a:lnTo>
                    <a:pt x="100" y="20"/>
                  </a:lnTo>
                  <a:lnTo>
                    <a:pt x="98" y="18"/>
                  </a:lnTo>
                  <a:lnTo>
                    <a:pt x="97" y="15"/>
                  </a:lnTo>
                  <a:lnTo>
                    <a:pt x="94" y="14"/>
                  </a:lnTo>
                  <a:lnTo>
                    <a:pt x="93" y="12"/>
                  </a:lnTo>
                  <a:lnTo>
                    <a:pt x="90" y="11"/>
                  </a:lnTo>
                  <a:lnTo>
                    <a:pt x="88" y="10"/>
                  </a:lnTo>
                  <a:lnTo>
                    <a:pt x="86" y="7"/>
                  </a:lnTo>
                  <a:lnTo>
                    <a:pt x="84" y="7"/>
                  </a:lnTo>
                  <a:lnTo>
                    <a:pt x="81" y="5"/>
                  </a:lnTo>
                  <a:lnTo>
                    <a:pt x="79" y="4"/>
                  </a:lnTo>
                  <a:lnTo>
                    <a:pt x="76" y="3"/>
                  </a:lnTo>
                  <a:lnTo>
                    <a:pt x="73" y="1"/>
                  </a:lnTo>
                  <a:lnTo>
                    <a:pt x="70" y="1"/>
                  </a:lnTo>
                  <a:lnTo>
                    <a:pt x="69" y="1"/>
                  </a:lnTo>
                  <a:lnTo>
                    <a:pt x="66" y="0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78">
              <a:extLst>
                <a:ext uri="{FF2B5EF4-FFF2-40B4-BE49-F238E27FC236}">
                  <a16:creationId xmlns:a16="http://schemas.microsoft.com/office/drawing/2014/main" id="{A7B52135-02E3-4B19-9D45-CD49444AE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553" y="3185950"/>
              <a:ext cx="101578" cy="101600"/>
            </a:xfrm>
            <a:custGeom>
              <a:avLst/>
              <a:gdLst>
                <a:gd name="T0" fmla="*/ 2147483646 w 128"/>
                <a:gd name="T1" fmla="*/ 0 h 128"/>
                <a:gd name="T2" fmla="*/ 2147483646 w 128"/>
                <a:gd name="T3" fmla="*/ 2147483646 h 128"/>
                <a:gd name="T4" fmla="*/ 2147483646 w 128"/>
                <a:gd name="T5" fmla="*/ 2147483646 h 128"/>
                <a:gd name="T6" fmla="*/ 2147483646 w 128"/>
                <a:gd name="T7" fmla="*/ 2147483646 h 128"/>
                <a:gd name="T8" fmla="*/ 2147483646 w 128"/>
                <a:gd name="T9" fmla="*/ 2147483646 h 128"/>
                <a:gd name="T10" fmla="*/ 2147483646 w 128"/>
                <a:gd name="T11" fmla="*/ 2147483646 h 128"/>
                <a:gd name="T12" fmla="*/ 2147483646 w 128"/>
                <a:gd name="T13" fmla="*/ 2147483646 h 128"/>
                <a:gd name="T14" fmla="*/ 2147483646 w 128"/>
                <a:gd name="T15" fmla="*/ 2147483646 h 128"/>
                <a:gd name="T16" fmla="*/ 2147483646 w 128"/>
                <a:gd name="T17" fmla="*/ 2147483646 h 128"/>
                <a:gd name="T18" fmla="*/ 0 w 128"/>
                <a:gd name="T19" fmla="*/ 2147483646 h 128"/>
                <a:gd name="T20" fmla="*/ 0 w 128"/>
                <a:gd name="T21" fmla="*/ 2147483646 h 128"/>
                <a:gd name="T22" fmla="*/ 0 w 128"/>
                <a:gd name="T23" fmla="*/ 2147483646 h 128"/>
                <a:gd name="T24" fmla="*/ 2147483646 w 128"/>
                <a:gd name="T25" fmla="*/ 2147483646 h 128"/>
                <a:gd name="T26" fmla="*/ 2147483646 w 128"/>
                <a:gd name="T27" fmla="*/ 2147483646 h 128"/>
                <a:gd name="T28" fmla="*/ 2147483646 w 128"/>
                <a:gd name="T29" fmla="*/ 2147483646 h 128"/>
                <a:gd name="T30" fmla="*/ 2147483646 w 128"/>
                <a:gd name="T31" fmla="*/ 2147483646 h 128"/>
                <a:gd name="T32" fmla="*/ 2147483646 w 128"/>
                <a:gd name="T33" fmla="*/ 2147483646 h 128"/>
                <a:gd name="T34" fmla="*/ 2147483646 w 128"/>
                <a:gd name="T35" fmla="*/ 2147483646 h 128"/>
                <a:gd name="T36" fmla="*/ 2147483646 w 128"/>
                <a:gd name="T37" fmla="*/ 2147483646 h 128"/>
                <a:gd name="T38" fmla="*/ 2147483646 w 128"/>
                <a:gd name="T39" fmla="*/ 2147483646 h 128"/>
                <a:gd name="T40" fmla="*/ 2147483646 w 128"/>
                <a:gd name="T41" fmla="*/ 2147483646 h 128"/>
                <a:gd name="T42" fmla="*/ 2147483646 w 128"/>
                <a:gd name="T43" fmla="*/ 2147483646 h 128"/>
                <a:gd name="T44" fmla="*/ 2147483646 w 128"/>
                <a:gd name="T45" fmla="*/ 2147483646 h 128"/>
                <a:gd name="T46" fmla="*/ 2147483646 w 128"/>
                <a:gd name="T47" fmla="*/ 2147483646 h 128"/>
                <a:gd name="T48" fmla="*/ 2147483646 w 128"/>
                <a:gd name="T49" fmla="*/ 2147483646 h 128"/>
                <a:gd name="T50" fmla="*/ 2147483646 w 128"/>
                <a:gd name="T51" fmla="*/ 2147483646 h 128"/>
                <a:gd name="T52" fmla="*/ 2147483646 w 128"/>
                <a:gd name="T53" fmla="*/ 2147483646 h 128"/>
                <a:gd name="T54" fmla="*/ 2147483646 w 128"/>
                <a:gd name="T55" fmla="*/ 2147483646 h 128"/>
                <a:gd name="T56" fmla="*/ 2147483646 w 128"/>
                <a:gd name="T57" fmla="*/ 2147483646 h 128"/>
                <a:gd name="T58" fmla="*/ 2147483646 w 128"/>
                <a:gd name="T59" fmla="*/ 2147483646 h 128"/>
                <a:gd name="T60" fmla="*/ 2147483646 w 128"/>
                <a:gd name="T61" fmla="*/ 2147483646 h 128"/>
                <a:gd name="T62" fmla="*/ 2147483646 w 128"/>
                <a:gd name="T63" fmla="*/ 2147483646 h 128"/>
                <a:gd name="T64" fmla="*/ 2147483646 w 128"/>
                <a:gd name="T65" fmla="*/ 2147483646 h 128"/>
                <a:gd name="T66" fmla="*/ 2147483646 w 128"/>
                <a:gd name="T67" fmla="*/ 2147483646 h 128"/>
                <a:gd name="T68" fmla="*/ 2147483646 w 128"/>
                <a:gd name="T69" fmla="*/ 2147483646 h 128"/>
                <a:gd name="T70" fmla="*/ 2147483646 w 128"/>
                <a:gd name="T71" fmla="*/ 2147483646 h 128"/>
                <a:gd name="T72" fmla="*/ 2147483646 w 128"/>
                <a:gd name="T73" fmla="*/ 2147483646 h 128"/>
                <a:gd name="T74" fmla="*/ 2147483646 w 128"/>
                <a:gd name="T75" fmla="*/ 2147483646 h 128"/>
                <a:gd name="T76" fmla="*/ 2147483646 w 128"/>
                <a:gd name="T77" fmla="*/ 2147483646 h 128"/>
                <a:gd name="T78" fmla="*/ 2147483646 w 128"/>
                <a:gd name="T79" fmla="*/ 2147483646 h 128"/>
                <a:gd name="T80" fmla="*/ 2147483646 w 128"/>
                <a:gd name="T81" fmla="*/ 2147483646 h 128"/>
                <a:gd name="T82" fmla="*/ 2147483646 w 128"/>
                <a:gd name="T83" fmla="*/ 2147483646 h 128"/>
                <a:gd name="T84" fmla="*/ 2147483646 w 128"/>
                <a:gd name="T85" fmla="*/ 2147483646 h 128"/>
                <a:gd name="T86" fmla="*/ 2147483646 w 128"/>
                <a:gd name="T87" fmla="*/ 0 h 12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28" h="128">
                  <a:moveTo>
                    <a:pt x="63" y="0"/>
                  </a:moveTo>
                  <a:lnTo>
                    <a:pt x="60" y="0"/>
                  </a:lnTo>
                  <a:lnTo>
                    <a:pt x="57" y="0"/>
                  </a:lnTo>
                  <a:lnTo>
                    <a:pt x="53" y="1"/>
                  </a:lnTo>
                  <a:lnTo>
                    <a:pt x="50" y="1"/>
                  </a:lnTo>
                  <a:lnTo>
                    <a:pt x="48" y="1"/>
                  </a:lnTo>
                  <a:lnTo>
                    <a:pt x="45" y="2"/>
                  </a:lnTo>
                  <a:lnTo>
                    <a:pt x="42" y="4"/>
                  </a:lnTo>
                  <a:lnTo>
                    <a:pt x="39" y="5"/>
                  </a:lnTo>
                  <a:lnTo>
                    <a:pt x="36" y="5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28" y="11"/>
                  </a:lnTo>
                  <a:lnTo>
                    <a:pt x="25" y="12"/>
                  </a:lnTo>
                  <a:lnTo>
                    <a:pt x="22" y="14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7" y="21"/>
                  </a:lnTo>
                  <a:lnTo>
                    <a:pt x="14" y="24"/>
                  </a:lnTo>
                  <a:lnTo>
                    <a:pt x="12" y="25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7" y="33"/>
                  </a:lnTo>
                  <a:lnTo>
                    <a:pt x="5" y="36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2" y="45"/>
                  </a:lnTo>
                  <a:lnTo>
                    <a:pt x="1" y="47"/>
                  </a:lnTo>
                  <a:lnTo>
                    <a:pt x="1" y="50"/>
                  </a:lnTo>
                  <a:lnTo>
                    <a:pt x="0" y="53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1" y="77"/>
                  </a:lnTo>
                  <a:lnTo>
                    <a:pt x="1" y="80"/>
                  </a:lnTo>
                  <a:lnTo>
                    <a:pt x="2" y="83"/>
                  </a:lnTo>
                  <a:lnTo>
                    <a:pt x="4" y="86"/>
                  </a:lnTo>
                  <a:lnTo>
                    <a:pt x="4" y="88"/>
                  </a:lnTo>
                  <a:lnTo>
                    <a:pt x="5" y="91"/>
                  </a:lnTo>
                  <a:lnTo>
                    <a:pt x="7" y="94"/>
                  </a:lnTo>
                  <a:lnTo>
                    <a:pt x="8" y="97"/>
                  </a:lnTo>
                  <a:lnTo>
                    <a:pt x="11" y="100"/>
                  </a:lnTo>
                  <a:lnTo>
                    <a:pt x="12" y="102"/>
                  </a:lnTo>
                  <a:lnTo>
                    <a:pt x="14" y="104"/>
                  </a:lnTo>
                  <a:lnTo>
                    <a:pt x="17" y="107"/>
                  </a:lnTo>
                  <a:lnTo>
                    <a:pt x="18" y="108"/>
                  </a:lnTo>
                  <a:lnTo>
                    <a:pt x="21" y="111"/>
                  </a:lnTo>
                  <a:lnTo>
                    <a:pt x="22" y="112"/>
                  </a:lnTo>
                  <a:lnTo>
                    <a:pt x="25" y="115"/>
                  </a:lnTo>
                  <a:lnTo>
                    <a:pt x="28" y="117"/>
                  </a:lnTo>
                  <a:lnTo>
                    <a:pt x="31" y="118"/>
                  </a:lnTo>
                  <a:lnTo>
                    <a:pt x="33" y="119"/>
                  </a:lnTo>
                  <a:lnTo>
                    <a:pt x="36" y="121"/>
                  </a:lnTo>
                  <a:lnTo>
                    <a:pt x="39" y="122"/>
                  </a:lnTo>
                  <a:lnTo>
                    <a:pt x="42" y="124"/>
                  </a:lnTo>
                  <a:lnTo>
                    <a:pt x="45" y="125"/>
                  </a:lnTo>
                  <a:lnTo>
                    <a:pt x="48" y="125"/>
                  </a:lnTo>
                  <a:lnTo>
                    <a:pt x="50" y="126"/>
                  </a:lnTo>
                  <a:lnTo>
                    <a:pt x="53" y="126"/>
                  </a:lnTo>
                  <a:lnTo>
                    <a:pt x="57" y="128"/>
                  </a:lnTo>
                  <a:lnTo>
                    <a:pt x="60" y="128"/>
                  </a:lnTo>
                  <a:lnTo>
                    <a:pt x="63" y="128"/>
                  </a:lnTo>
                  <a:lnTo>
                    <a:pt x="67" y="128"/>
                  </a:lnTo>
                  <a:lnTo>
                    <a:pt x="70" y="128"/>
                  </a:lnTo>
                  <a:lnTo>
                    <a:pt x="73" y="126"/>
                  </a:lnTo>
                  <a:lnTo>
                    <a:pt x="76" y="126"/>
                  </a:lnTo>
                  <a:lnTo>
                    <a:pt x="80" y="125"/>
                  </a:lnTo>
                  <a:lnTo>
                    <a:pt x="83" y="125"/>
                  </a:lnTo>
                  <a:lnTo>
                    <a:pt x="86" y="124"/>
                  </a:lnTo>
                  <a:lnTo>
                    <a:pt x="88" y="122"/>
                  </a:lnTo>
                  <a:lnTo>
                    <a:pt x="91" y="121"/>
                  </a:lnTo>
                  <a:lnTo>
                    <a:pt x="94" y="119"/>
                  </a:lnTo>
                  <a:lnTo>
                    <a:pt x="97" y="118"/>
                  </a:lnTo>
                  <a:lnTo>
                    <a:pt x="100" y="117"/>
                  </a:lnTo>
                  <a:lnTo>
                    <a:pt x="101" y="115"/>
                  </a:lnTo>
                  <a:lnTo>
                    <a:pt x="104" y="112"/>
                  </a:lnTo>
                  <a:lnTo>
                    <a:pt x="107" y="111"/>
                  </a:lnTo>
                  <a:lnTo>
                    <a:pt x="108" y="108"/>
                  </a:lnTo>
                  <a:lnTo>
                    <a:pt x="111" y="107"/>
                  </a:lnTo>
                  <a:lnTo>
                    <a:pt x="112" y="104"/>
                  </a:lnTo>
                  <a:lnTo>
                    <a:pt x="115" y="102"/>
                  </a:lnTo>
                  <a:lnTo>
                    <a:pt x="117" y="100"/>
                  </a:lnTo>
                  <a:lnTo>
                    <a:pt x="118" y="97"/>
                  </a:lnTo>
                  <a:lnTo>
                    <a:pt x="119" y="94"/>
                  </a:lnTo>
                  <a:lnTo>
                    <a:pt x="121" y="91"/>
                  </a:lnTo>
                  <a:lnTo>
                    <a:pt x="122" y="88"/>
                  </a:lnTo>
                  <a:lnTo>
                    <a:pt x="124" y="86"/>
                  </a:lnTo>
                  <a:lnTo>
                    <a:pt x="125" y="83"/>
                  </a:lnTo>
                  <a:lnTo>
                    <a:pt x="125" y="80"/>
                  </a:lnTo>
                  <a:lnTo>
                    <a:pt x="126" y="77"/>
                  </a:lnTo>
                  <a:lnTo>
                    <a:pt x="126" y="73"/>
                  </a:lnTo>
                  <a:lnTo>
                    <a:pt x="126" y="70"/>
                  </a:lnTo>
                  <a:lnTo>
                    <a:pt x="128" y="67"/>
                  </a:lnTo>
                  <a:lnTo>
                    <a:pt x="128" y="63"/>
                  </a:lnTo>
                  <a:lnTo>
                    <a:pt x="128" y="60"/>
                  </a:lnTo>
                  <a:lnTo>
                    <a:pt x="126" y="57"/>
                  </a:lnTo>
                  <a:lnTo>
                    <a:pt x="126" y="53"/>
                  </a:lnTo>
                  <a:lnTo>
                    <a:pt x="126" y="50"/>
                  </a:lnTo>
                  <a:lnTo>
                    <a:pt x="125" y="47"/>
                  </a:lnTo>
                  <a:lnTo>
                    <a:pt x="125" y="45"/>
                  </a:lnTo>
                  <a:lnTo>
                    <a:pt x="124" y="42"/>
                  </a:lnTo>
                  <a:lnTo>
                    <a:pt x="122" y="39"/>
                  </a:lnTo>
                  <a:lnTo>
                    <a:pt x="121" y="36"/>
                  </a:lnTo>
                  <a:lnTo>
                    <a:pt x="119" y="33"/>
                  </a:lnTo>
                  <a:lnTo>
                    <a:pt x="118" y="31"/>
                  </a:lnTo>
                  <a:lnTo>
                    <a:pt x="117" y="28"/>
                  </a:lnTo>
                  <a:lnTo>
                    <a:pt x="115" y="25"/>
                  </a:lnTo>
                  <a:lnTo>
                    <a:pt x="112" y="24"/>
                  </a:lnTo>
                  <a:lnTo>
                    <a:pt x="111" y="21"/>
                  </a:lnTo>
                  <a:lnTo>
                    <a:pt x="108" y="18"/>
                  </a:lnTo>
                  <a:lnTo>
                    <a:pt x="107" y="16"/>
                  </a:lnTo>
                  <a:lnTo>
                    <a:pt x="104" y="14"/>
                  </a:lnTo>
                  <a:lnTo>
                    <a:pt x="101" y="12"/>
                  </a:lnTo>
                  <a:lnTo>
                    <a:pt x="100" y="11"/>
                  </a:lnTo>
                  <a:lnTo>
                    <a:pt x="97" y="9"/>
                  </a:lnTo>
                  <a:lnTo>
                    <a:pt x="94" y="7"/>
                  </a:lnTo>
                  <a:lnTo>
                    <a:pt x="91" y="5"/>
                  </a:lnTo>
                  <a:lnTo>
                    <a:pt x="88" y="5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80" y="1"/>
                  </a:lnTo>
                  <a:lnTo>
                    <a:pt x="76" y="1"/>
                  </a:lnTo>
                  <a:lnTo>
                    <a:pt x="73" y="1"/>
                  </a:lnTo>
                  <a:lnTo>
                    <a:pt x="70" y="0"/>
                  </a:lnTo>
                  <a:lnTo>
                    <a:pt x="67" y="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79">
              <a:extLst>
                <a:ext uri="{FF2B5EF4-FFF2-40B4-BE49-F238E27FC236}">
                  <a16:creationId xmlns:a16="http://schemas.microsoft.com/office/drawing/2014/main" id="{1083013E-4FF7-4787-96AF-91042EC0D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130" y="3076412"/>
              <a:ext cx="312670" cy="314325"/>
            </a:xfrm>
            <a:custGeom>
              <a:avLst/>
              <a:gdLst>
                <a:gd name="T0" fmla="*/ 2147483646 w 394"/>
                <a:gd name="T1" fmla="*/ 2147483646 h 394"/>
                <a:gd name="T2" fmla="*/ 0 w 394"/>
                <a:gd name="T3" fmla="*/ 2147483646 h 394"/>
                <a:gd name="T4" fmla="*/ 0 w 394"/>
                <a:gd name="T5" fmla="*/ 0 h 394"/>
                <a:gd name="T6" fmla="*/ 2147483646 w 394"/>
                <a:gd name="T7" fmla="*/ 0 h 3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4" h="394">
                  <a:moveTo>
                    <a:pt x="394" y="394"/>
                  </a:moveTo>
                  <a:lnTo>
                    <a:pt x="0" y="394"/>
                  </a:lnTo>
                  <a:lnTo>
                    <a:pt x="0" y="0"/>
                  </a:lnTo>
                  <a:lnTo>
                    <a:pt x="394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80">
              <a:extLst>
                <a:ext uri="{FF2B5EF4-FFF2-40B4-BE49-F238E27FC236}">
                  <a16:creationId xmlns:a16="http://schemas.microsoft.com/office/drawing/2014/main" id="{9C6F20A5-6E6D-4642-B774-566BF7443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459" y="3233575"/>
              <a:ext cx="312671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87">
              <a:extLst>
                <a:ext uri="{FF2B5EF4-FFF2-40B4-BE49-F238E27FC236}">
                  <a16:creationId xmlns:a16="http://schemas.microsoft.com/office/drawing/2014/main" id="{3C99465B-A1F2-4ABB-B07B-30C0522C7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910" y="3211350"/>
              <a:ext cx="44440" cy="44450"/>
            </a:xfrm>
            <a:custGeom>
              <a:avLst/>
              <a:gdLst>
                <a:gd name="T0" fmla="*/ 2147483646 w 57"/>
                <a:gd name="T1" fmla="*/ 0 h 56"/>
                <a:gd name="T2" fmla="*/ 2147483646 w 57"/>
                <a:gd name="T3" fmla="*/ 0 h 56"/>
                <a:gd name="T4" fmla="*/ 2147483646 w 57"/>
                <a:gd name="T5" fmla="*/ 2147483646 h 56"/>
                <a:gd name="T6" fmla="*/ 2147483646 w 57"/>
                <a:gd name="T7" fmla="*/ 2147483646 h 56"/>
                <a:gd name="T8" fmla="*/ 2147483646 w 57"/>
                <a:gd name="T9" fmla="*/ 2147483646 h 56"/>
                <a:gd name="T10" fmla="*/ 2147483646 w 57"/>
                <a:gd name="T11" fmla="*/ 2147483646 h 56"/>
                <a:gd name="T12" fmla="*/ 2147483646 w 57"/>
                <a:gd name="T13" fmla="*/ 2147483646 h 56"/>
                <a:gd name="T14" fmla="*/ 2147483646 w 57"/>
                <a:gd name="T15" fmla="*/ 2147483646 h 56"/>
                <a:gd name="T16" fmla="*/ 2147483646 w 57"/>
                <a:gd name="T17" fmla="*/ 2147483646 h 56"/>
                <a:gd name="T18" fmla="*/ 2147483646 w 57"/>
                <a:gd name="T19" fmla="*/ 2147483646 h 56"/>
                <a:gd name="T20" fmla="*/ 2147483646 w 57"/>
                <a:gd name="T21" fmla="*/ 2147483646 h 56"/>
                <a:gd name="T22" fmla="*/ 2147483646 w 57"/>
                <a:gd name="T23" fmla="*/ 2147483646 h 56"/>
                <a:gd name="T24" fmla="*/ 2147483646 w 57"/>
                <a:gd name="T25" fmla="*/ 2147483646 h 56"/>
                <a:gd name="T26" fmla="*/ 2147483646 w 57"/>
                <a:gd name="T27" fmla="*/ 2147483646 h 56"/>
                <a:gd name="T28" fmla="*/ 2147483646 w 57"/>
                <a:gd name="T29" fmla="*/ 2147483646 h 56"/>
                <a:gd name="T30" fmla="*/ 2147483646 w 57"/>
                <a:gd name="T31" fmla="*/ 2147483646 h 56"/>
                <a:gd name="T32" fmla="*/ 2147483646 w 57"/>
                <a:gd name="T33" fmla="*/ 2147483646 h 56"/>
                <a:gd name="T34" fmla="*/ 2147483646 w 57"/>
                <a:gd name="T35" fmla="*/ 2147483646 h 56"/>
                <a:gd name="T36" fmla="*/ 2147483646 w 57"/>
                <a:gd name="T37" fmla="*/ 2147483646 h 56"/>
                <a:gd name="T38" fmla="*/ 2147483646 w 57"/>
                <a:gd name="T39" fmla="*/ 2147483646 h 56"/>
                <a:gd name="T40" fmla="*/ 2147483646 w 57"/>
                <a:gd name="T41" fmla="*/ 2147483646 h 56"/>
                <a:gd name="T42" fmla="*/ 2147483646 w 57"/>
                <a:gd name="T43" fmla="*/ 2147483646 h 56"/>
                <a:gd name="T44" fmla="*/ 2147483646 w 57"/>
                <a:gd name="T45" fmla="*/ 2147483646 h 56"/>
                <a:gd name="T46" fmla="*/ 2147483646 w 57"/>
                <a:gd name="T47" fmla="*/ 2147483646 h 56"/>
                <a:gd name="T48" fmla="*/ 2147483646 w 57"/>
                <a:gd name="T49" fmla="*/ 2147483646 h 56"/>
                <a:gd name="T50" fmla="*/ 2147483646 w 57"/>
                <a:gd name="T51" fmla="*/ 2147483646 h 56"/>
                <a:gd name="T52" fmla="*/ 2147483646 w 57"/>
                <a:gd name="T53" fmla="*/ 2147483646 h 56"/>
                <a:gd name="T54" fmla="*/ 2147483646 w 57"/>
                <a:gd name="T55" fmla="*/ 2147483646 h 56"/>
                <a:gd name="T56" fmla="*/ 2147483646 w 57"/>
                <a:gd name="T57" fmla="*/ 2147483646 h 56"/>
                <a:gd name="T58" fmla="*/ 2147483646 w 57"/>
                <a:gd name="T59" fmla="*/ 2147483646 h 56"/>
                <a:gd name="T60" fmla="*/ 2147483646 w 57"/>
                <a:gd name="T61" fmla="*/ 2147483646 h 56"/>
                <a:gd name="T62" fmla="*/ 2147483646 w 57"/>
                <a:gd name="T63" fmla="*/ 2147483646 h 56"/>
                <a:gd name="T64" fmla="*/ 2147483646 w 57"/>
                <a:gd name="T65" fmla="*/ 2147483646 h 56"/>
                <a:gd name="T66" fmla="*/ 2147483646 w 57"/>
                <a:gd name="T67" fmla="*/ 2147483646 h 56"/>
                <a:gd name="T68" fmla="*/ 2147483646 w 57"/>
                <a:gd name="T69" fmla="*/ 2147483646 h 56"/>
                <a:gd name="T70" fmla="*/ 2147483646 w 57"/>
                <a:gd name="T71" fmla="*/ 2147483646 h 56"/>
                <a:gd name="T72" fmla="*/ 2147483646 w 57"/>
                <a:gd name="T73" fmla="*/ 2147483646 h 56"/>
                <a:gd name="T74" fmla="*/ 2147483646 w 57"/>
                <a:gd name="T75" fmla="*/ 2147483646 h 56"/>
                <a:gd name="T76" fmla="*/ 2147483646 w 57"/>
                <a:gd name="T77" fmla="*/ 2147483646 h 56"/>
                <a:gd name="T78" fmla="*/ 2147483646 w 57"/>
                <a:gd name="T79" fmla="*/ 2147483646 h 56"/>
                <a:gd name="T80" fmla="*/ 2147483646 w 57"/>
                <a:gd name="T81" fmla="*/ 2147483646 h 56"/>
                <a:gd name="T82" fmla="*/ 2147483646 w 57"/>
                <a:gd name="T83" fmla="*/ 2147483646 h 56"/>
                <a:gd name="T84" fmla="*/ 2147483646 w 57"/>
                <a:gd name="T85" fmla="*/ 0 h 56"/>
                <a:gd name="T86" fmla="*/ 2147483646 w 57"/>
                <a:gd name="T87" fmla="*/ 0 h 56"/>
                <a:gd name="T88" fmla="*/ 2147483646 w 57"/>
                <a:gd name="T89" fmla="*/ 2147483646 h 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7" h="56">
                  <a:moveTo>
                    <a:pt x="29" y="28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0" y="7"/>
                  </a:lnTo>
                  <a:lnTo>
                    <a:pt x="9" y="8"/>
                  </a:lnTo>
                  <a:lnTo>
                    <a:pt x="7" y="1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3" y="15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0" y="28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5"/>
                  </a:lnTo>
                  <a:lnTo>
                    <a:pt x="9" y="46"/>
                  </a:lnTo>
                  <a:lnTo>
                    <a:pt x="9" y="48"/>
                  </a:lnTo>
                  <a:lnTo>
                    <a:pt x="10" y="48"/>
                  </a:lnTo>
                  <a:lnTo>
                    <a:pt x="12" y="49"/>
                  </a:lnTo>
                  <a:lnTo>
                    <a:pt x="13" y="51"/>
                  </a:lnTo>
                  <a:lnTo>
                    <a:pt x="15" y="52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2" y="55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6" y="56"/>
                  </a:lnTo>
                  <a:lnTo>
                    <a:pt x="27" y="56"/>
                  </a:lnTo>
                  <a:lnTo>
                    <a:pt x="29" y="56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34" y="55"/>
                  </a:lnTo>
                  <a:lnTo>
                    <a:pt x="36" y="55"/>
                  </a:lnTo>
                  <a:lnTo>
                    <a:pt x="37" y="55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41" y="54"/>
                  </a:lnTo>
                  <a:lnTo>
                    <a:pt x="43" y="52"/>
                  </a:lnTo>
                  <a:lnTo>
                    <a:pt x="44" y="52"/>
                  </a:lnTo>
                  <a:lnTo>
                    <a:pt x="46" y="51"/>
                  </a:lnTo>
                  <a:lnTo>
                    <a:pt x="47" y="49"/>
                  </a:lnTo>
                  <a:lnTo>
                    <a:pt x="48" y="48"/>
                  </a:lnTo>
                  <a:lnTo>
                    <a:pt x="50" y="48"/>
                  </a:lnTo>
                  <a:lnTo>
                    <a:pt x="50" y="46"/>
                  </a:lnTo>
                  <a:lnTo>
                    <a:pt x="51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4" y="42"/>
                  </a:lnTo>
                  <a:lnTo>
                    <a:pt x="54" y="41"/>
                  </a:lnTo>
                  <a:lnTo>
                    <a:pt x="55" y="39"/>
                  </a:lnTo>
                  <a:lnTo>
                    <a:pt x="55" y="38"/>
                  </a:lnTo>
                  <a:lnTo>
                    <a:pt x="57" y="37"/>
                  </a:lnTo>
                  <a:lnTo>
                    <a:pt x="57" y="35"/>
                  </a:lnTo>
                  <a:lnTo>
                    <a:pt x="57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30"/>
                  </a:lnTo>
                  <a:lnTo>
                    <a:pt x="57" y="28"/>
                  </a:lnTo>
                  <a:lnTo>
                    <a:pt x="57" y="27"/>
                  </a:lnTo>
                  <a:lnTo>
                    <a:pt x="57" y="25"/>
                  </a:lnTo>
                  <a:lnTo>
                    <a:pt x="57" y="24"/>
                  </a:lnTo>
                  <a:lnTo>
                    <a:pt x="57" y="23"/>
                  </a:lnTo>
                  <a:lnTo>
                    <a:pt x="57" y="21"/>
                  </a:lnTo>
                  <a:lnTo>
                    <a:pt x="57" y="20"/>
                  </a:lnTo>
                  <a:lnTo>
                    <a:pt x="55" y="18"/>
                  </a:lnTo>
                  <a:lnTo>
                    <a:pt x="55" y="17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4" y="13"/>
                  </a:lnTo>
                  <a:lnTo>
                    <a:pt x="53" y="13"/>
                  </a:lnTo>
                  <a:lnTo>
                    <a:pt x="53" y="11"/>
                  </a:lnTo>
                  <a:lnTo>
                    <a:pt x="51" y="10"/>
                  </a:lnTo>
                  <a:lnTo>
                    <a:pt x="50" y="8"/>
                  </a:lnTo>
                  <a:lnTo>
                    <a:pt x="48" y="7"/>
                  </a:lnTo>
                  <a:lnTo>
                    <a:pt x="47" y="6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1" y="3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88">
              <a:extLst>
                <a:ext uri="{FF2B5EF4-FFF2-40B4-BE49-F238E27FC236}">
                  <a16:creationId xmlns:a16="http://schemas.microsoft.com/office/drawing/2014/main" id="{C22D2E58-6A44-4C18-927B-C9C212E44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148" y="3198650"/>
              <a:ext cx="50789" cy="50800"/>
            </a:xfrm>
            <a:custGeom>
              <a:avLst/>
              <a:gdLst>
                <a:gd name="T0" fmla="*/ 2147483646 w 65"/>
                <a:gd name="T1" fmla="*/ 0 h 65"/>
                <a:gd name="T2" fmla="*/ 2147483646 w 65"/>
                <a:gd name="T3" fmla="*/ 2147483646 h 65"/>
                <a:gd name="T4" fmla="*/ 2147483646 w 65"/>
                <a:gd name="T5" fmla="*/ 2147483646 h 65"/>
                <a:gd name="T6" fmla="*/ 2147483646 w 65"/>
                <a:gd name="T7" fmla="*/ 2147483646 h 65"/>
                <a:gd name="T8" fmla="*/ 2147483646 w 65"/>
                <a:gd name="T9" fmla="*/ 2147483646 h 65"/>
                <a:gd name="T10" fmla="*/ 2147483646 w 65"/>
                <a:gd name="T11" fmla="*/ 2147483646 h 65"/>
                <a:gd name="T12" fmla="*/ 2147483646 w 65"/>
                <a:gd name="T13" fmla="*/ 2147483646 h 65"/>
                <a:gd name="T14" fmla="*/ 2147483646 w 65"/>
                <a:gd name="T15" fmla="*/ 2147483646 h 65"/>
                <a:gd name="T16" fmla="*/ 2147483646 w 65"/>
                <a:gd name="T17" fmla="*/ 2147483646 h 65"/>
                <a:gd name="T18" fmla="*/ 0 w 65"/>
                <a:gd name="T19" fmla="*/ 2147483646 h 65"/>
                <a:gd name="T20" fmla="*/ 0 w 65"/>
                <a:gd name="T21" fmla="*/ 2147483646 h 65"/>
                <a:gd name="T22" fmla="*/ 0 w 65"/>
                <a:gd name="T23" fmla="*/ 2147483646 h 65"/>
                <a:gd name="T24" fmla="*/ 2147483646 w 65"/>
                <a:gd name="T25" fmla="*/ 2147483646 h 65"/>
                <a:gd name="T26" fmla="*/ 2147483646 w 65"/>
                <a:gd name="T27" fmla="*/ 2147483646 h 65"/>
                <a:gd name="T28" fmla="*/ 2147483646 w 65"/>
                <a:gd name="T29" fmla="*/ 2147483646 h 65"/>
                <a:gd name="T30" fmla="*/ 2147483646 w 65"/>
                <a:gd name="T31" fmla="*/ 2147483646 h 65"/>
                <a:gd name="T32" fmla="*/ 2147483646 w 65"/>
                <a:gd name="T33" fmla="*/ 2147483646 h 65"/>
                <a:gd name="T34" fmla="*/ 2147483646 w 65"/>
                <a:gd name="T35" fmla="*/ 2147483646 h 65"/>
                <a:gd name="T36" fmla="*/ 2147483646 w 65"/>
                <a:gd name="T37" fmla="*/ 2147483646 h 65"/>
                <a:gd name="T38" fmla="*/ 2147483646 w 65"/>
                <a:gd name="T39" fmla="*/ 2147483646 h 65"/>
                <a:gd name="T40" fmla="*/ 2147483646 w 65"/>
                <a:gd name="T41" fmla="*/ 2147483646 h 65"/>
                <a:gd name="T42" fmla="*/ 2147483646 w 65"/>
                <a:gd name="T43" fmla="*/ 2147483646 h 65"/>
                <a:gd name="T44" fmla="*/ 2147483646 w 65"/>
                <a:gd name="T45" fmla="*/ 2147483646 h 65"/>
                <a:gd name="T46" fmla="*/ 2147483646 w 65"/>
                <a:gd name="T47" fmla="*/ 2147483646 h 65"/>
                <a:gd name="T48" fmla="*/ 2147483646 w 65"/>
                <a:gd name="T49" fmla="*/ 2147483646 h 65"/>
                <a:gd name="T50" fmla="*/ 2147483646 w 65"/>
                <a:gd name="T51" fmla="*/ 2147483646 h 65"/>
                <a:gd name="T52" fmla="*/ 2147483646 w 65"/>
                <a:gd name="T53" fmla="*/ 2147483646 h 65"/>
                <a:gd name="T54" fmla="*/ 2147483646 w 65"/>
                <a:gd name="T55" fmla="*/ 2147483646 h 65"/>
                <a:gd name="T56" fmla="*/ 2147483646 w 65"/>
                <a:gd name="T57" fmla="*/ 2147483646 h 65"/>
                <a:gd name="T58" fmla="*/ 2147483646 w 65"/>
                <a:gd name="T59" fmla="*/ 2147483646 h 65"/>
                <a:gd name="T60" fmla="*/ 2147483646 w 65"/>
                <a:gd name="T61" fmla="*/ 2147483646 h 65"/>
                <a:gd name="T62" fmla="*/ 2147483646 w 65"/>
                <a:gd name="T63" fmla="*/ 2147483646 h 65"/>
                <a:gd name="T64" fmla="*/ 2147483646 w 65"/>
                <a:gd name="T65" fmla="*/ 2147483646 h 65"/>
                <a:gd name="T66" fmla="*/ 2147483646 w 65"/>
                <a:gd name="T67" fmla="*/ 2147483646 h 65"/>
                <a:gd name="T68" fmla="*/ 2147483646 w 65"/>
                <a:gd name="T69" fmla="*/ 2147483646 h 65"/>
                <a:gd name="T70" fmla="*/ 2147483646 w 65"/>
                <a:gd name="T71" fmla="*/ 2147483646 h 65"/>
                <a:gd name="T72" fmla="*/ 2147483646 w 65"/>
                <a:gd name="T73" fmla="*/ 2147483646 h 65"/>
                <a:gd name="T74" fmla="*/ 2147483646 w 65"/>
                <a:gd name="T75" fmla="*/ 2147483646 h 65"/>
                <a:gd name="T76" fmla="*/ 2147483646 w 65"/>
                <a:gd name="T77" fmla="*/ 2147483646 h 65"/>
                <a:gd name="T78" fmla="*/ 2147483646 w 65"/>
                <a:gd name="T79" fmla="*/ 2147483646 h 65"/>
                <a:gd name="T80" fmla="*/ 2147483646 w 65"/>
                <a:gd name="T81" fmla="*/ 2147483646 h 65"/>
                <a:gd name="T82" fmla="*/ 2147483646 w 65"/>
                <a:gd name="T83" fmla="*/ 2147483646 h 65"/>
                <a:gd name="T84" fmla="*/ 2147483646 w 65"/>
                <a:gd name="T85" fmla="*/ 0 h 65"/>
                <a:gd name="T86" fmla="*/ 2147483646 w 65"/>
                <a:gd name="T87" fmla="*/ 0 h 6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5" h="65">
                  <a:moveTo>
                    <a:pt x="33" y="0"/>
                  </a:move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1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7" y="4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7"/>
                  </a:lnTo>
                  <a:lnTo>
                    <a:pt x="11" y="7"/>
                  </a:lnTo>
                  <a:lnTo>
                    <a:pt x="11" y="9"/>
                  </a:lnTo>
                  <a:lnTo>
                    <a:pt x="10" y="10"/>
                  </a:lnTo>
                  <a:lnTo>
                    <a:pt x="9" y="11"/>
                  </a:lnTo>
                  <a:lnTo>
                    <a:pt x="7" y="13"/>
                  </a:lnTo>
                  <a:lnTo>
                    <a:pt x="6" y="1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7" y="52"/>
                  </a:lnTo>
                  <a:lnTo>
                    <a:pt x="7" y="54"/>
                  </a:lnTo>
                  <a:lnTo>
                    <a:pt x="9" y="55"/>
                  </a:lnTo>
                  <a:lnTo>
                    <a:pt x="10" y="55"/>
                  </a:lnTo>
                  <a:lnTo>
                    <a:pt x="11" y="56"/>
                  </a:lnTo>
                  <a:lnTo>
                    <a:pt x="11" y="58"/>
                  </a:lnTo>
                  <a:lnTo>
                    <a:pt x="13" y="59"/>
                  </a:lnTo>
                  <a:lnTo>
                    <a:pt x="14" y="59"/>
                  </a:lnTo>
                  <a:lnTo>
                    <a:pt x="16" y="61"/>
                  </a:lnTo>
                  <a:lnTo>
                    <a:pt x="17" y="61"/>
                  </a:lnTo>
                  <a:lnTo>
                    <a:pt x="18" y="62"/>
                  </a:lnTo>
                  <a:lnTo>
                    <a:pt x="20" y="62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4" y="63"/>
                  </a:lnTo>
                  <a:lnTo>
                    <a:pt x="25" y="65"/>
                  </a:lnTo>
                  <a:lnTo>
                    <a:pt x="27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4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40" y="65"/>
                  </a:lnTo>
                  <a:lnTo>
                    <a:pt x="41" y="63"/>
                  </a:lnTo>
                  <a:lnTo>
                    <a:pt x="42" y="63"/>
                  </a:lnTo>
                  <a:lnTo>
                    <a:pt x="44" y="63"/>
                  </a:lnTo>
                  <a:lnTo>
                    <a:pt x="45" y="62"/>
                  </a:lnTo>
                  <a:lnTo>
                    <a:pt x="47" y="62"/>
                  </a:lnTo>
                  <a:lnTo>
                    <a:pt x="48" y="61"/>
                  </a:lnTo>
                  <a:lnTo>
                    <a:pt x="49" y="61"/>
                  </a:lnTo>
                  <a:lnTo>
                    <a:pt x="51" y="59"/>
                  </a:lnTo>
                  <a:lnTo>
                    <a:pt x="52" y="59"/>
                  </a:lnTo>
                  <a:lnTo>
                    <a:pt x="54" y="58"/>
                  </a:lnTo>
                  <a:lnTo>
                    <a:pt x="54" y="56"/>
                  </a:lnTo>
                  <a:lnTo>
                    <a:pt x="55" y="55"/>
                  </a:lnTo>
                  <a:lnTo>
                    <a:pt x="56" y="55"/>
                  </a:lnTo>
                  <a:lnTo>
                    <a:pt x="58" y="54"/>
                  </a:lnTo>
                  <a:lnTo>
                    <a:pt x="58" y="52"/>
                  </a:lnTo>
                  <a:lnTo>
                    <a:pt x="59" y="51"/>
                  </a:lnTo>
                  <a:lnTo>
                    <a:pt x="61" y="49"/>
                  </a:lnTo>
                  <a:lnTo>
                    <a:pt x="61" y="48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4" y="44"/>
                  </a:lnTo>
                  <a:lnTo>
                    <a:pt x="64" y="42"/>
                  </a:lnTo>
                  <a:lnTo>
                    <a:pt x="64" y="41"/>
                  </a:lnTo>
                  <a:lnTo>
                    <a:pt x="65" y="40"/>
                  </a:lnTo>
                  <a:lnTo>
                    <a:pt x="65" y="38"/>
                  </a:lnTo>
                  <a:lnTo>
                    <a:pt x="65" y="37"/>
                  </a:lnTo>
                  <a:lnTo>
                    <a:pt x="65" y="34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8"/>
                  </a:lnTo>
                  <a:lnTo>
                    <a:pt x="65" y="27"/>
                  </a:lnTo>
                  <a:lnTo>
                    <a:pt x="64" y="24"/>
                  </a:lnTo>
                  <a:lnTo>
                    <a:pt x="64" y="23"/>
                  </a:lnTo>
                  <a:lnTo>
                    <a:pt x="64" y="21"/>
                  </a:lnTo>
                  <a:lnTo>
                    <a:pt x="62" y="20"/>
                  </a:lnTo>
                  <a:lnTo>
                    <a:pt x="62" y="18"/>
                  </a:lnTo>
                  <a:lnTo>
                    <a:pt x="61" y="17"/>
                  </a:lnTo>
                  <a:lnTo>
                    <a:pt x="61" y="16"/>
                  </a:lnTo>
                  <a:lnTo>
                    <a:pt x="59" y="14"/>
                  </a:lnTo>
                  <a:lnTo>
                    <a:pt x="58" y="13"/>
                  </a:lnTo>
                  <a:lnTo>
                    <a:pt x="56" y="11"/>
                  </a:lnTo>
                  <a:lnTo>
                    <a:pt x="55" y="10"/>
                  </a:lnTo>
                  <a:lnTo>
                    <a:pt x="54" y="9"/>
                  </a:lnTo>
                  <a:lnTo>
                    <a:pt x="54" y="7"/>
                  </a:lnTo>
                  <a:lnTo>
                    <a:pt x="52" y="7"/>
                  </a:lnTo>
                  <a:lnTo>
                    <a:pt x="51" y="6"/>
                  </a:lnTo>
                  <a:lnTo>
                    <a:pt x="49" y="6"/>
                  </a:lnTo>
                  <a:lnTo>
                    <a:pt x="48" y="4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80">
              <a:extLst>
                <a:ext uri="{FF2B5EF4-FFF2-40B4-BE49-F238E27FC236}">
                  <a16:creationId xmlns:a16="http://schemas.microsoft.com/office/drawing/2014/main" id="{1433E81F-B3D3-40A8-B7CE-03F616522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9804" y="3238829"/>
              <a:ext cx="1698143" cy="447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" name="Group 40">
              <a:extLst>
                <a:ext uri="{FF2B5EF4-FFF2-40B4-BE49-F238E27FC236}">
                  <a16:creationId xmlns:a16="http://schemas.microsoft.com/office/drawing/2014/main" id="{4E6A5FDB-2D3F-48B3-A754-BF3BF1D949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6144" y="2831068"/>
              <a:ext cx="236523" cy="369332"/>
              <a:chOff x="2801936" y="2754868"/>
              <a:chExt cx="236574" cy="369332"/>
            </a:xfrm>
          </p:grpSpPr>
          <p:sp>
            <p:nvSpPr>
              <p:cNvPr id="45" name="Line 97">
                <a:extLst>
                  <a:ext uri="{FF2B5EF4-FFF2-40B4-BE49-F238E27FC236}">
                    <a16:creationId xmlns:a16="http://schemas.microsoft.com/office/drawing/2014/main" id="{9FF416D0-A317-409B-AB58-B5B398B025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1936" y="2816224"/>
                <a:ext cx="169863" cy="317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Rectangle 96">
                <a:extLst>
                  <a:ext uri="{FF2B5EF4-FFF2-40B4-BE49-F238E27FC236}">
                    <a16:creationId xmlns:a16="http://schemas.microsoft.com/office/drawing/2014/main" id="{748DC06E-0267-43F3-A6A1-6C12CF4F5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2754868"/>
                <a:ext cx="2191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b="0" i="1">
                    <a:solidFill>
                      <a:srgbClr val="000000"/>
                    </a:solidFill>
                    <a:latin typeface="Times-Roman" charset="0"/>
                  </a:rPr>
                  <a:t>x</a:t>
                </a:r>
                <a:r>
                  <a:rPr lang="en-US" altLang="en-US" sz="1500" b="0" i="1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43" name="Rectangle 96">
              <a:extLst>
                <a:ext uri="{FF2B5EF4-FFF2-40B4-BE49-F238E27FC236}">
                  <a16:creationId xmlns:a16="http://schemas.microsoft.com/office/drawing/2014/main" id="{B64015C6-BB31-416E-982F-1E16FDCCC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544" y="2763675"/>
              <a:ext cx="219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44" name="Rectangle 96">
              <a:extLst>
                <a:ext uri="{FF2B5EF4-FFF2-40B4-BE49-F238E27FC236}">
                  <a16:creationId xmlns:a16="http://schemas.microsoft.com/office/drawing/2014/main" id="{6DADF5F7-49C8-4CD4-A2AF-0F47ADCD1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5481" y="2752335"/>
              <a:ext cx="219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grpSp>
        <p:nvGrpSpPr>
          <p:cNvPr id="47" name="Group 1">
            <a:extLst>
              <a:ext uri="{FF2B5EF4-FFF2-40B4-BE49-F238E27FC236}">
                <a16:creationId xmlns:a16="http://schemas.microsoft.com/office/drawing/2014/main" id="{5EA5C5CC-FAB6-4ADC-B824-68B9F2F086E1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953000"/>
            <a:ext cx="6311900" cy="1590675"/>
            <a:chOff x="1524000" y="2752335"/>
            <a:chExt cx="6311689" cy="1591065"/>
          </a:xfrm>
        </p:grpSpPr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5424D3CF-3EF1-4DA2-947D-3496A7F48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8249" y="2776148"/>
              <a:ext cx="314257" cy="1587"/>
            </a:xfrm>
            <a:custGeom>
              <a:avLst/>
              <a:gdLst>
                <a:gd name="T0" fmla="*/ 2147483646 w 395"/>
                <a:gd name="T1" fmla="*/ 0 h 1587"/>
                <a:gd name="T2" fmla="*/ 0 w 395"/>
                <a:gd name="T3" fmla="*/ 0 h 1587"/>
                <a:gd name="T4" fmla="*/ 2147483646 w 39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1587">
                  <a:moveTo>
                    <a:pt x="395" y="0"/>
                  </a:moveTo>
                  <a:lnTo>
                    <a:pt x="0" y="0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60">
              <a:extLst>
                <a:ext uri="{FF2B5EF4-FFF2-40B4-BE49-F238E27FC236}">
                  <a16:creationId xmlns:a16="http://schemas.microsoft.com/office/drawing/2014/main" id="{3E1F9F13-481D-47DF-B53D-15254B4D4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8249" y="2776148"/>
              <a:ext cx="314257" cy="1587"/>
            </a:xfrm>
            <a:custGeom>
              <a:avLst/>
              <a:gdLst>
                <a:gd name="T0" fmla="*/ 2147483646 w 395"/>
                <a:gd name="T1" fmla="*/ 0 h 1587"/>
                <a:gd name="T2" fmla="*/ 0 w 395"/>
                <a:gd name="T3" fmla="*/ 0 h 1587"/>
                <a:gd name="T4" fmla="*/ 2147483646 w 39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1587">
                  <a:moveTo>
                    <a:pt x="395" y="0"/>
                  </a:moveTo>
                  <a:lnTo>
                    <a:pt x="0" y="0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75">
              <a:extLst>
                <a:ext uri="{FF2B5EF4-FFF2-40B4-BE49-F238E27FC236}">
                  <a16:creationId xmlns:a16="http://schemas.microsoft.com/office/drawing/2014/main" id="{058A8C4A-2C34-4A2D-9F0E-6265A1537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6210" y="2977760"/>
              <a:ext cx="358698" cy="536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51" name="Freeform 79">
              <a:extLst>
                <a:ext uri="{FF2B5EF4-FFF2-40B4-BE49-F238E27FC236}">
                  <a16:creationId xmlns:a16="http://schemas.microsoft.com/office/drawing/2014/main" id="{88252FB8-61EE-4076-A784-547C5FCB6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3541" y="3088885"/>
              <a:ext cx="312670" cy="314325"/>
            </a:xfrm>
            <a:custGeom>
              <a:avLst/>
              <a:gdLst>
                <a:gd name="T0" fmla="*/ 2147483646 w 394"/>
                <a:gd name="T1" fmla="*/ 2147483646 h 394"/>
                <a:gd name="T2" fmla="*/ 0 w 394"/>
                <a:gd name="T3" fmla="*/ 2147483646 h 394"/>
                <a:gd name="T4" fmla="*/ 0 w 394"/>
                <a:gd name="T5" fmla="*/ 0 h 394"/>
                <a:gd name="T6" fmla="*/ 2147483646 w 394"/>
                <a:gd name="T7" fmla="*/ 0 h 3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4" h="394">
                  <a:moveTo>
                    <a:pt x="394" y="394"/>
                  </a:moveTo>
                  <a:lnTo>
                    <a:pt x="0" y="394"/>
                  </a:lnTo>
                  <a:lnTo>
                    <a:pt x="0" y="0"/>
                  </a:lnTo>
                  <a:lnTo>
                    <a:pt x="394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87">
              <a:extLst>
                <a:ext uri="{FF2B5EF4-FFF2-40B4-BE49-F238E27FC236}">
                  <a16:creationId xmlns:a16="http://schemas.microsoft.com/office/drawing/2014/main" id="{FFFB1242-B169-44AF-9F3A-4C939BEB5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1320" y="3223823"/>
              <a:ext cx="44440" cy="44450"/>
            </a:xfrm>
            <a:custGeom>
              <a:avLst/>
              <a:gdLst>
                <a:gd name="T0" fmla="*/ 2147483646 w 57"/>
                <a:gd name="T1" fmla="*/ 0 h 56"/>
                <a:gd name="T2" fmla="*/ 2147483646 w 57"/>
                <a:gd name="T3" fmla="*/ 0 h 56"/>
                <a:gd name="T4" fmla="*/ 2147483646 w 57"/>
                <a:gd name="T5" fmla="*/ 2147483646 h 56"/>
                <a:gd name="T6" fmla="*/ 2147483646 w 57"/>
                <a:gd name="T7" fmla="*/ 2147483646 h 56"/>
                <a:gd name="T8" fmla="*/ 2147483646 w 57"/>
                <a:gd name="T9" fmla="*/ 2147483646 h 56"/>
                <a:gd name="T10" fmla="*/ 2147483646 w 57"/>
                <a:gd name="T11" fmla="*/ 2147483646 h 56"/>
                <a:gd name="T12" fmla="*/ 2147483646 w 57"/>
                <a:gd name="T13" fmla="*/ 2147483646 h 56"/>
                <a:gd name="T14" fmla="*/ 2147483646 w 57"/>
                <a:gd name="T15" fmla="*/ 2147483646 h 56"/>
                <a:gd name="T16" fmla="*/ 2147483646 w 57"/>
                <a:gd name="T17" fmla="*/ 2147483646 h 56"/>
                <a:gd name="T18" fmla="*/ 2147483646 w 57"/>
                <a:gd name="T19" fmla="*/ 2147483646 h 56"/>
                <a:gd name="T20" fmla="*/ 2147483646 w 57"/>
                <a:gd name="T21" fmla="*/ 2147483646 h 56"/>
                <a:gd name="T22" fmla="*/ 2147483646 w 57"/>
                <a:gd name="T23" fmla="*/ 2147483646 h 56"/>
                <a:gd name="T24" fmla="*/ 2147483646 w 57"/>
                <a:gd name="T25" fmla="*/ 2147483646 h 56"/>
                <a:gd name="T26" fmla="*/ 2147483646 w 57"/>
                <a:gd name="T27" fmla="*/ 2147483646 h 56"/>
                <a:gd name="T28" fmla="*/ 2147483646 w 57"/>
                <a:gd name="T29" fmla="*/ 2147483646 h 56"/>
                <a:gd name="T30" fmla="*/ 2147483646 w 57"/>
                <a:gd name="T31" fmla="*/ 2147483646 h 56"/>
                <a:gd name="T32" fmla="*/ 2147483646 w 57"/>
                <a:gd name="T33" fmla="*/ 2147483646 h 56"/>
                <a:gd name="T34" fmla="*/ 2147483646 w 57"/>
                <a:gd name="T35" fmla="*/ 2147483646 h 56"/>
                <a:gd name="T36" fmla="*/ 2147483646 w 57"/>
                <a:gd name="T37" fmla="*/ 2147483646 h 56"/>
                <a:gd name="T38" fmla="*/ 2147483646 w 57"/>
                <a:gd name="T39" fmla="*/ 2147483646 h 56"/>
                <a:gd name="T40" fmla="*/ 2147483646 w 57"/>
                <a:gd name="T41" fmla="*/ 2147483646 h 56"/>
                <a:gd name="T42" fmla="*/ 2147483646 w 57"/>
                <a:gd name="T43" fmla="*/ 2147483646 h 56"/>
                <a:gd name="T44" fmla="*/ 2147483646 w 57"/>
                <a:gd name="T45" fmla="*/ 2147483646 h 56"/>
                <a:gd name="T46" fmla="*/ 2147483646 w 57"/>
                <a:gd name="T47" fmla="*/ 2147483646 h 56"/>
                <a:gd name="T48" fmla="*/ 2147483646 w 57"/>
                <a:gd name="T49" fmla="*/ 2147483646 h 56"/>
                <a:gd name="T50" fmla="*/ 2147483646 w 57"/>
                <a:gd name="T51" fmla="*/ 2147483646 h 56"/>
                <a:gd name="T52" fmla="*/ 2147483646 w 57"/>
                <a:gd name="T53" fmla="*/ 2147483646 h 56"/>
                <a:gd name="T54" fmla="*/ 2147483646 w 57"/>
                <a:gd name="T55" fmla="*/ 2147483646 h 56"/>
                <a:gd name="T56" fmla="*/ 2147483646 w 57"/>
                <a:gd name="T57" fmla="*/ 2147483646 h 56"/>
                <a:gd name="T58" fmla="*/ 2147483646 w 57"/>
                <a:gd name="T59" fmla="*/ 2147483646 h 56"/>
                <a:gd name="T60" fmla="*/ 2147483646 w 57"/>
                <a:gd name="T61" fmla="*/ 2147483646 h 56"/>
                <a:gd name="T62" fmla="*/ 2147483646 w 57"/>
                <a:gd name="T63" fmla="*/ 2147483646 h 56"/>
                <a:gd name="T64" fmla="*/ 2147483646 w 57"/>
                <a:gd name="T65" fmla="*/ 2147483646 h 56"/>
                <a:gd name="T66" fmla="*/ 2147483646 w 57"/>
                <a:gd name="T67" fmla="*/ 2147483646 h 56"/>
                <a:gd name="T68" fmla="*/ 2147483646 w 57"/>
                <a:gd name="T69" fmla="*/ 2147483646 h 56"/>
                <a:gd name="T70" fmla="*/ 2147483646 w 57"/>
                <a:gd name="T71" fmla="*/ 2147483646 h 56"/>
                <a:gd name="T72" fmla="*/ 2147483646 w 57"/>
                <a:gd name="T73" fmla="*/ 2147483646 h 56"/>
                <a:gd name="T74" fmla="*/ 2147483646 w 57"/>
                <a:gd name="T75" fmla="*/ 2147483646 h 56"/>
                <a:gd name="T76" fmla="*/ 2147483646 w 57"/>
                <a:gd name="T77" fmla="*/ 2147483646 h 56"/>
                <a:gd name="T78" fmla="*/ 2147483646 w 57"/>
                <a:gd name="T79" fmla="*/ 2147483646 h 56"/>
                <a:gd name="T80" fmla="*/ 2147483646 w 57"/>
                <a:gd name="T81" fmla="*/ 2147483646 h 56"/>
                <a:gd name="T82" fmla="*/ 2147483646 w 57"/>
                <a:gd name="T83" fmla="*/ 2147483646 h 56"/>
                <a:gd name="T84" fmla="*/ 2147483646 w 57"/>
                <a:gd name="T85" fmla="*/ 0 h 56"/>
                <a:gd name="T86" fmla="*/ 2147483646 w 57"/>
                <a:gd name="T87" fmla="*/ 0 h 56"/>
                <a:gd name="T88" fmla="*/ 2147483646 w 57"/>
                <a:gd name="T89" fmla="*/ 2147483646 h 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7" h="56">
                  <a:moveTo>
                    <a:pt x="29" y="28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0" y="7"/>
                  </a:lnTo>
                  <a:lnTo>
                    <a:pt x="9" y="8"/>
                  </a:lnTo>
                  <a:lnTo>
                    <a:pt x="7" y="1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3" y="15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0" y="28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5"/>
                  </a:lnTo>
                  <a:lnTo>
                    <a:pt x="9" y="46"/>
                  </a:lnTo>
                  <a:lnTo>
                    <a:pt x="9" y="48"/>
                  </a:lnTo>
                  <a:lnTo>
                    <a:pt x="10" y="48"/>
                  </a:lnTo>
                  <a:lnTo>
                    <a:pt x="12" y="49"/>
                  </a:lnTo>
                  <a:lnTo>
                    <a:pt x="13" y="51"/>
                  </a:lnTo>
                  <a:lnTo>
                    <a:pt x="15" y="52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2" y="55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6" y="56"/>
                  </a:lnTo>
                  <a:lnTo>
                    <a:pt x="27" y="56"/>
                  </a:lnTo>
                  <a:lnTo>
                    <a:pt x="29" y="56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34" y="55"/>
                  </a:lnTo>
                  <a:lnTo>
                    <a:pt x="36" y="55"/>
                  </a:lnTo>
                  <a:lnTo>
                    <a:pt x="37" y="55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41" y="54"/>
                  </a:lnTo>
                  <a:lnTo>
                    <a:pt x="43" y="52"/>
                  </a:lnTo>
                  <a:lnTo>
                    <a:pt x="44" y="52"/>
                  </a:lnTo>
                  <a:lnTo>
                    <a:pt x="46" y="51"/>
                  </a:lnTo>
                  <a:lnTo>
                    <a:pt x="47" y="49"/>
                  </a:lnTo>
                  <a:lnTo>
                    <a:pt x="48" y="48"/>
                  </a:lnTo>
                  <a:lnTo>
                    <a:pt x="50" y="48"/>
                  </a:lnTo>
                  <a:lnTo>
                    <a:pt x="50" y="46"/>
                  </a:lnTo>
                  <a:lnTo>
                    <a:pt x="51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4" y="42"/>
                  </a:lnTo>
                  <a:lnTo>
                    <a:pt x="54" y="41"/>
                  </a:lnTo>
                  <a:lnTo>
                    <a:pt x="55" y="39"/>
                  </a:lnTo>
                  <a:lnTo>
                    <a:pt x="55" y="38"/>
                  </a:lnTo>
                  <a:lnTo>
                    <a:pt x="57" y="37"/>
                  </a:lnTo>
                  <a:lnTo>
                    <a:pt x="57" y="35"/>
                  </a:lnTo>
                  <a:lnTo>
                    <a:pt x="57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30"/>
                  </a:lnTo>
                  <a:lnTo>
                    <a:pt x="57" y="28"/>
                  </a:lnTo>
                  <a:lnTo>
                    <a:pt x="57" y="27"/>
                  </a:lnTo>
                  <a:lnTo>
                    <a:pt x="57" y="25"/>
                  </a:lnTo>
                  <a:lnTo>
                    <a:pt x="57" y="24"/>
                  </a:lnTo>
                  <a:lnTo>
                    <a:pt x="57" y="23"/>
                  </a:lnTo>
                  <a:lnTo>
                    <a:pt x="57" y="21"/>
                  </a:lnTo>
                  <a:lnTo>
                    <a:pt x="57" y="20"/>
                  </a:lnTo>
                  <a:lnTo>
                    <a:pt x="55" y="18"/>
                  </a:lnTo>
                  <a:lnTo>
                    <a:pt x="55" y="17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4" y="13"/>
                  </a:lnTo>
                  <a:lnTo>
                    <a:pt x="53" y="13"/>
                  </a:lnTo>
                  <a:lnTo>
                    <a:pt x="53" y="11"/>
                  </a:lnTo>
                  <a:lnTo>
                    <a:pt x="51" y="10"/>
                  </a:lnTo>
                  <a:lnTo>
                    <a:pt x="50" y="8"/>
                  </a:lnTo>
                  <a:lnTo>
                    <a:pt x="48" y="7"/>
                  </a:lnTo>
                  <a:lnTo>
                    <a:pt x="47" y="6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1" y="3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88">
              <a:extLst>
                <a:ext uri="{FF2B5EF4-FFF2-40B4-BE49-F238E27FC236}">
                  <a16:creationId xmlns:a16="http://schemas.microsoft.com/office/drawing/2014/main" id="{4801AA80-844B-41D8-B6C8-7E23C7B2F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6558" y="3211123"/>
              <a:ext cx="50789" cy="50800"/>
            </a:xfrm>
            <a:custGeom>
              <a:avLst/>
              <a:gdLst>
                <a:gd name="T0" fmla="*/ 2147483646 w 65"/>
                <a:gd name="T1" fmla="*/ 0 h 65"/>
                <a:gd name="T2" fmla="*/ 2147483646 w 65"/>
                <a:gd name="T3" fmla="*/ 2147483646 h 65"/>
                <a:gd name="T4" fmla="*/ 2147483646 w 65"/>
                <a:gd name="T5" fmla="*/ 2147483646 h 65"/>
                <a:gd name="T6" fmla="*/ 2147483646 w 65"/>
                <a:gd name="T7" fmla="*/ 2147483646 h 65"/>
                <a:gd name="T8" fmla="*/ 2147483646 w 65"/>
                <a:gd name="T9" fmla="*/ 2147483646 h 65"/>
                <a:gd name="T10" fmla="*/ 2147483646 w 65"/>
                <a:gd name="T11" fmla="*/ 2147483646 h 65"/>
                <a:gd name="T12" fmla="*/ 2147483646 w 65"/>
                <a:gd name="T13" fmla="*/ 2147483646 h 65"/>
                <a:gd name="T14" fmla="*/ 2147483646 w 65"/>
                <a:gd name="T15" fmla="*/ 2147483646 h 65"/>
                <a:gd name="T16" fmla="*/ 2147483646 w 65"/>
                <a:gd name="T17" fmla="*/ 2147483646 h 65"/>
                <a:gd name="T18" fmla="*/ 0 w 65"/>
                <a:gd name="T19" fmla="*/ 2147483646 h 65"/>
                <a:gd name="T20" fmla="*/ 0 w 65"/>
                <a:gd name="T21" fmla="*/ 2147483646 h 65"/>
                <a:gd name="T22" fmla="*/ 0 w 65"/>
                <a:gd name="T23" fmla="*/ 2147483646 h 65"/>
                <a:gd name="T24" fmla="*/ 2147483646 w 65"/>
                <a:gd name="T25" fmla="*/ 2147483646 h 65"/>
                <a:gd name="T26" fmla="*/ 2147483646 w 65"/>
                <a:gd name="T27" fmla="*/ 2147483646 h 65"/>
                <a:gd name="T28" fmla="*/ 2147483646 w 65"/>
                <a:gd name="T29" fmla="*/ 2147483646 h 65"/>
                <a:gd name="T30" fmla="*/ 2147483646 w 65"/>
                <a:gd name="T31" fmla="*/ 2147483646 h 65"/>
                <a:gd name="T32" fmla="*/ 2147483646 w 65"/>
                <a:gd name="T33" fmla="*/ 2147483646 h 65"/>
                <a:gd name="T34" fmla="*/ 2147483646 w 65"/>
                <a:gd name="T35" fmla="*/ 2147483646 h 65"/>
                <a:gd name="T36" fmla="*/ 2147483646 w 65"/>
                <a:gd name="T37" fmla="*/ 2147483646 h 65"/>
                <a:gd name="T38" fmla="*/ 2147483646 w 65"/>
                <a:gd name="T39" fmla="*/ 2147483646 h 65"/>
                <a:gd name="T40" fmla="*/ 2147483646 w 65"/>
                <a:gd name="T41" fmla="*/ 2147483646 h 65"/>
                <a:gd name="T42" fmla="*/ 2147483646 w 65"/>
                <a:gd name="T43" fmla="*/ 2147483646 h 65"/>
                <a:gd name="T44" fmla="*/ 2147483646 w 65"/>
                <a:gd name="T45" fmla="*/ 2147483646 h 65"/>
                <a:gd name="T46" fmla="*/ 2147483646 w 65"/>
                <a:gd name="T47" fmla="*/ 2147483646 h 65"/>
                <a:gd name="T48" fmla="*/ 2147483646 w 65"/>
                <a:gd name="T49" fmla="*/ 2147483646 h 65"/>
                <a:gd name="T50" fmla="*/ 2147483646 w 65"/>
                <a:gd name="T51" fmla="*/ 2147483646 h 65"/>
                <a:gd name="T52" fmla="*/ 2147483646 w 65"/>
                <a:gd name="T53" fmla="*/ 2147483646 h 65"/>
                <a:gd name="T54" fmla="*/ 2147483646 w 65"/>
                <a:gd name="T55" fmla="*/ 2147483646 h 65"/>
                <a:gd name="T56" fmla="*/ 2147483646 w 65"/>
                <a:gd name="T57" fmla="*/ 2147483646 h 65"/>
                <a:gd name="T58" fmla="*/ 2147483646 w 65"/>
                <a:gd name="T59" fmla="*/ 2147483646 h 65"/>
                <a:gd name="T60" fmla="*/ 2147483646 w 65"/>
                <a:gd name="T61" fmla="*/ 2147483646 h 65"/>
                <a:gd name="T62" fmla="*/ 2147483646 w 65"/>
                <a:gd name="T63" fmla="*/ 2147483646 h 65"/>
                <a:gd name="T64" fmla="*/ 2147483646 w 65"/>
                <a:gd name="T65" fmla="*/ 2147483646 h 65"/>
                <a:gd name="T66" fmla="*/ 2147483646 w 65"/>
                <a:gd name="T67" fmla="*/ 2147483646 h 65"/>
                <a:gd name="T68" fmla="*/ 2147483646 w 65"/>
                <a:gd name="T69" fmla="*/ 2147483646 h 65"/>
                <a:gd name="T70" fmla="*/ 2147483646 w 65"/>
                <a:gd name="T71" fmla="*/ 2147483646 h 65"/>
                <a:gd name="T72" fmla="*/ 2147483646 w 65"/>
                <a:gd name="T73" fmla="*/ 2147483646 h 65"/>
                <a:gd name="T74" fmla="*/ 2147483646 w 65"/>
                <a:gd name="T75" fmla="*/ 2147483646 h 65"/>
                <a:gd name="T76" fmla="*/ 2147483646 w 65"/>
                <a:gd name="T77" fmla="*/ 2147483646 h 65"/>
                <a:gd name="T78" fmla="*/ 2147483646 w 65"/>
                <a:gd name="T79" fmla="*/ 2147483646 h 65"/>
                <a:gd name="T80" fmla="*/ 2147483646 w 65"/>
                <a:gd name="T81" fmla="*/ 2147483646 h 65"/>
                <a:gd name="T82" fmla="*/ 2147483646 w 65"/>
                <a:gd name="T83" fmla="*/ 2147483646 h 65"/>
                <a:gd name="T84" fmla="*/ 2147483646 w 65"/>
                <a:gd name="T85" fmla="*/ 0 h 65"/>
                <a:gd name="T86" fmla="*/ 2147483646 w 65"/>
                <a:gd name="T87" fmla="*/ 0 h 6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5" h="65">
                  <a:moveTo>
                    <a:pt x="33" y="0"/>
                  </a:move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1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7" y="4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7"/>
                  </a:lnTo>
                  <a:lnTo>
                    <a:pt x="11" y="7"/>
                  </a:lnTo>
                  <a:lnTo>
                    <a:pt x="11" y="9"/>
                  </a:lnTo>
                  <a:lnTo>
                    <a:pt x="10" y="10"/>
                  </a:lnTo>
                  <a:lnTo>
                    <a:pt x="9" y="11"/>
                  </a:lnTo>
                  <a:lnTo>
                    <a:pt x="7" y="13"/>
                  </a:lnTo>
                  <a:lnTo>
                    <a:pt x="6" y="1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7" y="52"/>
                  </a:lnTo>
                  <a:lnTo>
                    <a:pt x="7" y="54"/>
                  </a:lnTo>
                  <a:lnTo>
                    <a:pt x="9" y="55"/>
                  </a:lnTo>
                  <a:lnTo>
                    <a:pt x="10" y="55"/>
                  </a:lnTo>
                  <a:lnTo>
                    <a:pt x="11" y="56"/>
                  </a:lnTo>
                  <a:lnTo>
                    <a:pt x="11" y="58"/>
                  </a:lnTo>
                  <a:lnTo>
                    <a:pt x="13" y="59"/>
                  </a:lnTo>
                  <a:lnTo>
                    <a:pt x="14" y="59"/>
                  </a:lnTo>
                  <a:lnTo>
                    <a:pt x="16" y="61"/>
                  </a:lnTo>
                  <a:lnTo>
                    <a:pt x="17" y="61"/>
                  </a:lnTo>
                  <a:lnTo>
                    <a:pt x="18" y="62"/>
                  </a:lnTo>
                  <a:lnTo>
                    <a:pt x="20" y="62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4" y="63"/>
                  </a:lnTo>
                  <a:lnTo>
                    <a:pt x="25" y="65"/>
                  </a:lnTo>
                  <a:lnTo>
                    <a:pt x="27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4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40" y="65"/>
                  </a:lnTo>
                  <a:lnTo>
                    <a:pt x="41" y="63"/>
                  </a:lnTo>
                  <a:lnTo>
                    <a:pt x="42" y="63"/>
                  </a:lnTo>
                  <a:lnTo>
                    <a:pt x="44" y="63"/>
                  </a:lnTo>
                  <a:lnTo>
                    <a:pt x="45" y="62"/>
                  </a:lnTo>
                  <a:lnTo>
                    <a:pt x="47" y="62"/>
                  </a:lnTo>
                  <a:lnTo>
                    <a:pt x="48" y="61"/>
                  </a:lnTo>
                  <a:lnTo>
                    <a:pt x="49" y="61"/>
                  </a:lnTo>
                  <a:lnTo>
                    <a:pt x="51" y="59"/>
                  </a:lnTo>
                  <a:lnTo>
                    <a:pt x="52" y="59"/>
                  </a:lnTo>
                  <a:lnTo>
                    <a:pt x="54" y="58"/>
                  </a:lnTo>
                  <a:lnTo>
                    <a:pt x="54" y="56"/>
                  </a:lnTo>
                  <a:lnTo>
                    <a:pt x="55" y="55"/>
                  </a:lnTo>
                  <a:lnTo>
                    <a:pt x="56" y="55"/>
                  </a:lnTo>
                  <a:lnTo>
                    <a:pt x="58" y="54"/>
                  </a:lnTo>
                  <a:lnTo>
                    <a:pt x="58" y="52"/>
                  </a:lnTo>
                  <a:lnTo>
                    <a:pt x="59" y="51"/>
                  </a:lnTo>
                  <a:lnTo>
                    <a:pt x="61" y="49"/>
                  </a:lnTo>
                  <a:lnTo>
                    <a:pt x="61" y="48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4" y="44"/>
                  </a:lnTo>
                  <a:lnTo>
                    <a:pt x="64" y="42"/>
                  </a:lnTo>
                  <a:lnTo>
                    <a:pt x="64" y="41"/>
                  </a:lnTo>
                  <a:lnTo>
                    <a:pt x="65" y="40"/>
                  </a:lnTo>
                  <a:lnTo>
                    <a:pt x="65" y="38"/>
                  </a:lnTo>
                  <a:lnTo>
                    <a:pt x="65" y="37"/>
                  </a:lnTo>
                  <a:lnTo>
                    <a:pt x="65" y="34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8"/>
                  </a:lnTo>
                  <a:lnTo>
                    <a:pt x="65" y="27"/>
                  </a:lnTo>
                  <a:lnTo>
                    <a:pt x="64" y="24"/>
                  </a:lnTo>
                  <a:lnTo>
                    <a:pt x="64" y="23"/>
                  </a:lnTo>
                  <a:lnTo>
                    <a:pt x="64" y="21"/>
                  </a:lnTo>
                  <a:lnTo>
                    <a:pt x="62" y="20"/>
                  </a:lnTo>
                  <a:lnTo>
                    <a:pt x="62" y="18"/>
                  </a:lnTo>
                  <a:lnTo>
                    <a:pt x="61" y="17"/>
                  </a:lnTo>
                  <a:lnTo>
                    <a:pt x="61" y="16"/>
                  </a:lnTo>
                  <a:lnTo>
                    <a:pt x="59" y="14"/>
                  </a:lnTo>
                  <a:lnTo>
                    <a:pt x="58" y="13"/>
                  </a:lnTo>
                  <a:lnTo>
                    <a:pt x="56" y="11"/>
                  </a:lnTo>
                  <a:lnTo>
                    <a:pt x="55" y="10"/>
                  </a:lnTo>
                  <a:lnTo>
                    <a:pt x="54" y="9"/>
                  </a:lnTo>
                  <a:lnTo>
                    <a:pt x="54" y="7"/>
                  </a:lnTo>
                  <a:lnTo>
                    <a:pt x="52" y="7"/>
                  </a:lnTo>
                  <a:lnTo>
                    <a:pt x="51" y="6"/>
                  </a:lnTo>
                  <a:lnTo>
                    <a:pt x="49" y="6"/>
                  </a:lnTo>
                  <a:lnTo>
                    <a:pt x="48" y="4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4">
              <a:extLst>
                <a:ext uri="{FF2B5EF4-FFF2-40B4-BE49-F238E27FC236}">
                  <a16:creationId xmlns:a16="http://schemas.microsoft.com/office/drawing/2014/main" id="{08C6CA27-BB4B-4A92-8D7B-407CCD1CA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958" y="2763675"/>
              <a:ext cx="314257" cy="1587"/>
            </a:xfrm>
            <a:custGeom>
              <a:avLst/>
              <a:gdLst>
                <a:gd name="T0" fmla="*/ 2147483646 w 395"/>
                <a:gd name="T1" fmla="*/ 0 h 1587"/>
                <a:gd name="T2" fmla="*/ 0 w 395"/>
                <a:gd name="T3" fmla="*/ 0 h 1587"/>
                <a:gd name="T4" fmla="*/ 2147483646 w 39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1587">
                  <a:moveTo>
                    <a:pt x="395" y="0"/>
                  </a:moveTo>
                  <a:lnTo>
                    <a:pt x="0" y="0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60">
              <a:extLst>
                <a:ext uri="{FF2B5EF4-FFF2-40B4-BE49-F238E27FC236}">
                  <a16:creationId xmlns:a16="http://schemas.microsoft.com/office/drawing/2014/main" id="{10590FB9-F8D5-43B8-93AC-27D6182F4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958" y="2763675"/>
              <a:ext cx="314257" cy="1587"/>
            </a:xfrm>
            <a:custGeom>
              <a:avLst/>
              <a:gdLst>
                <a:gd name="T0" fmla="*/ 2147483646 w 395"/>
                <a:gd name="T1" fmla="*/ 0 h 1587"/>
                <a:gd name="T2" fmla="*/ 0 w 395"/>
                <a:gd name="T3" fmla="*/ 0 h 1587"/>
                <a:gd name="T4" fmla="*/ 2147483646 w 39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5" h="1587">
                  <a:moveTo>
                    <a:pt x="395" y="0"/>
                  </a:moveTo>
                  <a:lnTo>
                    <a:pt x="0" y="0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75">
              <a:extLst>
                <a:ext uri="{FF2B5EF4-FFF2-40B4-BE49-F238E27FC236}">
                  <a16:creationId xmlns:a16="http://schemas.microsoft.com/office/drawing/2014/main" id="{DC130457-9A0B-47F9-88F3-6847F8B7A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2600" y="2965287"/>
              <a:ext cx="358698" cy="536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57" name="Freeform 77">
              <a:extLst>
                <a:ext uri="{FF2B5EF4-FFF2-40B4-BE49-F238E27FC236}">
                  <a16:creationId xmlns:a16="http://schemas.microsoft.com/office/drawing/2014/main" id="{8ECDDADB-DCFF-440B-AF17-88511B4EF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8" y="3189125"/>
              <a:ext cx="88881" cy="88900"/>
            </a:xfrm>
            <a:custGeom>
              <a:avLst/>
              <a:gdLst>
                <a:gd name="T0" fmla="*/ 2147483646 w 112"/>
                <a:gd name="T1" fmla="*/ 0 h 113"/>
                <a:gd name="T2" fmla="*/ 2147483646 w 112"/>
                <a:gd name="T3" fmla="*/ 2147483646 h 113"/>
                <a:gd name="T4" fmla="*/ 2147483646 w 112"/>
                <a:gd name="T5" fmla="*/ 2147483646 h 113"/>
                <a:gd name="T6" fmla="*/ 2147483646 w 112"/>
                <a:gd name="T7" fmla="*/ 2147483646 h 113"/>
                <a:gd name="T8" fmla="*/ 2147483646 w 112"/>
                <a:gd name="T9" fmla="*/ 2147483646 h 113"/>
                <a:gd name="T10" fmla="*/ 2147483646 w 112"/>
                <a:gd name="T11" fmla="*/ 2147483646 h 113"/>
                <a:gd name="T12" fmla="*/ 2147483646 w 112"/>
                <a:gd name="T13" fmla="*/ 2147483646 h 113"/>
                <a:gd name="T14" fmla="*/ 2147483646 w 112"/>
                <a:gd name="T15" fmla="*/ 2147483646 h 113"/>
                <a:gd name="T16" fmla="*/ 2147483646 w 112"/>
                <a:gd name="T17" fmla="*/ 2147483646 h 113"/>
                <a:gd name="T18" fmla="*/ 2147483646 w 112"/>
                <a:gd name="T19" fmla="*/ 2147483646 h 113"/>
                <a:gd name="T20" fmla="*/ 2147483646 w 112"/>
                <a:gd name="T21" fmla="*/ 2147483646 h 113"/>
                <a:gd name="T22" fmla="*/ 2147483646 w 112"/>
                <a:gd name="T23" fmla="*/ 2147483646 h 113"/>
                <a:gd name="T24" fmla="*/ 2147483646 w 112"/>
                <a:gd name="T25" fmla="*/ 2147483646 h 113"/>
                <a:gd name="T26" fmla="*/ 2147483646 w 112"/>
                <a:gd name="T27" fmla="*/ 2147483646 h 113"/>
                <a:gd name="T28" fmla="*/ 2147483646 w 112"/>
                <a:gd name="T29" fmla="*/ 2147483646 h 113"/>
                <a:gd name="T30" fmla="*/ 2147483646 w 112"/>
                <a:gd name="T31" fmla="*/ 2147483646 h 113"/>
                <a:gd name="T32" fmla="*/ 2147483646 w 112"/>
                <a:gd name="T33" fmla="*/ 2147483646 h 113"/>
                <a:gd name="T34" fmla="*/ 2147483646 w 112"/>
                <a:gd name="T35" fmla="*/ 2147483646 h 113"/>
                <a:gd name="T36" fmla="*/ 2147483646 w 112"/>
                <a:gd name="T37" fmla="*/ 2147483646 h 113"/>
                <a:gd name="T38" fmla="*/ 2147483646 w 112"/>
                <a:gd name="T39" fmla="*/ 2147483646 h 113"/>
                <a:gd name="T40" fmla="*/ 2147483646 w 112"/>
                <a:gd name="T41" fmla="*/ 2147483646 h 113"/>
                <a:gd name="T42" fmla="*/ 2147483646 w 112"/>
                <a:gd name="T43" fmla="*/ 2147483646 h 113"/>
                <a:gd name="T44" fmla="*/ 2147483646 w 112"/>
                <a:gd name="T45" fmla="*/ 2147483646 h 113"/>
                <a:gd name="T46" fmla="*/ 2147483646 w 112"/>
                <a:gd name="T47" fmla="*/ 2147483646 h 113"/>
                <a:gd name="T48" fmla="*/ 2147483646 w 112"/>
                <a:gd name="T49" fmla="*/ 2147483646 h 113"/>
                <a:gd name="T50" fmla="*/ 2147483646 w 112"/>
                <a:gd name="T51" fmla="*/ 2147483646 h 113"/>
                <a:gd name="T52" fmla="*/ 2147483646 w 112"/>
                <a:gd name="T53" fmla="*/ 2147483646 h 113"/>
                <a:gd name="T54" fmla="*/ 2147483646 w 112"/>
                <a:gd name="T55" fmla="*/ 2147483646 h 113"/>
                <a:gd name="T56" fmla="*/ 2147483646 w 112"/>
                <a:gd name="T57" fmla="*/ 2147483646 h 113"/>
                <a:gd name="T58" fmla="*/ 2147483646 w 112"/>
                <a:gd name="T59" fmla="*/ 2147483646 h 113"/>
                <a:gd name="T60" fmla="*/ 2147483646 w 112"/>
                <a:gd name="T61" fmla="*/ 2147483646 h 113"/>
                <a:gd name="T62" fmla="*/ 2147483646 w 112"/>
                <a:gd name="T63" fmla="*/ 2147483646 h 113"/>
                <a:gd name="T64" fmla="*/ 2147483646 w 112"/>
                <a:gd name="T65" fmla="*/ 2147483646 h 113"/>
                <a:gd name="T66" fmla="*/ 2147483646 w 112"/>
                <a:gd name="T67" fmla="*/ 2147483646 h 113"/>
                <a:gd name="T68" fmla="*/ 2147483646 w 112"/>
                <a:gd name="T69" fmla="*/ 2147483646 h 113"/>
                <a:gd name="T70" fmla="*/ 2147483646 w 112"/>
                <a:gd name="T71" fmla="*/ 2147483646 h 113"/>
                <a:gd name="T72" fmla="*/ 2147483646 w 112"/>
                <a:gd name="T73" fmla="*/ 2147483646 h 113"/>
                <a:gd name="T74" fmla="*/ 2147483646 w 112"/>
                <a:gd name="T75" fmla="*/ 2147483646 h 113"/>
                <a:gd name="T76" fmla="*/ 2147483646 w 112"/>
                <a:gd name="T77" fmla="*/ 2147483646 h 113"/>
                <a:gd name="T78" fmla="*/ 2147483646 w 112"/>
                <a:gd name="T79" fmla="*/ 2147483646 h 113"/>
                <a:gd name="T80" fmla="*/ 2147483646 w 112"/>
                <a:gd name="T81" fmla="*/ 2147483646 h 113"/>
                <a:gd name="T82" fmla="*/ 2147483646 w 112"/>
                <a:gd name="T83" fmla="*/ 2147483646 h 113"/>
                <a:gd name="T84" fmla="*/ 2147483646 w 112"/>
                <a:gd name="T85" fmla="*/ 2147483646 h 113"/>
                <a:gd name="T86" fmla="*/ 2147483646 w 112"/>
                <a:gd name="T87" fmla="*/ 0 h 113"/>
                <a:gd name="T88" fmla="*/ 2147483646 w 112"/>
                <a:gd name="T89" fmla="*/ 2147483646 h 11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12" h="113">
                  <a:moveTo>
                    <a:pt x="56" y="56"/>
                  </a:moveTo>
                  <a:lnTo>
                    <a:pt x="56" y="0"/>
                  </a:lnTo>
                  <a:lnTo>
                    <a:pt x="53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5" y="1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2" y="5"/>
                  </a:lnTo>
                  <a:lnTo>
                    <a:pt x="29" y="7"/>
                  </a:lnTo>
                  <a:lnTo>
                    <a:pt x="28" y="7"/>
                  </a:lnTo>
                  <a:lnTo>
                    <a:pt x="25" y="10"/>
                  </a:lnTo>
                  <a:lnTo>
                    <a:pt x="24" y="11"/>
                  </a:lnTo>
                  <a:lnTo>
                    <a:pt x="21" y="12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8"/>
                  </a:lnTo>
                  <a:lnTo>
                    <a:pt x="14" y="20"/>
                  </a:lnTo>
                  <a:lnTo>
                    <a:pt x="11" y="22"/>
                  </a:lnTo>
                  <a:lnTo>
                    <a:pt x="10" y="24"/>
                  </a:lnTo>
                  <a:lnTo>
                    <a:pt x="8" y="27"/>
                  </a:lnTo>
                  <a:lnTo>
                    <a:pt x="7" y="29"/>
                  </a:lnTo>
                  <a:lnTo>
                    <a:pt x="5" y="31"/>
                  </a:lnTo>
                  <a:lnTo>
                    <a:pt x="5" y="34"/>
                  </a:lnTo>
                  <a:lnTo>
                    <a:pt x="4" y="36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1" y="45"/>
                  </a:lnTo>
                  <a:lnTo>
                    <a:pt x="1" y="48"/>
                  </a:lnTo>
                  <a:lnTo>
                    <a:pt x="1" y="51"/>
                  </a:lnTo>
                  <a:lnTo>
                    <a:pt x="1" y="53"/>
                  </a:lnTo>
                  <a:lnTo>
                    <a:pt x="0" y="56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1" y="65"/>
                  </a:lnTo>
                  <a:lnTo>
                    <a:pt x="1" y="67"/>
                  </a:lnTo>
                  <a:lnTo>
                    <a:pt x="2" y="70"/>
                  </a:lnTo>
                  <a:lnTo>
                    <a:pt x="2" y="73"/>
                  </a:lnTo>
                  <a:lnTo>
                    <a:pt x="4" y="74"/>
                  </a:lnTo>
                  <a:lnTo>
                    <a:pt x="5" y="77"/>
                  </a:lnTo>
                  <a:lnTo>
                    <a:pt x="5" y="80"/>
                  </a:lnTo>
                  <a:lnTo>
                    <a:pt x="7" y="83"/>
                  </a:lnTo>
                  <a:lnTo>
                    <a:pt x="8" y="84"/>
                  </a:lnTo>
                  <a:lnTo>
                    <a:pt x="10" y="87"/>
                  </a:lnTo>
                  <a:lnTo>
                    <a:pt x="11" y="90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7" y="96"/>
                  </a:lnTo>
                  <a:lnTo>
                    <a:pt x="19" y="97"/>
                  </a:lnTo>
                  <a:lnTo>
                    <a:pt x="21" y="100"/>
                  </a:lnTo>
                  <a:lnTo>
                    <a:pt x="24" y="101"/>
                  </a:lnTo>
                  <a:lnTo>
                    <a:pt x="25" y="103"/>
                  </a:lnTo>
                  <a:lnTo>
                    <a:pt x="28" y="104"/>
                  </a:lnTo>
                  <a:lnTo>
                    <a:pt x="29" y="105"/>
                  </a:lnTo>
                  <a:lnTo>
                    <a:pt x="32" y="107"/>
                  </a:lnTo>
                  <a:lnTo>
                    <a:pt x="35" y="108"/>
                  </a:lnTo>
                  <a:lnTo>
                    <a:pt x="38" y="108"/>
                  </a:lnTo>
                  <a:lnTo>
                    <a:pt x="41" y="110"/>
                  </a:lnTo>
                  <a:lnTo>
                    <a:pt x="42" y="110"/>
                  </a:lnTo>
                  <a:lnTo>
                    <a:pt x="45" y="111"/>
                  </a:lnTo>
                  <a:lnTo>
                    <a:pt x="48" y="111"/>
                  </a:lnTo>
                  <a:lnTo>
                    <a:pt x="50" y="111"/>
                  </a:lnTo>
                  <a:lnTo>
                    <a:pt x="53" y="113"/>
                  </a:lnTo>
                  <a:lnTo>
                    <a:pt x="56" y="113"/>
                  </a:lnTo>
                  <a:lnTo>
                    <a:pt x="60" y="113"/>
                  </a:lnTo>
                  <a:lnTo>
                    <a:pt x="63" y="11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0" y="110"/>
                  </a:lnTo>
                  <a:lnTo>
                    <a:pt x="73" y="110"/>
                  </a:lnTo>
                  <a:lnTo>
                    <a:pt x="76" y="108"/>
                  </a:lnTo>
                  <a:lnTo>
                    <a:pt x="79" y="108"/>
                  </a:lnTo>
                  <a:lnTo>
                    <a:pt x="81" y="107"/>
                  </a:lnTo>
                  <a:lnTo>
                    <a:pt x="84" y="105"/>
                  </a:lnTo>
                  <a:lnTo>
                    <a:pt x="86" y="104"/>
                  </a:lnTo>
                  <a:lnTo>
                    <a:pt x="88" y="103"/>
                  </a:lnTo>
                  <a:lnTo>
                    <a:pt x="90" y="101"/>
                  </a:lnTo>
                  <a:lnTo>
                    <a:pt x="93" y="100"/>
                  </a:lnTo>
                  <a:lnTo>
                    <a:pt x="94" y="97"/>
                  </a:lnTo>
                  <a:lnTo>
                    <a:pt x="97" y="96"/>
                  </a:lnTo>
                  <a:lnTo>
                    <a:pt x="98" y="94"/>
                  </a:lnTo>
                  <a:lnTo>
                    <a:pt x="100" y="91"/>
                  </a:lnTo>
                  <a:lnTo>
                    <a:pt x="103" y="90"/>
                  </a:lnTo>
                  <a:lnTo>
                    <a:pt x="104" y="87"/>
                  </a:lnTo>
                  <a:lnTo>
                    <a:pt x="105" y="84"/>
                  </a:lnTo>
                  <a:lnTo>
                    <a:pt x="107" y="83"/>
                  </a:lnTo>
                  <a:lnTo>
                    <a:pt x="108" y="80"/>
                  </a:lnTo>
                  <a:lnTo>
                    <a:pt x="108" y="77"/>
                  </a:lnTo>
                  <a:lnTo>
                    <a:pt x="110" y="74"/>
                  </a:lnTo>
                  <a:lnTo>
                    <a:pt x="111" y="73"/>
                  </a:lnTo>
                  <a:lnTo>
                    <a:pt x="111" y="70"/>
                  </a:lnTo>
                  <a:lnTo>
                    <a:pt x="112" y="67"/>
                  </a:lnTo>
                  <a:lnTo>
                    <a:pt x="112" y="65"/>
                  </a:lnTo>
                  <a:lnTo>
                    <a:pt x="112" y="62"/>
                  </a:lnTo>
                  <a:lnTo>
                    <a:pt x="112" y="59"/>
                  </a:lnTo>
                  <a:lnTo>
                    <a:pt x="112" y="56"/>
                  </a:lnTo>
                  <a:lnTo>
                    <a:pt x="112" y="53"/>
                  </a:lnTo>
                  <a:lnTo>
                    <a:pt x="112" y="51"/>
                  </a:lnTo>
                  <a:lnTo>
                    <a:pt x="112" y="48"/>
                  </a:lnTo>
                  <a:lnTo>
                    <a:pt x="112" y="45"/>
                  </a:lnTo>
                  <a:lnTo>
                    <a:pt x="111" y="42"/>
                  </a:lnTo>
                  <a:lnTo>
                    <a:pt x="111" y="39"/>
                  </a:lnTo>
                  <a:lnTo>
                    <a:pt x="110" y="36"/>
                  </a:lnTo>
                  <a:lnTo>
                    <a:pt x="108" y="34"/>
                  </a:lnTo>
                  <a:lnTo>
                    <a:pt x="108" y="31"/>
                  </a:lnTo>
                  <a:lnTo>
                    <a:pt x="107" y="29"/>
                  </a:lnTo>
                  <a:lnTo>
                    <a:pt x="105" y="27"/>
                  </a:lnTo>
                  <a:lnTo>
                    <a:pt x="104" y="24"/>
                  </a:lnTo>
                  <a:lnTo>
                    <a:pt x="103" y="22"/>
                  </a:lnTo>
                  <a:lnTo>
                    <a:pt x="100" y="20"/>
                  </a:lnTo>
                  <a:lnTo>
                    <a:pt x="98" y="18"/>
                  </a:lnTo>
                  <a:lnTo>
                    <a:pt x="97" y="15"/>
                  </a:lnTo>
                  <a:lnTo>
                    <a:pt x="94" y="14"/>
                  </a:lnTo>
                  <a:lnTo>
                    <a:pt x="93" y="12"/>
                  </a:lnTo>
                  <a:lnTo>
                    <a:pt x="90" y="11"/>
                  </a:lnTo>
                  <a:lnTo>
                    <a:pt x="88" y="10"/>
                  </a:lnTo>
                  <a:lnTo>
                    <a:pt x="86" y="7"/>
                  </a:lnTo>
                  <a:lnTo>
                    <a:pt x="84" y="7"/>
                  </a:lnTo>
                  <a:lnTo>
                    <a:pt x="81" y="5"/>
                  </a:lnTo>
                  <a:lnTo>
                    <a:pt x="79" y="4"/>
                  </a:lnTo>
                  <a:lnTo>
                    <a:pt x="76" y="3"/>
                  </a:lnTo>
                  <a:lnTo>
                    <a:pt x="73" y="1"/>
                  </a:lnTo>
                  <a:lnTo>
                    <a:pt x="70" y="1"/>
                  </a:lnTo>
                  <a:lnTo>
                    <a:pt x="69" y="1"/>
                  </a:lnTo>
                  <a:lnTo>
                    <a:pt x="66" y="0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79">
              <a:extLst>
                <a:ext uri="{FF2B5EF4-FFF2-40B4-BE49-F238E27FC236}">
                  <a16:creationId xmlns:a16="http://schemas.microsoft.com/office/drawing/2014/main" id="{3D878BF3-1A4B-40CB-92E7-F53716590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930" y="3076412"/>
              <a:ext cx="312670" cy="314325"/>
            </a:xfrm>
            <a:custGeom>
              <a:avLst/>
              <a:gdLst>
                <a:gd name="T0" fmla="*/ 2147483646 w 394"/>
                <a:gd name="T1" fmla="*/ 2147483646 h 394"/>
                <a:gd name="T2" fmla="*/ 0 w 394"/>
                <a:gd name="T3" fmla="*/ 2147483646 h 394"/>
                <a:gd name="T4" fmla="*/ 0 w 394"/>
                <a:gd name="T5" fmla="*/ 0 h 394"/>
                <a:gd name="T6" fmla="*/ 2147483646 w 394"/>
                <a:gd name="T7" fmla="*/ 0 h 3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4" h="394">
                  <a:moveTo>
                    <a:pt x="394" y="394"/>
                  </a:moveTo>
                  <a:lnTo>
                    <a:pt x="0" y="394"/>
                  </a:lnTo>
                  <a:lnTo>
                    <a:pt x="0" y="0"/>
                  </a:lnTo>
                  <a:lnTo>
                    <a:pt x="394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80">
              <a:extLst>
                <a:ext uri="{FF2B5EF4-FFF2-40B4-BE49-F238E27FC236}">
                  <a16:creationId xmlns:a16="http://schemas.microsoft.com/office/drawing/2014/main" id="{46E279BD-F17C-4C9C-A240-0E6C4C601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7259" y="3233575"/>
              <a:ext cx="312671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87">
              <a:extLst>
                <a:ext uri="{FF2B5EF4-FFF2-40B4-BE49-F238E27FC236}">
                  <a16:creationId xmlns:a16="http://schemas.microsoft.com/office/drawing/2014/main" id="{2C911D0C-E531-48AD-AA11-66F5561FF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710" y="3211350"/>
              <a:ext cx="44440" cy="44450"/>
            </a:xfrm>
            <a:custGeom>
              <a:avLst/>
              <a:gdLst>
                <a:gd name="T0" fmla="*/ 2147483646 w 57"/>
                <a:gd name="T1" fmla="*/ 0 h 56"/>
                <a:gd name="T2" fmla="*/ 2147483646 w 57"/>
                <a:gd name="T3" fmla="*/ 0 h 56"/>
                <a:gd name="T4" fmla="*/ 2147483646 w 57"/>
                <a:gd name="T5" fmla="*/ 2147483646 h 56"/>
                <a:gd name="T6" fmla="*/ 2147483646 w 57"/>
                <a:gd name="T7" fmla="*/ 2147483646 h 56"/>
                <a:gd name="T8" fmla="*/ 2147483646 w 57"/>
                <a:gd name="T9" fmla="*/ 2147483646 h 56"/>
                <a:gd name="T10" fmla="*/ 2147483646 w 57"/>
                <a:gd name="T11" fmla="*/ 2147483646 h 56"/>
                <a:gd name="T12" fmla="*/ 2147483646 w 57"/>
                <a:gd name="T13" fmla="*/ 2147483646 h 56"/>
                <a:gd name="T14" fmla="*/ 2147483646 w 57"/>
                <a:gd name="T15" fmla="*/ 2147483646 h 56"/>
                <a:gd name="T16" fmla="*/ 2147483646 w 57"/>
                <a:gd name="T17" fmla="*/ 2147483646 h 56"/>
                <a:gd name="T18" fmla="*/ 2147483646 w 57"/>
                <a:gd name="T19" fmla="*/ 2147483646 h 56"/>
                <a:gd name="T20" fmla="*/ 2147483646 w 57"/>
                <a:gd name="T21" fmla="*/ 2147483646 h 56"/>
                <a:gd name="T22" fmla="*/ 2147483646 w 57"/>
                <a:gd name="T23" fmla="*/ 2147483646 h 56"/>
                <a:gd name="T24" fmla="*/ 2147483646 w 57"/>
                <a:gd name="T25" fmla="*/ 2147483646 h 56"/>
                <a:gd name="T26" fmla="*/ 2147483646 w 57"/>
                <a:gd name="T27" fmla="*/ 2147483646 h 56"/>
                <a:gd name="T28" fmla="*/ 2147483646 w 57"/>
                <a:gd name="T29" fmla="*/ 2147483646 h 56"/>
                <a:gd name="T30" fmla="*/ 2147483646 w 57"/>
                <a:gd name="T31" fmla="*/ 2147483646 h 56"/>
                <a:gd name="T32" fmla="*/ 2147483646 w 57"/>
                <a:gd name="T33" fmla="*/ 2147483646 h 56"/>
                <a:gd name="T34" fmla="*/ 2147483646 w 57"/>
                <a:gd name="T35" fmla="*/ 2147483646 h 56"/>
                <a:gd name="T36" fmla="*/ 2147483646 w 57"/>
                <a:gd name="T37" fmla="*/ 2147483646 h 56"/>
                <a:gd name="T38" fmla="*/ 2147483646 w 57"/>
                <a:gd name="T39" fmla="*/ 2147483646 h 56"/>
                <a:gd name="T40" fmla="*/ 2147483646 w 57"/>
                <a:gd name="T41" fmla="*/ 2147483646 h 56"/>
                <a:gd name="T42" fmla="*/ 2147483646 w 57"/>
                <a:gd name="T43" fmla="*/ 2147483646 h 56"/>
                <a:gd name="T44" fmla="*/ 2147483646 w 57"/>
                <a:gd name="T45" fmla="*/ 2147483646 h 56"/>
                <a:gd name="T46" fmla="*/ 2147483646 w 57"/>
                <a:gd name="T47" fmla="*/ 2147483646 h 56"/>
                <a:gd name="T48" fmla="*/ 2147483646 w 57"/>
                <a:gd name="T49" fmla="*/ 2147483646 h 56"/>
                <a:gd name="T50" fmla="*/ 2147483646 w 57"/>
                <a:gd name="T51" fmla="*/ 2147483646 h 56"/>
                <a:gd name="T52" fmla="*/ 2147483646 w 57"/>
                <a:gd name="T53" fmla="*/ 2147483646 h 56"/>
                <a:gd name="T54" fmla="*/ 2147483646 w 57"/>
                <a:gd name="T55" fmla="*/ 2147483646 h 56"/>
                <a:gd name="T56" fmla="*/ 2147483646 w 57"/>
                <a:gd name="T57" fmla="*/ 2147483646 h 56"/>
                <a:gd name="T58" fmla="*/ 2147483646 w 57"/>
                <a:gd name="T59" fmla="*/ 2147483646 h 56"/>
                <a:gd name="T60" fmla="*/ 2147483646 w 57"/>
                <a:gd name="T61" fmla="*/ 2147483646 h 56"/>
                <a:gd name="T62" fmla="*/ 2147483646 w 57"/>
                <a:gd name="T63" fmla="*/ 2147483646 h 56"/>
                <a:gd name="T64" fmla="*/ 2147483646 w 57"/>
                <a:gd name="T65" fmla="*/ 2147483646 h 56"/>
                <a:gd name="T66" fmla="*/ 2147483646 w 57"/>
                <a:gd name="T67" fmla="*/ 2147483646 h 56"/>
                <a:gd name="T68" fmla="*/ 2147483646 w 57"/>
                <a:gd name="T69" fmla="*/ 2147483646 h 56"/>
                <a:gd name="T70" fmla="*/ 2147483646 w 57"/>
                <a:gd name="T71" fmla="*/ 2147483646 h 56"/>
                <a:gd name="T72" fmla="*/ 2147483646 w 57"/>
                <a:gd name="T73" fmla="*/ 2147483646 h 56"/>
                <a:gd name="T74" fmla="*/ 2147483646 w 57"/>
                <a:gd name="T75" fmla="*/ 2147483646 h 56"/>
                <a:gd name="T76" fmla="*/ 2147483646 w 57"/>
                <a:gd name="T77" fmla="*/ 2147483646 h 56"/>
                <a:gd name="T78" fmla="*/ 2147483646 w 57"/>
                <a:gd name="T79" fmla="*/ 2147483646 h 56"/>
                <a:gd name="T80" fmla="*/ 2147483646 w 57"/>
                <a:gd name="T81" fmla="*/ 2147483646 h 56"/>
                <a:gd name="T82" fmla="*/ 2147483646 w 57"/>
                <a:gd name="T83" fmla="*/ 2147483646 h 56"/>
                <a:gd name="T84" fmla="*/ 2147483646 w 57"/>
                <a:gd name="T85" fmla="*/ 0 h 56"/>
                <a:gd name="T86" fmla="*/ 2147483646 w 57"/>
                <a:gd name="T87" fmla="*/ 0 h 56"/>
                <a:gd name="T88" fmla="*/ 2147483646 w 57"/>
                <a:gd name="T89" fmla="*/ 2147483646 h 5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7" h="56">
                  <a:moveTo>
                    <a:pt x="29" y="28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0" y="7"/>
                  </a:lnTo>
                  <a:lnTo>
                    <a:pt x="9" y="8"/>
                  </a:lnTo>
                  <a:lnTo>
                    <a:pt x="7" y="10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4"/>
                  </a:lnTo>
                  <a:lnTo>
                    <a:pt x="3" y="15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0" y="28"/>
                  </a:lnTo>
                  <a:lnTo>
                    <a:pt x="2" y="3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2" y="34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5" y="41"/>
                  </a:lnTo>
                  <a:lnTo>
                    <a:pt x="5" y="42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5"/>
                  </a:lnTo>
                  <a:lnTo>
                    <a:pt x="9" y="46"/>
                  </a:lnTo>
                  <a:lnTo>
                    <a:pt x="9" y="48"/>
                  </a:lnTo>
                  <a:lnTo>
                    <a:pt x="10" y="48"/>
                  </a:lnTo>
                  <a:lnTo>
                    <a:pt x="12" y="49"/>
                  </a:lnTo>
                  <a:lnTo>
                    <a:pt x="13" y="51"/>
                  </a:lnTo>
                  <a:lnTo>
                    <a:pt x="15" y="52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2" y="55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6" y="56"/>
                  </a:lnTo>
                  <a:lnTo>
                    <a:pt x="27" y="56"/>
                  </a:lnTo>
                  <a:lnTo>
                    <a:pt x="29" y="56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34" y="55"/>
                  </a:lnTo>
                  <a:lnTo>
                    <a:pt x="36" y="55"/>
                  </a:lnTo>
                  <a:lnTo>
                    <a:pt x="37" y="55"/>
                  </a:lnTo>
                  <a:lnTo>
                    <a:pt x="38" y="54"/>
                  </a:lnTo>
                  <a:lnTo>
                    <a:pt x="40" y="54"/>
                  </a:lnTo>
                  <a:lnTo>
                    <a:pt x="41" y="54"/>
                  </a:lnTo>
                  <a:lnTo>
                    <a:pt x="43" y="52"/>
                  </a:lnTo>
                  <a:lnTo>
                    <a:pt x="44" y="52"/>
                  </a:lnTo>
                  <a:lnTo>
                    <a:pt x="46" y="51"/>
                  </a:lnTo>
                  <a:lnTo>
                    <a:pt x="47" y="49"/>
                  </a:lnTo>
                  <a:lnTo>
                    <a:pt x="48" y="48"/>
                  </a:lnTo>
                  <a:lnTo>
                    <a:pt x="50" y="48"/>
                  </a:lnTo>
                  <a:lnTo>
                    <a:pt x="50" y="46"/>
                  </a:lnTo>
                  <a:lnTo>
                    <a:pt x="51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4" y="42"/>
                  </a:lnTo>
                  <a:lnTo>
                    <a:pt x="54" y="41"/>
                  </a:lnTo>
                  <a:lnTo>
                    <a:pt x="55" y="39"/>
                  </a:lnTo>
                  <a:lnTo>
                    <a:pt x="55" y="38"/>
                  </a:lnTo>
                  <a:lnTo>
                    <a:pt x="57" y="37"/>
                  </a:lnTo>
                  <a:lnTo>
                    <a:pt x="57" y="35"/>
                  </a:lnTo>
                  <a:lnTo>
                    <a:pt x="57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30"/>
                  </a:lnTo>
                  <a:lnTo>
                    <a:pt x="57" y="28"/>
                  </a:lnTo>
                  <a:lnTo>
                    <a:pt x="57" y="27"/>
                  </a:lnTo>
                  <a:lnTo>
                    <a:pt x="57" y="25"/>
                  </a:lnTo>
                  <a:lnTo>
                    <a:pt x="57" y="24"/>
                  </a:lnTo>
                  <a:lnTo>
                    <a:pt x="57" y="23"/>
                  </a:lnTo>
                  <a:lnTo>
                    <a:pt x="57" y="21"/>
                  </a:lnTo>
                  <a:lnTo>
                    <a:pt x="57" y="20"/>
                  </a:lnTo>
                  <a:lnTo>
                    <a:pt x="55" y="18"/>
                  </a:lnTo>
                  <a:lnTo>
                    <a:pt x="55" y="17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4" y="13"/>
                  </a:lnTo>
                  <a:lnTo>
                    <a:pt x="53" y="13"/>
                  </a:lnTo>
                  <a:lnTo>
                    <a:pt x="53" y="11"/>
                  </a:lnTo>
                  <a:lnTo>
                    <a:pt x="51" y="10"/>
                  </a:lnTo>
                  <a:lnTo>
                    <a:pt x="50" y="8"/>
                  </a:lnTo>
                  <a:lnTo>
                    <a:pt x="48" y="7"/>
                  </a:lnTo>
                  <a:lnTo>
                    <a:pt x="47" y="6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1" y="3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88">
              <a:extLst>
                <a:ext uri="{FF2B5EF4-FFF2-40B4-BE49-F238E27FC236}">
                  <a16:creationId xmlns:a16="http://schemas.microsoft.com/office/drawing/2014/main" id="{1A107B54-968F-457D-86A1-51339D514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948" y="3198650"/>
              <a:ext cx="50789" cy="50800"/>
            </a:xfrm>
            <a:custGeom>
              <a:avLst/>
              <a:gdLst>
                <a:gd name="T0" fmla="*/ 2147483646 w 65"/>
                <a:gd name="T1" fmla="*/ 0 h 65"/>
                <a:gd name="T2" fmla="*/ 2147483646 w 65"/>
                <a:gd name="T3" fmla="*/ 2147483646 h 65"/>
                <a:gd name="T4" fmla="*/ 2147483646 w 65"/>
                <a:gd name="T5" fmla="*/ 2147483646 h 65"/>
                <a:gd name="T6" fmla="*/ 2147483646 w 65"/>
                <a:gd name="T7" fmla="*/ 2147483646 h 65"/>
                <a:gd name="T8" fmla="*/ 2147483646 w 65"/>
                <a:gd name="T9" fmla="*/ 2147483646 h 65"/>
                <a:gd name="T10" fmla="*/ 2147483646 w 65"/>
                <a:gd name="T11" fmla="*/ 2147483646 h 65"/>
                <a:gd name="T12" fmla="*/ 2147483646 w 65"/>
                <a:gd name="T13" fmla="*/ 2147483646 h 65"/>
                <a:gd name="T14" fmla="*/ 2147483646 w 65"/>
                <a:gd name="T15" fmla="*/ 2147483646 h 65"/>
                <a:gd name="T16" fmla="*/ 2147483646 w 65"/>
                <a:gd name="T17" fmla="*/ 2147483646 h 65"/>
                <a:gd name="T18" fmla="*/ 0 w 65"/>
                <a:gd name="T19" fmla="*/ 2147483646 h 65"/>
                <a:gd name="T20" fmla="*/ 0 w 65"/>
                <a:gd name="T21" fmla="*/ 2147483646 h 65"/>
                <a:gd name="T22" fmla="*/ 0 w 65"/>
                <a:gd name="T23" fmla="*/ 2147483646 h 65"/>
                <a:gd name="T24" fmla="*/ 2147483646 w 65"/>
                <a:gd name="T25" fmla="*/ 2147483646 h 65"/>
                <a:gd name="T26" fmla="*/ 2147483646 w 65"/>
                <a:gd name="T27" fmla="*/ 2147483646 h 65"/>
                <a:gd name="T28" fmla="*/ 2147483646 w 65"/>
                <a:gd name="T29" fmla="*/ 2147483646 h 65"/>
                <a:gd name="T30" fmla="*/ 2147483646 w 65"/>
                <a:gd name="T31" fmla="*/ 2147483646 h 65"/>
                <a:gd name="T32" fmla="*/ 2147483646 w 65"/>
                <a:gd name="T33" fmla="*/ 2147483646 h 65"/>
                <a:gd name="T34" fmla="*/ 2147483646 w 65"/>
                <a:gd name="T35" fmla="*/ 2147483646 h 65"/>
                <a:gd name="T36" fmla="*/ 2147483646 w 65"/>
                <a:gd name="T37" fmla="*/ 2147483646 h 65"/>
                <a:gd name="T38" fmla="*/ 2147483646 w 65"/>
                <a:gd name="T39" fmla="*/ 2147483646 h 65"/>
                <a:gd name="T40" fmla="*/ 2147483646 w 65"/>
                <a:gd name="T41" fmla="*/ 2147483646 h 65"/>
                <a:gd name="T42" fmla="*/ 2147483646 w 65"/>
                <a:gd name="T43" fmla="*/ 2147483646 h 65"/>
                <a:gd name="T44" fmla="*/ 2147483646 w 65"/>
                <a:gd name="T45" fmla="*/ 2147483646 h 65"/>
                <a:gd name="T46" fmla="*/ 2147483646 w 65"/>
                <a:gd name="T47" fmla="*/ 2147483646 h 65"/>
                <a:gd name="T48" fmla="*/ 2147483646 w 65"/>
                <a:gd name="T49" fmla="*/ 2147483646 h 65"/>
                <a:gd name="T50" fmla="*/ 2147483646 w 65"/>
                <a:gd name="T51" fmla="*/ 2147483646 h 65"/>
                <a:gd name="T52" fmla="*/ 2147483646 w 65"/>
                <a:gd name="T53" fmla="*/ 2147483646 h 65"/>
                <a:gd name="T54" fmla="*/ 2147483646 w 65"/>
                <a:gd name="T55" fmla="*/ 2147483646 h 65"/>
                <a:gd name="T56" fmla="*/ 2147483646 w 65"/>
                <a:gd name="T57" fmla="*/ 2147483646 h 65"/>
                <a:gd name="T58" fmla="*/ 2147483646 w 65"/>
                <a:gd name="T59" fmla="*/ 2147483646 h 65"/>
                <a:gd name="T60" fmla="*/ 2147483646 w 65"/>
                <a:gd name="T61" fmla="*/ 2147483646 h 65"/>
                <a:gd name="T62" fmla="*/ 2147483646 w 65"/>
                <a:gd name="T63" fmla="*/ 2147483646 h 65"/>
                <a:gd name="T64" fmla="*/ 2147483646 w 65"/>
                <a:gd name="T65" fmla="*/ 2147483646 h 65"/>
                <a:gd name="T66" fmla="*/ 2147483646 w 65"/>
                <a:gd name="T67" fmla="*/ 2147483646 h 65"/>
                <a:gd name="T68" fmla="*/ 2147483646 w 65"/>
                <a:gd name="T69" fmla="*/ 2147483646 h 65"/>
                <a:gd name="T70" fmla="*/ 2147483646 w 65"/>
                <a:gd name="T71" fmla="*/ 2147483646 h 65"/>
                <a:gd name="T72" fmla="*/ 2147483646 w 65"/>
                <a:gd name="T73" fmla="*/ 2147483646 h 65"/>
                <a:gd name="T74" fmla="*/ 2147483646 w 65"/>
                <a:gd name="T75" fmla="*/ 2147483646 h 65"/>
                <a:gd name="T76" fmla="*/ 2147483646 w 65"/>
                <a:gd name="T77" fmla="*/ 2147483646 h 65"/>
                <a:gd name="T78" fmla="*/ 2147483646 w 65"/>
                <a:gd name="T79" fmla="*/ 2147483646 h 65"/>
                <a:gd name="T80" fmla="*/ 2147483646 w 65"/>
                <a:gd name="T81" fmla="*/ 2147483646 h 65"/>
                <a:gd name="T82" fmla="*/ 2147483646 w 65"/>
                <a:gd name="T83" fmla="*/ 2147483646 h 65"/>
                <a:gd name="T84" fmla="*/ 2147483646 w 65"/>
                <a:gd name="T85" fmla="*/ 0 h 65"/>
                <a:gd name="T86" fmla="*/ 2147483646 w 65"/>
                <a:gd name="T87" fmla="*/ 0 h 6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5" h="65">
                  <a:moveTo>
                    <a:pt x="33" y="0"/>
                  </a:move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1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7" y="4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7"/>
                  </a:lnTo>
                  <a:lnTo>
                    <a:pt x="11" y="7"/>
                  </a:lnTo>
                  <a:lnTo>
                    <a:pt x="11" y="9"/>
                  </a:lnTo>
                  <a:lnTo>
                    <a:pt x="10" y="10"/>
                  </a:lnTo>
                  <a:lnTo>
                    <a:pt x="9" y="11"/>
                  </a:lnTo>
                  <a:lnTo>
                    <a:pt x="7" y="13"/>
                  </a:lnTo>
                  <a:lnTo>
                    <a:pt x="6" y="1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2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7" y="52"/>
                  </a:lnTo>
                  <a:lnTo>
                    <a:pt x="7" y="54"/>
                  </a:lnTo>
                  <a:lnTo>
                    <a:pt x="9" y="55"/>
                  </a:lnTo>
                  <a:lnTo>
                    <a:pt x="10" y="55"/>
                  </a:lnTo>
                  <a:lnTo>
                    <a:pt x="11" y="56"/>
                  </a:lnTo>
                  <a:lnTo>
                    <a:pt x="11" y="58"/>
                  </a:lnTo>
                  <a:lnTo>
                    <a:pt x="13" y="59"/>
                  </a:lnTo>
                  <a:lnTo>
                    <a:pt x="14" y="59"/>
                  </a:lnTo>
                  <a:lnTo>
                    <a:pt x="16" y="61"/>
                  </a:lnTo>
                  <a:lnTo>
                    <a:pt x="17" y="61"/>
                  </a:lnTo>
                  <a:lnTo>
                    <a:pt x="18" y="62"/>
                  </a:lnTo>
                  <a:lnTo>
                    <a:pt x="20" y="62"/>
                  </a:lnTo>
                  <a:lnTo>
                    <a:pt x="21" y="63"/>
                  </a:lnTo>
                  <a:lnTo>
                    <a:pt x="23" y="63"/>
                  </a:lnTo>
                  <a:lnTo>
                    <a:pt x="24" y="63"/>
                  </a:lnTo>
                  <a:lnTo>
                    <a:pt x="25" y="65"/>
                  </a:lnTo>
                  <a:lnTo>
                    <a:pt x="27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3" y="65"/>
                  </a:lnTo>
                  <a:lnTo>
                    <a:pt x="34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40" y="65"/>
                  </a:lnTo>
                  <a:lnTo>
                    <a:pt x="41" y="63"/>
                  </a:lnTo>
                  <a:lnTo>
                    <a:pt x="42" y="63"/>
                  </a:lnTo>
                  <a:lnTo>
                    <a:pt x="44" y="63"/>
                  </a:lnTo>
                  <a:lnTo>
                    <a:pt x="45" y="62"/>
                  </a:lnTo>
                  <a:lnTo>
                    <a:pt x="47" y="62"/>
                  </a:lnTo>
                  <a:lnTo>
                    <a:pt x="48" y="61"/>
                  </a:lnTo>
                  <a:lnTo>
                    <a:pt x="49" y="61"/>
                  </a:lnTo>
                  <a:lnTo>
                    <a:pt x="51" y="59"/>
                  </a:lnTo>
                  <a:lnTo>
                    <a:pt x="52" y="59"/>
                  </a:lnTo>
                  <a:lnTo>
                    <a:pt x="54" y="58"/>
                  </a:lnTo>
                  <a:lnTo>
                    <a:pt x="54" y="56"/>
                  </a:lnTo>
                  <a:lnTo>
                    <a:pt x="55" y="55"/>
                  </a:lnTo>
                  <a:lnTo>
                    <a:pt x="56" y="55"/>
                  </a:lnTo>
                  <a:lnTo>
                    <a:pt x="58" y="54"/>
                  </a:lnTo>
                  <a:lnTo>
                    <a:pt x="58" y="52"/>
                  </a:lnTo>
                  <a:lnTo>
                    <a:pt x="59" y="51"/>
                  </a:lnTo>
                  <a:lnTo>
                    <a:pt x="61" y="49"/>
                  </a:lnTo>
                  <a:lnTo>
                    <a:pt x="61" y="48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4" y="44"/>
                  </a:lnTo>
                  <a:lnTo>
                    <a:pt x="64" y="42"/>
                  </a:lnTo>
                  <a:lnTo>
                    <a:pt x="64" y="41"/>
                  </a:lnTo>
                  <a:lnTo>
                    <a:pt x="65" y="40"/>
                  </a:lnTo>
                  <a:lnTo>
                    <a:pt x="65" y="38"/>
                  </a:lnTo>
                  <a:lnTo>
                    <a:pt x="65" y="37"/>
                  </a:lnTo>
                  <a:lnTo>
                    <a:pt x="65" y="34"/>
                  </a:lnTo>
                  <a:lnTo>
                    <a:pt x="65" y="32"/>
                  </a:lnTo>
                  <a:lnTo>
                    <a:pt x="65" y="31"/>
                  </a:lnTo>
                  <a:lnTo>
                    <a:pt x="65" y="30"/>
                  </a:lnTo>
                  <a:lnTo>
                    <a:pt x="65" y="28"/>
                  </a:lnTo>
                  <a:lnTo>
                    <a:pt x="65" y="27"/>
                  </a:lnTo>
                  <a:lnTo>
                    <a:pt x="64" y="24"/>
                  </a:lnTo>
                  <a:lnTo>
                    <a:pt x="64" y="23"/>
                  </a:lnTo>
                  <a:lnTo>
                    <a:pt x="64" y="21"/>
                  </a:lnTo>
                  <a:lnTo>
                    <a:pt x="62" y="20"/>
                  </a:lnTo>
                  <a:lnTo>
                    <a:pt x="62" y="18"/>
                  </a:lnTo>
                  <a:lnTo>
                    <a:pt x="61" y="17"/>
                  </a:lnTo>
                  <a:lnTo>
                    <a:pt x="61" y="16"/>
                  </a:lnTo>
                  <a:lnTo>
                    <a:pt x="59" y="14"/>
                  </a:lnTo>
                  <a:lnTo>
                    <a:pt x="58" y="13"/>
                  </a:lnTo>
                  <a:lnTo>
                    <a:pt x="56" y="11"/>
                  </a:lnTo>
                  <a:lnTo>
                    <a:pt x="55" y="10"/>
                  </a:lnTo>
                  <a:lnTo>
                    <a:pt x="54" y="9"/>
                  </a:lnTo>
                  <a:lnTo>
                    <a:pt x="54" y="7"/>
                  </a:lnTo>
                  <a:lnTo>
                    <a:pt x="52" y="7"/>
                  </a:lnTo>
                  <a:lnTo>
                    <a:pt x="51" y="6"/>
                  </a:lnTo>
                  <a:lnTo>
                    <a:pt x="49" y="6"/>
                  </a:lnTo>
                  <a:lnTo>
                    <a:pt x="48" y="4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4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80">
              <a:extLst>
                <a:ext uri="{FF2B5EF4-FFF2-40B4-BE49-F238E27FC236}">
                  <a16:creationId xmlns:a16="http://schemas.microsoft.com/office/drawing/2014/main" id="{CE8101B8-E928-4F3B-A75F-578C6F4BF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0924" y="3238829"/>
              <a:ext cx="1698143" cy="447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3" name="Group 40">
              <a:extLst>
                <a:ext uri="{FF2B5EF4-FFF2-40B4-BE49-F238E27FC236}">
                  <a16:creationId xmlns:a16="http://schemas.microsoft.com/office/drawing/2014/main" id="{9664A5A9-92F4-4D42-A9FC-0A6CEAB2D3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8604" y="2831068"/>
              <a:ext cx="236523" cy="369332"/>
              <a:chOff x="2801936" y="2754868"/>
              <a:chExt cx="236574" cy="369332"/>
            </a:xfrm>
          </p:grpSpPr>
          <p:sp>
            <p:nvSpPr>
              <p:cNvPr id="79" name="Line 97">
                <a:extLst>
                  <a:ext uri="{FF2B5EF4-FFF2-40B4-BE49-F238E27FC236}">
                    <a16:creationId xmlns:a16="http://schemas.microsoft.com/office/drawing/2014/main" id="{9C3341C4-16DB-4755-8FCC-D7124B0AD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1936" y="2816224"/>
                <a:ext cx="169863" cy="317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Rectangle 96">
                <a:extLst>
                  <a:ext uri="{FF2B5EF4-FFF2-40B4-BE49-F238E27FC236}">
                    <a16:creationId xmlns:a16="http://schemas.microsoft.com/office/drawing/2014/main" id="{9B9330BD-5A77-4E5E-A1E2-364B834EE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2754868"/>
                <a:ext cx="2191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b="0" i="1">
                    <a:solidFill>
                      <a:srgbClr val="000000"/>
                    </a:solidFill>
                    <a:latin typeface="Times-Roman" charset="0"/>
                  </a:rPr>
                  <a:t>x</a:t>
                </a:r>
                <a:r>
                  <a:rPr lang="en-US" altLang="en-US" sz="1500" b="0" i="1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64" name="Rectangle 96">
              <a:extLst>
                <a:ext uri="{FF2B5EF4-FFF2-40B4-BE49-F238E27FC236}">
                  <a16:creationId xmlns:a16="http://schemas.microsoft.com/office/drawing/2014/main" id="{5B20AA7D-1C1A-4B1C-A8B7-F2BD7CE2A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344" y="2763675"/>
              <a:ext cx="219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5" name="Rectangle 96">
              <a:extLst>
                <a:ext uri="{FF2B5EF4-FFF2-40B4-BE49-F238E27FC236}">
                  <a16:creationId xmlns:a16="http://schemas.microsoft.com/office/drawing/2014/main" id="{7B759A05-7C53-409F-9769-4C82F87DE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1" y="2752335"/>
              <a:ext cx="219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6" name="Freeform 86">
              <a:extLst>
                <a:ext uri="{FF2B5EF4-FFF2-40B4-BE49-F238E27FC236}">
                  <a16:creationId xmlns:a16="http://schemas.microsoft.com/office/drawing/2014/main" id="{88E33D07-412E-452F-ACE9-4A0927734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915" y="2975890"/>
              <a:ext cx="630238" cy="249237"/>
            </a:xfrm>
            <a:custGeom>
              <a:avLst/>
              <a:gdLst>
                <a:gd name="T0" fmla="*/ 2147483646 w 794"/>
                <a:gd name="T1" fmla="*/ 0 h 315"/>
                <a:gd name="T2" fmla="*/ 2147483646 w 794"/>
                <a:gd name="T3" fmla="*/ 0 h 315"/>
                <a:gd name="T4" fmla="*/ 2147483646 w 794"/>
                <a:gd name="T5" fmla="*/ 0 h 315"/>
                <a:gd name="T6" fmla="*/ 2147483646 w 794"/>
                <a:gd name="T7" fmla="*/ 0 h 315"/>
                <a:gd name="T8" fmla="*/ 2147483646 w 794"/>
                <a:gd name="T9" fmla="*/ 0 h 315"/>
                <a:gd name="T10" fmla="*/ 2147483646 w 794"/>
                <a:gd name="T11" fmla="*/ 0 h 315"/>
                <a:gd name="T12" fmla="*/ 2147483646 w 794"/>
                <a:gd name="T13" fmla="*/ 2147483646 h 315"/>
                <a:gd name="T14" fmla="*/ 2147483646 w 794"/>
                <a:gd name="T15" fmla="*/ 2147483646 h 315"/>
                <a:gd name="T16" fmla="*/ 2147483646 w 794"/>
                <a:gd name="T17" fmla="*/ 2147483646 h 315"/>
                <a:gd name="T18" fmla="*/ 2147483646 w 794"/>
                <a:gd name="T19" fmla="*/ 2147483646 h 315"/>
                <a:gd name="T20" fmla="*/ 2147483646 w 794"/>
                <a:gd name="T21" fmla="*/ 2147483646 h 315"/>
                <a:gd name="T22" fmla="*/ 2147483646 w 794"/>
                <a:gd name="T23" fmla="*/ 2147483646 h 315"/>
                <a:gd name="T24" fmla="*/ 2147483646 w 794"/>
                <a:gd name="T25" fmla="*/ 2147483646 h 315"/>
                <a:gd name="T26" fmla="*/ 2147483646 w 794"/>
                <a:gd name="T27" fmla="*/ 2147483646 h 315"/>
                <a:gd name="T28" fmla="*/ 2147483646 w 794"/>
                <a:gd name="T29" fmla="*/ 2147483646 h 315"/>
                <a:gd name="T30" fmla="*/ 2147483646 w 794"/>
                <a:gd name="T31" fmla="*/ 2147483646 h 315"/>
                <a:gd name="T32" fmla="*/ 2147483646 w 794"/>
                <a:gd name="T33" fmla="*/ 2147483646 h 315"/>
                <a:gd name="T34" fmla="*/ 2147483646 w 794"/>
                <a:gd name="T35" fmla="*/ 2147483646 h 315"/>
                <a:gd name="T36" fmla="*/ 2147483646 w 794"/>
                <a:gd name="T37" fmla="*/ 2147483646 h 315"/>
                <a:gd name="T38" fmla="*/ 2147483646 w 794"/>
                <a:gd name="T39" fmla="*/ 2147483646 h 315"/>
                <a:gd name="T40" fmla="*/ 2147483646 w 794"/>
                <a:gd name="T41" fmla="*/ 2147483646 h 315"/>
                <a:gd name="T42" fmla="*/ 2147483646 w 794"/>
                <a:gd name="T43" fmla="*/ 2147483646 h 315"/>
                <a:gd name="T44" fmla="*/ 2147483646 w 794"/>
                <a:gd name="T45" fmla="*/ 2147483646 h 315"/>
                <a:gd name="T46" fmla="*/ 2147483646 w 794"/>
                <a:gd name="T47" fmla="*/ 2147483646 h 315"/>
                <a:gd name="T48" fmla="*/ 2147483646 w 794"/>
                <a:gd name="T49" fmla="*/ 2147483646 h 315"/>
                <a:gd name="T50" fmla="*/ 2147483646 w 794"/>
                <a:gd name="T51" fmla="*/ 2147483646 h 315"/>
                <a:gd name="T52" fmla="*/ 2147483646 w 794"/>
                <a:gd name="T53" fmla="*/ 2147483646 h 315"/>
                <a:gd name="T54" fmla="*/ 2147483646 w 794"/>
                <a:gd name="T55" fmla="*/ 2147483646 h 315"/>
                <a:gd name="T56" fmla="*/ 2147483646 w 794"/>
                <a:gd name="T57" fmla="*/ 2147483646 h 315"/>
                <a:gd name="T58" fmla="*/ 2147483646 w 794"/>
                <a:gd name="T59" fmla="*/ 2147483646 h 315"/>
                <a:gd name="T60" fmla="*/ 2147483646 w 794"/>
                <a:gd name="T61" fmla="*/ 2147483646 h 315"/>
                <a:gd name="T62" fmla="*/ 2147483646 w 794"/>
                <a:gd name="T63" fmla="*/ 2147483646 h 315"/>
                <a:gd name="T64" fmla="*/ 2147483646 w 794"/>
                <a:gd name="T65" fmla="*/ 2147483646 h 315"/>
                <a:gd name="T66" fmla="*/ 2147483646 w 794"/>
                <a:gd name="T67" fmla="*/ 2147483646 h 315"/>
                <a:gd name="T68" fmla="*/ 2147483646 w 794"/>
                <a:gd name="T69" fmla="*/ 2147483646 h 315"/>
                <a:gd name="T70" fmla="*/ 2147483646 w 794"/>
                <a:gd name="T71" fmla="*/ 2147483646 h 315"/>
                <a:gd name="T72" fmla="*/ 2147483646 w 794"/>
                <a:gd name="T73" fmla="*/ 2147483646 h 315"/>
                <a:gd name="T74" fmla="*/ 2147483646 w 794"/>
                <a:gd name="T75" fmla="*/ 2147483646 h 315"/>
                <a:gd name="T76" fmla="*/ 2147483646 w 794"/>
                <a:gd name="T77" fmla="*/ 2147483646 h 315"/>
                <a:gd name="T78" fmla="*/ 2147483646 w 794"/>
                <a:gd name="T79" fmla="*/ 2147483646 h 315"/>
                <a:gd name="T80" fmla="*/ 2147483646 w 794"/>
                <a:gd name="T81" fmla="*/ 2147483646 h 315"/>
                <a:gd name="T82" fmla="*/ 2147483646 w 794"/>
                <a:gd name="T83" fmla="*/ 2147483646 h 315"/>
                <a:gd name="T84" fmla="*/ 2147483646 w 794"/>
                <a:gd name="T85" fmla="*/ 2147483646 h 315"/>
                <a:gd name="T86" fmla="*/ 2147483646 w 794"/>
                <a:gd name="T87" fmla="*/ 2147483646 h 315"/>
                <a:gd name="T88" fmla="*/ 2147483646 w 794"/>
                <a:gd name="T89" fmla="*/ 2147483646 h 315"/>
                <a:gd name="T90" fmla="*/ 2147483646 w 794"/>
                <a:gd name="T91" fmla="*/ 2147483646 h 315"/>
                <a:gd name="T92" fmla="*/ 2147483646 w 794"/>
                <a:gd name="T93" fmla="*/ 2147483646 h 315"/>
                <a:gd name="T94" fmla="*/ 2147483646 w 794"/>
                <a:gd name="T95" fmla="*/ 2147483646 h 315"/>
                <a:gd name="T96" fmla="*/ 2147483646 w 794"/>
                <a:gd name="T97" fmla="*/ 2147483646 h 315"/>
                <a:gd name="T98" fmla="*/ 2147483646 w 794"/>
                <a:gd name="T99" fmla="*/ 2147483646 h 315"/>
                <a:gd name="T100" fmla="*/ 2147483646 w 794"/>
                <a:gd name="T101" fmla="*/ 2147483646 h 315"/>
                <a:gd name="T102" fmla="*/ 2147483646 w 794"/>
                <a:gd name="T103" fmla="*/ 2147483646 h 315"/>
                <a:gd name="T104" fmla="*/ 2147483646 w 794"/>
                <a:gd name="T105" fmla="*/ 2147483646 h 315"/>
                <a:gd name="T106" fmla="*/ 2147483646 w 794"/>
                <a:gd name="T107" fmla="*/ 2147483646 h 315"/>
                <a:gd name="T108" fmla="*/ 2147483646 w 794"/>
                <a:gd name="T109" fmla="*/ 2147483646 h 315"/>
                <a:gd name="T110" fmla="*/ 2147483646 w 794"/>
                <a:gd name="T111" fmla="*/ 2147483646 h 315"/>
                <a:gd name="T112" fmla="*/ 2147483646 w 794"/>
                <a:gd name="T113" fmla="*/ 2147483646 h 315"/>
                <a:gd name="T114" fmla="*/ 2147483646 w 794"/>
                <a:gd name="T115" fmla="*/ 2147483646 h 315"/>
                <a:gd name="T116" fmla="*/ 2147483646 w 794"/>
                <a:gd name="T117" fmla="*/ 2147483646 h 315"/>
                <a:gd name="T118" fmla="*/ 2147483646 w 794"/>
                <a:gd name="T119" fmla="*/ 2147483646 h 315"/>
                <a:gd name="T120" fmla="*/ 2147483646 w 794"/>
                <a:gd name="T121" fmla="*/ 2147483646 h 31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4" h="315">
                  <a:moveTo>
                    <a:pt x="0" y="0"/>
                  </a:moveTo>
                  <a:lnTo>
                    <a:pt x="31" y="0"/>
                  </a:lnTo>
                  <a:lnTo>
                    <a:pt x="60" y="0"/>
                  </a:lnTo>
                  <a:lnTo>
                    <a:pt x="86" y="0"/>
                  </a:lnTo>
                  <a:lnTo>
                    <a:pt x="110" y="0"/>
                  </a:lnTo>
                  <a:lnTo>
                    <a:pt x="134" y="0"/>
                  </a:lnTo>
                  <a:lnTo>
                    <a:pt x="155" y="0"/>
                  </a:lnTo>
                  <a:lnTo>
                    <a:pt x="175" y="0"/>
                  </a:lnTo>
                  <a:lnTo>
                    <a:pt x="194" y="0"/>
                  </a:lnTo>
                  <a:lnTo>
                    <a:pt x="211" y="0"/>
                  </a:lnTo>
                  <a:lnTo>
                    <a:pt x="227" y="0"/>
                  </a:lnTo>
                  <a:lnTo>
                    <a:pt x="240" y="0"/>
                  </a:lnTo>
                  <a:lnTo>
                    <a:pt x="254" y="0"/>
                  </a:lnTo>
                  <a:lnTo>
                    <a:pt x="265" y="0"/>
                  </a:lnTo>
                  <a:lnTo>
                    <a:pt x="276" y="0"/>
                  </a:lnTo>
                  <a:lnTo>
                    <a:pt x="287" y="0"/>
                  </a:lnTo>
                  <a:lnTo>
                    <a:pt x="296" y="0"/>
                  </a:lnTo>
                  <a:lnTo>
                    <a:pt x="303" y="0"/>
                  </a:lnTo>
                  <a:lnTo>
                    <a:pt x="311" y="0"/>
                  </a:lnTo>
                  <a:lnTo>
                    <a:pt x="317" y="0"/>
                  </a:lnTo>
                  <a:lnTo>
                    <a:pt x="323" y="0"/>
                  </a:lnTo>
                  <a:lnTo>
                    <a:pt x="328" y="0"/>
                  </a:lnTo>
                  <a:lnTo>
                    <a:pt x="332" y="0"/>
                  </a:lnTo>
                  <a:lnTo>
                    <a:pt x="336" y="1"/>
                  </a:lnTo>
                  <a:lnTo>
                    <a:pt x="338" y="1"/>
                  </a:lnTo>
                  <a:lnTo>
                    <a:pt x="342" y="1"/>
                  </a:lnTo>
                  <a:lnTo>
                    <a:pt x="345" y="1"/>
                  </a:lnTo>
                  <a:lnTo>
                    <a:pt x="348" y="1"/>
                  </a:lnTo>
                  <a:lnTo>
                    <a:pt x="349" y="1"/>
                  </a:lnTo>
                  <a:lnTo>
                    <a:pt x="352" y="1"/>
                  </a:lnTo>
                  <a:lnTo>
                    <a:pt x="353" y="1"/>
                  </a:lnTo>
                  <a:lnTo>
                    <a:pt x="356" y="1"/>
                  </a:lnTo>
                  <a:lnTo>
                    <a:pt x="358" y="1"/>
                  </a:lnTo>
                  <a:lnTo>
                    <a:pt x="360" y="1"/>
                  </a:lnTo>
                  <a:lnTo>
                    <a:pt x="362" y="3"/>
                  </a:lnTo>
                  <a:lnTo>
                    <a:pt x="364" y="3"/>
                  </a:lnTo>
                  <a:lnTo>
                    <a:pt x="366" y="3"/>
                  </a:lnTo>
                  <a:lnTo>
                    <a:pt x="368" y="3"/>
                  </a:lnTo>
                  <a:lnTo>
                    <a:pt x="369" y="3"/>
                  </a:lnTo>
                  <a:lnTo>
                    <a:pt x="370" y="3"/>
                  </a:lnTo>
                  <a:lnTo>
                    <a:pt x="372" y="3"/>
                  </a:lnTo>
                  <a:lnTo>
                    <a:pt x="374" y="3"/>
                  </a:lnTo>
                  <a:lnTo>
                    <a:pt x="376" y="3"/>
                  </a:lnTo>
                  <a:lnTo>
                    <a:pt x="377" y="3"/>
                  </a:lnTo>
                  <a:lnTo>
                    <a:pt x="378" y="3"/>
                  </a:lnTo>
                  <a:lnTo>
                    <a:pt x="380" y="4"/>
                  </a:lnTo>
                  <a:lnTo>
                    <a:pt x="381" y="4"/>
                  </a:lnTo>
                  <a:lnTo>
                    <a:pt x="382" y="4"/>
                  </a:lnTo>
                  <a:lnTo>
                    <a:pt x="384" y="4"/>
                  </a:lnTo>
                  <a:lnTo>
                    <a:pt x="385" y="4"/>
                  </a:lnTo>
                  <a:lnTo>
                    <a:pt x="386" y="4"/>
                  </a:lnTo>
                  <a:lnTo>
                    <a:pt x="388" y="4"/>
                  </a:lnTo>
                  <a:lnTo>
                    <a:pt x="389" y="4"/>
                  </a:lnTo>
                  <a:lnTo>
                    <a:pt x="390" y="4"/>
                  </a:lnTo>
                  <a:lnTo>
                    <a:pt x="392" y="5"/>
                  </a:lnTo>
                  <a:lnTo>
                    <a:pt x="393" y="5"/>
                  </a:lnTo>
                  <a:lnTo>
                    <a:pt x="394" y="5"/>
                  </a:lnTo>
                  <a:lnTo>
                    <a:pt x="396" y="5"/>
                  </a:lnTo>
                  <a:lnTo>
                    <a:pt x="398" y="5"/>
                  </a:lnTo>
                  <a:lnTo>
                    <a:pt x="400" y="5"/>
                  </a:lnTo>
                  <a:lnTo>
                    <a:pt x="401" y="7"/>
                  </a:lnTo>
                  <a:lnTo>
                    <a:pt x="403" y="7"/>
                  </a:lnTo>
                  <a:lnTo>
                    <a:pt x="405" y="7"/>
                  </a:lnTo>
                  <a:lnTo>
                    <a:pt x="407" y="7"/>
                  </a:lnTo>
                  <a:lnTo>
                    <a:pt x="409" y="8"/>
                  </a:lnTo>
                  <a:lnTo>
                    <a:pt x="411" y="8"/>
                  </a:lnTo>
                  <a:lnTo>
                    <a:pt x="413" y="8"/>
                  </a:lnTo>
                  <a:lnTo>
                    <a:pt x="414" y="8"/>
                  </a:lnTo>
                  <a:lnTo>
                    <a:pt x="417" y="8"/>
                  </a:lnTo>
                  <a:lnTo>
                    <a:pt x="418" y="8"/>
                  </a:lnTo>
                  <a:lnTo>
                    <a:pt x="419" y="9"/>
                  </a:lnTo>
                  <a:lnTo>
                    <a:pt x="421" y="9"/>
                  </a:lnTo>
                  <a:lnTo>
                    <a:pt x="422" y="9"/>
                  </a:lnTo>
                  <a:lnTo>
                    <a:pt x="423" y="9"/>
                  </a:lnTo>
                  <a:lnTo>
                    <a:pt x="425" y="9"/>
                  </a:lnTo>
                  <a:lnTo>
                    <a:pt x="426" y="9"/>
                  </a:lnTo>
                  <a:lnTo>
                    <a:pt x="426" y="11"/>
                  </a:lnTo>
                  <a:lnTo>
                    <a:pt x="427" y="11"/>
                  </a:lnTo>
                  <a:lnTo>
                    <a:pt x="429" y="11"/>
                  </a:lnTo>
                  <a:lnTo>
                    <a:pt x="430" y="11"/>
                  </a:lnTo>
                  <a:lnTo>
                    <a:pt x="431" y="11"/>
                  </a:lnTo>
                  <a:lnTo>
                    <a:pt x="433" y="12"/>
                  </a:lnTo>
                  <a:lnTo>
                    <a:pt x="434" y="12"/>
                  </a:lnTo>
                  <a:lnTo>
                    <a:pt x="435" y="12"/>
                  </a:lnTo>
                  <a:lnTo>
                    <a:pt x="437" y="13"/>
                  </a:lnTo>
                  <a:lnTo>
                    <a:pt x="438" y="13"/>
                  </a:lnTo>
                  <a:lnTo>
                    <a:pt x="439" y="13"/>
                  </a:lnTo>
                  <a:lnTo>
                    <a:pt x="441" y="15"/>
                  </a:lnTo>
                  <a:lnTo>
                    <a:pt x="443" y="15"/>
                  </a:lnTo>
                  <a:lnTo>
                    <a:pt x="445" y="15"/>
                  </a:lnTo>
                  <a:lnTo>
                    <a:pt x="446" y="16"/>
                  </a:lnTo>
                  <a:lnTo>
                    <a:pt x="449" y="16"/>
                  </a:lnTo>
                  <a:lnTo>
                    <a:pt x="450" y="17"/>
                  </a:lnTo>
                  <a:lnTo>
                    <a:pt x="453" y="17"/>
                  </a:lnTo>
                  <a:lnTo>
                    <a:pt x="455" y="19"/>
                  </a:lnTo>
                  <a:lnTo>
                    <a:pt x="458" y="19"/>
                  </a:lnTo>
                  <a:lnTo>
                    <a:pt x="459" y="20"/>
                  </a:lnTo>
                  <a:lnTo>
                    <a:pt x="462" y="20"/>
                  </a:lnTo>
                  <a:lnTo>
                    <a:pt x="465" y="21"/>
                  </a:lnTo>
                  <a:lnTo>
                    <a:pt x="466" y="21"/>
                  </a:lnTo>
                  <a:lnTo>
                    <a:pt x="467" y="23"/>
                  </a:lnTo>
                  <a:lnTo>
                    <a:pt x="470" y="23"/>
                  </a:lnTo>
                  <a:lnTo>
                    <a:pt x="471" y="24"/>
                  </a:lnTo>
                  <a:lnTo>
                    <a:pt x="473" y="24"/>
                  </a:lnTo>
                  <a:lnTo>
                    <a:pt x="474" y="24"/>
                  </a:lnTo>
                  <a:lnTo>
                    <a:pt x="475" y="25"/>
                  </a:lnTo>
                  <a:lnTo>
                    <a:pt x="476" y="25"/>
                  </a:lnTo>
                  <a:lnTo>
                    <a:pt x="478" y="25"/>
                  </a:lnTo>
                  <a:lnTo>
                    <a:pt x="479" y="27"/>
                  </a:lnTo>
                  <a:lnTo>
                    <a:pt x="480" y="27"/>
                  </a:lnTo>
                  <a:lnTo>
                    <a:pt x="482" y="27"/>
                  </a:lnTo>
                  <a:lnTo>
                    <a:pt x="482" y="28"/>
                  </a:lnTo>
                  <a:lnTo>
                    <a:pt x="483" y="28"/>
                  </a:lnTo>
                  <a:lnTo>
                    <a:pt x="484" y="29"/>
                  </a:lnTo>
                  <a:lnTo>
                    <a:pt x="486" y="29"/>
                  </a:lnTo>
                  <a:lnTo>
                    <a:pt x="487" y="29"/>
                  </a:lnTo>
                  <a:lnTo>
                    <a:pt x="488" y="31"/>
                  </a:lnTo>
                  <a:lnTo>
                    <a:pt x="490" y="31"/>
                  </a:lnTo>
                  <a:lnTo>
                    <a:pt x="491" y="32"/>
                  </a:lnTo>
                  <a:lnTo>
                    <a:pt x="492" y="32"/>
                  </a:lnTo>
                  <a:lnTo>
                    <a:pt x="494" y="33"/>
                  </a:lnTo>
                  <a:lnTo>
                    <a:pt x="495" y="33"/>
                  </a:lnTo>
                  <a:lnTo>
                    <a:pt x="498" y="35"/>
                  </a:lnTo>
                  <a:lnTo>
                    <a:pt x="499" y="36"/>
                  </a:lnTo>
                  <a:lnTo>
                    <a:pt x="500" y="36"/>
                  </a:lnTo>
                  <a:lnTo>
                    <a:pt x="503" y="37"/>
                  </a:lnTo>
                  <a:lnTo>
                    <a:pt x="504" y="39"/>
                  </a:lnTo>
                  <a:lnTo>
                    <a:pt x="507" y="40"/>
                  </a:lnTo>
                  <a:lnTo>
                    <a:pt x="508" y="40"/>
                  </a:lnTo>
                  <a:lnTo>
                    <a:pt x="511" y="41"/>
                  </a:lnTo>
                  <a:lnTo>
                    <a:pt x="512" y="43"/>
                  </a:lnTo>
                  <a:lnTo>
                    <a:pt x="514" y="43"/>
                  </a:lnTo>
                  <a:lnTo>
                    <a:pt x="516" y="44"/>
                  </a:lnTo>
                  <a:lnTo>
                    <a:pt x="518" y="44"/>
                  </a:lnTo>
                  <a:lnTo>
                    <a:pt x="519" y="45"/>
                  </a:lnTo>
                  <a:lnTo>
                    <a:pt x="520" y="45"/>
                  </a:lnTo>
                  <a:lnTo>
                    <a:pt x="522" y="47"/>
                  </a:lnTo>
                  <a:lnTo>
                    <a:pt x="523" y="47"/>
                  </a:lnTo>
                  <a:lnTo>
                    <a:pt x="523" y="48"/>
                  </a:lnTo>
                  <a:lnTo>
                    <a:pt x="524" y="48"/>
                  </a:lnTo>
                  <a:lnTo>
                    <a:pt x="526" y="49"/>
                  </a:lnTo>
                  <a:lnTo>
                    <a:pt x="527" y="49"/>
                  </a:lnTo>
                  <a:lnTo>
                    <a:pt x="528" y="51"/>
                  </a:lnTo>
                  <a:lnTo>
                    <a:pt x="530" y="51"/>
                  </a:lnTo>
                  <a:lnTo>
                    <a:pt x="531" y="52"/>
                  </a:lnTo>
                  <a:lnTo>
                    <a:pt x="532" y="52"/>
                  </a:lnTo>
                  <a:lnTo>
                    <a:pt x="534" y="53"/>
                  </a:lnTo>
                  <a:lnTo>
                    <a:pt x="535" y="55"/>
                  </a:lnTo>
                  <a:lnTo>
                    <a:pt x="536" y="55"/>
                  </a:lnTo>
                  <a:lnTo>
                    <a:pt x="538" y="56"/>
                  </a:lnTo>
                  <a:lnTo>
                    <a:pt x="539" y="56"/>
                  </a:lnTo>
                  <a:lnTo>
                    <a:pt x="540" y="57"/>
                  </a:lnTo>
                  <a:lnTo>
                    <a:pt x="542" y="57"/>
                  </a:lnTo>
                  <a:lnTo>
                    <a:pt x="543" y="58"/>
                  </a:lnTo>
                  <a:lnTo>
                    <a:pt x="546" y="60"/>
                  </a:lnTo>
                  <a:lnTo>
                    <a:pt x="547" y="60"/>
                  </a:lnTo>
                  <a:lnTo>
                    <a:pt x="548" y="61"/>
                  </a:lnTo>
                  <a:lnTo>
                    <a:pt x="551" y="62"/>
                  </a:lnTo>
                  <a:lnTo>
                    <a:pt x="552" y="64"/>
                  </a:lnTo>
                  <a:lnTo>
                    <a:pt x="553" y="65"/>
                  </a:lnTo>
                  <a:lnTo>
                    <a:pt x="556" y="65"/>
                  </a:lnTo>
                  <a:lnTo>
                    <a:pt x="557" y="66"/>
                  </a:lnTo>
                  <a:lnTo>
                    <a:pt x="559" y="66"/>
                  </a:lnTo>
                  <a:lnTo>
                    <a:pt x="560" y="68"/>
                  </a:lnTo>
                  <a:lnTo>
                    <a:pt x="561" y="69"/>
                  </a:lnTo>
                  <a:lnTo>
                    <a:pt x="563" y="69"/>
                  </a:lnTo>
                  <a:lnTo>
                    <a:pt x="564" y="70"/>
                  </a:lnTo>
                  <a:lnTo>
                    <a:pt x="565" y="70"/>
                  </a:lnTo>
                  <a:lnTo>
                    <a:pt x="567" y="72"/>
                  </a:lnTo>
                  <a:lnTo>
                    <a:pt x="568" y="73"/>
                  </a:lnTo>
                  <a:lnTo>
                    <a:pt x="569" y="73"/>
                  </a:lnTo>
                  <a:lnTo>
                    <a:pt x="571" y="74"/>
                  </a:lnTo>
                  <a:lnTo>
                    <a:pt x="572" y="74"/>
                  </a:lnTo>
                  <a:lnTo>
                    <a:pt x="572" y="76"/>
                  </a:lnTo>
                  <a:lnTo>
                    <a:pt x="573" y="76"/>
                  </a:lnTo>
                  <a:lnTo>
                    <a:pt x="575" y="76"/>
                  </a:lnTo>
                  <a:lnTo>
                    <a:pt x="575" y="77"/>
                  </a:lnTo>
                  <a:lnTo>
                    <a:pt x="576" y="77"/>
                  </a:lnTo>
                  <a:lnTo>
                    <a:pt x="577" y="78"/>
                  </a:lnTo>
                  <a:lnTo>
                    <a:pt x="579" y="78"/>
                  </a:lnTo>
                  <a:lnTo>
                    <a:pt x="580" y="80"/>
                  </a:lnTo>
                  <a:lnTo>
                    <a:pt x="581" y="80"/>
                  </a:lnTo>
                  <a:lnTo>
                    <a:pt x="581" y="81"/>
                  </a:lnTo>
                  <a:lnTo>
                    <a:pt x="583" y="82"/>
                  </a:lnTo>
                  <a:lnTo>
                    <a:pt x="585" y="82"/>
                  </a:lnTo>
                  <a:lnTo>
                    <a:pt x="587" y="84"/>
                  </a:lnTo>
                  <a:lnTo>
                    <a:pt x="588" y="85"/>
                  </a:lnTo>
                  <a:lnTo>
                    <a:pt x="589" y="86"/>
                  </a:lnTo>
                  <a:lnTo>
                    <a:pt x="591" y="86"/>
                  </a:lnTo>
                  <a:lnTo>
                    <a:pt x="592" y="88"/>
                  </a:lnTo>
                  <a:lnTo>
                    <a:pt x="593" y="88"/>
                  </a:lnTo>
                  <a:lnTo>
                    <a:pt x="593" y="89"/>
                  </a:lnTo>
                  <a:lnTo>
                    <a:pt x="595" y="89"/>
                  </a:lnTo>
                  <a:lnTo>
                    <a:pt x="596" y="90"/>
                  </a:lnTo>
                  <a:lnTo>
                    <a:pt x="597" y="90"/>
                  </a:lnTo>
                  <a:lnTo>
                    <a:pt x="597" y="92"/>
                  </a:lnTo>
                  <a:lnTo>
                    <a:pt x="599" y="92"/>
                  </a:lnTo>
                  <a:lnTo>
                    <a:pt x="600" y="93"/>
                  </a:lnTo>
                  <a:lnTo>
                    <a:pt x="601" y="93"/>
                  </a:lnTo>
                  <a:lnTo>
                    <a:pt x="601" y="94"/>
                  </a:lnTo>
                  <a:lnTo>
                    <a:pt x="603" y="94"/>
                  </a:lnTo>
                  <a:lnTo>
                    <a:pt x="604" y="96"/>
                  </a:lnTo>
                  <a:lnTo>
                    <a:pt x="605" y="97"/>
                  </a:lnTo>
                  <a:lnTo>
                    <a:pt x="607" y="97"/>
                  </a:lnTo>
                  <a:lnTo>
                    <a:pt x="607" y="98"/>
                  </a:lnTo>
                  <a:lnTo>
                    <a:pt x="608" y="98"/>
                  </a:lnTo>
                  <a:lnTo>
                    <a:pt x="609" y="100"/>
                  </a:lnTo>
                  <a:lnTo>
                    <a:pt x="611" y="101"/>
                  </a:lnTo>
                  <a:lnTo>
                    <a:pt x="612" y="101"/>
                  </a:lnTo>
                  <a:lnTo>
                    <a:pt x="612" y="102"/>
                  </a:lnTo>
                  <a:lnTo>
                    <a:pt x="613" y="102"/>
                  </a:lnTo>
                  <a:lnTo>
                    <a:pt x="615" y="104"/>
                  </a:lnTo>
                  <a:lnTo>
                    <a:pt x="616" y="105"/>
                  </a:lnTo>
                  <a:lnTo>
                    <a:pt x="617" y="106"/>
                  </a:lnTo>
                  <a:lnTo>
                    <a:pt x="619" y="106"/>
                  </a:lnTo>
                  <a:lnTo>
                    <a:pt x="619" y="108"/>
                  </a:lnTo>
                  <a:lnTo>
                    <a:pt x="620" y="108"/>
                  </a:lnTo>
                  <a:lnTo>
                    <a:pt x="621" y="109"/>
                  </a:lnTo>
                  <a:lnTo>
                    <a:pt x="622" y="110"/>
                  </a:lnTo>
                  <a:lnTo>
                    <a:pt x="624" y="110"/>
                  </a:lnTo>
                  <a:lnTo>
                    <a:pt x="624" y="112"/>
                  </a:lnTo>
                  <a:lnTo>
                    <a:pt x="625" y="112"/>
                  </a:lnTo>
                  <a:lnTo>
                    <a:pt x="625" y="113"/>
                  </a:lnTo>
                  <a:lnTo>
                    <a:pt x="626" y="113"/>
                  </a:lnTo>
                  <a:lnTo>
                    <a:pt x="628" y="114"/>
                  </a:lnTo>
                  <a:lnTo>
                    <a:pt x="629" y="114"/>
                  </a:lnTo>
                  <a:lnTo>
                    <a:pt x="629" y="116"/>
                  </a:lnTo>
                  <a:lnTo>
                    <a:pt x="630" y="116"/>
                  </a:lnTo>
                  <a:lnTo>
                    <a:pt x="632" y="117"/>
                  </a:lnTo>
                  <a:lnTo>
                    <a:pt x="633" y="118"/>
                  </a:lnTo>
                  <a:lnTo>
                    <a:pt x="634" y="118"/>
                  </a:lnTo>
                  <a:lnTo>
                    <a:pt x="634" y="120"/>
                  </a:lnTo>
                  <a:lnTo>
                    <a:pt x="636" y="120"/>
                  </a:lnTo>
                  <a:lnTo>
                    <a:pt x="637" y="121"/>
                  </a:lnTo>
                  <a:lnTo>
                    <a:pt x="638" y="121"/>
                  </a:lnTo>
                  <a:lnTo>
                    <a:pt x="640" y="122"/>
                  </a:lnTo>
                  <a:lnTo>
                    <a:pt x="641" y="124"/>
                  </a:lnTo>
                  <a:lnTo>
                    <a:pt x="642" y="125"/>
                  </a:lnTo>
                  <a:lnTo>
                    <a:pt x="644" y="125"/>
                  </a:lnTo>
                  <a:lnTo>
                    <a:pt x="645" y="126"/>
                  </a:lnTo>
                  <a:lnTo>
                    <a:pt x="646" y="128"/>
                  </a:lnTo>
                  <a:lnTo>
                    <a:pt x="648" y="128"/>
                  </a:lnTo>
                  <a:lnTo>
                    <a:pt x="648" y="129"/>
                  </a:lnTo>
                  <a:lnTo>
                    <a:pt x="649" y="129"/>
                  </a:lnTo>
                  <a:lnTo>
                    <a:pt x="650" y="130"/>
                  </a:lnTo>
                  <a:lnTo>
                    <a:pt x="652" y="131"/>
                  </a:lnTo>
                  <a:lnTo>
                    <a:pt x="653" y="131"/>
                  </a:lnTo>
                  <a:lnTo>
                    <a:pt x="653" y="133"/>
                  </a:lnTo>
                  <a:lnTo>
                    <a:pt x="654" y="133"/>
                  </a:lnTo>
                  <a:lnTo>
                    <a:pt x="654" y="134"/>
                  </a:lnTo>
                  <a:lnTo>
                    <a:pt x="656" y="134"/>
                  </a:lnTo>
                  <a:lnTo>
                    <a:pt x="656" y="135"/>
                  </a:lnTo>
                  <a:lnTo>
                    <a:pt x="657" y="135"/>
                  </a:lnTo>
                  <a:lnTo>
                    <a:pt x="657" y="137"/>
                  </a:lnTo>
                  <a:lnTo>
                    <a:pt x="658" y="138"/>
                  </a:lnTo>
                  <a:lnTo>
                    <a:pt x="660" y="138"/>
                  </a:lnTo>
                  <a:lnTo>
                    <a:pt x="660" y="139"/>
                  </a:lnTo>
                  <a:lnTo>
                    <a:pt x="661" y="141"/>
                  </a:lnTo>
                  <a:lnTo>
                    <a:pt x="662" y="141"/>
                  </a:lnTo>
                  <a:lnTo>
                    <a:pt x="664" y="142"/>
                  </a:lnTo>
                  <a:lnTo>
                    <a:pt x="664" y="143"/>
                  </a:lnTo>
                  <a:lnTo>
                    <a:pt x="665" y="145"/>
                  </a:lnTo>
                  <a:lnTo>
                    <a:pt x="666" y="146"/>
                  </a:lnTo>
                  <a:lnTo>
                    <a:pt x="668" y="147"/>
                  </a:lnTo>
                  <a:lnTo>
                    <a:pt x="669" y="149"/>
                  </a:lnTo>
                  <a:lnTo>
                    <a:pt x="670" y="150"/>
                  </a:lnTo>
                  <a:lnTo>
                    <a:pt x="672" y="151"/>
                  </a:lnTo>
                  <a:lnTo>
                    <a:pt x="673" y="153"/>
                  </a:lnTo>
                  <a:lnTo>
                    <a:pt x="674" y="154"/>
                  </a:lnTo>
                  <a:lnTo>
                    <a:pt x="676" y="155"/>
                  </a:lnTo>
                  <a:lnTo>
                    <a:pt x="677" y="157"/>
                  </a:lnTo>
                  <a:lnTo>
                    <a:pt x="677" y="158"/>
                  </a:lnTo>
                  <a:lnTo>
                    <a:pt x="678" y="158"/>
                  </a:lnTo>
                  <a:lnTo>
                    <a:pt x="680" y="159"/>
                  </a:lnTo>
                  <a:lnTo>
                    <a:pt x="680" y="161"/>
                  </a:lnTo>
                  <a:lnTo>
                    <a:pt x="681" y="161"/>
                  </a:lnTo>
                  <a:lnTo>
                    <a:pt x="681" y="162"/>
                  </a:lnTo>
                  <a:lnTo>
                    <a:pt x="682" y="162"/>
                  </a:lnTo>
                  <a:lnTo>
                    <a:pt x="682" y="163"/>
                  </a:lnTo>
                  <a:lnTo>
                    <a:pt x="684" y="165"/>
                  </a:lnTo>
                  <a:lnTo>
                    <a:pt x="685" y="166"/>
                  </a:lnTo>
                  <a:lnTo>
                    <a:pt x="686" y="167"/>
                  </a:lnTo>
                  <a:lnTo>
                    <a:pt x="686" y="169"/>
                  </a:lnTo>
                  <a:lnTo>
                    <a:pt x="688" y="169"/>
                  </a:lnTo>
                  <a:lnTo>
                    <a:pt x="689" y="170"/>
                  </a:lnTo>
                  <a:lnTo>
                    <a:pt x="689" y="171"/>
                  </a:lnTo>
                  <a:lnTo>
                    <a:pt x="690" y="173"/>
                  </a:lnTo>
                  <a:lnTo>
                    <a:pt x="692" y="174"/>
                  </a:lnTo>
                  <a:lnTo>
                    <a:pt x="693" y="175"/>
                  </a:lnTo>
                  <a:lnTo>
                    <a:pt x="694" y="178"/>
                  </a:lnTo>
                  <a:lnTo>
                    <a:pt x="695" y="179"/>
                  </a:lnTo>
                  <a:lnTo>
                    <a:pt x="697" y="181"/>
                  </a:lnTo>
                  <a:lnTo>
                    <a:pt x="698" y="183"/>
                  </a:lnTo>
                  <a:lnTo>
                    <a:pt x="701" y="185"/>
                  </a:lnTo>
                  <a:lnTo>
                    <a:pt x="702" y="186"/>
                  </a:lnTo>
                  <a:lnTo>
                    <a:pt x="702" y="187"/>
                  </a:lnTo>
                  <a:lnTo>
                    <a:pt x="703" y="189"/>
                  </a:lnTo>
                  <a:lnTo>
                    <a:pt x="705" y="190"/>
                  </a:lnTo>
                  <a:lnTo>
                    <a:pt x="706" y="191"/>
                  </a:lnTo>
                  <a:lnTo>
                    <a:pt x="707" y="193"/>
                  </a:lnTo>
                  <a:lnTo>
                    <a:pt x="707" y="194"/>
                  </a:lnTo>
                  <a:lnTo>
                    <a:pt x="709" y="195"/>
                  </a:lnTo>
                  <a:lnTo>
                    <a:pt x="710" y="197"/>
                  </a:lnTo>
                  <a:lnTo>
                    <a:pt x="710" y="198"/>
                  </a:lnTo>
                  <a:lnTo>
                    <a:pt x="711" y="198"/>
                  </a:lnTo>
                  <a:lnTo>
                    <a:pt x="713" y="199"/>
                  </a:lnTo>
                  <a:lnTo>
                    <a:pt x="713" y="201"/>
                  </a:lnTo>
                  <a:lnTo>
                    <a:pt x="714" y="202"/>
                  </a:lnTo>
                  <a:lnTo>
                    <a:pt x="715" y="203"/>
                  </a:lnTo>
                  <a:lnTo>
                    <a:pt x="717" y="205"/>
                  </a:lnTo>
                  <a:lnTo>
                    <a:pt x="717" y="206"/>
                  </a:lnTo>
                  <a:lnTo>
                    <a:pt x="718" y="207"/>
                  </a:lnTo>
                  <a:lnTo>
                    <a:pt x="719" y="208"/>
                  </a:lnTo>
                  <a:lnTo>
                    <a:pt x="721" y="210"/>
                  </a:lnTo>
                  <a:lnTo>
                    <a:pt x="722" y="212"/>
                  </a:lnTo>
                  <a:lnTo>
                    <a:pt x="722" y="214"/>
                  </a:lnTo>
                  <a:lnTo>
                    <a:pt x="723" y="215"/>
                  </a:lnTo>
                  <a:lnTo>
                    <a:pt x="725" y="216"/>
                  </a:lnTo>
                  <a:lnTo>
                    <a:pt x="726" y="218"/>
                  </a:lnTo>
                  <a:lnTo>
                    <a:pt x="727" y="220"/>
                  </a:lnTo>
                  <a:lnTo>
                    <a:pt x="729" y="222"/>
                  </a:lnTo>
                  <a:lnTo>
                    <a:pt x="730" y="224"/>
                  </a:lnTo>
                  <a:lnTo>
                    <a:pt x="731" y="226"/>
                  </a:lnTo>
                  <a:lnTo>
                    <a:pt x="734" y="228"/>
                  </a:lnTo>
                  <a:lnTo>
                    <a:pt x="735" y="230"/>
                  </a:lnTo>
                  <a:lnTo>
                    <a:pt x="735" y="232"/>
                  </a:lnTo>
                  <a:lnTo>
                    <a:pt x="737" y="234"/>
                  </a:lnTo>
                  <a:lnTo>
                    <a:pt x="738" y="235"/>
                  </a:lnTo>
                  <a:lnTo>
                    <a:pt x="739" y="236"/>
                  </a:lnTo>
                  <a:lnTo>
                    <a:pt x="741" y="238"/>
                  </a:lnTo>
                  <a:lnTo>
                    <a:pt x="742" y="239"/>
                  </a:lnTo>
                  <a:lnTo>
                    <a:pt x="742" y="240"/>
                  </a:lnTo>
                  <a:lnTo>
                    <a:pt x="743" y="242"/>
                  </a:lnTo>
                  <a:lnTo>
                    <a:pt x="745" y="243"/>
                  </a:lnTo>
                  <a:lnTo>
                    <a:pt x="745" y="244"/>
                  </a:lnTo>
                  <a:lnTo>
                    <a:pt x="746" y="246"/>
                  </a:lnTo>
                  <a:lnTo>
                    <a:pt x="746" y="247"/>
                  </a:lnTo>
                  <a:lnTo>
                    <a:pt x="747" y="247"/>
                  </a:lnTo>
                  <a:lnTo>
                    <a:pt x="749" y="248"/>
                  </a:lnTo>
                  <a:lnTo>
                    <a:pt x="749" y="250"/>
                  </a:lnTo>
                  <a:lnTo>
                    <a:pt x="750" y="251"/>
                  </a:lnTo>
                  <a:lnTo>
                    <a:pt x="750" y="252"/>
                  </a:lnTo>
                  <a:lnTo>
                    <a:pt x="751" y="254"/>
                  </a:lnTo>
                  <a:lnTo>
                    <a:pt x="753" y="255"/>
                  </a:lnTo>
                  <a:lnTo>
                    <a:pt x="754" y="256"/>
                  </a:lnTo>
                  <a:lnTo>
                    <a:pt x="754" y="258"/>
                  </a:lnTo>
                  <a:lnTo>
                    <a:pt x="755" y="259"/>
                  </a:lnTo>
                  <a:lnTo>
                    <a:pt x="757" y="260"/>
                  </a:lnTo>
                  <a:lnTo>
                    <a:pt x="758" y="262"/>
                  </a:lnTo>
                  <a:lnTo>
                    <a:pt x="759" y="263"/>
                  </a:lnTo>
                  <a:lnTo>
                    <a:pt x="761" y="266"/>
                  </a:lnTo>
                  <a:lnTo>
                    <a:pt x="762" y="267"/>
                  </a:lnTo>
                  <a:lnTo>
                    <a:pt x="763" y="270"/>
                  </a:lnTo>
                  <a:lnTo>
                    <a:pt x="765" y="271"/>
                  </a:lnTo>
                  <a:lnTo>
                    <a:pt x="766" y="274"/>
                  </a:lnTo>
                  <a:lnTo>
                    <a:pt x="767" y="276"/>
                  </a:lnTo>
                  <a:lnTo>
                    <a:pt x="769" y="278"/>
                  </a:lnTo>
                  <a:lnTo>
                    <a:pt x="770" y="279"/>
                  </a:lnTo>
                  <a:lnTo>
                    <a:pt x="771" y="281"/>
                  </a:lnTo>
                  <a:lnTo>
                    <a:pt x="772" y="283"/>
                  </a:lnTo>
                  <a:lnTo>
                    <a:pt x="774" y="284"/>
                  </a:lnTo>
                  <a:lnTo>
                    <a:pt x="775" y="285"/>
                  </a:lnTo>
                  <a:lnTo>
                    <a:pt x="775" y="287"/>
                  </a:lnTo>
                  <a:lnTo>
                    <a:pt x="776" y="288"/>
                  </a:lnTo>
                  <a:lnTo>
                    <a:pt x="778" y="289"/>
                  </a:lnTo>
                  <a:lnTo>
                    <a:pt x="778" y="291"/>
                  </a:lnTo>
                  <a:lnTo>
                    <a:pt x="779" y="292"/>
                  </a:lnTo>
                  <a:lnTo>
                    <a:pt x="780" y="293"/>
                  </a:lnTo>
                  <a:lnTo>
                    <a:pt x="782" y="295"/>
                  </a:lnTo>
                  <a:lnTo>
                    <a:pt x="782" y="296"/>
                  </a:lnTo>
                  <a:lnTo>
                    <a:pt x="783" y="297"/>
                  </a:lnTo>
                  <a:lnTo>
                    <a:pt x="784" y="299"/>
                  </a:lnTo>
                  <a:lnTo>
                    <a:pt x="784" y="300"/>
                  </a:lnTo>
                  <a:lnTo>
                    <a:pt x="786" y="301"/>
                  </a:lnTo>
                  <a:lnTo>
                    <a:pt x="786" y="303"/>
                  </a:lnTo>
                  <a:lnTo>
                    <a:pt x="787" y="304"/>
                  </a:lnTo>
                  <a:lnTo>
                    <a:pt x="788" y="305"/>
                  </a:lnTo>
                  <a:lnTo>
                    <a:pt x="788" y="307"/>
                  </a:lnTo>
                  <a:lnTo>
                    <a:pt x="790" y="309"/>
                  </a:lnTo>
                  <a:lnTo>
                    <a:pt x="791" y="311"/>
                  </a:lnTo>
                  <a:lnTo>
                    <a:pt x="791" y="312"/>
                  </a:lnTo>
                  <a:lnTo>
                    <a:pt x="792" y="313"/>
                  </a:lnTo>
                  <a:lnTo>
                    <a:pt x="794" y="3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87">
              <a:extLst>
                <a:ext uri="{FF2B5EF4-FFF2-40B4-BE49-F238E27FC236}">
                  <a16:creationId xmlns:a16="http://schemas.microsoft.com/office/drawing/2014/main" id="{F4E3D3F1-6EE2-4937-9FFA-503BEFC01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915" y="3228302"/>
              <a:ext cx="630238" cy="249238"/>
            </a:xfrm>
            <a:custGeom>
              <a:avLst/>
              <a:gdLst>
                <a:gd name="T0" fmla="*/ 2147483646 w 794"/>
                <a:gd name="T1" fmla="*/ 2147483646 h 315"/>
                <a:gd name="T2" fmla="*/ 2147483646 w 794"/>
                <a:gd name="T3" fmla="*/ 2147483646 h 315"/>
                <a:gd name="T4" fmla="*/ 2147483646 w 794"/>
                <a:gd name="T5" fmla="*/ 2147483646 h 315"/>
                <a:gd name="T6" fmla="*/ 2147483646 w 794"/>
                <a:gd name="T7" fmla="*/ 2147483646 h 315"/>
                <a:gd name="T8" fmla="*/ 2147483646 w 794"/>
                <a:gd name="T9" fmla="*/ 2147483646 h 315"/>
                <a:gd name="T10" fmla="*/ 2147483646 w 794"/>
                <a:gd name="T11" fmla="*/ 2147483646 h 315"/>
                <a:gd name="T12" fmla="*/ 2147483646 w 794"/>
                <a:gd name="T13" fmla="*/ 2147483646 h 315"/>
                <a:gd name="T14" fmla="*/ 2147483646 w 794"/>
                <a:gd name="T15" fmla="*/ 2147483646 h 315"/>
                <a:gd name="T16" fmla="*/ 2147483646 w 794"/>
                <a:gd name="T17" fmla="*/ 2147483646 h 315"/>
                <a:gd name="T18" fmla="*/ 2147483646 w 794"/>
                <a:gd name="T19" fmla="*/ 2147483646 h 315"/>
                <a:gd name="T20" fmla="*/ 2147483646 w 794"/>
                <a:gd name="T21" fmla="*/ 2147483646 h 315"/>
                <a:gd name="T22" fmla="*/ 2147483646 w 794"/>
                <a:gd name="T23" fmla="*/ 2147483646 h 315"/>
                <a:gd name="T24" fmla="*/ 2147483646 w 794"/>
                <a:gd name="T25" fmla="*/ 2147483646 h 315"/>
                <a:gd name="T26" fmla="*/ 2147483646 w 794"/>
                <a:gd name="T27" fmla="*/ 2147483646 h 315"/>
                <a:gd name="T28" fmla="*/ 2147483646 w 794"/>
                <a:gd name="T29" fmla="*/ 2147483646 h 315"/>
                <a:gd name="T30" fmla="*/ 2147483646 w 794"/>
                <a:gd name="T31" fmla="*/ 2147483646 h 315"/>
                <a:gd name="T32" fmla="*/ 2147483646 w 794"/>
                <a:gd name="T33" fmla="*/ 2147483646 h 315"/>
                <a:gd name="T34" fmla="*/ 2147483646 w 794"/>
                <a:gd name="T35" fmla="*/ 2147483646 h 315"/>
                <a:gd name="T36" fmla="*/ 2147483646 w 794"/>
                <a:gd name="T37" fmla="*/ 2147483646 h 315"/>
                <a:gd name="T38" fmla="*/ 2147483646 w 794"/>
                <a:gd name="T39" fmla="*/ 2147483646 h 315"/>
                <a:gd name="T40" fmla="*/ 2147483646 w 794"/>
                <a:gd name="T41" fmla="*/ 2147483646 h 315"/>
                <a:gd name="T42" fmla="*/ 2147483646 w 794"/>
                <a:gd name="T43" fmla="*/ 2147483646 h 315"/>
                <a:gd name="T44" fmla="*/ 2147483646 w 794"/>
                <a:gd name="T45" fmla="*/ 2147483646 h 315"/>
                <a:gd name="T46" fmla="*/ 2147483646 w 794"/>
                <a:gd name="T47" fmla="*/ 2147483646 h 315"/>
                <a:gd name="T48" fmla="*/ 2147483646 w 794"/>
                <a:gd name="T49" fmla="*/ 2147483646 h 315"/>
                <a:gd name="T50" fmla="*/ 2147483646 w 794"/>
                <a:gd name="T51" fmla="*/ 2147483646 h 315"/>
                <a:gd name="T52" fmla="*/ 2147483646 w 794"/>
                <a:gd name="T53" fmla="*/ 2147483646 h 315"/>
                <a:gd name="T54" fmla="*/ 2147483646 w 794"/>
                <a:gd name="T55" fmla="*/ 2147483646 h 315"/>
                <a:gd name="T56" fmla="*/ 2147483646 w 794"/>
                <a:gd name="T57" fmla="*/ 2147483646 h 315"/>
                <a:gd name="T58" fmla="*/ 2147483646 w 794"/>
                <a:gd name="T59" fmla="*/ 2147483646 h 315"/>
                <a:gd name="T60" fmla="*/ 2147483646 w 794"/>
                <a:gd name="T61" fmla="*/ 2147483646 h 315"/>
                <a:gd name="T62" fmla="*/ 2147483646 w 794"/>
                <a:gd name="T63" fmla="*/ 2147483646 h 315"/>
                <a:gd name="T64" fmla="*/ 2147483646 w 794"/>
                <a:gd name="T65" fmla="*/ 2147483646 h 315"/>
                <a:gd name="T66" fmla="*/ 2147483646 w 794"/>
                <a:gd name="T67" fmla="*/ 2147483646 h 315"/>
                <a:gd name="T68" fmla="*/ 2147483646 w 794"/>
                <a:gd name="T69" fmla="*/ 2147483646 h 315"/>
                <a:gd name="T70" fmla="*/ 2147483646 w 794"/>
                <a:gd name="T71" fmla="*/ 2147483646 h 315"/>
                <a:gd name="T72" fmla="*/ 2147483646 w 794"/>
                <a:gd name="T73" fmla="*/ 2147483646 h 315"/>
                <a:gd name="T74" fmla="*/ 2147483646 w 794"/>
                <a:gd name="T75" fmla="*/ 2147483646 h 315"/>
                <a:gd name="T76" fmla="*/ 2147483646 w 794"/>
                <a:gd name="T77" fmla="*/ 2147483646 h 315"/>
                <a:gd name="T78" fmla="*/ 2147483646 w 794"/>
                <a:gd name="T79" fmla="*/ 2147483646 h 315"/>
                <a:gd name="T80" fmla="*/ 2147483646 w 794"/>
                <a:gd name="T81" fmla="*/ 2147483646 h 315"/>
                <a:gd name="T82" fmla="*/ 2147483646 w 794"/>
                <a:gd name="T83" fmla="*/ 2147483646 h 315"/>
                <a:gd name="T84" fmla="*/ 2147483646 w 794"/>
                <a:gd name="T85" fmla="*/ 2147483646 h 315"/>
                <a:gd name="T86" fmla="*/ 2147483646 w 794"/>
                <a:gd name="T87" fmla="*/ 2147483646 h 315"/>
                <a:gd name="T88" fmla="*/ 2147483646 w 794"/>
                <a:gd name="T89" fmla="*/ 2147483646 h 315"/>
                <a:gd name="T90" fmla="*/ 2147483646 w 794"/>
                <a:gd name="T91" fmla="*/ 2147483646 h 315"/>
                <a:gd name="T92" fmla="*/ 2147483646 w 794"/>
                <a:gd name="T93" fmla="*/ 2147483646 h 315"/>
                <a:gd name="T94" fmla="*/ 2147483646 w 794"/>
                <a:gd name="T95" fmla="*/ 2147483646 h 315"/>
                <a:gd name="T96" fmla="*/ 2147483646 w 794"/>
                <a:gd name="T97" fmla="*/ 2147483646 h 315"/>
                <a:gd name="T98" fmla="*/ 2147483646 w 794"/>
                <a:gd name="T99" fmla="*/ 2147483646 h 315"/>
                <a:gd name="T100" fmla="*/ 2147483646 w 794"/>
                <a:gd name="T101" fmla="*/ 2147483646 h 315"/>
                <a:gd name="T102" fmla="*/ 2147483646 w 794"/>
                <a:gd name="T103" fmla="*/ 2147483646 h 315"/>
                <a:gd name="T104" fmla="*/ 2147483646 w 794"/>
                <a:gd name="T105" fmla="*/ 2147483646 h 315"/>
                <a:gd name="T106" fmla="*/ 2147483646 w 794"/>
                <a:gd name="T107" fmla="*/ 2147483646 h 315"/>
                <a:gd name="T108" fmla="*/ 2147483646 w 794"/>
                <a:gd name="T109" fmla="*/ 2147483646 h 315"/>
                <a:gd name="T110" fmla="*/ 2147483646 w 794"/>
                <a:gd name="T111" fmla="*/ 2147483646 h 315"/>
                <a:gd name="T112" fmla="*/ 2147483646 w 794"/>
                <a:gd name="T113" fmla="*/ 2147483646 h 315"/>
                <a:gd name="T114" fmla="*/ 2147483646 w 794"/>
                <a:gd name="T115" fmla="*/ 2147483646 h 315"/>
                <a:gd name="T116" fmla="*/ 2147483646 w 794"/>
                <a:gd name="T117" fmla="*/ 2147483646 h 315"/>
                <a:gd name="T118" fmla="*/ 2147483646 w 794"/>
                <a:gd name="T119" fmla="*/ 2147483646 h 315"/>
                <a:gd name="T120" fmla="*/ 2147483646 w 794"/>
                <a:gd name="T121" fmla="*/ 2147483646 h 31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4" h="315">
                  <a:moveTo>
                    <a:pt x="0" y="315"/>
                  </a:moveTo>
                  <a:lnTo>
                    <a:pt x="31" y="315"/>
                  </a:lnTo>
                  <a:lnTo>
                    <a:pt x="60" y="315"/>
                  </a:lnTo>
                  <a:lnTo>
                    <a:pt x="86" y="315"/>
                  </a:lnTo>
                  <a:lnTo>
                    <a:pt x="110" y="315"/>
                  </a:lnTo>
                  <a:lnTo>
                    <a:pt x="134" y="315"/>
                  </a:lnTo>
                  <a:lnTo>
                    <a:pt x="155" y="315"/>
                  </a:lnTo>
                  <a:lnTo>
                    <a:pt x="175" y="315"/>
                  </a:lnTo>
                  <a:lnTo>
                    <a:pt x="194" y="315"/>
                  </a:lnTo>
                  <a:lnTo>
                    <a:pt x="211" y="315"/>
                  </a:lnTo>
                  <a:lnTo>
                    <a:pt x="227" y="315"/>
                  </a:lnTo>
                  <a:lnTo>
                    <a:pt x="240" y="315"/>
                  </a:lnTo>
                  <a:lnTo>
                    <a:pt x="254" y="315"/>
                  </a:lnTo>
                  <a:lnTo>
                    <a:pt x="265" y="315"/>
                  </a:lnTo>
                  <a:lnTo>
                    <a:pt x="276" y="315"/>
                  </a:lnTo>
                  <a:lnTo>
                    <a:pt x="287" y="315"/>
                  </a:lnTo>
                  <a:lnTo>
                    <a:pt x="296" y="315"/>
                  </a:lnTo>
                  <a:lnTo>
                    <a:pt x="303" y="315"/>
                  </a:lnTo>
                  <a:lnTo>
                    <a:pt x="311" y="315"/>
                  </a:lnTo>
                  <a:lnTo>
                    <a:pt x="317" y="315"/>
                  </a:lnTo>
                  <a:lnTo>
                    <a:pt x="323" y="315"/>
                  </a:lnTo>
                  <a:lnTo>
                    <a:pt x="328" y="315"/>
                  </a:lnTo>
                  <a:lnTo>
                    <a:pt x="332" y="315"/>
                  </a:lnTo>
                  <a:lnTo>
                    <a:pt x="336" y="315"/>
                  </a:lnTo>
                  <a:lnTo>
                    <a:pt x="338" y="315"/>
                  </a:lnTo>
                  <a:lnTo>
                    <a:pt x="342" y="315"/>
                  </a:lnTo>
                  <a:lnTo>
                    <a:pt x="345" y="315"/>
                  </a:lnTo>
                  <a:lnTo>
                    <a:pt x="348" y="315"/>
                  </a:lnTo>
                  <a:lnTo>
                    <a:pt x="349" y="314"/>
                  </a:lnTo>
                  <a:lnTo>
                    <a:pt x="352" y="314"/>
                  </a:lnTo>
                  <a:lnTo>
                    <a:pt x="353" y="314"/>
                  </a:lnTo>
                  <a:lnTo>
                    <a:pt x="356" y="314"/>
                  </a:lnTo>
                  <a:lnTo>
                    <a:pt x="358" y="314"/>
                  </a:lnTo>
                  <a:lnTo>
                    <a:pt x="360" y="314"/>
                  </a:lnTo>
                  <a:lnTo>
                    <a:pt x="362" y="314"/>
                  </a:lnTo>
                  <a:lnTo>
                    <a:pt x="364" y="314"/>
                  </a:lnTo>
                  <a:lnTo>
                    <a:pt x="366" y="314"/>
                  </a:lnTo>
                  <a:lnTo>
                    <a:pt x="368" y="314"/>
                  </a:lnTo>
                  <a:lnTo>
                    <a:pt x="369" y="314"/>
                  </a:lnTo>
                  <a:lnTo>
                    <a:pt x="370" y="312"/>
                  </a:lnTo>
                  <a:lnTo>
                    <a:pt x="372" y="312"/>
                  </a:lnTo>
                  <a:lnTo>
                    <a:pt x="374" y="312"/>
                  </a:lnTo>
                  <a:lnTo>
                    <a:pt x="376" y="312"/>
                  </a:lnTo>
                  <a:lnTo>
                    <a:pt x="377" y="312"/>
                  </a:lnTo>
                  <a:lnTo>
                    <a:pt x="378" y="312"/>
                  </a:lnTo>
                  <a:lnTo>
                    <a:pt x="380" y="312"/>
                  </a:lnTo>
                  <a:lnTo>
                    <a:pt x="381" y="312"/>
                  </a:lnTo>
                  <a:lnTo>
                    <a:pt x="382" y="312"/>
                  </a:lnTo>
                  <a:lnTo>
                    <a:pt x="384" y="312"/>
                  </a:lnTo>
                  <a:lnTo>
                    <a:pt x="385" y="311"/>
                  </a:lnTo>
                  <a:lnTo>
                    <a:pt x="386" y="311"/>
                  </a:lnTo>
                  <a:lnTo>
                    <a:pt x="388" y="311"/>
                  </a:lnTo>
                  <a:lnTo>
                    <a:pt x="389" y="311"/>
                  </a:lnTo>
                  <a:lnTo>
                    <a:pt x="390" y="311"/>
                  </a:lnTo>
                  <a:lnTo>
                    <a:pt x="392" y="311"/>
                  </a:lnTo>
                  <a:lnTo>
                    <a:pt x="393" y="311"/>
                  </a:lnTo>
                  <a:lnTo>
                    <a:pt x="394" y="311"/>
                  </a:lnTo>
                  <a:lnTo>
                    <a:pt x="396" y="310"/>
                  </a:lnTo>
                  <a:lnTo>
                    <a:pt x="398" y="310"/>
                  </a:lnTo>
                  <a:lnTo>
                    <a:pt x="400" y="310"/>
                  </a:lnTo>
                  <a:lnTo>
                    <a:pt x="401" y="310"/>
                  </a:lnTo>
                  <a:lnTo>
                    <a:pt x="403" y="310"/>
                  </a:lnTo>
                  <a:lnTo>
                    <a:pt x="405" y="308"/>
                  </a:lnTo>
                  <a:lnTo>
                    <a:pt x="407" y="308"/>
                  </a:lnTo>
                  <a:lnTo>
                    <a:pt x="409" y="308"/>
                  </a:lnTo>
                  <a:lnTo>
                    <a:pt x="411" y="308"/>
                  </a:lnTo>
                  <a:lnTo>
                    <a:pt x="413" y="307"/>
                  </a:lnTo>
                  <a:lnTo>
                    <a:pt x="414" y="307"/>
                  </a:lnTo>
                  <a:lnTo>
                    <a:pt x="417" y="307"/>
                  </a:lnTo>
                  <a:lnTo>
                    <a:pt x="418" y="307"/>
                  </a:lnTo>
                  <a:lnTo>
                    <a:pt x="419" y="307"/>
                  </a:lnTo>
                  <a:lnTo>
                    <a:pt x="421" y="307"/>
                  </a:lnTo>
                  <a:lnTo>
                    <a:pt x="422" y="306"/>
                  </a:lnTo>
                  <a:lnTo>
                    <a:pt x="423" y="306"/>
                  </a:lnTo>
                  <a:lnTo>
                    <a:pt x="425" y="306"/>
                  </a:lnTo>
                  <a:lnTo>
                    <a:pt x="426" y="306"/>
                  </a:lnTo>
                  <a:lnTo>
                    <a:pt x="427" y="306"/>
                  </a:lnTo>
                  <a:lnTo>
                    <a:pt x="429" y="304"/>
                  </a:lnTo>
                  <a:lnTo>
                    <a:pt x="430" y="304"/>
                  </a:lnTo>
                  <a:lnTo>
                    <a:pt x="431" y="304"/>
                  </a:lnTo>
                  <a:lnTo>
                    <a:pt x="433" y="304"/>
                  </a:lnTo>
                  <a:lnTo>
                    <a:pt x="434" y="303"/>
                  </a:lnTo>
                  <a:lnTo>
                    <a:pt x="435" y="303"/>
                  </a:lnTo>
                  <a:lnTo>
                    <a:pt x="437" y="303"/>
                  </a:lnTo>
                  <a:lnTo>
                    <a:pt x="438" y="303"/>
                  </a:lnTo>
                  <a:lnTo>
                    <a:pt x="439" y="302"/>
                  </a:lnTo>
                  <a:lnTo>
                    <a:pt x="441" y="302"/>
                  </a:lnTo>
                  <a:lnTo>
                    <a:pt x="443" y="300"/>
                  </a:lnTo>
                  <a:lnTo>
                    <a:pt x="445" y="300"/>
                  </a:lnTo>
                  <a:lnTo>
                    <a:pt x="446" y="300"/>
                  </a:lnTo>
                  <a:lnTo>
                    <a:pt x="449" y="299"/>
                  </a:lnTo>
                  <a:lnTo>
                    <a:pt x="450" y="299"/>
                  </a:lnTo>
                  <a:lnTo>
                    <a:pt x="453" y="298"/>
                  </a:lnTo>
                  <a:lnTo>
                    <a:pt x="455" y="296"/>
                  </a:lnTo>
                  <a:lnTo>
                    <a:pt x="458" y="296"/>
                  </a:lnTo>
                  <a:lnTo>
                    <a:pt x="459" y="295"/>
                  </a:lnTo>
                  <a:lnTo>
                    <a:pt x="462" y="295"/>
                  </a:lnTo>
                  <a:lnTo>
                    <a:pt x="465" y="294"/>
                  </a:lnTo>
                  <a:lnTo>
                    <a:pt x="466" y="294"/>
                  </a:lnTo>
                  <a:lnTo>
                    <a:pt x="467" y="294"/>
                  </a:lnTo>
                  <a:lnTo>
                    <a:pt x="470" y="292"/>
                  </a:lnTo>
                  <a:lnTo>
                    <a:pt x="471" y="292"/>
                  </a:lnTo>
                  <a:lnTo>
                    <a:pt x="473" y="291"/>
                  </a:lnTo>
                  <a:lnTo>
                    <a:pt x="474" y="291"/>
                  </a:lnTo>
                  <a:lnTo>
                    <a:pt x="475" y="291"/>
                  </a:lnTo>
                  <a:lnTo>
                    <a:pt x="476" y="290"/>
                  </a:lnTo>
                  <a:lnTo>
                    <a:pt x="478" y="290"/>
                  </a:lnTo>
                  <a:lnTo>
                    <a:pt x="479" y="290"/>
                  </a:lnTo>
                  <a:lnTo>
                    <a:pt x="480" y="288"/>
                  </a:lnTo>
                  <a:lnTo>
                    <a:pt x="482" y="288"/>
                  </a:lnTo>
                  <a:lnTo>
                    <a:pt x="483" y="287"/>
                  </a:lnTo>
                  <a:lnTo>
                    <a:pt x="484" y="287"/>
                  </a:lnTo>
                  <a:lnTo>
                    <a:pt x="486" y="286"/>
                  </a:lnTo>
                  <a:lnTo>
                    <a:pt x="487" y="286"/>
                  </a:lnTo>
                  <a:lnTo>
                    <a:pt x="488" y="286"/>
                  </a:lnTo>
                  <a:lnTo>
                    <a:pt x="490" y="284"/>
                  </a:lnTo>
                  <a:lnTo>
                    <a:pt x="491" y="284"/>
                  </a:lnTo>
                  <a:lnTo>
                    <a:pt x="492" y="283"/>
                  </a:lnTo>
                  <a:lnTo>
                    <a:pt x="494" y="283"/>
                  </a:lnTo>
                  <a:lnTo>
                    <a:pt x="495" y="282"/>
                  </a:lnTo>
                  <a:lnTo>
                    <a:pt x="498" y="280"/>
                  </a:lnTo>
                  <a:lnTo>
                    <a:pt x="499" y="280"/>
                  </a:lnTo>
                  <a:lnTo>
                    <a:pt x="500" y="279"/>
                  </a:lnTo>
                  <a:lnTo>
                    <a:pt x="503" y="278"/>
                  </a:lnTo>
                  <a:lnTo>
                    <a:pt x="504" y="276"/>
                  </a:lnTo>
                  <a:lnTo>
                    <a:pt x="507" y="276"/>
                  </a:lnTo>
                  <a:lnTo>
                    <a:pt x="508" y="275"/>
                  </a:lnTo>
                  <a:lnTo>
                    <a:pt x="511" y="274"/>
                  </a:lnTo>
                  <a:lnTo>
                    <a:pt x="512" y="274"/>
                  </a:lnTo>
                  <a:lnTo>
                    <a:pt x="514" y="272"/>
                  </a:lnTo>
                  <a:lnTo>
                    <a:pt x="516" y="271"/>
                  </a:lnTo>
                  <a:lnTo>
                    <a:pt x="518" y="271"/>
                  </a:lnTo>
                  <a:lnTo>
                    <a:pt x="519" y="270"/>
                  </a:lnTo>
                  <a:lnTo>
                    <a:pt x="520" y="270"/>
                  </a:lnTo>
                  <a:lnTo>
                    <a:pt x="522" y="268"/>
                  </a:lnTo>
                  <a:lnTo>
                    <a:pt x="523" y="268"/>
                  </a:lnTo>
                  <a:lnTo>
                    <a:pt x="524" y="267"/>
                  </a:lnTo>
                  <a:lnTo>
                    <a:pt x="526" y="267"/>
                  </a:lnTo>
                  <a:lnTo>
                    <a:pt x="527" y="266"/>
                  </a:lnTo>
                  <a:lnTo>
                    <a:pt x="528" y="266"/>
                  </a:lnTo>
                  <a:lnTo>
                    <a:pt x="528" y="264"/>
                  </a:lnTo>
                  <a:lnTo>
                    <a:pt x="530" y="264"/>
                  </a:lnTo>
                  <a:lnTo>
                    <a:pt x="531" y="264"/>
                  </a:lnTo>
                  <a:lnTo>
                    <a:pt x="532" y="263"/>
                  </a:lnTo>
                  <a:lnTo>
                    <a:pt x="534" y="263"/>
                  </a:lnTo>
                  <a:lnTo>
                    <a:pt x="534" y="262"/>
                  </a:lnTo>
                  <a:lnTo>
                    <a:pt x="535" y="262"/>
                  </a:lnTo>
                  <a:lnTo>
                    <a:pt x="536" y="261"/>
                  </a:lnTo>
                  <a:lnTo>
                    <a:pt x="538" y="261"/>
                  </a:lnTo>
                  <a:lnTo>
                    <a:pt x="539" y="259"/>
                  </a:lnTo>
                  <a:lnTo>
                    <a:pt x="540" y="259"/>
                  </a:lnTo>
                  <a:lnTo>
                    <a:pt x="542" y="258"/>
                  </a:lnTo>
                  <a:lnTo>
                    <a:pt x="543" y="257"/>
                  </a:lnTo>
                  <a:lnTo>
                    <a:pt x="546" y="257"/>
                  </a:lnTo>
                  <a:lnTo>
                    <a:pt x="547" y="255"/>
                  </a:lnTo>
                  <a:lnTo>
                    <a:pt x="548" y="254"/>
                  </a:lnTo>
                  <a:lnTo>
                    <a:pt x="551" y="253"/>
                  </a:lnTo>
                  <a:lnTo>
                    <a:pt x="552" y="253"/>
                  </a:lnTo>
                  <a:lnTo>
                    <a:pt x="553" y="251"/>
                  </a:lnTo>
                  <a:lnTo>
                    <a:pt x="556" y="250"/>
                  </a:lnTo>
                  <a:lnTo>
                    <a:pt x="557" y="250"/>
                  </a:lnTo>
                  <a:lnTo>
                    <a:pt x="559" y="249"/>
                  </a:lnTo>
                  <a:lnTo>
                    <a:pt x="560" y="247"/>
                  </a:lnTo>
                  <a:lnTo>
                    <a:pt x="561" y="247"/>
                  </a:lnTo>
                  <a:lnTo>
                    <a:pt x="563" y="246"/>
                  </a:lnTo>
                  <a:lnTo>
                    <a:pt x="564" y="245"/>
                  </a:lnTo>
                  <a:lnTo>
                    <a:pt x="565" y="245"/>
                  </a:lnTo>
                  <a:lnTo>
                    <a:pt x="567" y="245"/>
                  </a:lnTo>
                  <a:lnTo>
                    <a:pt x="567" y="243"/>
                  </a:lnTo>
                  <a:lnTo>
                    <a:pt x="568" y="243"/>
                  </a:lnTo>
                  <a:lnTo>
                    <a:pt x="569" y="242"/>
                  </a:lnTo>
                  <a:lnTo>
                    <a:pt x="571" y="242"/>
                  </a:lnTo>
                  <a:lnTo>
                    <a:pt x="572" y="241"/>
                  </a:lnTo>
                  <a:lnTo>
                    <a:pt x="573" y="239"/>
                  </a:lnTo>
                  <a:lnTo>
                    <a:pt x="575" y="239"/>
                  </a:lnTo>
                  <a:lnTo>
                    <a:pt x="575" y="238"/>
                  </a:lnTo>
                  <a:lnTo>
                    <a:pt x="576" y="238"/>
                  </a:lnTo>
                  <a:lnTo>
                    <a:pt x="577" y="237"/>
                  </a:lnTo>
                  <a:lnTo>
                    <a:pt x="579" y="237"/>
                  </a:lnTo>
                  <a:lnTo>
                    <a:pt x="580" y="235"/>
                  </a:lnTo>
                  <a:lnTo>
                    <a:pt x="581" y="235"/>
                  </a:lnTo>
                  <a:lnTo>
                    <a:pt x="581" y="234"/>
                  </a:lnTo>
                  <a:lnTo>
                    <a:pt x="583" y="234"/>
                  </a:lnTo>
                  <a:lnTo>
                    <a:pt x="585" y="233"/>
                  </a:lnTo>
                  <a:lnTo>
                    <a:pt x="587" y="231"/>
                  </a:lnTo>
                  <a:lnTo>
                    <a:pt x="588" y="230"/>
                  </a:lnTo>
                  <a:lnTo>
                    <a:pt x="589" y="230"/>
                  </a:lnTo>
                  <a:lnTo>
                    <a:pt x="591" y="229"/>
                  </a:lnTo>
                  <a:lnTo>
                    <a:pt x="592" y="227"/>
                  </a:lnTo>
                  <a:lnTo>
                    <a:pt x="593" y="227"/>
                  </a:lnTo>
                  <a:lnTo>
                    <a:pt x="593" y="226"/>
                  </a:lnTo>
                  <a:lnTo>
                    <a:pt x="595" y="226"/>
                  </a:lnTo>
                  <a:lnTo>
                    <a:pt x="596" y="225"/>
                  </a:lnTo>
                  <a:lnTo>
                    <a:pt x="597" y="225"/>
                  </a:lnTo>
                  <a:lnTo>
                    <a:pt x="597" y="223"/>
                  </a:lnTo>
                  <a:lnTo>
                    <a:pt x="599" y="223"/>
                  </a:lnTo>
                  <a:lnTo>
                    <a:pt x="600" y="223"/>
                  </a:lnTo>
                  <a:lnTo>
                    <a:pt x="600" y="222"/>
                  </a:lnTo>
                  <a:lnTo>
                    <a:pt x="601" y="222"/>
                  </a:lnTo>
                  <a:lnTo>
                    <a:pt x="603" y="221"/>
                  </a:lnTo>
                  <a:lnTo>
                    <a:pt x="604" y="221"/>
                  </a:lnTo>
                  <a:lnTo>
                    <a:pt x="604" y="219"/>
                  </a:lnTo>
                  <a:lnTo>
                    <a:pt x="605" y="219"/>
                  </a:lnTo>
                  <a:lnTo>
                    <a:pt x="605" y="218"/>
                  </a:lnTo>
                  <a:lnTo>
                    <a:pt x="607" y="218"/>
                  </a:lnTo>
                  <a:lnTo>
                    <a:pt x="608" y="217"/>
                  </a:lnTo>
                  <a:lnTo>
                    <a:pt x="609" y="215"/>
                  </a:lnTo>
                  <a:lnTo>
                    <a:pt x="611" y="214"/>
                  </a:lnTo>
                  <a:lnTo>
                    <a:pt x="612" y="214"/>
                  </a:lnTo>
                  <a:lnTo>
                    <a:pt x="612" y="213"/>
                  </a:lnTo>
                  <a:lnTo>
                    <a:pt x="613" y="213"/>
                  </a:lnTo>
                  <a:lnTo>
                    <a:pt x="615" y="211"/>
                  </a:lnTo>
                  <a:lnTo>
                    <a:pt x="616" y="210"/>
                  </a:lnTo>
                  <a:lnTo>
                    <a:pt x="617" y="209"/>
                  </a:lnTo>
                  <a:lnTo>
                    <a:pt x="619" y="209"/>
                  </a:lnTo>
                  <a:lnTo>
                    <a:pt x="619" y="207"/>
                  </a:lnTo>
                  <a:lnTo>
                    <a:pt x="620" y="207"/>
                  </a:lnTo>
                  <a:lnTo>
                    <a:pt x="621" y="206"/>
                  </a:lnTo>
                  <a:lnTo>
                    <a:pt x="622" y="206"/>
                  </a:lnTo>
                  <a:lnTo>
                    <a:pt x="622" y="205"/>
                  </a:lnTo>
                  <a:lnTo>
                    <a:pt x="624" y="205"/>
                  </a:lnTo>
                  <a:lnTo>
                    <a:pt x="625" y="203"/>
                  </a:lnTo>
                  <a:lnTo>
                    <a:pt x="626" y="202"/>
                  </a:lnTo>
                  <a:lnTo>
                    <a:pt x="628" y="202"/>
                  </a:lnTo>
                  <a:lnTo>
                    <a:pt x="628" y="201"/>
                  </a:lnTo>
                  <a:lnTo>
                    <a:pt x="629" y="201"/>
                  </a:lnTo>
                  <a:lnTo>
                    <a:pt x="630" y="199"/>
                  </a:lnTo>
                  <a:lnTo>
                    <a:pt x="632" y="199"/>
                  </a:lnTo>
                  <a:lnTo>
                    <a:pt x="632" y="198"/>
                  </a:lnTo>
                  <a:lnTo>
                    <a:pt x="633" y="198"/>
                  </a:lnTo>
                  <a:lnTo>
                    <a:pt x="634" y="197"/>
                  </a:lnTo>
                  <a:lnTo>
                    <a:pt x="636" y="195"/>
                  </a:lnTo>
                  <a:lnTo>
                    <a:pt x="637" y="195"/>
                  </a:lnTo>
                  <a:lnTo>
                    <a:pt x="638" y="194"/>
                  </a:lnTo>
                  <a:lnTo>
                    <a:pt x="640" y="193"/>
                  </a:lnTo>
                  <a:lnTo>
                    <a:pt x="641" y="193"/>
                  </a:lnTo>
                  <a:lnTo>
                    <a:pt x="641" y="191"/>
                  </a:lnTo>
                  <a:lnTo>
                    <a:pt x="642" y="191"/>
                  </a:lnTo>
                  <a:lnTo>
                    <a:pt x="644" y="190"/>
                  </a:lnTo>
                  <a:lnTo>
                    <a:pt x="645" y="190"/>
                  </a:lnTo>
                  <a:lnTo>
                    <a:pt x="645" y="189"/>
                  </a:lnTo>
                  <a:lnTo>
                    <a:pt x="646" y="189"/>
                  </a:lnTo>
                  <a:lnTo>
                    <a:pt x="648" y="188"/>
                  </a:lnTo>
                  <a:lnTo>
                    <a:pt x="649" y="186"/>
                  </a:lnTo>
                  <a:lnTo>
                    <a:pt x="650" y="186"/>
                  </a:lnTo>
                  <a:lnTo>
                    <a:pt x="650" y="185"/>
                  </a:lnTo>
                  <a:lnTo>
                    <a:pt x="652" y="185"/>
                  </a:lnTo>
                  <a:lnTo>
                    <a:pt x="652" y="184"/>
                  </a:lnTo>
                  <a:lnTo>
                    <a:pt x="653" y="184"/>
                  </a:lnTo>
                  <a:lnTo>
                    <a:pt x="654" y="182"/>
                  </a:lnTo>
                  <a:lnTo>
                    <a:pt x="656" y="181"/>
                  </a:lnTo>
                  <a:lnTo>
                    <a:pt x="657" y="180"/>
                  </a:lnTo>
                  <a:lnTo>
                    <a:pt x="657" y="178"/>
                  </a:lnTo>
                  <a:lnTo>
                    <a:pt x="658" y="178"/>
                  </a:lnTo>
                  <a:lnTo>
                    <a:pt x="660" y="177"/>
                  </a:lnTo>
                  <a:lnTo>
                    <a:pt x="661" y="176"/>
                  </a:lnTo>
                  <a:lnTo>
                    <a:pt x="662" y="174"/>
                  </a:lnTo>
                  <a:lnTo>
                    <a:pt x="664" y="173"/>
                  </a:lnTo>
                  <a:lnTo>
                    <a:pt x="664" y="172"/>
                  </a:lnTo>
                  <a:lnTo>
                    <a:pt x="665" y="170"/>
                  </a:lnTo>
                  <a:lnTo>
                    <a:pt x="666" y="169"/>
                  </a:lnTo>
                  <a:lnTo>
                    <a:pt x="668" y="168"/>
                  </a:lnTo>
                  <a:lnTo>
                    <a:pt x="669" y="166"/>
                  </a:lnTo>
                  <a:lnTo>
                    <a:pt x="670" y="165"/>
                  </a:lnTo>
                  <a:lnTo>
                    <a:pt x="672" y="165"/>
                  </a:lnTo>
                  <a:lnTo>
                    <a:pt x="673" y="164"/>
                  </a:lnTo>
                  <a:lnTo>
                    <a:pt x="673" y="162"/>
                  </a:lnTo>
                  <a:lnTo>
                    <a:pt x="674" y="161"/>
                  </a:lnTo>
                  <a:lnTo>
                    <a:pt x="676" y="161"/>
                  </a:lnTo>
                  <a:lnTo>
                    <a:pt x="676" y="160"/>
                  </a:lnTo>
                  <a:lnTo>
                    <a:pt x="677" y="158"/>
                  </a:lnTo>
                  <a:lnTo>
                    <a:pt x="678" y="157"/>
                  </a:lnTo>
                  <a:lnTo>
                    <a:pt x="680" y="156"/>
                  </a:lnTo>
                  <a:lnTo>
                    <a:pt x="681" y="154"/>
                  </a:lnTo>
                  <a:lnTo>
                    <a:pt x="682" y="153"/>
                  </a:lnTo>
                  <a:lnTo>
                    <a:pt x="682" y="152"/>
                  </a:lnTo>
                  <a:lnTo>
                    <a:pt x="684" y="152"/>
                  </a:lnTo>
                  <a:lnTo>
                    <a:pt x="684" y="150"/>
                  </a:lnTo>
                  <a:lnTo>
                    <a:pt x="685" y="149"/>
                  </a:lnTo>
                  <a:lnTo>
                    <a:pt x="686" y="149"/>
                  </a:lnTo>
                  <a:lnTo>
                    <a:pt x="686" y="148"/>
                  </a:lnTo>
                  <a:lnTo>
                    <a:pt x="688" y="146"/>
                  </a:lnTo>
                  <a:lnTo>
                    <a:pt x="689" y="145"/>
                  </a:lnTo>
                  <a:lnTo>
                    <a:pt x="689" y="144"/>
                  </a:lnTo>
                  <a:lnTo>
                    <a:pt x="690" y="142"/>
                  </a:lnTo>
                  <a:lnTo>
                    <a:pt x="692" y="141"/>
                  </a:lnTo>
                  <a:lnTo>
                    <a:pt x="693" y="140"/>
                  </a:lnTo>
                  <a:lnTo>
                    <a:pt x="694" y="138"/>
                  </a:lnTo>
                  <a:lnTo>
                    <a:pt x="695" y="136"/>
                  </a:lnTo>
                  <a:lnTo>
                    <a:pt x="697" y="134"/>
                  </a:lnTo>
                  <a:lnTo>
                    <a:pt x="698" y="133"/>
                  </a:lnTo>
                  <a:lnTo>
                    <a:pt x="701" y="130"/>
                  </a:lnTo>
                  <a:lnTo>
                    <a:pt x="702" y="129"/>
                  </a:lnTo>
                  <a:lnTo>
                    <a:pt x="702" y="128"/>
                  </a:lnTo>
                  <a:lnTo>
                    <a:pt x="703" y="126"/>
                  </a:lnTo>
                  <a:lnTo>
                    <a:pt x="705" y="125"/>
                  </a:lnTo>
                  <a:lnTo>
                    <a:pt x="706" y="124"/>
                  </a:lnTo>
                  <a:lnTo>
                    <a:pt x="707" y="122"/>
                  </a:lnTo>
                  <a:lnTo>
                    <a:pt x="707" y="121"/>
                  </a:lnTo>
                  <a:lnTo>
                    <a:pt x="709" y="120"/>
                  </a:lnTo>
                  <a:lnTo>
                    <a:pt x="710" y="120"/>
                  </a:lnTo>
                  <a:lnTo>
                    <a:pt x="710" y="118"/>
                  </a:lnTo>
                  <a:lnTo>
                    <a:pt x="711" y="117"/>
                  </a:lnTo>
                  <a:lnTo>
                    <a:pt x="713" y="116"/>
                  </a:lnTo>
                  <a:lnTo>
                    <a:pt x="714" y="114"/>
                  </a:lnTo>
                  <a:lnTo>
                    <a:pt x="714" y="113"/>
                  </a:lnTo>
                  <a:lnTo>
                    <a:pt x="715" y="112"/>
                  </a:lnTo>
                  <a:lnTo>
                    <a:pt x="717" y="111"/>
                  </a:lnTo>
                  <a:lnTo>
                    <a:pt x="718" y="109"/>
                  </a:lnTo>
                  <a:lnTo>
                    <a:pt x="719" y="108"/>
                  </a:lnTo>
                  <a:lnTo>
                    <a:pt x="719" y="107"/>
                  </a:lnTo>
                  <a:lnTo>
                    <a:pt x="721" y="105"/>
                  </a:lnTo>
                  <a:lnTo>
                    <a:pt x="722" y="104"/>
                  </a:lnTo>
                  <a:lnTo>
                    <a:pt x="722" y="103"/>
                  </a:lnTo>
                  <a:lnTo>
                    <a:pt x="723" y="101"/>
                  </a:lnTo>
                  <a:lnTo>
                    <a:pt x="725" y="99"/>
                  </a:lnTo>
                  <a:lnTo>
                    <a:pt x="726" y="97"/>
                  </a:lnTo>
                  <a:lnTo>
                    <a:pt x="727" y="96"/>
                  </a:lnTo>
                  <a:lnTo>
                    <a:pt x="729" y="93"/>
                  </a:lnTo>
                  <a:lnTo>
                    <a:pt x="730" y="91"/>
                  </a:lnTo>
                  <a:lnTo>
                    <a:pt x="731" y="89"/>
                  </a:lnTo>
                  <a:lnTo>
                    <a:pt x="734" y="87"/>
                  </a:lnTo>
                  <a:lnTo>
                    <a:pt x="735" y="85"/>
                  </a:lnTo>
                  <a:lnTo>
                    <a:pt x="735" y="84"/>
                  </a:lnTo>
                  <a:lnTo>
                    <a:pt x="737" y="81"/>
                  </a:lnTo>
                  <a:lnTo>
                    <a:pt x="738" y="80"/>
                  </a:lnTo>
                  <a:lnTo>
                    <a:pt x="739" y="79"/>
                  </a:lnTo>
                  <a:lnTo>
                    <a:pt x="741" y="77"/>
                  </a:lnTo>
                  <a:lnTo>
                    <a:pt x="742" y="76"/>
                  </a:lnTo>
                  <a:lnTo>
                    <a:pt x="742" y="75"/>
                  </a:lnTo>
                  <a:lnTo>
                    <a:pt x="743" y="73"/>
                  </a:lnTo>
                  <a:lnTo>
                    <a:pt x="745" y="72"/>
                  </a:lnTo>
                  <a:lnTo>
                    <a:pt x="746" y="71"/>
                  </a:lnTo>
                  <a:lnTo>
                    <a:pt x="746" y="69"/>
                  </a:lnTo>
                  <a:lnTo>
                    <a:pt x="747" y="68"/>
                  </a:lnTo>
                  <a:lnTo>
                    <a:pt x="749" y="67"/>
                  </a:lnTo>
                  <a:lnTo>
                    <a:pt x="749" y="65"/>
                  </a:lnTo>
                  <a:lnTo>
                    <a:pt x="750" y="64"/>
                  </a:lnTo>
                  <a:lnTo>
                    <a:pt x="751" y="63"/>
                  </a:lnTo>
                  <a:lnTo>
                    <a:pt x="753" y="61"/>
                  </a:lnTo>
                  <a:lnTo>
                    <a:pt x="754" y="60"/>
                  </a:lnTo>
                  <a:lnTo>
                    <a:pt x="754" y="59"/>
                  </a:lnTo>
                  <a:lnTo>
                    <a:pt x="755" y="57"/>
                  </a:lnTo>
                  <a:lnTo>
                    <a:pt x="757" y="55"/>
                  </a:lnTo>
                  <a:lnTo>
                    <a:pt x="758" y="53"/>
                  </a:lnTo>
                  <a:lnTo>
                    <a:pt x="759" y="52"/>
                  </a:lnTo>
                  <a:lnTo>
                    <a:pt x="761" y="51"/>
                  </a:lnTo>
                  <a:lnTo>
                    <a:pt x="762" y="48"/>
                  </a:lnTo>
                  <a:lnTo>
                    <a:pt x="763" y="47"/>
                  </a:lnTo>
                  <a:lnTo>
                    <a:pt x="765" y="44"/>
                  </a:lnTo>
                  <a:lnTo>
                    <a:pt x="766" y="41"/>
                  </a:lnTo>
                  <a:lnTo>
                    <a:pt x="767" y="40"/>
                  </a:lnTo>
                  <a:lnTo>
                    <a:pt x="769" y="38"/>
                  </a:lnTo>
                  <a:lnTo>
                    <a:pt x="770" y="36"/>
                  </a:lnTo>
                  <a:lnTo>
                    <a:pt x="771" y="35"/>
                  </a:lnTo>
                  <a:lnTo>
                    <a:pt x="772" y="32"/>
                  </a:lnTo>
                  <a:lnTo>
                    <a:pt x="774" y="31"/>
                  </a:lnTo>
                  <a:lnTo>
                    <a:pt x="775" y="30"/>
                  </a:lnTo>
                  <a:lnTo>
                    <a:pt x="775" y="28"/>
                  </a:lnTo>
                  <a:lnTo>
                    <a:pt x="776" y="27"/>
                  </a:lnTo>
                  <a:lnTo>
                    <a:pt x="778" y="26"/>
                  </a:lnTo>
                  <a:lnTo>
                    <a:pt x="778" y="24"/>
                  </a:lnTo>
                  <a:lnTo>
                    <a:pt x="779" y="24"/>
                  </a:lnTo>
                  <a:lnTo>
                    <a:pt x="780" y="23"/>
                  </a:lnTo>
                  <a:lnTo>
                    <a:pt x="780" y="22"/>
                  </a:lnTo>
                  <a:lnTo>
                    <a:pt x="782" y="20"/>
                  </a:lnTo>
                  <a:lnTo>
                    <a:pt x="783" y="19"/>
                  </a:lnTo>
                  <a:lnTo>
                    <a:pt x="783" y="18"/>
                  </a:lnTo>
                  <a:lnTo>
                    <a:pt x="784" y="16"/>
                  </a:lnTo>
                  <a:lnTo>
                    <a:pt x="784" y="15"/>
                  </a:lnTo>
                  <a:lnTo>
                    <a:pt x="786" y="15"/>
                  </a:lnTo>
                  <a:lnTo>
                    <a:pt x="786" y="14"/>
                  </a:lnTo>
                  <a:lnTo>
                    <a:pt x="787" y="12"/>
                  </a:lnTo>
                  <a:lnTo>
                    <a:pt x="787" y="11"/>
                  </a:lnTo>
                  <a:lnTo>
                    <a:pt x="788" y="10"/>
                  </a:lnTo>
                  <a:lnTo>
                    <a:pt x="788" y="8"/>
                  </a:lnTo>
                  <a:lnTo>
                    <a:pt x="790" y="7"/>
                  </a:lnTo>
                  <a:lnTo>
                    <a:pt x="791" y="6"/>
                  </a:lnTo>
                  <a:lnTo>
                    <a:pt x="791" y="4"/>
                  </a:lnTo>
                  <a:lnTo>
                    <a:pt x="792" y="2"/>
                  </a:lnTo>
                  <a:lnTo>
                    <a:pt x="79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88">
              <a:extLst>
                <a:ext uri="{FF2B5EF4-FFF2-40B4-BE49-F238E27FC236}">
                  <a16:creationId xmlns:a16="http://schemas.microsoft.com/office/drawing/2014/main" id="{982671BB-6D5C-4B88-B17E-8248CAFD5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565" y="2975890"/>
              <a:ext cx="74613" cy="252412"/>
            </a:xfrm>
            <a:custGeom>
              <a:avLst/>
              <a:gdLst>
                <a:gd name="T0" fmla="*/ 2147483646 w 94"/>
                <a:gd name="T1" fmla="*/ 2147483646 h 317"/>
                <a:gd name="T2" fmla="*/ 2147483646 w 94"/>
                <a:gd name="T3" fmla="*/ 2147483646 h 317"/>
                <a:gd name="T4" fmla="*/ 2147483646 w 94"/>
                <a:gd name="T5" fmla="*/ 2147483646 h 317"/>
                <a:gd name="T6" fmla="*/ 2147483646 w 94"/>
                <a:gd name="T7" fmla="*/ 2147483646 h 317"/>
                <a:gd name="T8" fmla="*/ 2147483646 w 94"/>
                <a:gd name="T9" fmla="*/ 2147483646 h 317"/>
                <a:gd name="T10" fmla="*/ 2147483646 w 94"/>
                <a:gd name="T11" fmla="*/ 2147483646 h 317"/>
                <a:gd name="T12" fmla="*/ 2147483646 w 94"/>
                <a:gd name="T13" fmla="*/ 2147483646 h 317"/>
                <a:gd name="T14" fmla="*/ 2147483646 w 94"/>
                <a:gd name="T15" fmla="*/ 2147483646 h 317"/>
                <a:gd name="T16" fmla="*/ 2147483646 w 94"/>
                <a:gd name="T17" fmla="*/ 2147483646 h 317"/>
                <a:gd name="T18" fmla="*/ 2147483646 w 94"/>
                <a:gd name="T19" fmla="*/ 2147483646 h 317"/>
                <a:gd name="T20" fmla="*/ 2147483646 w 94"/>
                <a:gd name="T21" fmla="*/ 2147483646 h 317"/>
                <a:gd name="T22" fmla="*/ 2147483646 w 94"/>
                <a:gd name="T23" fmla="*/ 2147483646 h 317"/>
                <a:gd name="T24" fmla="*/ 2147483646 w 94"/>
                <a:gd name="T25" fmla="*/ 2147483646 h 317"/>
                <a:gd name="T26" fmla="*/ 2147483646 w 94"/>
                <a:gd name="T27" fmla="*/ 2147483646 h 317"/>
                <a:gd name="T28" fmla="*/ 2147483646 w 94"/>
                <a:gd name="T29" fmla="*/ 2147483646 h 317"/>
                <a:gd name="T30" fmla="*/ 2147483646 w 94"/>
                <a:gd name="T31" fmla="*/ 2147483646 h 317"/>
                <a:gd name="T32" fmla="*/ 2147483646 w 94"/>
                <a:gd name="T33" fmla="*/ 2147483646 h 317"/>
                <a:gd name="T34" fmla="*/ 2147483646 w 94"/>
                <a:gd name="T35" fmla="*/ 2147483646 h 317"/>
                <a:gd name="T36" fmla="*/ 2147483646 w 94"/>
                <a:gd name="T37" fmla="*/ 2147483646 h 317"/>
                <a:gd name="T38" fmla="*/ 2147483646 w 94"/>
                <a:gd name="T39" fmla="*/ 2147483646 h 317"/>
                <a:gd name="T40" fmla="*/ 2147483646 w 94"/>
                <a:gd name="T41" fmla="*/ 2147483646 h 317"/>
                <a:gd name="T42" fmla="*/ 2147483646 w 94"/>
                <a:gd name="T43" fmla="*/ 2147483646 h 317"/>
                <a:gd name="T44" fmla="*/ 2147483646 w 94"/>
                <a:gd name="T45" fmla="*/ 2147483646 h 317"/>
                <a:gd name="T46" fmla="*/ 2147483646 w 94"/>
                <a:gd name="T47" fmla="*/ 2147483646 h 317"/>
                <a:gd name="T48" fmla="*/ 2147483646 w 94"/>
                <a:gd name="T49" fmla="*/ 2147483646 h 317"/>
                <a:gd name="T50" fmla="*/ 2147483646 w 94"/>
                <a:gd name="T51" fmla="*/ 2147483646 h 317"/>
                <a:gd name="T52" fmla="*/ 2147483646 w 94"/>
                <a:gd name="T53" fmla="*/ 2147483646 h 317"/>
                <a:gd name="T54" fmla="*/ 2147483646 w 94"/>
                <a:gd name="T55" fmla="*/ 2147483646 h 317"/>
                <a:gd name="T56" fmla="*/ 2147483646 w 94"/>
                <a:gd name="T57" fmla="*/ 2147483646 h 317"/>
                <a:gd name="T58" fmla="*/ 2147483646 w 94"/>
                <a:gd name="T59" fmla="*/ 2147483646 h 317"/>
                <a:gd name="T60" fmla="*/ 2147483646 w 94"/>
                <a:gd name="T61" fmla="*/ 2147483646 h 317"/>
                <a:gd name="T62" fmla="*/ 2147483646 w 94"/>
                <a:gd name="T63" fmla="*/ 2147483646 h 317"/>
                <a:gd name="T64" fmla="*/ 2147483646 w 94"/>
                <a:gd name="T65" fmla="*/ 2147483646 h 317"/>
                <a:gd name="T66" fmla="*/ 2147483646 w 94"/>
                <a:gd name="T67" fmla="*/ 2147483646 h 317"/>
                <a:gd name="T68" fmla="*/ 2147483646 w 94"/>
                <a:gd name="T69" fmla="*/ 2147483646 h 317"/>
                <a:gd name="T70" fmla="*/ 2147483646 w 94"/>
                <a:gd name="T71" fmla="*/ 2147483646 h 317"/>
                <a:gd name="T72" fmla="*/ 2147483646 w 94"/>
                <a:gd name="T73" fmla="*/ 2147483646 h 317"/>
                <a:gd name="T74" fmla="*/ 2147483646 w 94"/>
                <a:gd name="T75" fmla="*/ 2147483646 h 317"/>
                <a:gd name="T76" fmla="*/ 2147483646 w 94"/>
                <a:gd name="T77" fmla="*/ 2147483646 h 317"/>
                <a:gd name="T78" fmla="*/ 2147483646 w 94"/>
                <a:gd name="T79" fmla="*/ 2147483646 h 317"/>
                <a:gd name="T80" fmla="*/ 2147483646 w 94"/>
                <a:gd name="T81" fmla="*/ 2147483646 h 317"/>
                <a:gd name="T82" fmla="*/ 2147483646 w 94"/>
                <a:gd name="T83" fmla="*/ 2147483646 h 317"/>
                <a:gd name="T84" fmla="*/ 2147483646 w 94"/>
                <a:gd name="T85" fmla="*/ 2147483646 h 317"/>
                <a:gd name="T86" fmla="*/ 2147483646 w 94"/>
                <a:gd name="T87" fmla="*/ 2147483646 h 317"/>
                <a:gd name="T88" fmla="*/ 2147483646 w 94"/>
                <a:gd name="T89" fmla="*/ 2147483646 h 317"/>
                <a:gd name="T90" fmla="*/ 2147483646 w 94"/>
                <a:gd name="T91" fmla="*/ 2147483646 h 317"/>
                <a:gd name="T92" fmla="*/ 2147483646 w 94"/>
                <a:gd name="T93" fmla="*/ 2147483646 h 317"/>
                <a:gd name="T94" fmla="*/ 2147483646 w 94"/>
                <a:gd name="T95" fmla="*/ 2147483646 h 317"/>
                <a:gd name="T96" fmla="*/ 2147483646 w 94"/>
                <a:gd name="T97" fmla="*/ 2147483646 h 317"/>
                <a:gd name="T98" fmla="*/ 2147483646 w 94"/>
                <a:gd name="T99" fmla="*/ 2147483646 h 317"/>
                <a:gd name="T100" fmla="*/ 2147483646 w 94"/>
                <a:gd name="T101" fmla="*/ 2147483646 h 317"/>
                <a:gd name="T102" fmla="*/ 2147483646 w 94"/>
                <a:gd name="T103" fmla="*/ 2147483646 h 317"/>
                <a:gd name="T104" fmla="*/ 2147483646 w 94"/>
                <a:gd name="T105" fmla="*/ 2147483646 h 317"/>
                <a:gd name="T106" fmla="*/ 2147483646 w 94"/>
                <a:gd name="T107" fmla="*/ 2147483646 h 317"/>
                <a:gd name="T108" fmla="*/ 2147483646 w 94"/>
                <a:gd name="T109" fmla="*/ 2147483646 h 317"/>
                <a:gd name="T110" fmla="*/ 2147483646 w 94"/>
                <a:gd name="T111" fmla="*/ 2147483646 h 317"/>
                <a:gd name="T112" fmla="*/ 2147483646 w 94"/>
                <a:gd name="T113" fmla="*/ 2147483646 h 31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7">
                  <a:moveTo>
                    <a:pt x="0" y="0"/>
                  </a:moveTo>
                  <a:lnTo>
                    <a:pt x="3" y="4"/>
                  </a:lnTo>
                  <a:lnTo>
                    <a:pt x="4" y="7"/>
                  </a:lnTo>
                  <a:lnTo>
                    <a:pt x="5" y="9"/>
                  </a:lnTo>
                  <a:lnTo>
                    <a:pt x="7" y="13"/>
                  </a:lnTo>
                  <a:lnTo>
                    <a:pt x="9" y="16"/>
                  </a:lnTo>
                  <a:lnTo>
                    <a:pt x="11" y="19"/>
                  </a:lnTo>
                  <a:lnTo>
                    <a:pt x="12" y="20"/>
                  </a:lnTo>
                  <a:lnTo>
                    <a:pt x="13" y="23"/>
                  </a:lnTo>
                  <a:lnTo>
                    <a:pt x="13" y="25"/>
                  </a:lnTo>
                  <a:lnTo>
                    <a:pt x="15" y="27"/>
                  </a:lnTo>
                  <a:lnTo>
                    <a:pt x="16" y="28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9" y="33"/>
                  </a:lnTo>
                  <a:lnTo>
                    <a:pt x="20" y="35"/>
                  </a:lnTo>
                  <a:lnTo>
                    <a:pt x="20" y="36"/>
                  </a:lnTo>
                  <a:lnTo>
                    <a:pt x="21" y="37"/>
                  </a:lnTo>
                  <a:lnTo>
                    <a:pt x="21" y="39"/>
                  </a:lnTo>
                  <a:lnTo>
                    <a:pt x="23" y="40"/>
                  </a:lnTo>
                  <a:lnTo>
                    <a:pt x="23" y="41"/>
                  </a:lnTo>
                  <a:lnTo>
                    <a:pt x="23" y="43"/>
                  </a:lnTo>
                  <a:lnTo>
                    <a:pt x="24" y="44"/>
                  </a:lnTo>
                  <a:lnTo>
                    <a:pt x="24" y="45"/>
                  </a:lnTo>
                  <a:lnTo>
                    <a:pt x="25" y="47"/>
                  </a:lnTo>
                  <a:lnTo>
                    <a:pt x="25" y="48"/>
                  </a:lnTo>
                  <a:lnTo>
                    <a:pt x="27" y="49"/>
                  </a:lnTo>
                  <a:lnTo>
                    <a:pt x="27" y="51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5"/>
                  </a:lnTo>
                  <a:lnTo>
                    <a:pt x="29" y="57"/>
                  </a:lnTo>
                  <a:lnTo>
                    <a:pt x="31" y="58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2" y="64"/>
                  </a:lnTo>
                  <a:lnTo>
                    <a:pt x="33" y="65"/>
                  </a:lnTo>
                  <a:lnTo>
                    <a:pt x="33" y="66"/>
                  </a:lnTo>
                  <a:lnTo>
                    <a:pt x="35" y="68"/>
                  </a:lnTo>
                  <a:lnTo>
                    <a:pt x="35" y="69"/>
                  </a:lnTo>
                  <a:lnTo>
                    <a:pt x="35" y="70"/>
                  </a:lnTo>
                  <a:lnTo>
                    <a:pt x="36" y="72"/>
                  </a:lnTo>
                  <a:lnTo>
                    <a:pt x="36" y="73"/>
                  </a:lnTo>
                  <a:lnTo>
                    <a:pt x="37" y="74"/>
                  </a:lnTo>
                  <a:lnTo>
                    <a:pt x="37" y="76"/>
                  </a:lnTo>
                  <a:lnTo>
                    <a:pt x="37" y="77"/>
                  </a:lnTo>
                  <a:lnTo>
                    <a:pt x="39" y="78"/>
                  </a:lnTo>
                  <a:lnTo>
                    <a:pt x="39" y="80"/>
                  </a:lnTo>
                  <a:lnTo>
                    <a:pt x="40" y="81"/>
                  </a:lnTo>
                  <a:lnTo>
                    <a:pt x="40" y="82"/>
                  </a:lnTo>
                  <a:lnTo>
                    <a:pt x="41" y="84"/>
                  </a:lnTo>
                  <a:lnTo>
                    <a:pt x="41" y="85"/>
                  </a:lnTo>
                  <a:lnTo>
                    <a:pt x="41" y="86"/>
                  </a:lnTo>
                  <a:lnTo>
                    <a:pt x="42" y="88"/>
                  </a:lnTo>
                  <a:lnTo>
                    <a:pt x="42" y="89"/>
                  </a:lnTo>
                  <a:lnTo>
                    <a:pt x="42" y="90"/>
                  </a:lnTo>
                  <a:lnTo>
                    <a:pt x="44" y="93"/>
                  </a:lnTo>
                  <a:lnTo>
                    <a:pt x="44" y="94"/>
                  </a:lnTo>
                  <a:lnTo>
                    <a:pt x="45" y="96"/>
                  </a:lnTo>
                  <a:lnTo>
                    <a:pt x="45" y="98"/>
                  </a:lnTo>
                  <a:lnTo>
                    <a:pt x="46" y="100"/>
                  </a:lnTo>
                  <a:lnTo>
                    <a:pt x="48" y="102"/>
                  </a:lnTo>
                  <a:lnTo>
                    <a:pt x="48" y="105"/>
                  </a:lnTo>
                  <a:lnTo>
                    <a:pt x="49" y="106"/>
                  </a:lnTo>
                  <a:lnTo>
                    <a:pt x="49" y="109"/>
                  </a:lnTo>
                  <a:lnTo>
                    <a:pt x="50" y="110"/>
                  </a:lnTo>
                  <a:lnTo>
                    <a:pt x="52" y="112"/>
                  </a:lnTo>
                  <a:lnTo>
                    <a:pt x="52" y="113"/>
                  </a:lnTo>
                  <a:lnTo>
                    <a:pt x="52" y="116"/>
                  </a:lnTo>
                  <a:lnTo>
                    <a:pt x="53" y="117"/>
                  </a:lnTo>
                  <a:lnTo>
                    <a:pt x="53" y="118"/>
                  </a:lnTo>
                  <a:lnTo>
                    <a:pt x="54" y="120"/>
                  </a:lnTo>
                  <a:lnTo>
                    <a:pt x="54" y="121"/>
                  </a:lnTo>
                  <a:lnTo>
                    <a:pt x="54" y="122"/>
                  </a:lnTo>
                  <a:lnTo>
                    <a:pt x="56" y="122"/>
                  </a:lnTo>
                  <a:lnTo>
                    <a:pt x="56" y="124"/>
                  </a:lnTo>
                  <a:lnTo>
                    <a:pt x="56" y="125"/>
                  </a:lnTo>
                  <a:lnTo>
                    <a:pt x="57" y="126"/>
                  </a:lnTo>
                  <a:lnTo>
                    <a:pt x="57" y="128"/>
                  </a:lnTo>
                  <a:lnTo>
                    <a:pt x="57" y="129"/>
                  </a:lnTo>
                  <a:lnTo>
                    <a:pt x="57" y="130"/>
                  </a:lnTo>
                  <a:lnTo>
                    <a:pt x="58" y="131"/>
                  </a:lnTo>
                  <a:lnTo>
                    <a:pt x="58" y="133"/>
                  </a:lnTo>
                  <a:lnTo>
                    <a:pt x="60" y="134"/>
                  </a:lnTo>
                  <a:lnTo>
                    <a:pt x="60" y="135"/>
                  </a:lnTo>
                  <a:lnTo>
                    <a:pt x="60" y="137"/>
                  </a:lnTo>
                  <a:lnTo>
                    <a:pt x="61" y="139"/>
                  </a:lnTo>
                  <a:lnTo>
                    <a:pt x="61" y="141"/>
                  </a:lnTo>
                  <a:lnTo>
                    <a:pt x="61" y="142"/>
                  </a:lnTo>
                  <a:lnTo>
                    <a:pt x="62" y="143"/>
                  </a:lnTo>
                  <a:lnTo>
                    <a:pt x="62" y="146"/>
                  </a:lnTo>
                  <a:lnTo>
                    <a:pt x="64" y="147"/>
                  </a:lnTo>
                  <a:lnTo>
                    <a:pt x="64" y="150"/>
                  </a:lnTo>
                  <a:lnTo>
                    <a:pt x="65" y="153"/>
                  </a:lnTo>
                  <a:lnTo>
                    <a:pt x="65" y="154"/>
                  </a:lnTo>
                  <a:lnTo>
                    <a:pt x="66" y="157"/>
                  </a:lnTo>
                  <a:lnTo>
                    <a:pt x="66" y="158"/>
                  </a:lnTo>
                  <a:lnTo>
                    <a:pt x="68" y="159"/>
                  </a:lnTo>
                  <a:lnTo>
                    <a:pt x="68" y="162"/>
                  </a:lnTo>
                  <a:lnTo>
                    <a:pt x="68" y="163"/>
                  </a:lnTo>
                  <a:lnTo>
                    <a:pt x="69" y="165"/>
                  </a:lnTo>
                  <a:lnTo>
                    <a:pt x="69" y="166"/>
                  </a:lnTo>
                  <a:lnTo>
                    <a:pt x="69" y="167"/>
                  </a:lnTo>
                  <a:lnTo>
                    <a:pt x="70" y="169"/>
                  </a:lnTo>
                  <a:lnTo>
                    <a:pt x="70" y="170"/>
                  </a:lnTo>
                  <a:lnTo>
                    <a:pt x="70" y="171"/>
                  </a:lnTo>
                  <a:lnTo>
                    <a:pt x="70" y="173"/>
                  </a:lnTo>
                  <a:lnTo>
                    <a:pt x="72" y="173"/>
                  </a:lnTo>
                  <a:lnTo>
                    <a:pt x="72" y="174"/>
                  </a:lnTo>
                  <a:lnTo>
                    <a:pt x="72" y="175"/>
                  </a:lnTo>
                  <a:lnTo>
                    <a:pt x="72" y="177"/>
                  </a:lnTo>
                  <a:lnTo>
                    <a:pt x="73" y="178"/>
                  </a:lnTo>
                  <a:lnTo>
                    <a:pt x="73" y="179"/>
                  </a:lnTo>
                  <a:lnTo>
                    <a:pt x="73" y="181"/>
                  </a:lnTo>
                  <a:lnTo>
                    <a:pt x="74" y="182"/>
                  </a:lnTo>
                  <a:lnTo>
                    <a:pt x="74" y="183"/>
                  </a:lnTo>
                  <a:lnTo>
                    <a:pt x="74" y="185"/>
                  </a:lnTo>
                  <a:lnTo>
                    <a:pt x="76" y="186"/>
                  </a:lnTo>
                  <a:lnTo>
                    <a:pt x="76" y="187"/>
                  </a:lnTo>
                  <a:lnTo>
                    <a:pt x="76" y="189"/>
                  </a:lnTo>
                  <a:lnTo>
                    <a:pt x="77" y="190"/>
                  </a:lnTo>
                  <a:lnTo>
                    <a:pt x="77" y="193"/>
                  </a:lnTo>
                  <a:lnTo>
                    <a:pt x="78" y="194"/>
                  </a:lnTo>
                  <a:lnTo>
                    <a:pt x="78" y="197"/>
                  </a:lnTo>
                  <a:lnTo>
                    <a:pt x="78" y="198"/>
                  </a:lnTo>
                  <a:lnTo>
                    <a:pt x="80" y="201"/>
                  </a:lnTo>
                  <a:lnTo>
                    <a:pt x="80" y="203"/>
                  </a:lnTo>
                  <a:lnTo>
                    <a:pt x="81" y="205"/>
                  </a:lnTo>
                  <a:lnTo>
                    <a:pt x="81" y="206"/>
                  </a:lnTo>
                  <a:lnTo>
                    <a:pt x="82" y="208"/>
                  </a:lnTo>
                  <a:lnTo>
                    <a:pt x="82" y="210"/>
                  </a:lnTo>
                  <a:lnTo>
                    <a:pt x="82" y="211"/>
                  </a:lnTo>
                  <a:lnTo>
                    <a:pt x="84" y="212"/>
                  </a:lnTo>
                  <a:lnTo>
                    <a:pt x="84" y="214"/>
                  </a:lnTo>
                  <a:lnTo>
                    <a:pt x="84" y="215"/>
                  </a:lnTo>
                  <a:lnTo>
                    <a:pt x="85" y="216"/>
                  </a:lnTo>
                  <a:lnTo>
                    <a:pt x="85" y="218"/>
                  </a:lnTo>
                  <a:lnTo>
                    <a:pt x="85" y="219"/>
                  </a:lnTo>
                  <a:lnTo>
                    <a:pt x="85" y="220"/>
                  </a:lnTo>
                  <a:lnTo>
                    <a:pt x="86" y="222"/>
                  </a:lnTo>
                  <a:lnTo>
                    <a:pt x="86" y="223"/>
                  </a:lnTo>
                  <a:lnTo>
                    <a:pt x="86" y="224"/>
                  </a:lnTo>
                  <a:lnTo>
                    <a:pt x="86" y="226"/>
                  </a:lnTo>
                  <a:lnTo>
                    <a:pt x="86" y="227"/>
                  </a:lnTo>
                  <a:lnTo>
                    <a:pt x="86" y="228"/>
                  </a:lnTo>
                  <a:lnTo>
                    <a:pt x="86" y="230"/>
                  </a:lnTo>
                  <a:lnTo>
                    <a:pt x="88" y="231"/>
                  </a:lnTo>
                  <a:lnTo>
                    <a:pt x="88" y="232"/>
                  </a:lnTo>
                  <a:lnTo>
                    <a:pt x="88" y="234"/>
                  </a:lnTo>
                  <a:lnTo>
                    <a:pt x="88" y="235"/>
                  </a:lnTo>
                  <a:lnTo>
                    <a:pt x="88" y="236"/>
                  </a:lnTo>
                  <a:lnTo>
                    <a:pt x="88" y="238"/>
                  </a:lnTo>
                  <a:lnTo>
                    <a:pt x="88" y="239"/>
                  </a:lnTo>
                  <a:lnTo>
                    <a:pt x="88" y="242"/>
                  </a:lnTo>
                  <a:lnTo>
                    <a:pt x="88" y="243"/>
                  </a:lnTo>
                  <a:lnTo>
                    <a:pt x="88" y="246"/>
                  </a:lnTo>
                  <a:lnTo>
                    <a:pt x="89" y="247"/>
                  </a:lnTo>
                  <a:lnTo>
                    <a:pt x="89" y="248"/>
                  </a:lnTo>
                  <a:lnTo>
                    <a:pt x="89" y="250"/>
                  </a:lnTo>
                  <a:lnTo>
                    <a:pt x="89" y="251"/>
                  </a:lnTo>
                  <a:lnTo>
                    <a:pt x="89" y="252"/>
                  </a:lnTo>
                  <a:lnTo>
                    <a:pt x="89" y="254"/>
                  </a:lnTo>
                  <a:lnTo>
                    <a:pt x="89" y="255"/>
                  </a:lnTo>
                  <a:lnTo>
                    <a:pt x="89" y="256"/>
                  </a:lnTo>
                  <a:lnTo>
                    <a:pt x="89" y="258"/>
                  </a:lnTo>
                  <a:lnTo>
                    <a:pt x="89" y="259"/>
                  </a:lnTo>
                  <a:lnTo>
                    <a:pt x="89" y="260"/>
                  </a:lnTo>
                  <a:lnTo>
                    <a:pt x="90" y="260"/>
                  </a:lnTo>
                  <a:lnTo>
                    <a:pt x="90" y="262"/>
                  </a:lnTo>
                  <a:lnTo>
                    <a:pt x="90" y="263"/>
                  </a:lnTo>
                  <a:lnTo>
                    <a:pt x="90" y="264"/>
                  </a:lnTo>
                  <a:lnTo>
                    <a:pt x="90" y="266"/>
                  </a:lnTo>
                  <a:lnTo>
                    <a:pt x="90" y="267"/>
                  </a:lnTo>
                  <a:lnTo>
                    <a:pt x="90" y="268"/>
                  </a:lnTo>
                  <a:lnTo>
                    <a:pt x="90" y="270"/>
                  </a:lnTo>
                  <a:lnTo>
                    <a:pt x="92" y="270"/>
                  </a:lnTo>
                  <a:lnTo>
                    <a:pt x="92" y="271"/>
                  </a:lnTo>
                  <a:lnTo>
                    <a:pt x="92" y="272"/>
                  </a:lnTo>
                  <a:lnTo>
                    <a:pt x="92" y="274"/>
                  </a:lnTo>
                  <a:lnTo>
                    <a:pt x="92" y="275"/>
                  </a:lnTo>
                  <a:lnTo>
                    <a:pt x="92" y="276"/>
                  </a:lnTo>
                  <a:lnTo>
                    <a:pt x="93" y="278"/>
                  </a:lnTo>
                  <a:lnTo>
                    <a:pt x="93" y="279"/>
                  </a:lnTo>
                  <a:lnTo>
                    <a:pt x="93" y="280"/>
                  </a:lnTo>
                  <a:lnTo>
                    <a:pt x="93" y="281"/>
                  </a:lnTo>
                  <a:lnTo>
                    <a:pt x="93" y="283"/>
                  </a:lnTo>
                  <a:lnTo>
                    <a:pt x="94" y="284"/>
                  </a:lnTo>
                  <a:lnTo>
                    <a:pt x="94" y="285"/>
                  </a:lnTo>
                  <a:lnTo>
                    <a:pt x="94" y="287"/>
                  </a:lnTo>
                  <a:lnTo>
                    <a:pt x="94" y="288"/>
                  </a:lnTo>
                  <a:lnTo>
                    <a:pt x="94" y="289"/>
                  </a:lnTo>
                  <a:lnTo>
                    <a:pt x="94" y="291"/>
                  </a:lnTo>
                  <a:lnTo>
                    <a:pt x="94" y="292"/>
                  </a:lnTo>
                  <a:lnTo>
                    <a:pt x="94" y="293"/>
                  </a:lnTo>
                  <a:lnTo>
                    <a:pt x="94" y="295"/>
                  </a:lnTo>
                  <a:lnTo>
                    <a:pt x="94" y="296"/>
                  </a:lnTo>
                  <a:lnTo>
                    <a:pt x="94" y="297"/>
                  </a:lnTo>
                  <a:lnTo>
                    <a:pt x="94" y="299"/>
                  </a:lnTo>
                  <a:lnTo>
                    <a:pt x="94" y="300"/>
                  </a:lnTo>
                  <a:lnTo>
                    <a:pt x="94" y="303"/>
                  </a:lnTo>
                  <a:lnTo>
                    <a:pt x="94" y="304"/>
                  </a:lnTo>
                  <a:lnTo>
                    <a:pt x="94" y="305"/>
                  </a:lnTo>
                  <a:lnTo>
                    <a:pt x="93" y="308"/>
                  </a:lnTo>
                  <a:lnTo>
                    <a:pt x="93" y="309"/>
                  </a:lnTo>
                  <a:lnTo>
                    <a:pt x="93" y="312"/>
                  </a:lnTo>
                  <a:lnTo>
                    <a:pt x="93" y="315"/>
                  </a:lnTo>
                  <a:lnTo>
                    <a:pt x="93" y="317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89">
              <a:extLst>
                <a:ext uri="{FF2B5EF4-FFF2-40B4-BE49-F238E27FC236}">
                  <a16:creationId xmlns:a16="http://schemas.microsoft.com/office/drawing/2014/main" id="{73C1C524-0BE1-46EC-A871-AD2C0B3F1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565" y="3225127"/>
              <a:ext cx="74613" cy="252413"/>
            </a:xfrm>
            <a:custGeom>
              <a:avLst/>
              <a:gdLst>
                <a:gd name="T0" fmla="*/ 2147483646 w 94"/>
                <a:gd name="T1" fmla="*/ 2147483646 h 317"/>
                <a:gd name="T2" fmla="*/ 2147483646 w 94"/>
                <a:gd name="T3" fmla="*/ 2147483646 h 317"/>
                <a:gd name="T4" fmla="*/ 2147483646 w 94"/>
                <a:gd name="T5" fmla="*/ 2147483646 h 317"/>
                <a:gd name="T6" fmla="*/ 2147483646 w 94"/>
                <a:gd name="T7" fmla="*/ 2147483646 h 317"/>
                <a:gd name="T8" fmla="*/ 2147483646 w 94"/>
                <a:gd name="T9" fmla="*/ 2147483646 h 317"/>
                <a:gd name="T10" fmla="*/ 2147483646 w 94"/>
                <a:gd name="T11" fmla="*/ 2147483646 h 317"/>
                <a:gd name="T12" fmla="*/ 2147483646 w 94"/>
                <a:gd name="T13" fmla="*/ 2147483646 h 317"/>
                <a:gd name="T14" fmla="*/ 2147483646 w 94"/>
                <a:gd name="T15" fmla="*/ 2147483646 h 317"/>
                <a:gd name="T16" fmla="*/ 2147483646 w 94"/>
                <a:gd name="T17" fmla="*/ 2147483646 h 317"/>
                <a:gd name="T18" fmla="*/ 2147483646 w 94"/>
                <a:gd name="T19" fmla="*/ 2147483646 h 317"/>
                <a:gd name="T20" fmla="*/ 2147483646 w 94"/>
                <a:gd name="T21" fmla="*/ 2147483646 h 317"/>
                <a:gd name="T22" fmla="*/ 2147483646 w 94"/>
                <a:gd name="T23" fmla="*/ 2147483646 h 317"/>
                <a:gd name="T24" fmla="*/ 2147483646 w 94"/>
                <a:gd name="T25" fmla="*/ 2147483646 h 317"/>
                <a:gd name="T26" fmla="*/ 2147483646 w 94"/>
                <a:gd name="T27" fmla="*/ 2147483646 h 317"/>
                <a:gd name="T28" fmla="*/ 2147483646 w 94"/>
                <a:gd name="T29" fmla="*/ 2147483646 h 317"/>
                <a:gd name="T30" fmla="*/ 2147483646 w 94"/>
                <a:gd name="T31" fmla="*/ 2147483646 h 317"/>
                <a:gd name="T32" fmla="*/ 2147483646 w 94"/>
                <a:gd name="T33" fmla="*/ 2147483646 h 317"/>
                <a:gd name="T34" fmla="*/ 2147483646 w 94"/>
                <a:gd name="T35" fmla="*/ 2147483646 h 317"/>
                <a:gd name="T36" fmla="*/ 2147483646 w 94"/>
                <a:gd name="T37" fmla="*/ 2147483646 h 317"/>
                <a:gd name="T38" fmla="*/ 2147483646 w 94"/>
                <a:gd name="T39" fmla="*/ 2147483646 h 317"/>
                <a:gd name="T40" fmla="*/ 2147483646 w 94"/>
                <a:gd name="T41" fmla="*/ 2147483646 h 317"/>
                <a:gd name="T42" fmla="*/ 2147483646 w 94"/>
                <a:gd name="T43" fmla="*/ 2147483646 h 317"/>
                <a:gd name="T44" fmla="*/ 2147483646 w 94"/>
                <a:gd name="T45" fmla="*/ 2147483646 h 317"/>
                <a:gd name="T46" fmla="*/ 2147483646 w 94"/>
                <a:gd name="T47" fmla="*/ 2147483646 h 317"/>
                <a:gd name="T48" fmla="*/ 2147483646 w 94"/>
                <a:gd name="T49" fmla="*/ 2147483646 h 317"/>
                <a:gd name="T50" fmla="*/ 2147483646 w 94"/>
                <a:gd name="T51" fmla="*/ 2147483646 h 317"/>
                <a:gd name="T52" fmla="*/ 2147483646 w 94"/>
                <a:gd name="T53" fmla="*/ 2147483646 h 317"/>
                <a:gd name="T54" fmla="*/ 2147483646 w 94"/>
                <a:gd name="T55" fmla="*/ 2147483646 h 317"/>
                <a:gd name="T56" fmla="*/ 2147483646 w 94"/>
                <a:gd name="T57" fmla="*/ 2147483646 h 317"/>
                <a:gd name="T58" fmla="*/ 2147483646 w 94"/>
                <a:gd name="T59" fmla="*/ 2147483646 h 317"/>
                <a:gd name="T60" fmla="*/ 2147483646 w 94"/>
                <a:gd name="T61" fmla="*/ 2147483646 h 317"/>
                <a:gd name="T62" fmla="*/ 2147483646 w 94"/>
                <a:gd name="T63" fmla="*/ 2147483646 h 317"/>
                <a:gd name="T64" fmla="*/ 2147483646 w 94"/>
                <a:gd name="T65" fmla="*/ 2147483646 h 317"/>
                <a:gd name="T66" fmla="*/ 2147483646 w 94"/>
                <a:gd name="T67" fmla="*/ 2147483646 h 317"/>
                <a:gd name="T68" fmla="*/ 2147483646 w 94"/>
                <a:gd name="T69" fmla="*/ 2147483646 h 317"/>
                <a:gd name="T70" fmla="*/ 2147483646 w 94"/>
                <a:gd name="T71" fmla="*/ 2147483646 h 317"/>
                <a:gd name="T72" fmla="*/ 2147483646 w 94"/>
                <a:gd name="T73" fmla="*/ 2147483646 h 317"/>
                <a:gd name="T74" fmla="*/ 2147483646 w 94"/>
                <a:gd name="T75" fmla="*/ 2147483646 h 317"/>
                <a:gd name="T76" fmla="*/ 2147483646 w 94"/>
                <a:gd name="T77" fmla="*/ 2147483646 h 317"/>
                <a:gd name="T78" fmla="*/ 2147483646 w 94"/>
                <a:gd name="T79" fmla="*/ 2147483646 h 317"/>
                <a:gd name="T80" fmla="*/ 2147483646 w 94"/>
                <a:gd name="T81" fmla="*/ 2147483646 h 317"/>
                <a:gd name="T82" fmla="*/ 2147483646 w 94"/>
                <a:gd name="T83" fmla="*/ 2147483646 h 317"/>
                <a:gd name="T84" fmla="*/ 2147483646 w 94"/>
                <a:gd name="T85" fmla="*/ 2147483646 h 317"/>
                <a:gd name="T86" fmla="*/ 2147483646 w 94"/>
                <a:gd name="T87" fmla="*/ 2147483646 h 317"/>
                <a:gd name="T88" fmla="*/ 2147483646 w 94"/>
                <a:gd name="T89" fmla="*/ 2147483646 h 317"/>
                <a:gd name="T90" fmla="*/ 2147483646 w 94"/>
                <a:gd name="T91" fmla="*/ 2147483646 h 317"/>
                <a:gd name="T92" fmla="*/ 2147483646 w 94"/>
                <a:gd name="T93" fmla="*/ 2147483646 h 317"/>
                <a:gd name="T94" fmla="*/ 2147483646 w 94"/>
                <a:gd name="T95" fmla="*/ 2147483646 h 317"/>
                <a:gd name="T96" fmla="*/ 2147483646 w 94"/>
                <a:gd name="T97" fmla="*/ 2147483646 h 317"/>
                <a:gd name="T98" fmla="*/ 2147483646 w 94"/>
                <a:gd name="T99" fmla="*/ 2147483646 h 317"/>
                <a:gd name="T100" fmla="*/ 2147483646 w 94"/>
                <a:gd name="T101" fmla="*/ 2147483646 h 317"/>
                <a:gd name="T102" fmla="*/ 2147483646 w 94"/>
                <a:gd name="T103" fmla="*/ 2147483646 h 317"/>
                <a:gd name="T104" fmla="*/ 2147483646 w 94"/>
                <a:gd name="T105" fmla="*/ 2147483646 h 317"/>
                <a:gd name="T106" fmla="*/ 2147483646 w 94"/>
                <a:gd name="T107" fmla="*/ 2147483646 h 317"/>
                <a:gd name="T108" fmla="*/ 2147483646 w 94"/>
                <a:gd name="T109" fmla="*/ 2147483646 h 317"/>
                <a:gd name="T110" fmla="*/ 2147483646 w 94"/>
                <a:gd name="T111" fmla="*/ 2147483646 h 317"/>
                <a:gd name="T112" fmla="*/ 2147483646 w 94"/>
                <a:gd name="T113" fmla="*/ 2147483646 h 31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7">
                  <a:moveTo>
                    <a:pt x="0" y="317"/>
                  </a:moveTo>
                  <a:lnTo>
                    <a:pt x="3" y="314"/>
                  </a:lnTo>
                  <a:lnTo>
                    <a:pt x="4" y="310"/>
                  </a:lnTo>
                  <a:lnTo>
                    <a:pt x="5" y="308"/>
                  </a:lnTo>
                  <a:lnTo>
                    <a:pt x="7" y="305"/>
                  </a:lnTo>
                  <a:lnTo>
                    <a:pt x="9" y="302"/>
                  </a:lnTo>
                  <a:lnTo>
                    <a:pt x="11" y="300"/>
                  </a:lnTo>
                  <a:lnTo>
                    <a:pt x="12" y="297"/>
                  </a:lnTo>
                  <a:lnTo>
                    <a:pt x="13" y="294"/>
                  </a:lnTo>
                  <a:lnTo>
                    <a:pt x="13" y="293"/>
                  </a:lnTo>
                  <a:lnTo>
                    <a:pt x="15" y="290"/>
                  </a:lnTo>
                  <a:lnTo>
                    <a:pt x="16" y="289"/>
                  </a:lnTo>
                  <a:lnTo>
                    <a:pt x="17" y="288"/>
                  </a:lnTo>
                  <a:lnTo>
                    <a:pt x="17" y="286"/>
                  </a:lnTo>
                  <a:lnTo>
                    <a:pt x="19" y="284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21" y="280"/>
                  </a:lnTo>
                  <a:lnTo>
                    <a:pt x="21" y="278"/>
                  </a:lnTo>
                  <a:lnTo>
                    <a:pt x="23" y="277"/>
                  </a:lnTo>
                  <a:lnTo>
                    <a:pt x="23" y="276"/>
                  </a:lnTo>
                  <a:lnTo>
                    <a:pt x="23" y="274"/>
                  </a:lnTo>
                  <a:lnTo>
                    <a:pt x="24" y="274"/>
                  </a:lnTo>
                  <a:lnTo>
                    <a:pt x="24" y="273"/>
                  </a:lnTo>
                  <a:lnTo>
                    <a:pt x="25" y="272"/>
                  </a:lnTo>
                  <a:lnTo>
                    <a:pt x="25" y="270"/>
                  </a:lnTo>
                  <a:lnTo>
                    <a:pt x="27" y="269"/>
                  </a:lnTo>
                  <a:lnTo>
                    <a:pt x="27" y="268"/>
                  </a:lnTo>
                  <a:lnTo>
                    <a:pt x="28" y="266"/>
                  </a:lnTo>
                  <a:lnTo>
                    <a:pt x="28" y="264"/>
                  </a:lnTo>
                  <a:lnTo>
                    <a:pt x="29" y="263"/>
                  </a:lnTo>
                  <a:lnTo>
                    <a:pt x="29" y="261"/>
                  </a:lnTo>
                  <a:lnTo>
                    <a:pt x="31" y="259"/>
                  </a:lnTo>
                  <a:lnTo>
                    <a:pt x="31" y="257"/>
                  </a:lnTo>
                  <a:lnTo>
                    <a:pt x="32" y="256"/>
                  </a:lnTo>
                  <a:lnTo>
                    <a:pt x="32" y="255"/>
                  </a:lnTo>
                  <a:lnTo>
                    <a:pt x="33" y="253"/>
                  </a:lnTo>
                  <a:lnTo>
                    <a:pt x="33" y="251"/>
                  </a:lnTo>
                  <a:lnTo>
                    <a:pt x="35" y="249"/>
                  </a:lnTo>
                  <a:lnTo>
                    <a:pt x="35" y="248"/>
                  </a:lnTo>
                  <a:lnTo>
                    <a:pt x="36" y="247"/>
                  </a:lnTo>
                  <a:lnTo>
                    <a:pt x="36" y="245"/>
                  </a:lnTo>
                  <a:lnTo>
                    <a:pt x="36" y="244"/>
                  </a:lnTo>
                  <a:lnTo>
                    <a:pt x="37" y="243"/>
                  </a:lnTo>
                  <a:lnTo>
                    <a:pt x="37" y="241"/>
                  </a:lnTo>
                  <a:lnTo>
                    <a:pt x="39" y="240"/>
                  </a:lnTo>
                  <a:lnTo>
                    <a:pt x="39" y="239"/>
                  </a:lnTo>
                  <a:lnTo>
                    <a:pt x="39" y="237"/>
                  </a:lnTo>
                  <a:lnTo>
                    <a:pt x="40" y="237"/>
                  </a:lnTo>
                  <a:lnTo>
                    <a:pt x="40" y="236"/>
                  </a:lnTo>
                  <a:lnTo>
                    <a:pt x="40" y="235"/>
                  </a:lnTo>
                  <a:lnTo>
                    <a:pt x="41" y="233"/>
                  </a:lnTo>
                  <a:lnTo>
                    <a:pt x="41" y="232"/>
                  </a:lnTo>
                  <a:lnTo>
                    <a:pt x="41" y="231"/>
                  </a:lnTo>
                  <a:lnTo>
                    <a:pt x="42" y="229"/>
                  </a:lnTo>
                  <a:lnTo>
                    <a:pt x="42" y="228"/>
                  </a:lnTo>
                  <a:lnTo>
                    <a:pt x="42" y="227"/>
                  </a:lnTo>
                  <a:lnTo>
                    <a:pt x="44" y="225"/>
                  </a:lnTo>
                  <a:lnTo>
                    <a:pt x="44" y="223"/>
                  </a:lnTo>
                  <a:lnTo>
                    <a:pt x="45" y="221"/>
                  </a:lnTo>
                  <a:lnTo>
                    <a:pt x="45" y="220"/>
                  </a:lnTo>
                  <a:lnTo>
                    <a:pt x="46" y="217"/>
                  </a:lnTo>
                  <a:lnTo>
                    <a:pt x="48" y="215"/>
                  </a:lnTo>
                  <a:lnTo>
                    <a:pt x="48" y="213"/>
                  </a:lnTo>
                  <a:lnTo>
                    <a:pt x="49" y="211"/>
                  </a:lnTo>
                  <a:lnTo>
                    <a:pt x="49" y="209"/>
                  </a:lnTo>
                  <a:lnTo>
                    <a:pt x="50" y="207"/>
                  </a:lnTo>
                  <a:lnTo>
                    <a:pt x="52" y="205"/>
                  </a:lnTo>
                  <a:lnTo>
                    <a:pt x="52" y="204"/>
                  </a:lnTo>
                  <a:lnTo>
                    <a:pt x="52" y="203"/>
                  </a:lnTo>
                  <a:lnTo>
                    <a:pt x="53" y="201"/>
                  </a:lnTo>
                  <a:lnTo>
                    <a:pt x="53" y="200"/>
                  </a:lnTo>
                  <a:lnTo>
                    <a:pt x="54" y="199"/>
                  </a:lnTo>
                  <a:lnTo>
                    <a:pt x="54" y="197"/>
                  </a:lnTo>
                  <a:lnTo>
                    <a:pt x="54" y="196"/>
                  </a:lnTo>
                  <a:lnTo>
                    <a:pt x="56" y="195"/>
                  </a:lnTo>
                  <a:lnTo>
                    <a:pt x="56" y="193"/>
                  </a:lnTo>
                  <a:lnTo>
                    <a:pt x="56" y="192"/>
                  </a:lnTo>
                  <a:lnTo>
                    <a:pt x="57" y="191"/>
                  </a:lnTo>
                  <a:lnTo>
                    <a:pt x="57" y="190"/>
                  </a:lnTo>
                  <a:lnTo>
                    <a:pt x="57" y="188"/>
                  </a:lnTo>
                  <a:lnTo>
                    <a:pt x="58" y="187"/>
                  </a:lnTo>
                  <a:lnTo>
                    <a:pt x="58" y="186"/>
                  </a:lnTo>
                  <a:lnTo>
                    <a:pt x="58" y="184"/>
                  </a:lnTo>
                  <a:lnTo>
                    <a:pt x="60" y="183"/>
                  </a:lnTo>
                  <a:lnTo>
                    <a:pt x="60" y="182"/>
                  </a:lnTo>
                  <a:lnTo>
                    <a:pt x="60" y="180"/>
                  </a:lnTo>
                  <a:lnTo>
                    <a:pt x="61" y="179"/>
                  </a:lnTo>
                  <a:lnTo>
                    <a:pt x="61" y="176"/>
                  </a:lnTo>
                  <a:lnTo>
                    <a:pt x="61" y="175"/>
                  </a:lnTo>
                  <a:lnTo>
                    <a:pt x="62" y="174"/>
                  </a:lnTo>
                  <a:lnTo>
                    <a:pt x="62" y="171"/>
                  </a:lnTo>
                  <a:lnTo>
                    <a:pt x="64" y="170"/>
                  </a:lnTo>
                  <a:lnTo>
                    <a:pt x="64" y="167"/>
                  </a:lnTo>
                  <a:lnTo>
                    <a:pt x="65" y="164"/>
                  </a:lnTo>
                  <a:lnTo>
                    <a:pt x="65" y="163"/>
                  </a:lnTo>
                  <a:lnTo>
                    <a:pt x="66" y="160"/>
                  </a:lnTo>
                  <a:lnTo>
                    <a:pt x="66" y="159"/>
                  </a:lnTo>
                  <a:lnTo>
                    <a:pt x="68" y="158"/>
                  </a:lnTo>
                  <a:lnTo>
                    <a:pt x="68" y="156"/>
                  </a:lnTo>
                  <a:lnTo>
                    <a:pt x="68" y="154"/>
                  </a:lnTo>
                  <a:lnTo>
                    <a:pt x="69" y="152"/>
                  </a:lnTo>
                  <a:lnTo>
                    <a:pt x="69" y="151"/>
                  </a:lnTo>
                  <a:lnTo>
                    <a:pt x="69" y="150"/>
                  </a:lnTo>
                  <a:lnTo>
                    <a:pt x="70" y="148"/>
                  </a:lnTo>
                  <a:lnTo>
                    <a:pt x="70" y="147"/>
                  </a:lnTo>
                  <a:lnTo>
                    <a:pt x="70" y="146"/>
                  </a:lnTo>
                  <a:lnTo>
                    <a:pt x="72" y="144"/>
                  </a:lnTo>
                  <a:lnTo>
                    <a:pt x="72" y="143"/>
                  </a:lnTo>
                  <a:lnTo>
                    <a:pt x="72" y="142"/>
                  </a:lnTo>
                  <a:lnTo>
                    <a:pt x="72" y="140"/>
                  </a:lnTo>
                  <a:lnTo>
                    <a:pt x="73" y="139"/>
                  </a:lnTo>
                  <a:lnTo>
                    <a:pt x="73" y="138"/>
                  </a:lnTo>
                  <a:lnTo>
                    <a:pt x="74" y="136"/>
                  </a:lnTo>
                  <a:lnTo>
                    <a:pt x="74" y="135"/>
                  </a:lnTo>
                  <a:lnTo>
                    <a:pt x="74" y="134"/>
                  </a:lnTo>
                  <a:lnTo>
                    <a:pt x="76" y="132"/>
                  </a:lnTo>
                  <a:lnTo>
                    <a:pt x="76" y="130"/>
                  </a:lnTo>
                  <a:lnTo>
                    <a:pt x="76" y="128"/>
                  </a:lnTo>
                  <a:lnTo>
                    <a:pt x="77" y="127"/>
                  </a:lnTo>
                  <a:lnTo>
                    <a:pt x="77" y="126"/>
                  </a:lnTo>
                  <a:lnTo>
                    <a:pt x="78" y="123"/>
                  </a:lnTo>
                  <a:lnTo>
                    <a:pt x="78" y="122"/>
                  </a:lnTo>
                  <a:lnTo>
                    <a:pt x="78" y="119"/>
                  </a:lnTo>
                  <a:lnTo>
                    <a:pt x="80" y="116"/>
                  </a:lnTo>
                  <a:lnTo>
                    <a:pt x="80" y="115"/>
                  </a:lnTo>
                  <a:lnTo>
                    <a:pt x="81" y="113"/>
                  </a:lnTo>
                  <a:lnTo>
                    <a:pt x="81" y="111"/>
                  </a:lnTo>
                  <a:lnTo>
                    <a:pt x="82" y="110"/>
                  </a:lnTo>
                  <a:lnTo>
                    <a:pt x="82" y="107"/>
                  </a:lnTo>
                  <a:lnTo>
                    <a:pt x="82" y="106"/>
                  </a:lnTo>
                  <a:lnTo>
                    <a:pt x="84" y="105"/>
                  </a:lnTo>
                  <a:lnTo>
                    <a:pt x="84" y="103"/>
                  </a:lnTo>
                  <a:lnTo>
                    <a:pt x="84" y="102"/>
                  </a:lnTo>
                  <a:lnTo>
                    <a:pt x="85" y="101"/>
                  </a:lnTo>
                  <a:lnTo>
                    <a:pt x="85" y="99"/>
                  </a:lnTo>
                  <a:lnTo>
                    <a:pt x="85" y="98"/>
                  </a:lnTo>
                  <a:lnTo>
                    <a:pt x="85" y="97"/>
                  </a:lnTo>
                  <a:lnTo>
                    <a:pt x="86" y="95"/>
                  </a:lnTo>
                  <a:lnTo>
                    <a:pt x="86" y="94"/>
                  </a:lnTo>
                  <a:lnTo>
                    <a:pt x="86" y="93"/>
                  </a:lnTo>
                  <a:lnTo>
                    <a:pt x="86" y="91"/>
                  </a:lnTo>
                  <a:lnTo>
                    <a:pt x="86" y="90"/>
                  </a:lnTo>
                  <a:lnTo>
                    <a:pt x="86" y="89"/>
                  </a:lnTo>
                  <a:lnTo>
                    <a:pt x="86" y="87"/>
                  </a:lnTo>
                  <a:lnTo>
                    <a:pt x="88" y="87"/>
                  </a:lnTo>
                  <a:lnTo>
                    <a:pt x="88" y="86"/>
                  </a:lnTo>
                  <a:lnTo>
                    <a:pt x="88" y="85"/>
                  </a:lnTo>
                  <a:lnTo>
                    <a:pt x="88" y="82"/>
                  </a:lnTo>
                  <a:lnTo>
                    <a:pt x="88" y="81"/>
                  </a:lnTo>
                  <a:lnTo>
                    <a:pt x="88" y="79"/>
                  </a:lnTo>
                  <a:lnTo>
                    <a:pt x="88" y="78"/>
                  </a:lnTo>
                  <a:lnTo>
                    <a:pt x="88" y="77"/>
                  </a:lnTo>
                  <a:lnTo>
                    <a:pt x="88" y="74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89" y="69"/>
                  </a:lnTo>
                  <a:lnTo>
                    <a:pt x="89" y="67"/>
                  </a:lnTo>
                  <a:lnTo>
                    <a:pt x="89" y="66"/>
                  </a:lnTo>
                  <a:lnTo>
                    <a:pt x="89" y="65"/>
                  </a:lnTo>
                  <a:lnTo>
                    <a:pt x="89" y="63"/>
                  </a:lnTo>
                  <a:lnTo>
                    <a:pt x="89" y="62"/>
                  </a:lnTo>
                  <a:lnTo>
                    <a:pt x="89" y="61"/>
                  </a:lnTo>
                  <a:lnTo>
                    <a:pt x="89" y="59"/>
                  </a:lnTo>
                  <a:lnTo>
                    <a:pt x="89" y="58"/>
                  </a:lnTo>
                  <a:lnTo>
                    <a:pt x="90" y="57"/>
                  </a:lnTo>
                  <a:lnTo>
                    <a:pt x="90" y="55"/>
                  </a:lnTo>
                  <a:lnTo>
                    <a:pt x="90" y="54"/>
                  </a:lnTo>
                  <a:lnTo>
                    <a:pt x="90" y="53"/>
                  </a:lnTo>
                  <a:lnTo>
                    <a:pt x="90" y="51"/>
                  </a:lnTo>
                  <a:lnTo>
                    <a:pt x="90" y="50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6"/>
                  </a:lnTo>
                  <a:lnTo>
                    <a:pt x="92" y="45"/>
                  </a:lnTo>
                  <a:lnTo>
                    <a:pt x="92" y="43"/>
                  </a:lnTo>
                  <a:lnTo>
                    <a:pt x="92" y="42"/>
                  </a:lnTo>
                  <a:lnTo>
                    <a:pt x="92" y="41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3" y="37"/>
                  </a:lnTo>
                  <a:lnTo>
                    <a:pt x="93" y="36"/>
                  </a:lnTo>
                  <a:lnTo>
                    <a:pt x="93" y="34"/>
                  </a:lnTo>
                  <a:lnTo>
                    <a:pt x="94" y="33"/>
                  </a:lnTo>
                  <a:lnTo>
                    <a:pt x="94" y="32"/>
                  </a:lnTo>
                  <a:lnTo>
                    <a:pt x="94" y="30"/>
                  </a:lnTo>
                  <a:lnTo>
                    <a:pt x="94" y="29"/>
                  </a:lnTo>
                  <a:lnTo>
                    <a:pt x="94" y="28"/>
                  </a:lnTo>
                  <a:lnTo>
                    <a:pt x="94" y="26"/>
                  </a:lnTo>
                  <a:lnTo>
                    <a:pt x="94" y="25"/>
                  </a:lnTo>
                  <a:lnTo>
                    <a:pt x="94" y="24"/>
                  </a:lnTo>
                  <a:lnTo>
                    <a:pt x="94" y="22"/>
                  </a:lnTo>
                  <a:lnTo>
                    <a:pt x="94" y="21"/>
                  </a:lnTo>
                  <a:lnTo>
                    <a:pt x="94" y="20"/>
                  </a:lnTo>
                  <a:lnTo>
                    <a:pt x="94" y="18"/>
                  </a:lnTo>
                  <a:lnTo>
                    <a:pt x="94" y="17"/>
                  </a:lnTo>
                  <a:lnTo>
                    <a:pt x="94" y="16"/>
                  </a:lnTo>
                  <a:lnTo>
                    <a:pt x="94" y="13"/>
                  </a:lnTo>
                  <a:lnTo>
                    <a:pt x="94" y="12"/>
                  </a:lnTo>
                  <a:lnTo>
                    <a:pt x="93" y="10"/>
                  </a:lnTo>
                  <a:lnTo>
                    <a:pt x="93" y="8"/>
                  </a:lnTo>
                  <a:lnTo>
                    <a:pt x="93" y="5"/>
                  </a:lnTo>
                  <a:lnTo>
                    <a:pt x="93" y="2"/>
                  </a:lnTo>
                  <a:lnTo>
                    <a:pt x="93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90">
              <a:extLst>
                <a:ext uri="{FF2B5EF4-FFF2-40B4-BE49-F238E27FC236}">
                  <a16:creationId xmlns:a16="http://schemas.microsoft.com/office/drawing/2014/main" id="{7422C774-FE19-4875-BAB1-8D3226FFD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915" y="3182265"/>
              <a:ext cx="95250" cy="96837"/>
            </a:xfrm>
            <a:custGeom>
              <a:avLst/>
              <a:gdLst>
                <a:gd name="T0" fmla="*/ 2147483646 w 120"/>
                <a:gd name="T1" fmla="*/ 0 h 121"/>
                <a:gd name="T2" fmla="*/ 2147483646 w 120"/>
                <a:gd name="T3" fmla="*/ 2147483646 h 121"/>
                <a:gd name="T4" fmla="*/ 2147483646 w 120"/>
                <a:gd name="T5" fmla="*/ 2147483646 h 121"/>
                <a:gd name="T6" fmla="*/ 2147483646 w 120"/>
                <a:gd name="T7" fmla="*/ 2147483646 h 121"/>
                <a:gd name="T8" fmla="*/ 2147483646 w 120"/>
                <a:gd name="T9" fmla="*/ 2147483646 h 121"/>
                <a:gd name="T10" fmla="*/ 2147483646 w 120"/>
                <a:gd name="T11" fmla="*/ 2147483646 h 121"/>
                <a:gd name="T12" fmla="*/ 2147483646 w 120"/>
                <a:gd name="T13" fmla="*/ 2147483646 h 121"/>
                <a:gd name="T14" fmla="*/ 2147483646 w 120"/>
                <a:gd name="T15" fmla="*/ 2147483646 h 121"/>
                <a:gd name="T16" fmla="*/ 2147483646 w 120"/>
                <a:gd name="T17" fmla="*/ 2147483646 h 121"/>
                <a:gd name="T18" fmla="*/ 0 w 120"/>
                <a:gd name="T19" fmla="*/ 2147483646 h 121"/>
                <a:gd name="T20" fmla="*/ 0 w 120"/>
                <a:gd name="T21" fmla="*/ 2147483646 h 121"/>
                <a:gd name="T22" fmla="*/ 0 w 120"/>
                <a:gd name="T23" fmla="*/ 2147483646 h 121"/>
                <a:gd name="T24" fmla="*/ 2147483646 w 120"/>
                <a:gd name="T25" fmla="*/ 2147483646 h 121"/>
                <a:gd name="T26" fmla="*/ 2147483646 w 120"/>
                <a:gd name="T27" fmla="*/ 2147483646 h 121"/>
                <a:gd name="T28" fmla="*/ 2147483646 w 120"/>
                <a:gd name="T29" fmla="*/ 2147483646 h 121"/>
                <a:gd name="T30" fmla="*/ 2147483646 w 120"/>
                <a:gd name="T31" fmla="*/ 2147483646 h 121"/>
                <a:gd name="T32" fmla="*/ 2147483646 w 120"/>
                <a:gd name="T33" fmla="*/ 2147483646 h 121"/>
                <a:gd name="T34" fmla="*/ 2147483646 w 120"/>
                <a:gd name="T35" fmla="*/ 2147483646 h 121"/>
                <a:gd name="T36" fmla="*/ 2147483646 w 120"/>
                <a:gd name="T37" fmla="*/ 2147483646 h 121"/>
                <a:gd name="T38" fmla="*/ 2147483646 w 120"/>
                <a:gd name="T39" fmla="*/ 2147483646 h 121"/>
                <a:gd name="T40" fmla="*/ 2147483646 w 120"/>
                <a:gd name="T41" fmla="*/ 2147483646 h 121"/>
                <a:gd name="T42" fmla="*/ 2147483646 w 120"/>
                <a:gd name="T43" fmla="*/ 2147483646 h 121"/>
                <a:gd name="T44" fmla="*/ 2147483646 w 120"/>
                <a:gd name="T45" fmla="*/ 2147483646 h 121"/>
                <a:gd name="T46" fmla="*/ 2147483646 w 120"/>
                <a:gd name="T47" fmla="*/ 2147483646 h 121"/>
                <a:gd name="T48" fmla="*/ 2147483646 w 120"/>
                <a:gd name="T49" fmla="*/ 2147483646 h 121"/>
                <a:gd name="T50" fmla="*/ 2147483646 w 120"/>
                <a:gd name="T51" fmla="*/ 2147483646 h 121"/>
                <a:gd name="T52" fmla="*/ 2147483646 w 120"/>
                <a:gd name="T53" fmla="*/ 2147483646 h 121"/>
                <a:gd name="T54" fmla="*/ 2147483646 w 120"/>
                <a:gd name="T55" fmla="*/ 2147483646 h 121"/>
                <a:gd name="T56" fmla="*/ 2147483646 w 120"/>
                <a:gd name="T57" fmla="*/ 2147483646 h 121"/>
                <a:gd name="T58" fmla="*/ 2147483646 w 120"/>
                <a:gd name="T59" fmla="*/ 2147483646 h 121"/>
                <a:gd name="T60" fmla="*/ 2147483646 w 120"/>
                <a:gd name="T61" fmla="*/ 2147483646 h 121"/>
                <a:gd name="T62" fmla="*/ 2147483646 w 120"/>
                <a:gd name="T63" fmla="*/ 2147483646 h 121"/>
                <a:gd name="T64" fmla="*/ 2147483646 w 120"/>
                <a:gd name="T65" fmla="*/ 2147483646 h 121"/>
                <a:gd name="T66" fmla="*/ 2147483646 w 120"/>
                <a:gd name="T67" fmla="*/ 2147483646 h 121"/>
                <a:gd name="T68" fmla="*/ 2147483646 w 120"/>
                <a:gd name="T69" fmla="*/ 2147483646 h 121"/>
                <a:gd name="T70" fmla="*/ 2147483646 w 120"/>
                <a:gd name="T71" fmla="*/ 2147483646 h 121"/>
                <a:gd name="T72" fmla="*/ 2147483646 w 120"/>
                <a:gd name="T73" fmla="*/ 2147483646 h 121"/>
                <a:gd name="T74" fmla="*/ 2147483646 w 120"/>
                <a:gd name="T75" fmla="*/ 2147483646 h 121"/>
                <a:gd name="T76" fmla="*/ 2147483646 w 120"/>
                <a:gd name="T77" fmla="*/ 2147483646 h 121"/>
                <a:gd name="T78" fmla="*/ 2147483646 w 120"/>
                <a:gd name="T79" fmla="*/ 2147483646 h 121"/>
                <a:gd name="T80" fmla="*/ 2147483646 w 120"/>
                <a:gd name="T81" fmla="*/ 2147483646 h 121"/>
                <a:gd name="T82" fmla="*/ 2147483646 w 120"/>
                <a:gd name="T83" fmla="*/ 2147483646 h 121"/>
                <a:gd name="T84" fmla="*/ 2147483646 w 120"/>
                <a:gd name="T85" fmla="*/ 0 h 121"/>
                <a:gd name="T86" fmla="*/ 2147483646 w 120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20" h="121">
                  <a:moveTo>
                    <a:pt x="60" y="0"/>
                  </a:moveTo>
                  <a:lnTo>
                    <a:pt x="57" y="0"/>
                  </a:lnTo>
                  <a:lnTo>
                    <a:pt x="53" y="0"/>
                  </a:lnTo>
                  <a:lnTo>
                    <a:pt x="51" y="0"/>
                  </a:lnTo>
                  <a:lnTo>
                    <a:pt x="48" y="2"/>
                  </a:lnTo>
                  <a:lnTo>
                    <a:pt x="45" y="2"/>
                  </a:lnTo>
                  <a:lnTo>
                    <a:pt x="42" y="3"/>
                  </a:lnTo>
                  <a:lnTo>
                    <a:pt x="39" y="4"/>
                  </a:lnTo>
                  <a:lnTo>
                    <a:pt x="36" y="4"/>
                  </a:lnTo>
                  <a:lnTo>
                    <a:pt x="34" y="6"/>
                  </a:lnTo>
                  <a:lnTo>
                    <a:pt x="31" y="7"/>
                  </a:lnTo>
                  <a:lnTo>
                    <a:pt x="28" y="8"/>
                  </a:lnTo>
                  <a:lnTo>
                    <a:pt x="27" y="11"/>
                  </a:lnTo>
                  <a:lnTo>
                    <a:pt x="24" y="12"/>
                  </a:lnTo>
                  <a:lnTo>
                    <a:pt x="22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5" y="20"/>
                  </a:lnTo>
                  <a:lnTo>
                    <a:pt x="14" y="21"/>
                  </a:lnTo>
                  <a:lnTo>
                    <a:pt x="12" y="24"/>
                  </a:lnTo>
                  <a:lnTo>
                    <a:pt x="10" y="27"/>
                  </a:lnTo>
                  <a:lnTo>
                    <a:pt x="8" y="29"/>
                  </a:lnTo>
                  <a:lnTo>
                    <a:pt x="7" y="32"/>
                  </a:lnTo>
                  <a:lnTo>
                    <a:pt x="6" y="35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2" y="45"/>
                  </a:lnTo>
                  <a:lnTo>
                    <a:pt x="2" y="48"/>
                  </a:lnTo>
                  <a:lnTo>
                    <a:pt x="0" y="51"/>
                  </a:lnTo>
                  <a:lnTo>
                    <a:pt x="0" y="55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0" y="69"/>
                  </a:lnTo>
                  <a:lnTo>
                    <a:pt x="2" y="72"/>
                  </a:lnTo>
                  <a:lnTo>
                    <a:pt x="2" y="76"/>
                  </a:lnTo>
                  <a:lnTo>
                    <a:pt x="3" y="79"/>
                  </a:lnTo>
                  <a:lnTo>
                    <a:pt x="3" y="81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7" y="89"/>
                  </a:lnTo>
                  <a:lnTo>
                    <a:pt x="8" y="92"/>
                  </a:lnTo>
                  <a:lnTo>
                    <a:pt x="10" y="95"/>
                  </a:lnTo>
                  <a:lnTo>
                    <a:pt x="12" y="96"/>
                  </a:lnTo>
                  <a:lnTo>
                    <a:pt x="14" y="98"/>
                  </a:lnTo>
                  <a:lnTo>
                    <a:pt x="15" y="101"/>
                  </a:lnTo>
                  <a:lnTo>
                    <a:pt x="18" y="102"/>
                  </a:lnTo>
                  <a:lnTo>
                    <a:pt x="19" y="105"/>
                  </a:lnTo>
                  <a:lnTo>
                    <a:pt x="22" y="106"/>
                  </a:lnTo>
                  <a:lnTo>
                    <a:pt x="24" y="109"/>
                  </a:lnTo>
                  <a:lnTo>
                    <a:pt x="27" y="110"/>
                  </a:lnTo>
                  <a:lnTo>
                    <a:pt x="28" y="112"/>
                  </a:lnTo>
                  <a:lnTo>
                    <a:pt x="31" y="113"/>
                  </a:lnTo>
                  <a:lnTo>
                    <a:pt x="34" y="114"/>
                  </a:lnTo>
                  <a:lnTo>
                    <a:pt x="36" y="116"/>
                  </a:lnTo>
                  <a:lnTo>
                    <a:pt x="39" y="117"/>
                  </a:lnTo>
                  <a:lnTo>
                    <a:pt x="42" y="118"/>
                  </a:lnTo>
                  <a:lnTo>
                    <a:pt x="45" y="118"/>
                  </a:lnTo>
                  <a:lnTo>
                    <a:pt x="48" y="120"/>
                  </a:lnTo>
                  <a:lnTo>
                    <a:pt x="51" y="120"/>
                  </a:lnTo>
                  <a:lnTo>
                    <a:pt x="53" y="120"/>
                  </a:lnTo>
                  <a:lnTo>
                    <a:pt x="57" y="121"/>
                  </a:lnTo>
                  <a:lnTo>
                    <a:pt x="60" y="121"/>
                  </a:lnTo>
                  <a:lnTo>
                    <a:pt x="63" y="121"/>
                  </a:lnTo>
                  <a:lnTo>
                    <a:pt x="67" y="120"/>
                  </a:lnTo>
                  <a:lnTo>
                    <a:pt x="69" y="120"/>
                  </a:lnTo>
                  <a:lnTo>
                    <a:pt x="72" y="120"/>
                  </a:lnTo>
                  <a:lnTo>
                    <a:pt x="75" y="118"/>
                  </a:lnTo>
                  <a:lnTo>
                    <a:pt x="77" y="118"/>
                  </a:lnTo>
                  <a:lnTo>
                    <a:pt x="81" y="117"/>
                  </a:lnTo>
                  <a:lnTo>
                    <a:pt x="84" y="116"/>
                  </a:lnTo>
                  <a:lnTo>
                    <a:pt x="87" y="114"/>
                  </a:lnTo>
                  <a:lnTo>
                    <a:pt x="89" y="113"/>
                  </a:lnTo>
                  <a:lnTo>
                    <a:pt x="92" y="112"/>
                  </a:lnTo>
                  <a:lnTo>
                    <a:pt x="93" y="110"/>
                  </a:lnTo>
                  <a:lnTo>
                    <a:pt x="96" y="109"/>
                  </a:lnTo>
                  <a:lnTo>
                    <a:pt x="99" y="106"/>
                  </a:lnTo>
                  <a:lnTo>
                    <a:pt x="101" y="105"/>
                  </a:lnTo>
                  <a:lnTo>
                    <a:pt x="103" y="102"/>
                  </a:lnTo>
                  <a:lnTo>
                    <a:pt x="105" y="101"/>
                  </a:lnTo>
                  <a:lnTo>
                    <a:pt x="107" y="98"/>
                  </a:lnTo>
                  <a:lnTo>
                    <a:pt x="108" y="96"/>
                  </a:lnTo>
                  <a:lnTo>
                    <a:pt x="111" y="95"/>
                  </a:lnTo>
                  <a:lnTo>
                    <a:pt x="112" y="92"/>
                  </a:lnTo>
                  <a:lnTo>
                    <a:pt x="113" y="89"/>
                  </a:lnTo>
                  <a:lnTo>
                    <a:pt x="115" y="87"/>
                  </a:lnTo>
                  <a:lnTo>
                    <a:pt x="116" y="84"/>
                  </a:lnTo>
                  <a:lnTo>
                    <a:pt x="117" y="81"/>
                  </a:lnTo>
                  <a:lnTo>
                    <a:pt x="117" y="79"/>
                  </a:lnTo>
                  <a:lnTo>
                    <a:pt x="118" y="76"/>
                  </a:lnTo>
                  <a:lnTo>
                    <a:pt x="118" y="72"/>
                  </a:lnTo>
                  <a:lnTo>
                    <a:pt x="120" y="69"/>
                  </a:lnTo>
                  <a:lnTo>
                    <a:pt x="120" y="67"/>
                  </a:lnTo>
                  <a:lnTo>
                    <a:pt x="120" y="64"/>
                  </a:lnTo>
                  <a:lnTo>
                    <a:pt x="120" y="60"/>
                  </a:lnTo>
                  <a:lnTo>
                    <a:pt x="120" y="57"/>
                  </a:lnTo>
                  <a:lnTo>
                    <a:pt x="120" y="55"/>
                  </a:lnTo>
                  <a:lnTo>
                    <a:pt x="120" y="51"/>
                  </a:lnTo>
                  <a:lnTo>
                    <a:pt x="118" y="48"/>
                  </a:lnTo>
                  <a:lnTo>
                    <a:pt x="118" y="45"/>
                  </a:lnTo>
                  <a:lnTo>
                    <a:pt x="117" y="43"/>
                  </a:lnTo>
                  <a:lnTo>
                    <a:pt x="117" y="40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3" y="32"/>
                  </a:lnTo>
                  <a:lnTo>
                    <a:pt x="112" y="29"/>
                  </a:lnTo>
                  <a:lnTo>
                    <a:pt x="111" y="27"/>
                  </a:lnTo>
                  <a:lnTo>
                    <a:pt x="108" y="24"/>
                  </a:lnTo>
                  <a:lnTo>
                    <a:pt x="107" y="21"/>
                  </a:lnTo>
                  <a:lnTo>
                    <a:pt x="105" y="20"/>
                  </a:lnTo>
                  <a:lnTo>
                    <a:pt x="103" y="18"/>
                  </a:lnTo>
                  <a:lnTo>
                    <a:pt x="101" y="16"/>
                  </a:lnTo>
                  <a:lnTo>
                    <a:pt x="99" y="14"/>
                  </a:lnTo>
                  <a:lnTo>
                    <a:pt x="96" y="12"/>
                  </a:lnTo>
                  <a:lnTo>
                    <a:pt x="93" y="11"/>
                  </a:lnTo>
                  <a:lnTo>
                    <a:pt x="92" y="8"/>
                  </a:lnTo>
                  <a:lnTo>
                    <a:pt x="89" y="7"/>
                  </a:lnTo>
                  <a:lnTo>
                    <a:pt x="87" y="6"/>
                  </a:lnTo>
                  <a:lnTo>
                    <a:pt x="84" y="4"/>
                  </a:lnTo>
                  <a:lnTo>
                    <a:pt x="81" y="4"/>
                  </a:lnTo>
                  <a:lnTo>
                    <a:pt x="77" y="3"/>
                  </a:lnTo>
                  <a:lnTo>
                    <a:pt x="75" y="2"/>
                  </a:lnTo>
                  <a:lnTo>
                    <a:pt x="72" y="2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206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Rectangle 75">
              <a:extLst>
                <a:ext uri="{FF2B5EF4-FFF2-40B4-BE49-F238E27FC236}">
                  <a16:creationId xmlns:a16="http://schemas.microsoft.com/office/drawing/2014/main" id="{4F84381C-BD7C-4FEC-82BE-F2526D930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571" y="2968625"/>
              <a:ext cx="358698" cy="536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2" name="Freeform 77">
              <a:extLst>
                <a:ext uri="{FF2B5EF4-FFF2-40B4-BE49-F238E27FC236}">
                  <a16:creationId xmlns:a16="http://schemas.microsoft.com/office/drawing/2014/main" id="{091F428C-C3CD-4D25-BCD6-44F902B53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6719" y="3192463"/>
              <a:ext cx="88881" cy="88900"/>
            </a:xfrm>
            <a:custGeom>
              <a:avLst/>
              <a:gdLst>
                <a:gd name="T0" fmla="*/ 2147483646 w 112"/>
                <a:gd name="T1" fmla="*/ 0 h 113"/>
                <a:gd name="T2" fmla="*/ 2147483646 w 112"/>
                <a:gd name="T3" fmla="*/ 2147483646 h 113"/>
                <a:gd name="T4" fmla="*/ 2147483646 w 112"/>
                <a:gd name="T5" fmla="*/ 2147483646 h 113"/>
                <a:gd name="T6" fmla="*/ 2147483646 w 112"/>
                <a:gd name="T7" fmla="*/ 2147483646 h 113"/>
                <a:gd name="T8" fmla="*/ 2147483646 w 112"/>
                <a:gd name="T9" fmla="*/ 2147483646 h 113"/>
                <a:gd name="T10" fmla="*/ 2147483646 w 112"/>
                <a:gd name="T11" fmla="*/ 2147483646 h 113"/>
                <a:gd name="T12" fmla="*/ 2147483646 w 112"/>
                <a:gd name="T13" fmla="*/ 2147483646 h 113"/>
                <a:gd name="T14" fmla="*/ 2147483646 w 112"/>
                <a:gd name="T15" fmla="*/ 2147483646 h 113"/>
                <a:gd name="T16" fmla="*/ 2147483646 w 112"/>
                <a:gd name="T17" fmla="*/ 2147483646 h 113"/>
                <a:gd name="T18" fmla="*/ 2147483646 w 112"/>
                <a:gd name="T19" fmla="*/ 2147483646 h 113"/>
                <a:gd name="T20" fmla="*/ 2147483646 w 112"/>
                <a:gd name="T21" fmla="*/ 2147483646 h 113"/>
                <a:gd name="T22" fmla="*/ 2147483646 w 112"/>
                <a:gd name="T23" fmla="*/ 2147483646 h 113"/>
                <a:gd name="T24" fmla="*/ 2147483646 w 112"/>
                <a:gd name="T25" fmla="*/ 2147483646 h 113"/>
                <a:gd name="T26" fmla="*/ 2147483646 w 112"/>
                <a:gd name="T27" fmla="*/ 2147483646 h 113"/>
                <a:gd name="T28" fmla="*/ 2147483646 w 112"/>
                <a:gd name="T29" fmla="*/ 2147483646 h 113"/>
                <a:gd name="T30" fmla="*/ 2147483646 w 112"/>
                <a:gd name="T31" fmla="*/ 2147483646 h 113"/>
                <a:gd name="T32" fmla="*/ 2147483646 w 112"/>
                <a:gd name="T33" fmla="*/ 2147483646 h 113"/>
                <a:gd name="T34" fmla="*/ 2147483646 w 112"/>
                <a:gd name="T35" fmla="*/ 2147483646 h 113"/>
                <a:gd name="T36" fmla="*/ 2147483646 w 112"/>
                <a:gd name="T37" fmla="*/ 2147483646 h 113"/>
                <a:gd name="T38" fmla="*/ 2147483646 w 112"/>
                <a:gd name="T39" fmla="*/ 2147483646 h 113"/>
                <a:gd name="T40" fmla="*/ 2147483646 w 112"/>
                <a:gd name="T41" fmla="*/ 2147483646 h 113"/>
                <a:gd name="T42" fmla="*/ 2147483646 w 112"/>
                <a:gd name="T43" fmla="*/ 2147483646 h 113"/>
                <a:gd name="T44" fmla="*/ 2147483646 w 112"/>
                <a:gd name="T45" fmla="*/ 2147483646 h 113"/>
                <a:gd name="T46" fmla="*/ 2147483646 w 112"/>
                <a:gd name="T47" fmla="*/ 2147483646 h 113"/>
                <a:gd name="T48" fmla="*/ 2147483646 w 112"/>
                <a:gd name="T49" fmla="*/ 2147483646 h 113"/>
                <a:gd name="T50" fmla="*/ 2147483646 w 112"/>
                <a:gd name="T51" fmla="*/ 2147483646 h 113"/>
                <a:gd name="T52" fmla="*/ 2147483646 w 112"/>
                <a:gd name="T53" fmla="*/ 2147483646 h 113"/>
                <a:gd name="T54" fmla="*/ 2147483646 w 112"/>
                <a:gd name="T55" fmla="*/ 2147483646 h 113"/>
                <a:gd name="T56" fmla="*/ 2147483646 w 112"/>
                <a:gd name="T57" fmla="*/ 2147483646 h 113"/>
                <a:gd name="T58" fmla="*/ 2147483646 w 112"/>
                <a:gd name="T59" fmla="*/ 2147483646 h 113"/>
                <a:gd name="T60" fmla="*/ 2147483646 w 112"/>
                <a:gd name="T61" fmla="*/ 2147483646 h 113"/>
                <a:gd name="T62" fmla="*/ 2147483646 w 112"/>
                <a:gd name="T63" fmla="*/ 2147483646 h 113"/>
                <a:gd name="T64" fmla="*/ 2147483646 w 112"/>
                <a:gd name="T65" fmla="*/ 2147483646 h 113"/>
                <a:gd name="T66" fmla="*/ 2147483646 w 112"/>
                <a:gd name="T67" fmla="*/ 2147483646 h 113"/>
                <a:gd name="T68" fmla="*/ 2147483646 w 112"/>
                <a:gd name="T69" fmla="*/ 2147483646 h 113"/>
                <a:gd name="T70" fmla="*/ 2147483646 w 112"/>
                <a:gd name="T71" fmla="*/ 2147483646 h 113"/>
                <a:gd name="T72" fmla="*/ 2147483646 w 112"/>
                <a:gd name="T73" fmla="*/ 2147483646 h 113"/>
                <a:gd name="T74" fmla="*/ 2147483646 w 112"/>
                <a:gd name="T75" fmla="*/ 2147483646 h 113"/>
                <a:gd name="T76" fmla="*/ 2147483646 w 112"/>
                <a:gd name="T77" fmla="*/ 2147483646 h 113"/>
                <a:gd name="T78" fmla="*/ 2147483646 w 112"/>
                <a:gd name="T79" fmla="*/ 2147483646 h 113"/>
                <a:gd name="T80" fmla="*/ 2147483646 w 112"/>
                <a:gd name="T81" fmla="*/ 2147483646 h 113"/>
                <a:gd name="T82" fmla="*/ 2147483646 w 112"/>
                <a:gd name="T83" fmla="*/ 2147483646 h 113"/>
                <a:gd name="T84" fmla="*/ 2147483646 w 112"/>
                <a:gd name="T85" fmla="*/ 2147483646 h 113"/>
                <a:gd name="T86" fmla="*/ 2147483646 w 112"/>
                <a:gd name="T87" fmla="*/ 0 h 113"/>
                <a:gd name="T88" fmla="*/ 2147483646 w 112"/>
                <a:gd name="T89" fmla="*/ 2147483646 h 11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12" h="113">
                  <a:moveTo>
                    <a:pt x="56" y="56"/>
                  </a:moveTo>
                  <a:lnTo>
                    <a:pt x="56" y="0"/>
                  </a:lnTo>
                  <a:lnTo>
                    <a:pt x="53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5" y="1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2" y="5"/>
                  </a:lnTo>
                  <a:lnTo>
                    <a:pt x="29" y="7"/>
                  </a:lnTo>
                  <a:lnTo>
                    <a:pt x="28" y="7"/>
                  </a:lnTo>
                  <a:lnTo>
                    <a:pt x="25" y="10"/>
                  </a:lnTo>
                  <a:lnTo>
                    <a:pt x="24" y="11"/>
                  </a:lnTo>
                  <a:lnTo>
                    <a:pt x="21" y="12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8"/>
                  </a:lnTo>
                  <a:lnTo>
                    <a:pt x="14" y="20"/>
                  </a:lnTo>
                  <a:lnTo>
                    <a:pt x="11" y="22"/>
                  </a:lnTo>
                  <a:lnTo>
                    <a:pt x="10" y="24"/>
                  </a:lnTo>
                  <a:lnTo>
                    <a:pt x="8" y="27"/>
                  </a:lnTo>
                  <a:lnTo>
                    <a:pt x="7" y="29"/>
                  </a:lnTo>
                  <a:lnTo>
                    <a:pt x="5" y="31"/>
                  </a:lnTo>
                  <a:lnTo>
                    <a:pt x="5" y="34"/>
                  </a:lnTo>
                  <a:lnTo>
                    <a:pt x="4" y="36"/>
                  </a:lnTo>
                  <a:lnTo>
                    <a:pt x="2" y="39"/>
                  </a:lnTo>
                  <a:lnTo>
                    <a:pt x="2" y="42"/>
                  </a:lnTo>
                  <a:lnTo>
                    <a:pt x="1" y="45"/>
                  </a:lnTo>
                  <a:lnTo>
                    <a:pt x="1" y="48"/>
                  </a:lnTo>
                  <a:lnTo>
                    <a:pt x="1" y="51"/>
                  </a:lnTo>
                  <a:lnTo>
                    <a:pt x="1" y="53"/>
                  </a:lnTo>
                  <a:lnTo>
                    <a:pt x="0" y="56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1" y="65"/>
                  </a:lnTo>
                  <a:lnTo>
                    <a:pt x="1" y="67"/>
                  </a:lnTo>
                  <a:lnTo>
                    <a:pt x="2" y="70"/>
                  </a:lnTo>
                  <a:lnTo>
                    <a:pt x="2" y="73"/>
                  </a:lnTo>
                  <a:lnTo>
                    <a:pt x="4" y="74"/>
                  </a:lnTo>
                  <a:lnTo>
                    <a:pt x="5" y="77"/>
                  </a:lnTo>
                  <a:lnTo>
                    <a:pt x="5" y="80"/>
                  </a:lnTo>
                  <a:lnTo>
                    <a:pt x="7" y="83"/>
                  </a:lnTo>
                  <a:lnTo>
                    <a:pt x="8" y="84"/>
                  </a:lnTo>
                  <a:lnTo>
                    <a:pt x="10" y="87"/>
                  </a:lnTo>
                  <a:lnTo>
                    <a:pt x="11" y="90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7" y="96"/>
                  </a:lnTo>
                  <a:lnTo>
                    <a:pt x="19" y="97"/>
                  </a:lnTo>
                  <a:lnTo>
                    <a:pt x="21" y="100"/>
                  </a:lnTo>
                  <a:lnTo>
                    <a:pt x="24" y="101"/>
                  </a:lnTo>
                  <a:lnTo>
                    <a:pt x="25" y="103"/>
                  </a:lnTo>
                  <a:lnTo>
                    <a:pt x="28" y="104"/>
                  </a:lnTo>
                  <a:lnTo>
                    <a:pt x="29" y="105"/>
                  </a:lnTo>
                  <a:lnTo>
                    <a:pt x="32" y="107"/>
                  </a:lnTo>
                  <a:lnTo>
                    <a:pt x="35" y="108"/>
                  </a:lnTo>
                  <a:lnTo>
                    <a:pt x="38" y="108"/>
                  </a:lnTo>
                  <a:lnTo>
                    <a:pt x="41" y="110"/>
                  </a:lnTo>
                  <a:lnTo>
                    <a:pt x="42" y="110"/>
                  </a:lnTo>
                  <a:lnTo>
                    <a:pt x="45" y="111"/>
                  </a:lnTo>
                  <a:lnTo>
                    <a:pt x="48" y="111"/>
                  </a:lnTo>
                  <a:lnTo>
                    <a:pt x="50" y="111"/>
                  </a:lnTo>
                  <a:lnTo>
                    <a:pt x="53" y="113"/>
                  </a:lnTo>
                  <a:lnTo>
                    <a:pt x="56" y="113"/>
                  </a:lnTo>
                  <a:lnTo>
                    <a:pt x="60" y="113"/>
                  </a:lnTo>
                  <a:lnTo>
                    <a:pt x="63" y="11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0" y="110"/>
                  </a:lnTo>
                  <a:lnTo>
                    <a:pt x="73" y="110"/>
                  </a:lnTo>
                  <a:lnTo>
                    <a:pt x="76" y="108"/>
                  </a:lnTo>
                  <a:lnTo>
                    <a:pt x="79" y="108"/>
                  </a:lnTo>
                  <a:lnTo>
                    <a:pt x="81" y="107"/>
                  </a:lnTo>
                  <a:lnTo>
                    <a:pt x="84" y="105"/>
                  </a:lnTo>
                  <a:lnTo>
                    <a:pt x="86" y="104"/>
                  </a:lnTo>
                  <a:lnTo>
                    <a:pt x="88" y="103"/>
                  </a:lnTo>
                  <a:lnTo>
                    <a:pt x="90" y="101"/>
                  </a:lnTo>
                  <a:lnTo>
                    <a:pt x="93" y="100"/>
                  </a:lnTo>
                  <a:lnTo>
                    <a:pt x="94" y="97"/>
                  </a:lnTo>
                  <a:lnTo>
                    <a:pt x="97" y="96"/>
                  </a:lnTo>
                  <a:lnTo>
                    <a:pt x="98" y="94"/>
                  </a:lnTo>
                  <a:lnTo>
                    <a:pt x="100" y="91"/>
                  </a:lnTo>
                  <a:lnTo>
                    <a:pt x="103" y="90"/>
                  </a:lnTo>
                  <a:lnTo>
                    <a:pt x="104" y="87"/>
                  </a:lnTo>
                  <a:lnTo>
                    <a:pt x="105" y="84"/>
                  </a:lnTo>
                  <a:lnTo>
                    <a:pt x="107" y="83"/>
                  </a:lnTo>
                  <a:lnTo>
                    <a:pt x="108" y="80"/>
                  </a:lnTo>
                  <a:lnTo>
                    <a:pt x="108" y="77"/>
                  </a:lnTo>
                  <a:lnTo>
                    <a:pt x="110" y="74"/>
                  </a:lnTo>
                  <a:lnTo>
                    <a:pt x="111" y="73"/>
                  </a:lnTo>
                  <a:lnTo>
                    <a:pt x="111" y="70"/>
                  </a:lnTo>
                  <a:lnTo>
                    <a:pt x="112" y="67"/>
                  </a:lnTo>
                  <a:lnTo>
                    <a:pt x="112" y="65"/>
                  </a:lnTo>
                  <a:lnTo>
                    <a:pt x="112" y="62"/>
                  </a:lnTo>
                  <a:lnTo>
                    <a:pt x="112" y="59"/>
                  </a:lnTo>
                  <a:lnTo>
                    <a:pt x="112" y="56"/>
                  </a:lnTo>
                  <a:lnTo>
                    <a:pt x="112" y="53"/>
                  </a:lnTo>
                  <a:lnTo>
                    <a:pt x="112" y="51"/>
                  </a:lnTo>
                  <a:lnTo>
                    <a:pt x="112" y="48"/>
                  </a:lnTo>
                  <a:lnTo>
                    <a:pt x="112" y="45"/>
                  </a:lnTo>
                  <a:lnTo>
                    <a:pt x="111" y="42"/>
                  </a:lnTo>
                  <a:lnTo>
                    <a:pt x="111" y="39"/>
                  </a:lnTo>
                  <a:lnTo>
                    <a:pt x="110" y="36"/>
                  </a:lnTo>
                  <a:lnTo>
                    <a:pt x="108" y="34"/>
                  </a:lnTo>
                  <a:lnTo>
                    <a:pt x="108" y="31"/>
                  </a:lnTo>
                  <a:lnTo>
                    <a:pt x="107" y="29"/>
                  </a:lnTo>
                  <a:lnTo>
                    <a:pt x="105" y="27"/>
                  </a:lnTo>
                  <a:lnTo>
                    <a:pt x="104" y="24"/>
                  </a:lnTo>
                  <a:lnTo>
                    <a:pt x="103" y="22"/>
                  </a:lnTo>
                  <a:lnTo>
                    <a:pt x="100" y="20"/>
                  </a:lnTo>
                  <a:lnTo>
                    <a:pt x="98" y="18"/>
                  </a:lnTo>
                  <a:lnTo>
                    <a:pt x="97" y="15"/>
                  </a:lnTo>
                  <a:lnTo>
                    <a:pt x="94" y="14"/>
                  </a:lnTo>
                  <a:lnTo>
                    <a:pt x="93" y="12"/>
                  </a:lnTo>
                  <a:lnTo>
                    <a:pt x="90" y="11"/>
                  </a:lnTo>
                  <a:lnTo>
                    <a:pt x="88" y="10"/>
                  </a:lnTo>
                  <a:lnTo>
                    <a:pt x="86" y="7"/>
                  </a:lnTo>
                  <a:lnTo>
                    <a:pt x="84" y="7"/>
                  </a:lnTo>
                  <a:lnTo>
                    <a:pt x="81" y="5"/>
                  </a:lnTo>
                  <a:lnTo>
                    <a:pt x="79" y="4"/>
                  </a:lnTo>
                  <a:lnTo>
                    <a:pt x="76" y="3"/>
                  </a:lnTo>
                  <a:lnTo>
                    <a:pt x="73" y="1"/>
                  </a:lnTo>
                  <a:lnTo>
                    <a:pt x="70" y="1"/>
                  </a:lnTo>
                  <a:lnTo>
                    <a:pt x="69" y="1"/>
                  </a:lnTo>
                  <a:lnTo>
                    <a:pt x="66" y="0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86">
              <a:extLst>
                <a:ext uri="{FF2B5EF4-FFF2-40B4-BE49-F238E27FC236}">
                  <a16:creationId xmlns:a16="http://schemas.microsoft.com/office/drawing/2014/main" id="{9A2FC0E3-CD5D-4364-8DD5-CE8893C2A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5886" y="2979228"/>
              <a:ext cx="630238" cy="249237"/>
            </a:xfrm>
            <a:custGeom>
              <a:avLst/>
              <a:gdLst>
                <a:gd name="T0" fmla="*/ 2147483646 w 794"/>
                <a:gd name="T1" fmla="*/ 0 h 315"/>
                <a:gd name="T2" fmla="*/ 2147483646 w 794"/>
                <a:gd name="T3" fmla="*/ 0 h 315"/>
                <a:gd name="T4" fmla="*/ 2147483646 w 794"/>
                <a:gd name="T5" fmla="*/ 0 h 315"/>
                <a:gd name="T6" fmla="*/ 2147483646 w 794"/>
                <a:gd name="T7" fmla="*/ 0 h 315"/>
                <a:gd name="T8" fmla="*/ 2147483646 w 794"/>
                <a:gd name="T9" fmla="*/ 0 h 315"/>
                <a:gd name="T10" fmla="*/ 2147483646 w 794"/>
                <a:gd name="T11" fmla="*/ 0 h 315"/>
                <a:gd name="T12" fmla="*/ 2147483646 w 794"/>
                <a:gd name="T13" fmla="*/ 2147483646 h 315"/>
                <a:gd name="T14" fmla="*/ 2147483646 w 794"/>
                <a:gd name="T15" fmla="*/ 2147483646 h 315"/>
                <a:gd name="T16" fmla="*/ 2147483646 w 794"/>
                <a:gd name="T17" fmla="*/ 2147483646 h 315"/>
                <a:gd name="T18" fmla="*/ 2147483646 w 794"/>
                <a:gd name="T19" fmla="*/ 2147483646 h 315"/>
                <a:gd name="T20" fmla="*/ 2147483646 w 794"/>
                <a:gd name="T21" fmla="*/ 2147483646 h 315"/>
                <a:gd name="T22" fmla="*/ 2147483646 w 794"/>
                <a:gd name="T23" fmla="*/ 2147483646 h 315"/>
                <a:gd name="T24" fmla="*/ 2147483646 w 794"/>
                <a:gd name="T25" fmla="*/ 2147483646 h 315"/>
                <a:gd name="T26" fmla="*/ 2147483646 w 794"/>
                <a:gd name="T27" fmla="*/ 2147483646 h 315"/>
                <a:gd name="T28" fmla="*/ 2147483646 w 794"/>
                <a:gd name="T29" fmla="*/ 2147483646 h 315"/>
                <a:gd name="T30" fmla="*/ 2147483646 w 794"/>
                <a:gd name="T31" fmla="*/ 2147483646 h 315"/>
                <a:gd name="T32" fmla="*/ 2147483646 w 794"/>
                <a:gd name="T33" fmla="*/ 2147483646 h 315"/>
                <a:gd name="T34" fmla="*/ 2147483646 w 794"/>
                <a:gd name="T35" fmla="*/ 2147483646 h 315"/>
                <a:gd name="T36" fmla="*/ 2147483646 w 794"/>
                <a:gd name="T37" fmla="*/ 2147483646 h 315"/>
                <a:gd name="T38" fmla="*/ 2147483646 w 794"/>
                <a:gd name="T39" fmla="*/ 2147483646 h 315"/>
                <a:gd name="T40" fmla="*/ 2147483646 w 794"/>
                <a:gd name="T41" fmla="*/ 2147483646 h 315"/>
                <a:gd name="T42" fmla="*/ 2147483646 w 794"/>
                <a:gd name="T43" fmla="*/ 2147483646 h 315"/>
                <a:gd name="T44" fmla="*/ 2147483646 w 794"/>
                <a:gd name="T45" fmla="*/ 2147483646 h 315"/>
                <a:gd name="T46" fmla="*/ 2147483646 w 794"/>
                <a:gd name="T47" fmla="*/ 2147483646 h 315"/>
                <a:gd name="T48" fmla="*/ 2147483646 w 794"/>
                <a:gd name="T49" fmla="*/ 2147483646 h 315"/>
                <a:gd name="T50" fmla="*/ 2147483646 w 794"/>
                <a:gd name="T51" fmla="*/ 2147483646 h 315"/>
                <a:gd name="T52" fmla="*/ 2147483646 w 794"/>
                <a:gd name="T53" fmla="*/ 2147483646 h 315"/>
                <a:gd name="T54" fmla="*/ 2147483646 w 794"/>
                <a:gd name="T55" fmla="*/ 2147483646 h 315"/>
                <a:gd name="T56" fmla="*/ 2147483646 w 794"/>
                <a:gd name="T57" fmla="*/ 2147483646 h 315"/>
                <a:gd name="T58" fmla="*/ 2147483646 w 794"/>
                <a:gd name="T59" fmla="*/ 2147483646 h 315"/>
                <a:gd name="T60" fmla="*/ 2147483646 w 794"/>
                <a:gd name="T61" fmla="*/ 2147483646 h 315"/>
                <a:gd name="T62" fmla="*/ 2147483646 w 794"/>
                <a:gd name="T63" fmla="*/ 2147483646 h 315"/>
                <a:gd name="T64" fmla="*/ 2147483646 w 794"/>
                <a:gd name="T65" fmla="*/ 2147483646 h 315"/>
                <a:gd name="T66" fmla="*/ 2147483646 w 794"/>
                <a:gd name="T67" fmla="*/ 2147483646 h 315"/>
                <a:gd name="T68" fmla="*/ 2147483646 w 794"/>
                <a:gd name="T69" fmla="*/ 2147483646 h 315"/>
                <a:gd name="T70" fmla="*/ 2147483646 w 794"/>
                <a:gd name="T71" fmla="*/ 2147483646 h 315"/>
                <a:gd name="T72" fmla="*/ 2147483646 w 794"/>
                <a:gd name="T73" fmla="*/ 2147483646 h 315"/>
                <a:gd name="T74" fmla="*/ 2147483646 w 794"/>
                <a:gd name="T75" fmla="*/ 2147483646 h 315"/>
                <a:gd name="T76" fmla="*/ 2147483646 w 794"/>
                <a:gd name="T77" fmla="*/ 2147483646 h 315"/>
                <a:gd name="T78" fmla="*/ 2147483646 w 794"/>
                <a:gd name="T79" fmla="*/ 2147483646 h 315"/>
                <a:gd name="T80" fmla="*/ 2147483646 w 794"/>
                <a:gd name="T81" fmla="*/ 2147483646 h 315"/>
                <a:gd name="T82" fmla="*/ 2147483646 w 794"/>
                <a:gd name="T83" fmla="*/ 2147483646 h 315"/>
                <a:gd name="T84" fmla="*/ 2147483646 w 794"/>
                <a:gd name="T85" fmla="*/ 2147483646 h 315"/>
                <a:gd name="T86" fmla="*/ 2147483646 w 794"/>
                <a:gd name="T87" fmla="*/ 2147483646 h 315"/>
                <a:gd name="T88" fmla="*/ 2147483646 w 794"/>
                <a:gd name="T89" fmla="*/ 2147483646 h 315"/>
                <a:gd name="T90" fmla="*/ 2147483646 w 794"/>
                <a:gd name="T91" fmla="*/ 2147483646 h 315"/>
                <a:gd name="T92" fmla="*/ 2147483646 w 794"/>
                <a:gd name="T93" fmla="*/ 2147483646 h 315"/>
                <a:gd name="T94" fmla="*/ 2147483646 w 794"/>
                <a:gd name="T95" fmla="*/ 2147483646 h 315"/>
                <a:gd name="T96" fmla="*/ 2147483646 w 794"/>
                <a:gd name="T97" fmla="*/ 2147483646 h 315"/>
                <a:gd name="T98" fmla="*/ 2147483646 w 794"/>
                <a:gd name="T99" fmla="*/ 2147483646 h 315"/>
                <a:gd name="T100" fmla="*/ 2147483646 w 794"/>
                <a:gd name="T101" fmla="*/ 2147483646 h 315"/>
                <a:gd name="T102" fmla="*/ 2147483646 w 794"/>
                <a:gd name="T103" fmla="*/ 2147483646 h 315"/>
                <a:gd name="T104" fmla="*/ 2147483646 w 794"/>
                <a:gd name="T105" fmla="*/ 2147483646 h 315"/>
                <a:gd name="T106" fmla="*/ 2147483646 w 794"/>
                <a:gd name="T107" fmla="*/ 2147483646 h 315"/>
                <a:gd name="T108" fmla="*/ 2147483646 w 794"/>
                <a:gd name="T109" fmla="*/ 2147483646 h 315"/>
                <a:gd name="T110" fmla="*/ 2147483646 w 794"/>
                <a:gd name="T111" fmla="*/ 2147483646 h 315"/>
                <a:gd name="T112" fmla="*/ 2147483646 w 794"/>
                <a:gd name="T113" fmla="*/ 2147483646 h 315"/>
                <a:gd name="T114" fmla="*/ 2147483646 w 794"/>
                <a:gd name="T115" fmla="*/ 2147483646 h 315"/>
                <a:gd name="T116" fmla="*/ 2147483646 w 794"/>
                <a:gd name="T117" fmla="*/ 2147483646 h 315"/>
                <a:gd name="T118" fmla="*/ 2147483646 w 794"/>
                <a:gd name="T119" fmla="*/ 2147483646 h 315"/>
                <a:gd name="T120" fmla="*/ 2147483646 w 794"/>
                <a:gd name="T121" fmla="*/ 2147483646 h 31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4" h="315">
                  <a:moveTo>
                    <a:pt x="0" y="0"/>
                  </a:moveTo>
                  <a:lnTo>
                    <a:pt x="31" y="0"/>
                  </a:lnTo>
                  <a:lnTo>
                    <a:pt x="60" y="0"/>
                  </a:lnTo>
                  <a:lnTo>
                    <a:pt x="86" y="0"/>
                  </a:lnTo>
                  <a:lnTo>
                    <a:pt x="110" y="0"/>
                  </a:lnTo>
                  <a:lnTo>
                    <a:pt x="134" y="0"/>
                  </a:lnTo>
                  <a:lnTo>
                    <a:pt x="155" y="0"/>
                  </a:lnTo>
                  <a:lnTo>
                    <a:pt x="175" y="0"/>
                  </a:lnTo>
                  <a:lnTo>
                    <a:pt x="194" y="0"/>
                  </a:lnTo>
                  <a:lnTo>
                    <a:pt x="211" y="0"/>
                  </a:lnTo>
                  <a:lnTo>
                    <a:pt x="227" y="0"/>
                  </a:lnTo>
                  <a:lnTo>
                    <a:pt x="240" y="0"/>
                  </a:lnTo>
                  <a:lnTo>
                    <a:pt x="254" y="0"/>
                  </a:lnTo>
                  <a:lnTo>
                    <a:pt x="265" y="0"/>
                  </a:lnTo>
                  <a:lnTo>
                    <a:pt x="276" y="0"/>
                  </a:lnTo>
                  <a:lnTo>
                    <a:pt x="287" y="0"/>
                  </a:lnTo>
                  <a:lnTo>
                    <a:pt x="296" y="0"/>
                  </a:lnTo>
                  <a:lnTo>
                    <a:pt x="303" y="0"/>
                  </a:lnTo>
                  <a:lnTo>
                    <a:pt x="311" y="0"/>
                  </a:lnTo>
                  <a:lnTo>
                    <a:pt x="317" y="0"/>
                  </a:lnTo>
                  <a:lnTo>
                    <a:pt x="323" y="0"/>
                  </a:lnTo>
                  <a:lnTo>
                    <a:pt x="328" y="0"/>
                  </a:lnTo>
                  <a:lnTo>
                    <a:pt x="332" y="0"/>
                  </a:lnTo>
                  <a:lnTo>
                    <a:pt x="336" y="1"/>
                  </a:lnTo>
                  <a:lnTo>
                    <a:pt x="338" y="1"/>
                  </a:lnTo>
                  <a:lnTo>
                    <a:pt x="342" y="1"/>
                  </a:lnTo>
                  <a:lnTo>
                    <a:pt x="345" y="1"/>
                  </a:lnTo>
                  <a:lnTo>
                    <a:pt x="348" y="1"/>
                  </a:lnTo>
                  <a:lnTo>
                    <a:pt x="349" y="1"/>
                  </a:lnTo>
                  <a:lnTo>
                    <a:pt x="352" y="1"/>
                  </a:lnTo>
                  <a:lnTo>
                    <a:pt x="353" y="1"/>
                  </a:lnTo>
                  <a:lnTo>
                    <a:pt x="356" y="1"/>
                  </a:lnTo>
                  <a:lnTo>
                    <a:pt x="358" y="1"/>
                  </a:lnTo>
                  <a:lnTo>
                    <a:pt x="360" y="1"/>
                  </a:lnTo>
                  <a:lnTo>
                    <a:pt x="362" y="3"/>
                  </a:lnTo>
                  <a:lnTo>
                    <a:pt x="364" y="3"/>
                  </a:lnTo>
                  <a:lnTo>
                    <a:pt x="366" y="3"/>
                  </a:lnTo>
                  <a:lnTo>
                    <a:pt x="368" y="3"/>
                  </a:lnTo>
                  <a:lnTo>
                    <a:pt x="369" y="3"/>
                  </a:lnTo>
                  <a:lnTo>
                    <a:pt x="370" y="3"/>
                  </a:lnTo>
                  <a:lnTo>
                    <a:pt x="372" y="3"/>
                  </a:lnTo>
                  <a:lnTo>
                    <a:pt x="374" y="3"/>
                  </a:lnTo>
                  <a:lnTo>
                    <a:pt x="376" y="3"/>
                  </a:lnTo>
                  <a:lnTo>
                    <a:pt x="377" y="3"/>
                  </a:lnTo>
                  <a:lnTo>
                    <a:pt x="378" y="3"/>
                  </a:lnTo>
                  <a:lnTo>
                    <a:pt x="380" y="4"/>
                  </a:lnTo>
                  <a:lnTo>
                    <a:pt x="381" y="4"/>
                  </a:lnTo>
                  <a:lnTo>
                    <a:pt x="382" y="4"/>
                  </a:lnTo>
                  <a:lnTo>
                    <a:pt x="384" y="4"/>
                  </a:lnTo>
                  <a:lnTo>
                    <a:pt x="385" y="4"/>
                  </a:lnTo>
                  <a:lnTo>
                    <a:pt x="386" y="4"/>
                  </a:lnTo>
                  <a:lnTo>
                    <a:pt x="388" y="4"/>
                  </a:lnTo>
                  <a:lnTo>
                    <a:pt x="389" y="4"/>
                  </a:lnTo>
                  <a:lnTo>
                    <a:pt x="390" y="4"/>
                  </a:lnTo>
                  <a:lnTo>
                    <a:pt x="392" y="5"/>
                  </a:lnTo>
                  <a:lnTo>
                    <a:pt x="393" y="5"/>
                  </a:lnTo>
                  <a:lnTo>
                    <a:pt x="394" y="5"/>
                  </a:lnTo>
                  <a:lnTo>
                    <a:pt x="396" y="5"/>
                  </a:lnTo>
                  <a:lnTo>
                    <a:pt x="398" y="5"/>
                  </a:lnTo>
                  <a:lnTo>
                    <a:pt x="400" y="5"/>
                  </a:lnTo>
                  <a:lnTo>
                    <a:pt x="401" y="7"/>
                  </a:lnTo>
                  <a:lnTo>
                    <a:pt x="403" y="7"/>
                  </a:lnTo>
                  <a:lnTo>
                    <a:pt x="405" y="7"/>
                  </a:lnTo>
                  <a:lnTo>
                    <a:pt x="407" y="7"/>
                  </a:lnTo>
                  <a:lnTo>
                    <a:pt x="409" y="8"/>
                  </a:lnTo>
                  <a:lnTo>
                    <a:pt x="411" y="8"/>
                  </a:lnTo>
                  <a:lnTo>
                    <a:pt x="413" y="8"/>
                  </a:lnTo>
                  <a:lnTo>
                    <a:pt x="414" y="8"/>
                  </a:lnTo>
                  <a:lnTo>
                    <a:pt x="417" y="8"/>
                  </a:lnTo>
                  <a:lnTo>
                    <a:pt x="418" y="8"/>
                  </a:lnTo>
                  <a:lnTo>
                    <a:pt x="419" y="9"/>
                  </a:lnTo>
                  <a:lnTo>
                    <a:pt x="421" y="9"/>
                  </a:lnTo>
                  <a:lnTo>
                    <a:pt x="422" y="9"/>
                  </a:lnTo>
                  <a:lnTo>
                    <a:pt x="423" y="9"/>
                  </a:lnTo>
                  <a:lnTo>
                    <a:pt x="425" y="9"/>
                  </a:lnTo>
                  <a:lnTo>
                    <a:pt x="426" y="9"/>
                  </a:lnTo>
                  <a:lnTo>
                    <a:pt x="426" y="11"/>
                  </a:lnTo>
                  <a:lnTo>
                    <a:pt x="427" y="11"/>
                  </a:lnTo>
                  <a:lnTo>
                    <a:pt x="429" y="11"/>
                  </a:lnTo>
                  <a:lnTo>
                    <a:pt x="430" y="11"/>
                  </a:lnTo>
                  <a:lnTo>
                    <a:pt x="431" y="11"/>
                  </a:lnTo>
                  <a:lnTo>
                    <a:pt x="433" y="12"/>
                  </a:lnTo>
                  <a:lnTo>
                    <a:pt x="434" y="12"/>
                  </a:lnTo>
                  <a:lnTo>
                    <a:pt x="435" y="12"/>
                  </a:lnTo>
                  <a:lnTo>
                    <a:pt x="437" y="13"/>
                  </a:lnTo>
                  <a:lnTo>
                    <a:pt x="438" y="13"/>
                  </a:lnTo>
                  <a:lnTo>
                    <a:pt x="439" y="13"/>
                  </a:lnTo>
                  <a:lnTo>
                    <a:pt x="441" y="15"/>
                  </a:lnTo>
                  <a:lnTo>
                    <a:pt x="443" y="15"/>
                  </a:lnTo>
                  <a:lnTo>
                    <a:pt x="445" y="15"/>
                  </a:lnTo>
                  <a:lnTo>
                    <a:pt x="446" y="16"/>
                  </a:lnTo>
                  <a:lnTo>
                    <a:pt x="449" y="16"/>
                  </a:lnTo>
                  <a:lnTo>
                    <a:pt x="450" y="17"/>
                  </a:lnTo>
                  <a:lnTo>
                    <a:pt x="453" y="17"/>
                  </a:lnTo>
                  <a:lnTo>
                    <a:pt x="455" y="19"/>
                  </a:lnTo>
                  <a:lnTo>
                    <a:pt x="458" y="19"/>
                  </a:lnTo>
                  <a:lnTo>
                    <a:pt x="459" y="20"/>
                  </a:lnTo>
                  <a:lnTo>
                    <a:pt x="462" y="20"/>
                  </a:lnTo>
                  <a:lnTo>
                    <a:pt x="465" y="21"/>
                  </a:lnTo>
                  <a:lnTo>
                    <a:pt x="466" y="21"/>
                  </a:lnTo>
                  <a:lnTo>
                    <a:pt x="467" y="23"/>
                  </a:lnTo>
                  <a:lnTo>
                    <a:pt x="470" y="23"/>
                  </a:lnTo>
                  <a:lnTo>
                    <a:pt x="471" y="24"/>
                  </a:lnTo>
                  <a:lnTo>
                    <a:pt x="473" y="24"/>
                  </a:lnTo>
                  <a:lnTo>
                    <a:pt x="474" y="24"/>
                  </a:lnTo>
                  <a:lnTo>
                    <a:pt x="475" y="25"/>
                  </a:lnTo>
                  <a:lnTo>
                    <a:pt x="476" y="25"/>
                  </a:lnTo>
                  <a:lnTo>
                    <a:pt x="478" y="25"/>
                  </a:lnTo>
                  <a:lnTo>
                    <a:pt x="479" y="27"/>
                  </a:lnTo>
                  <a:lnTo>
                    <a:pt x="480" y="27"/>
                  </a:lnTo>
                  <a:lnTo>
                    <a:pt x="482" y="27"/>
                  </a:lnTo>
                  <a:lnTo>
                    <a:pt x="482" y="28"/>
                  </a:lnTo>
                  <a:lnTo>
                    <a:pt x="483" y="28"/>
                  </a:lnTo>
                  <a:lnTo>
                    <a:pt x="484" y="29"/>
                  </a:lnTo>
                  <a:lnTo>
                    <a:pt x="486" y="29"/>
                  </a:lnTo>
                  <a:lnTo>
                    <a:pt x="487" y="29"/>
                  </a:lnTo>
                  <a:lnTo>
                    <a:pt x="488" y="31"/>
                  </a:lnTo>
                  <a:lnTo>
                    <a:pt x="490" y="31"/>
                  </a:lnTo>
                  <a:lnTo>
                    <a:pt x="491" y="32"/>
                  </a:lnTo>
                  <a:lnTo>
                    <a:pt x="492" y="32"/>
                  </a:lnTo>
                  <a:lnTo>
                    <a:pt x="494" y="33"/>
                  </a:lnTo>
                  <a:lnTo>
                    <a:pt x="495" y="33"/>
                  </a:lnTo>
                  <a:lnTo>
                    <a:pt x="498" y="35"/>
                  </a:lnTo>
                  <a:lnTo>
                    <a:pt x="499" y="36"/>
                  </a:lnTo>
                  <a:lnTo>
                    <a:pt x="500" y="36"/>
                  </a:lnTo>
                  <a:lnTo>
                    <a:pt x="503" y="37"/>
                  </a:lnTo>
                  <a:lnTo>
                    <a:pt x="504" y="39"/>
                  </a:lnTo>
                  <a:lnTo>
                    <a:pt x="507" y="40"/>
                  </a:lnTo>
                  <a:lnTo>
                    <a:pt x="508" y="40"/>
                  </a:lnTo>
                  <a:lnTo>
                    <a:pt x="511" y="41"/>
                  </a:lnTo>
                  <a:lnTo>
                    <a:pt x="512" y="43"/>
                  </a:lnTo>
                  <a:lnTo>
                    <a:pt x="514" y="43"/>
                  </a:lnTo>
                  <a:lnTo>
                    <a:pt x="516" y="44"/>
                  </a:lnTo>
                  <a:lnTo>
                    <a:pt x="518" y="44"/>
                  </a:lnTo>
                  <a:lnTo>
                    <a:pt x="519" y="45"/>
                  </a:lnTo>
                  <a:lnTo>
                    <a:pt x="520" y="45"/>
                  </a:lnTo>
                  <a:lnTo>
                    <a:pt x="522" y="47"/>
                  </a:lnTo>
                  <a:lnTo>
                    <a:pt x="523" y="47"/>
                  </a:lnTo>
                  <a:lnTo>
                    <a:pt x="523" y="48"/>
                  </a:lnTo>
                  <a:lnTo>
                    <a:pt x="524" y="48"/>
                  </a:lnTo>
                  <a:lnTo>
                    <a:pt x="526" y="49"/>
                  </a:lnTo>
                  <a:lnTo>
                    <a:pt x="527" y="49"/>
                  </a:lnTo>
                  <a:lnTo>
                    <a:pt x="528" y="51"/>
                  </a:lnTo>
                  <a:lnTo>
                    <a:pt x="530" y="51"/>
                  </a:lnTo>
                  <a:lnTo>
                    <a:pt x="531" y="52"/>
                  </a:lnTo>
                  <a:lnTo>
                    <a:pt x="532" y="52"/>
                  </a:lnTo>
                  <a:lnTo>
                    <a:pt x="534" y="53"/>
                  </a:lnTo>
                  <a:lnTo>
                    <a:pt x="535" y="55"/>
                  </a:lnTo>
                  <a:lnTo>
                    <a:pt x="536" y="55"/>
                  </a:lnTo>
                  <a:lnTo>
                    <a:pt x="538" y="56"/>
                  </a:lnTo>
                  <a:lnTo>
                    <a:pt x="539" y="56"/>
                  </a:lnTo>
                  <a:lnTo>
                    <a:pt x="540" y="57"/>
                  </a:lnTo>
                  <a:lnTo>
                    <a:pt x="542" y="57"/>
                  </a:lnTo>
                  <a:lnTo>
                    <a:pt x="543" y="58"/>
                  </a:lnTo>
                  <a:lnTo>
                    <a:pt x="546" y="60"/>
                  </a:lnTo>
                  <a:lnTo>
                    <a:pt x="547" y="60"/>
                  </a:lnTo>
                  <a:lnTo>
                    <a:pt x="548" y="61"/>
                  </a:lnTo>
                  <a:lnTo>
                    <a:pt x="551" y="62"/>
                  </a:lnTo>
                  <a:lnTo>
                    <a:pt x="552" y="64"/>
                  </a:lnTo>
                  <a:lnTo>
                    <a:pt x="553" y="65"/>
                  </a:lnTo>
                  <a:lnTo>
                    <a:pt x="556" y="65"/>
                  </a:lnTo>
                  <a:lnTo>
                    <a:pt x="557" y="66"/>
                  </a:lnTo>
                  <a:lnTo>
                    <a:pt x="559" y="66"/>
                  </a:lnTo>
                  <a:lnTo>
                    <a:pt x="560" y="68"/>
                  </a:lnTo>
                  <a:lnTo>
                    <a:pt x="561" y="69"/>
                  </a:lnTo>
                  <a:lnTo>
                    <a:pt x="563" y="69"/>
                  </a:lnTo>
                  <a:lnTo>
                    <a:pt x="564" y="70"/>
                  </a:lnTo>
                  <a:lnTo>
                    <a:pt x="565" y="70"/>
                  </a:lnTo>
                  <a:lnTo>
                    <a:pt x="567" y="72"/>
                  </a:lnTo>
                  <a:lnTo>
                    <a:pt x="568" y="73"/>
                  </a:lnTo>
                  <a:lnTo>
                    <a:pt x="569" y="73"/>
                  </a:lnTo>
                  <a:lnTo>
                    <a:pt x="571" y="74"/>
                  </a:lnTo>
                  <a:lnTo>
                    <a:pt x="572" y="74"/>
                  </a:lnTo>
                  <a:lnTo>
                    <a:pt x="572" y="76"/>
                  </a:lnTo>
                  <a:lnTo>
                    <a:pt x="573" y="76"/>
                  </a:lnTo>
                  <a:lnTo>
                    <a:pt x="575" y="76"/>
                  </a:lnTo>
                  <a:lnTo>
                    <a:pt x="575" y="77"/>
                  </a:lnTo>
                  <a:lnTo>
                    <a:pt x="576" y="77"/>
                  </a:lnTo>
                  <a:lnTo>
                    <a:pt x="577" y="78"/>
                  </a:lnTo>
                  <a:lnTo>
                    <a:pt x="579" y="78"/>
                  </a:lnTo>
                  <a:lnTo>
                    <a:pt x="580" y="80"/>
                  </a:lnTo>
                  <a:lnTo>
                    <a:pt x="581" y="80"/>
                  </a:lnTo>
                  <a:lnTo>
                    <a:pt x="581" y="81"/>
                  </a:lnTo>
                  <a:lnTo>
                    <a:pt x="583" y="82"/>
                  </a:lnTo>
                  <a:lnTo>
                    <a:pt x="585" y="82"/>
                  </a:lnTo>
                  <a:lnTo>
                    <a:pt x="587" y="84"/>
                  </a:lnTo>
                  <a:lnTo>
                    <a:pt x="588" y="85"/>
                  </a:lnTo>
                  <a:lnTo>
                    <a:pt x="589" y="86"/>
                  </a:lnTo>
                  <a:lnTo>
                    <a:pt x="591" y="86"/>
                  </a:lnTo>
                  <a:lnTo>
                    <a:pt x="592" y="88"/>
                  </a:lnTo>
                  <a:lnTo>
                    <a:pt x="593" y="88"/>
                  </a:lnTo>
                  <a:lnTo>
                    <a:pt x="593" y="89"/>
                  </a:lnTo>
                  <a:lnTo>
                    <a:pt x="595" y="89"/>
                  </a:lnTo>
                  <a:lnTo>
                    <a:pt x="596" y="90"/>
                  </a:lnTo>
                  <a:lnTo>
                    <a:pt x="597" y="90"/>
                  </a:lnTo>
                  <a:lnTo>
                    <a:pt x="597" y="92"/>
                  </a:lnTo>
                  <a:lnTo>
                    <a:pt x="599" y="92"/>
                  </a:lnTo>
                  <a:lnTo>
                    <a:pt x="600" y="93"/>
                  </a:lnTo>
                  <a:lnTo>
                    <a:pt x="601" y="93"/>
                  </a:lnTo>
                  <a:lnTo>
                    <a:pt x="601" y="94"/>
                  </a:lnTo>
                  <a:lnTo>
                    <a:pt x="603" y="94"/>
                  </a:lnTo>
                  <a:lnTo>
                    <a:pt x="604" y="96"/>
                  </a:lnTo>
                  <a:lnTo>
                    <a:pt x="605" y="97"/>
                  </a:lnTo>
                  <a:lnTo>
                    <a:pt x="607" y="97"/>
                  </a:lnTo>
                  <a:lnTo>
                    <a:pt x="607" y="98"/>
                  </a:lnTo>
                  <a:lnTo>
                    <a:pt x="608" y="98"/>
                  </a:lnTo>
                  <a:lnTo>
                    <a:pt x="609" y="100"/>
                  </a:lnTo>
                  <a:lnTo>
                    <a:pt x="611" y="101"/>
                  </a:lnTo>
                  <a:lnTo>
                    <a:pt x="612" y="101"/>
                  </a:lnTo>
                  <a:lnTo>
                    <a:pt x="612" y="102"/>
                  </a:lnTo>
                  <a:lnTo>
                    <a:pt x="613" y="102"/>
                  </a:lnTo>
                  <a:lnTo>
                    <a:pt x="615" y="104"/>
                  </a:lnTo>
                  <a:lnTo>
                    <a:pt x="616" y="105"/>
                  </a:lnTo>
                  <a:lnTo>
                    <a:pt x="617" y="106"/>
                  </a:lnTo>
                  <a:lnTo>
                    <a:pt x="619" y="106"/>
                  </a:lnTo>
                  <a:lnTo>
                    <a:pt x="619" y="108"/>
                  </a:lnTo>
                  <a:lnTo>
                    <a:pt x="620" y="108"/>
                  </a:lnTo>
                  <a:lnTo>
                    <a:pt x="621" y="109"/>
                  </a:lnTo>
                  <a:lnTo>
                    <a:pt x="622" y="110"/>
                  </a:lnTo>
                  <a:lnTo>
                    <a:pt x="624" y="110"/>
                  </a:lnTo>
                  <a:lnTo>
                    <a:pt x="624" y="112"/>
                  </a:lnTo>
                  <a:lnTo>
                    <a:pt x="625" y="112"/>
                  </a:lnTo>
                  <a:lnTo>
                    <a:pt x="625" y="113"/>
                  </a:lnTo>
                  <a:lnTo>
                    <a:pt x="626" y="113"/>
                  </a:lnTo>
                  <a:lnTo>
                    <a:pt x="628" y="114"/>
                  </a:lnTo>
                  <a:lnTo>
                    <a:pt x="629" y="114"/>
                  </a:lnTo>
                  <a:lnTo>
                    <a:pt x="629" y="116"/>
                  </a:lnTo>
                  <a:lnTo>
                    <a:pt x="630" y="116"/>
                  </a:lnTo>
                  <a:lnTo>
                    <a:pt x="632" y="117"/>
                  </a:lnTo>
                  <a:lnTo>
                    <a:pt x="633" y="118"/>
                  </a:lnTo>
                  <a:lnTo>
                    <a:pt x="634" y="118"/>
                  </a:lnTo>
                  <a:lnTo>
                    <a:pt x="634" y="120"/>
                  </a:lnTo>
                  <a:lnTo>
                    <a:pt x="636" y="120"/>
                  </a:lnTo>
                  <a:lnTo>
                    <a:pt x="637" y="121"/>
                  </a:lnTo>
                  <a:lnTo>
                    <a:pt x="638" y="121"/>
                  </a:lnTo>
                  <a:lnTo>
                    <a:pt x="640" y="122"/>
                  </a:lnTo>
                  <a:lnTo>
                    <a:pt x="641" y="124"/>
                  </a:lnTo>
                  <a:lnTo>
                    <a:pt x="642" y="125"/>
                  </a:lnTo>
                  <a:lnTo>
                    <a:pt x="644" y="125"/>
                  </a:lnTo>
                  <a:lnTo>
                    <a:pt x="645" y="126"/>
                  </a:lnTo>
                  <a:lnTo>
                    <a:pt x="646" y="128"/>
                  </a:lnTo>
                  <a:lnTo>
                    <a:pt x="648" y="128"/>
                  </a:lnTo>
                  <a:lnTo>
                    <a:pt x="648" y="129"/>
                  </a:lnTo>
                  <a:lnTo>
                    <a:pt x="649" y="129"/>
                  </a:lnTo>
                  <a:lnTo>
                    <a:pt x="650" y="130"/>
                  </a:lnTo>
                  <a:lnTo>
                    <a:pt x="652" y="131"/>
                  </a:lnTo>
                  <a:lnTo>
                    <a:pt x="653" y="131"/>
                  </a:lnTo>
                  <a:lnTo>
                    <a:pt x="653" y="133"/>
                  </a:lnTo>
                  <a:lnTo>
                    <a:pt x="654" y="133"/>
                  </a:lnTo>
                  <a:lnTo>
                    <a:pt x="654" y="134"/>
                  </a:lnTo>
                  <a:lnTo>
                    <a:pt x="656" y="134"/>
                  </a:lnTo>
                  <a:lnTo>
                    <a:pt x="656" y="135"/>
                  </a:lnTo>
                  <a:lnTo>
                    <a:pt x="657" y="135"/>
                  </a:lnTo>
                  <a:lnTo>
                    <a:pt x="657" y="137"/>
                  </a:lnTo>
                  <a:lnTo>
                    <a:pt x="658" y="138"/>
                  </a:lnTo>
                  <a:lnTo>
                    <a:pt x="660" y="138"/>
                  </a:lnTo>
                  <a:lnTo>
                    <a:pt x="660" y="139"/>
                  </a:lnTo>
                  <a:lnTo>
                    <a:pt x="661" y="141"/>
                  </a:lnTo>
                  <a:lnTo>
                    <a:pt x="662" y="141"/>
                  </a:lnTo>
                  <a:lnTo>
                    <a:pt x="664" y="142"/>
                  </a:lnTo>
                  <a:lnTo>
                    <a:pt x="664" y="143"/>
                  </a:lnTo>
                  <a:lnTo>
                    <a:pt x="665" y="145"/>
                  </a:lnTo>
                  <a:lnTo>
                    <a:pt x="666" y="146"/>
                  </a:lnTo>
                  <a:lnTo>
                    <a:pt x="668" y="147"/>
                  </a:lnTo>
                  <a:lnTo>
                    <a:pt x="669" y="149"/>
                  </a:lnTo>
                  <a:lnTo>
                    <a:pt x="670" y="150"/>
                  </a:lnTo>
                  <a:lnTo>
                    <a:pt x="672" y="151"/>
                  </a:lnTo>
                  <a:lnTo>
                    <a:pt x="673" y="153"/>
                  </a:lnTo>
                  <a:lnTo>
                    <a:pt x="674" y="154"/>
                  </a:lnTo>
                  <a:lnTo>
                    <a:pt x="676" y="155"/>
                  </a:lnTo>
                  <a:lnTo>
                    <a:pt x="677" y="157"/>
                  </a:lnTo>
                  <a:lnTo>
                    <a:pt x="677" y="158"/>
                  </a:lnTo>
                  <a:lnTo>
                    <a:pt x="678" y="158"/>
                  </a:lnTo>
                  <a:lnTo>
                    <a:pt x="680" y="159"/>
                  </a:lnTo>
                  <a:lnTo>
                    <a:pt x="680" y="161"/>
                  </a:lnTo>
                  <a:lnTo>
                    <a:pt x="681" y="161"/>
                  </a:lnTo>
                  <a:lnTo>
                    <a:pt x="681" y="162"/>
                  </a:lnTo>
                  <a:lnTo>
                    <a:pt x="682" y="162"/>
                  </a:lnTo>
                  <a:lnTo>
                    <a:pt x="682" y="163"/>
                  </a:lnTo>
                  <a:lnTo>
                    <a:pt x="684" y="165"/>
                  </a:lnTo>
                  <a:lnTo>
                    <a:pt x="685" y="166"/>
                  </a:lnTo>
                  <a:lnTo>
                    <a:pt x="686" y="167"/>
                  </a:lnTo>
                  <a:lnTo>
                    <a:pt x="686" y="169"/>
                  </a:lnTo>
                  <a:lnTo>
                    <a:pt x="688" y="169"/>
                  </a:lnTo>
                  <a:lnTo>
                    <a:pt x="689" y="170"/>
                  </a:lnTo>
                  <a:lnTo>
                    <a:pt x="689" y="171"/>
                  </a:lnTo>
                  <a:lnTo>
                    <a:pt x="690" y="173"/>
                  </a:lnTo>
                  <a:lnTo>
                    <a:pt x="692" y="174"/>
                  </a:lnTo>
                  <a:lnTo>
                    <a:pt x="693" y="175"/>
                  </a:lnTo>
                  <a:lnTo>
                    <a:pt x="694" y="178"/>
                  </a:lnTo>
                  <a:lnTo>
                    <a:pt x="695" y="179"/>
                  </a:lnTo>
                  <a:lnTo>
                    <a:pt x="697" y="181"/>
                  </a:lnTo>
                  <a:lnTo>
                    <a:pt x="698" y="183"/>
                  </a:lnTo>
                  <a:lnTo>
                    <a:pt x="701" y="185"/>
                  </a:lnTo>
                  <a:lnTo>
                    <a:pt x="702" y="186"/>
                  </a:lnTo>
                  <a:lnTo>
                    <a:pt x="702" y="187"/>
                  </a:lnTo>
                  <a:lnTo>
                    <a:pt x="703" y="189"/>
                  </a:lnTo>
                  <a:lnTo>
                    <a:pt x="705" y="190"/>
                  </a:lnTo>
                  <a:lnTo>
                    <a:pt x="706" y="191"/>
                  </a:lnTo>
                  <a:lnTo>
                    <a:pt x="707" y="193"/>
                  </a:lnTo>
                  <a:lnTo>
                    <a:pt x="707" y="194"/>
                  </a:lnTo>
                  <a:lnTo>
                    <a:pt x="709" y="195"/>
                  </a:lnTo>
                  <a:lnTo>
                    <a:pt x="710" y="197"/>
                  </a:lnTo>
                  <a:lnTo>
                    <a:pt x="710" y="198"/>
                  </a:lnTo>
                  <a:lnTo>
                    <a:pt x="711" y="198"/>
                  </a:lnTo>
                  <a:lnTo>
                    <a:pt x="713" y="199"/>
                  </a:lnTo>
                  <a:lnTo>
                    <a:pt x="713" y="201"/>
                  </a:lnTo>
                  <a:lnTo>
                    <a:pt x="714" y="202"/>
                  </a:lnTo>
                  <a:lnTo>
                    <a:pt x="715" y="203"/>
                  </a:lnTo>
                  <a:lnTo>
                    <a:pt x="717" y="205"/>
                  </a:lnTo>
                  <a:lnTo>
                    <a:pt x="717" y="206"/>
                  </a:lnTo>
                  <a:lnTo>
                    <a:pt x="718" y="207"/>
                  </a:lnTo>
                  <a:lnTo>
                    <a:pt x="719" y="208"/>
                  </a:lnTo>
                  <a:lnTo>
                    <a:pt x="721" y="210"/>
                  </a:lnTo>
                  <a:lnTo>
                    <a:pt x="722" y="212"/>
                  </a:lnTo>
                  <a:lnTo>
                    <a:pt x="722" y="214"/>
                  </a:lnTo>
                  <a:lnTo>
                    <a:pt x="723" y="215"/>
                  </a:lnTo>
                  <a:lnTo>
                    <a:pt x="725" y="216"/>
                  </a:lnTo>
                  <a:lnTo>
                    <a:pt x="726" y="218"/>
                  </a:lnTo>
                  <a:lnTo>
                    <a:pt x="727" y="220"/>
                  </a:lnTo>
                  <a:lnTo>
                    <a:pt x="729" y="222"/>
                  </a:lnTo>
                  <a:lnTo>
                    <a:pt x="730" y="224"/>
                  </a:lnTo>
                  <a:lnTo>
                    <a:pt x="731" y="226"/>
                  </a:lnTo>
                  <a:lnTo>
                    <a:pt x="734" y="228"/>
                  </a:lnTo>
                  <a:lnTo>
                    <a:pt x="735" y="230"/>
                  </a:lnTo>
                  <a:lnTo>
                    <a:pt x="735" y="232"/>
                  </a:lnTo>
                  <a:lnTo>
                    <a:pt x="737" y="234"/>
                  </a:lnTo>
                  <a:lnTo>
                    <a:pt x="738" y="235"/>
                  </a:lnTo>
                  <a:lnTo>
                    <a:pt x="739" y="236"/>
                  </a:lnTo>
                  <a:lnTo>
                    <a:pt x="741" y="238"/>
                  </a:lnTo>
                  <a:lnTo>
                    <a:pt x="742" y="239"/>
                  </a:lnTo>
                  <a:lnTo>
                    <a:pt x="742" y="240"/>
                  </a:lnTo>
                  <a:lnTo>
                    <a:pt x="743" y="242"/>
                  </a:lnTo>
                  <a:lnTo>
                    <a:pt x="745" y="243"/>
                  </a:lnTo>
                  <a:lnTo>
                    <a:pt x="745" y="244"/>
                  </a:lnTo>
                  <a:lnTo>
                    <a:pt x="746" y="246"/>
                  </a:lnTo>
                  <a:lnTo>
                    <a:pt x="746" y="247"/>
                  </a:lnTo>
                  <a:lnTo>
                    <a:pt x="747" y="247"/>
                  </a:lnTo>
                  <a:lnTo>
                    <a:pt x="749" y="248"/>
                  </a:lnTo>
                  <a:lnTo>
                    <a:pt x="749" y="250"/>
                  </a:lnTo>
                  <a:lnTo>
                    <a:pt x="750" y="251"/>
                  </a:lnTo>
                  <a:lnTo>
                    <a:pt x="750" y="252"/>
                  </a:lnTo>
                  <a:lnTo>
                    <a:pt x="751" y="254"/>
                  </a:lnTo>
                  <a:lnTo>
                    <a:pt x="753" y="255"/>
                  </a:lnTo>
                  <a:lnTo>
                    <a:pt x="754" y="256"/>
                  </a:lnTo>
                  <a:lnTo>
                    <a:pt x="754" y="258"/>
                  </a:lnTo>
                  <a:lnTo>
                    <a:pt x="755" y="259"/>
                  </a:lnTo>
                  <a:lnTo>
                    <a:pt x="757" y="260"/>
                  </a:lnTo>
                  <a:lnTo>
                    <a:pt x="758" y="262"/>
                  </a:lnTo>
                  <a:lnTo>
                    <a:pt x="759" y="263"/>
                  </a:lnTo>
                  <a:lnTo>
                    <a:pt x="761" y="266"/>
                  </a:lnTo>
                  <a:lnTo>
                    <a:pt x="762" y="267"/>
                  </a:lnTo>
                  <a:lnTo>
                    <a:pt x="763" y="270"/>
                  </a:lnTo>
                  <a:lnTo>
                    <a:pt x="765" y="271"/>
                  </a:lnTo>
                  <a:lnTo>
                    <a:pt x="766" y="274"/>
                  </a:lnTo>
                  <a:lnTo>
                    <a:pt x="767" y="276"/>
                  </a:lnTo>
                  <a:lnTo>
                    <a:pt x="769" y="278"/>
                  </a:lnTo>
                  <a:lnTo>
                    <a:pt x="770" y="279"/>
                  </a:lnTo>
                  <a:lnTo>
                    <a:pt x="771" y="281"/>
                  </a:lnTo>
                  <a:lnTo>
                    <a:pt x="772" y="283"/>
                  </a:lnTo>
                  <a:lnTo>
                    <a:pt x="774" y="284"/>
                  </a:lnTo>
                  <a:lnTo>
                    <a:pt x="775" y="285"/>
                  </a:lnTo>
                  <a:lnTo>
                    <a:pt x="775" y="287"/>
                  </a:lnTo>
                  <a:lnTo>
                    <a:pt x="776" y="288"/>
                  </a:lnTo>
                  <a:lnTo>
                    <a:pt x="778" y="289"/>
                  </a:lnTo>
                  <a:lnTo>
                    <a:pt x="778" y="291"/>
                  </a:lnTo>
                  <a:lnTo>
                    <a:pt x="779" y="292"/>
                  </a:lnTo>
                  <a:lnTo>
                    <a:pt x="780" y="293"/>
                  </a:lnTo>
                  <a:lnTo>
                    <a:pt x="782" y="295"/>
                  </a:lnTo>
                  <a:lnTo>
                    <a:pt x="782" y="296"/>
                  </a:lnTo>
                  <a:lnTo>
                    <a:pt x="783" y="297"/>
                  </a:lnTo>
                  <a:lnTo>
                    <a:pt x="784" y="299"/>
                  </a:lnTo>
                  <a:lnTo>
                    <a:pt x="784" y="300"/>
                  </a:lnTo>
                  <a:lnTo>
                    <a:pt x="786" y="301"/>
                  </a:lnTo>
                  <a:lnTo>
                    <a:pt x="786" y="303"/>
                  </a:lnTo>
                  <a:lnTo>
                    <a:pt x="787" y="304"/>
                  </a:lnTo>
                  <a:lnTo>
                    <a:pt x="788" y="305"/>
                  </a:lnTo>
                  <a:lnTo>
                    <a:pt x="788" y="307"/>
                  </a:lnTo>
                  <a:lnTo>
                    <a:pt x="790" y="309"/>
                  </a:lnTo>
                  <a:lnTo>
                    <a:pt x="791" y="311"/>
                  </a:lnTo>
                  <a:lnTo>
                    <a:pt x="791" y="312"/>
                  </a:lnTo>
                  <a:lnTo>
                    <a:pt x="792" y="313"/>
                  </a:lnTo>
                  <a:lnTo>
                    <a:pt x="794" y="3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87">
              <a:extLst>
                <a:ext uri="{FF2B5EF4-FFF2-40B4-BE49-F238E27FC236}">
                  <a16:creationId xmlns:a16="http://schemas.microsoft.com/office/drawing/2014/main" id="{B232FFFB-42CE-4933-AFCF-B205C5C44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5886" y="3231640"/>
              <a:ext cx="630238" cy="249238"/>
            </a:xfrm>
            <a:custGeom>
              <a:avLst/>
              <a:gdLst>
                <a:gd name="T0" fmla="*/ 2147483646 w 794"/>
                <a:gd name="T1" fmla="*/ 2147483646 h 315"/>
                <a:gd name="T2" fmla="*/ 2147483646 w 794"/>
                <a:gd name="T3" fmla="*/ 2147483646 h 315"/>
                <a:gd name="T4" fmla="*/ 2147483646 w 794"/>
                <a:gd name="T5" fmla="*/ 2147483646 h 315"/>
                <a:gd name="T6" fmla="*/ 2147483646 w 794"/>
                <a:gd name="T7" fmla="*/ 2147483646 h 315"/>
                <a:gd name="T8" fmla="*/ 2147483646 w 794"/>
                <a:gd name="T9" fmla="*/ 2147483646 h 315"/>
                <a:gd name="T10" fmla="*/ 2147483646 w 794"/>
                <a:gd name="T11" fmla="*/ 2147483646 h 315"/>
                <a:gd name="T12" fmla="*/ 2147483646 w 794"/>
                <a:gd name="T13" fmla="*/ 2147483646 h 315"/>
                <a:gd name="T14" fmla="*/ 2147483646 w 794"/>
                <a:gd name="T15" fmla="*/ 2147483646 h 315"/>
                <a:gd name="T16" fmla="*/ 2147483646 w 794"/>
                <a:gd name="T17" fmla="*/ 2147483646 h 315"/>
                <a:gd name="T18" fmla="*/ 2147483646 w 794"/>
                <a:gd name="T19" fmla="*/ 2147483646 h 315"/>
                <a:gd name="T20" fmla="*/ 2147483646 w 794"/>
                <a:gd name="T21" fmla="*/ 2147483646 h 315"/>
                <a:gd name="T22" fmla="*/ 2147483646 w 794"/>
                <a:gd name="T23" fmla="*/ 2147483646 h 315"/>
                <a:gd name="T24" fmla="*/ 2147483646 w 794"/>
                <a:gd name="T25" fmla="*/ 2147483646 h 315"/>
                <a:gd name="T26" fmla="*/ 2147483646 w 794"/>
                <a:gd name="T27" fmla="*/ 2147483646 h 315"/>
                <a:gd name="T28" fmla="*/ 2147483646 w 794"/>
                <a:gd name="T29" fmla="*/ 2147483646 h 315"/>
                <a:gd name="T30" fmla="*/ 2147483646 w 794"/>
                <a:gd name="T31" fmla="*/ 2147483646 h 315"/>
                <a:gd name="T32" fmla="*/ 2147483646 w 794"/>
                <a:gd name="T33" fmla="*/ 2147483646 h 315"/>
                <a:gd name="T34" fmla="*/ 2147483646 w 794"/>
                <a:gd name="T35" fmla="*/ 2147483646 h 315"/>
                <a:gd name="T36" fmla="*/ 2147483646 w 794"/>
                <a:gd name="T37" fmla="*/ 2147483646 h 315"/>
                <a:gd name="T38" fmla="*/ 2147483646 w 794"/>
                <a:gd name="T39" fmla="*/ 2147483646 h 315"/>
                <a:gd name="T40" fmla="*/ 2147483646 w 794"/>
                <a:gd name="T41" fmla="*/ 2147483646 h 315"/>
                <a:gd name="T42" fmla="*/ 2147483646 w 794"/>
                <a:gd name="T43" fmla="*/ 2147483646 h 315"/>
                <a:gd name="T44" fmla="*/ 2147483646 w 794"/>
                <a:gd name="T45" fmla="*/ 2147483646 h 315"/>
                <a:gd name="T46" fmla="*/ 2147483646 w 794"/>
                <a:gd name="T47" fmla="*/ 2147483646 h 315"/>
                <a:gd name="T48" fmla="*/ 2147483646 w 794"/>
                <a:gd name="T49" fmla="*/ 2147483646 h 315"/>
                <a:gd name="T50" fmla="*/ 2147483646 w 794"/>
                <a:gd name="T51" fmla="*/ 2147483646 h 315"/>
                <a:gd name="T52" fmla="*/ 2147483646 w 794"/>
                <a:gd name="T53" fmla="*/ 2147483646 h 315"/>
                <a:gd name="T54" fmla="*/ 2147483646 w 794"/>
                <a:gd name="T55" fmla="*/ 2147483646 h 315"/>
                <a:gd name="T56" fmla="*/ 2147483646 w 794"/>
                <a:gd name="T57" fmla="*/ 2147483646 h 315"/>
                <a:gd name="T58" fmla="*/ 2147483646 w 794"/>
                <a:gd name="T59" fmla="*/ 2147483646 h 315"/>
                <a:gd name="T60" fmla="*/ 2147483646 w 794"/>
                <a:gd name="T61" fmla="*/ 2147483646 h 315"/>
                <a:gd name="T62" fmla="*/ 2147483646 w 794"/>
                <a:gd name="T63" fmla="*/ 2147483646 h 315"/>
                <a:gd name="T64" fmla="*/ 2147483646 w 794"/>
                <a:gd name="T65" fmla="*/ 2147483646 h 315"/>
                <a:gd name="T66" fmla="*/ 2147483646 w 794"/>
                <a:gd name="T67" fmla="*/ 2147483646 h 315"/>
                <a:gd name="T68" fmla="*/ 2147483646 w 794"/>
                <a:gd name="T69" fmla="*/ 2147483646 h 315"/>
                <a:gd name="T70" fmla="*/ 2147483646 w 794"/>
                <a:gd name="T71" fmla="*/ 2147483646 h 315"/>
                <a:gd name="T72" fmla="*/ 2147483646 w 794"/>
                <a:gd name="T73" fmla="*/ 2147483646 h 315"/>
                <a:gd name="T74" fmla="*/ 2147483646 w 794"/>
                <a:gd name="T75" fmla="*/ 2147483646 h 315"/>
                <a:gd name="T76" fmla="*/ 2147483646 w 794"/>
                <a:gd name="T77" fmla="*/ 2147483646 h 315"/>
                <a:gd name="T78" fmla="*/ 2147483646 w 794"/>
                <a:gd name="T79" fmla="*/ 2147483646 h 315"/>
                <a:gd name="T80" fmla="*/ 2147483646 w 794"/>
                <a:gd name="T81" fmla="*/ 2147483646 h 315"/>
                <a:gd name="T82" fmla="*/ 2147483646 w 794"/>
                <a:gd name="T83" fmla="*/ 2147483646 h 315"/>
                <a:gd name="T84" fmla="*/ 2147483646 w 794"/>
                <a:gd name="T85" fmla="*/ 2147483646 h 315"/>
                <a:gd name="T86" fmla="*/ 2147483646 w 794"/>
                <a:gd name="T87" fmla="*/ 2147483646 h 315"/>
                <a:gd name="T88" fmla="*/ 2147483646 w 794"/>
                <a:gd name="T89" fmla="*/ 2147483646 h 315"/>
                <a:gd name="T90" fmla="*/ 2147483646 w 794"/>
                <a:gd name="T91" fmla="*/ 2147483646 h 315"/>
                <a:gd name="T92" fmla="*/ 2147483646 w 794"/>
                <a:gd name="T93" fmla="*/ 2147483646 h 315"/>
                <a:gd name="T94" fmla="*/ 2147483646 w 794"/>
                <a:gd name="T95" fmla="*/ 2147483646 h 315"/>
                <a:gd name="T96" fmla="*/ 2147483646 w 794"/>
                <a:gd name="T97" fmla="*/ 2147483646 h 315"/>
                <a:gd name="T98" fmla="*/ 2147483646 w 794"/>
                <a:gd name="T99" fmla="*/ 2147483646 h 315"/>
                <a:gd name="T100" fmla="*/ 2147483646 w 794"/>
                <a:gd name="T101" fmla="*/ 2147483646 h 315"/>
                <a:gd name="T102" fmla="*/ 2147483646 w 794"/>
                <a:gd name="T103" fmla="*/ 2147483646 h 315"/>
                <a:gd name="T104" fmla="*/ 2147483646 w 794"/>
                <a:gd name="T105" fmla="*/ 2147483646 h 315"/>
                <a:gd name="T106" fmla="*/ 2147483646 w 794"/>
                <a:gd name="T107" fmla="*/ 2147483646 h 315"/>
                <a:gd name="T108" fmla="*/ 2147483646 w 794"/>
                <a:gd name="T109" fmla="*/ 2147483646 h 315"/>
                <a:gd name="T110" fmla="*/ 2147483646 w 794"/>
                <a:gd name="T111" fmla="*/ 2147483646 h 315"/>
                <a:gd name="T112" fmla="*/ 2147483646 w 794"/>
                <a:gd name="T113" fmla="*/ 2147483646 h 315"/>
                <a:gd name="T114" fmla="*/ 2147483646 w 794"/>
                <a:gd name="T115" fmla="*/ 2147483646 h 315"/>
                <a:gd name="T116" fmla="*/ 2147483646 w 794"/>
                <a:gd name="T117" fmla="*/ 2147483646 h 315"/>
                <a:gd name="T118" fmla="*/ 2147483646 w 794"/>
                <a:gd name="T119" fmla="*/ 2147483646 h 315"/>
                <a:gd name="T120" fmla="*/ 2147483646 w 794"/>
                <a:gd name="T121" fmla="*/ 2147483646 h 31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4" h="315">
                  <a:moveTo>
                    <a:pt x="0" y="315"/>
                  </a:moveTo>
                  <a:lnTo>
                    <a:pt x="31" y="315"/>
                  </a:lnTo>
                  <a:lnTo>
                    <a:pt x="60" y="315"/>
                  </a:lnTo>
                  <a:lnTo>
                    <a:pt x="86" y="315"/>
                  </a:lnTo>
                  <a:lnTo>
                    <a:pt x="110" y="315"/>
                  </a:lnTo>
                  <a:lnTo>
                    <a:pt x="134" y="315"/>
                  </a:lnTo>
                  <a:lnTo>
                    <a:pt x="155" y="315"/>
                  </a:lnTo>
                  <a:lnTo>
                    <a:pt x="175" y="315"/>
                  </a:lnTo>
                  <a:lnTo>
                    <a:pt x="194" y="315"/>
                  </a:lnTo>
                  <a:lnTo>
                    <a:pt x="211" y="315"/>
                  </a:lnTo>
                  <a:lnTo>
                    <a:pt x="227" y="315"/>
                  </a:lnTo>
                  <a:lnTo>
                    <a:pt x="240" y="315"/>
                  </a:lnTo>
                  <a:lnTo>
                    <a:pt x="254" y="315"/>
                  </a:lnTo>
                  <a:lnTo>
                    <a:pt x="265" y="315"/>
                  </a:lnTo>
                  <a:lnTo>
                    <a:pt x="276" y="315"/>
                  </a:lnTo>
                  <a:lnTo>
                    <a:pt x="287" y="315"/>
                  </a:lnTo>
                  <a:lnTo>
                    <a:pt x="296" y="315"/>
                  </a:lnTo>
                  <a:lnTo>
                    <a:pt x="303" y="315"/>
                  </a:lnTo>
                  <a:lnTo>
                    <a:pt x="311" y="315"/>
                  </a:lnTo>
                  <a:lnTo>
                    <a:pt x="317" y="315"/>
                  </a:lnTo>
                  <a:lnTo>
                    <a:pt x="323" y="315"/>
                  </a:lnTo>
                  <a:lnTo>
                    <a:pt x="328" y="315"/>
                  </a:lnTo>
                  <a:lnTo>
                    <a:pt x="332" y="315"/>
                  </a:lnTo>
                  <a:lnTo>
                    <a:pt x="336" y="315"/>
                  </a:lnTo>
                  <a:lnTo>
                    <a:pt x="338" y="315"/>
                  </a:lnTo>
                  <a:lnTo>
                    <a:pt x="342" y="315"/>
                  </a:lnTo>
                  <a:lnTo>
                    <a:pt x="345" y="315"/>
                  </a:lnTo>
                  <a:lnTo>
                    <a:pt x="348" y="315"/>
                  </a:lnTo>
                  <a:lnTo>
                    <a:pt x="349" y="314"/>
                  </a:lnTo>
                  <a:lnTo>
                    <a:pt x="352" y="314"/>
                  </a:lnTo>
                  <a:lnTo>
                    <a:pt x="353" y="314"/>
                  </a:lnTo>
                  <a:lnTo>
                    <a:pt x="356" y="314"/>
                  </a:lnTo>
                  <a:lnTo>
                    <a:pt x="358" y="314"/>
                  </a:lnTo>
                  <a:lnTo>
                    <a:pt x="360" y="314"/>
                  </a:lnTo>
                  <a:lnTo>
                    <a:pt x="362" y="314"/>
                  </a:lnTo>
                  <a:lnTo>
                    <a:pt x="364" y="314"/>
                  </a:lnTo>
                  <a:lnTo>
                    <a:pt x="366" y="314"/>
                  </a:lnTo>
                  <a:lnTo>
                    <a:pt x="368" y="314"/>
                  </a:lnTo>
                  <a:lnTo>
                    <a:pt x="369" y="314"/>
                  </a:lnTo>
                  <a:lnTo>
                    <a:pt x="370" y="312"/>
                  </a:lnTo>
                  <a:lnTo>
                    <a:pt x="372" y="312"/>
                  </a:lnTo>
                  <a:lnTo>
                    <a:pt x="374" y="312"/>
                  </a:lnTo>
                  <a:lnTo>
                    <a:pt x="376" y="312"/>
                  </a:lnTo>
                  <a:lnTo>
                    <a:pt x="377" y="312"/>
                  </a:lnTo>
                  <a:lnTo>
                    <a:pt x="378" y="312"/>
                  </a:lnTo>
                  <a:lnTo>
                    <a:pt x="380" y="312"/>
                  </a:lnTo>
                  <a:lnTo>
                    <a:pt x="381" y="312"/>
                  </a:lnTo>
                  <a:lnTo>
                    <a:pt x="382" y="312"/>
                  </a:lnTo>
                  <a:lnTo>
                    <a:pt x="384" y="312"/>
                  </a:lnTo>
                  <a:lnTo>
                    <a:pt x="385" y="311"/>
                  </a:lnTo>
                  <a:lnTo>
                    <a:pt x="386" y="311"/>
                  </a:lnTo>
                  <a:lnTo>
                    <a:pt x="388" y="311"/>
                  </a:lnTo>
                  <a:lnTo>
                    <a:pt x="389" y="311"/>
                  </a:lnTo>
                  <a:lnTo>
                    <a:pt x="390" y="311"/>
                  </a:lnTo>
                  <a:lnTo>
                    <a:pt x="392" y="311"/>
                  </a:lnTo>
                  <a:lnTo>
                    <a:pt x="393" y="311"/>
                  </a:lnTo>
                  <a:lnTo>
                    <a:pt x="394" y="311"/>
                  </a:lnTo>
                  <a:lnTo>
                    <a:pt x="396" y="310"/>
                  </a:lnTo>
                  <a:lnTo>
                    <a:pt x="398" y="310"/>
                  </a:lnTo>
                  <a:lnTo>
                    <a:pt x="400" y="310"/>
                  </a:lnTo>
                  <a:lnTo>
                    <a:pt x="401" y="310"/>
                  </a:lnTo>
                  <a:lnTo>
                    <a:pt x="403" y="310"/>
                  </a:lnTo>
                  <a:lnTo>
                    <a:pt x="405" y="308"/>
                  </a:lnTo>
                  <a:lnTo>
                    <a:pt x="407" y="308"/>
                  </a:lnTo>
                  <a:lnTo>
                    <a:pt x="409" y="308"/>
                  </a:lnTo>
                  <a:lnTo>
                    <a:pt x="411" y="308"/>
                  </a:lnTo>
                  <a:lnTo>
                    <a:pt x="413" y="307"/>
                  </a:lnTo>
                  <a:lnTo>
                    <a:pt x="414" y="307"/>
                  </a:lnTo>
                  <a:lnTo>
                    <a:pt x="417" y="307"/>
                  </a:lnTo>
                  <a:lnTo>
                    <a:pt x="418" y="307"/>
                  </a:lnTo>
                  <a:lnTo>
                    <a:pt x="419" y="307"/>
                  </a:lnTo>
                  <a:lnTo>
                    <a:pt x="421" y="307"/>
                  </a:lnTo>
                  <a:lnTo>
                    <a:pt x="422" y="306"/>
                  </a:lnTo>
                  <a:lnTo>
                    <a:pt x="423" y="306"/>
                  </a:lnTo>
                  <a:lnTo>
                    <a:pt x="425" y="306"/>
                  </a:lnTo>
                  <a:lnTo>
                    <a:pt x="426" y="306"/>
                  </a:lnTo>
                  <a:lnTo>
                    <a:pt x="427" y="306"/>
                  </a:lnTo>
                  <a:lnTo>
                    <a:pt x="429" y="304"/>
                  </a:lnTo>
                  <a:lnTo>
                    <a:pt x="430" y="304"/>
                  </a:lnTo>
                  <a:lnTo>
                    <a:pt x="431" y="304"/>
                  </a:lnTo>
                  <a:lnTo>
                    <a:pt x="433" y="304"/>
                  </a:lnTo>
                  <a:lnTo>
                    <a:pt x="434" y="303"/>
                  </a:lnTo>
                  <a:lnTo>
                    <a:pt x="435" y="303"/>
                  </a:lnTo>
                  <a:lnTo>
                    <a:pt x="437" y="303"/>
                  </a:lnTo>
                  <a:lnTo>
                    <a:pt x="438" y="303"/>
                  </a:lnTo>
                  <a:lnTo>
                    <a:pt x="439" y="302"/>
                  </a:lnTo>
                  <a:lnTo>
                    <a:pt x="441" y="302"/>
                  </a:lnTo>
                  <a:lnTo>
                    <a:pt x="443" y="300"/>
                  </a:lnTo>
                  <a:lnTo>
                    <a:pt x="445" y="300"/>
                  </a:lnTo>
                  <a:lnTo>
                    <a:pt x="446" y="300"/>
                  </a:lnTo>
                  <a:lnTo>
                    <a:pt x="449" y="299"/>
                  </a:lnTo>
                  <a:lnTo>
                    <a:pt x="450" y="299"/>
                  </a:lnTo>
                  <a:lnTo>
                    <a:pt x="453" y="298"/>
                  </a:lnTo>
                  <a:lnTo>
                    <a:pt x="455" y="296"/>
                  </a:lnTo>
                  <a:lnTo>
                    <a:pt x="458" y="296"/>
                  </a:lnTo>
                  <a:lnTo>
                    <a:pt x="459" y="295"/>
                  </a:lnTo>
                  <a:lnTo>
                    <a:pt x="462" y="295"/>
                  </a:lnTo>
                  <a:lnTo>
                    <a:pt x="465" y="294"/>
                  </a:lnTo>
                  <a:lnTo>
                    <a:pt x="466" y="294"/>
                  </a:lnTo>
                  <a:lnTo>
                    <a:pt x="467" y="294"/>
                  </a:lnTo>
                  <a:lnTo>
                    <a:pt x="470" y="292"/>
                  </a:lnTo>
                  <a:lnTo>
                    <a:pt x="471" y="292"/>
                  </a:lnTo>
                  <a:lnTo>
                    <a:pt x="473" y="291"/>
                  </a:lnTo>
                  <a:lnTo>
                    <a:pt x="474" y="291"/>
                  </a:lnTo>
                  <a:lnTo>
                    <a:pt x="475" y="291"/>
                  </a:lnTo>
                  <a:lnTo>
                    <a:pt x="476" y="290"/>
                  </a:lnTo>
                  <a:lnTo>
                    <a:pt x="478" y="290"/>
                  </a:lnTo>
                  <a:lnTo>
                    <a:pt x="479" y="290"/>
                  </a:lnTo>
                  <a:lnTo>
                    <a:pt x="480" y="288"/>
                  </a:lnTo>
                  <a:lnTo>
                    <a:pt x="482" y="288"/>
                  </a:lnTo>
                  <a:lnTo>
                    <a:pt x="483" y="287"/>
                  </a:lnTo>
                  <a:lnTo>
                    <a:pt x="484" y="287"/>
                  </a:lnTo>
                  <a:lnTo>
                    <a:pt x="486" y="286"/>
                  </a:lnTo>
                  <a:lnTo>
                    <a:pt x="487" y="286"/>
                  </a:lnTo>
                  <a:lnTo>
                    <a:pt x="488" y="286"/>
                  </a:lnTo>
                  <a:lnTo>
                    <a:pt x="490" y="284"/>
                  </a:lnTo>
                  <a:lnTo>
                    <a:pt x="491" y="284"/>
                  </a:lnTo>
                  <a:lnTo>
                    <a:pt x="492" y="283"/>
                  </a:lnTo>
                  <a:lnTo>
                    <a:pt x="494" y="283"/>
                  </a:lnTo>
                  <a:lnTo>
                    <a:pt x="495" y="282"/>
                  </a:lnTo>
                  <a:lnTo>
                    <a:pt x="498" y="280"/>
                  </a:lnTo>
                  <a:lnTo>
                    <a:pt x="499" y="280"/>
                  </a:lnTo>
                  <a:lnTo>
                    <a:pt x="500" y="279"/>
                  </a:lnTo>
                  <a:lnTo>
                    <a:pt x="503" y="278"/>
                  </a:lnTo>
                  <a:lnTo>
                    <a:pt x="504" y="276"/>
                  </a:lnTo>
                  <a:lnTo>
                    <a:pt x="507" y="276"/>
                  </a:lnTo>
                  <a:lnTo>
                    <a:pt x="508" y="275"/>
                  </a:lnTo>
                  <a:lnTo>
                    <a:pt x="511" y="274"/>
                  </a:lnTo>
                  <a:lnTo>
                    <a:pt x="512" y="274"/>
                  </a:lnTo>
                  <a:lnTo>
                    <a:pt x="514" y="272"/>
                  </a:lnTo>
                  <a:lnTo>
                    <a:pt x="516" y="271"/>
                  </a:lnTo>
                  <a:lnTo>
                    <a:pt x="518" y="271"/>
                  </a:lnTo>
                  <a:lnTo>
                    <a:pt x="519" y="270"/>
                  </a:lnTo>
                  <a:lnTo>
                    <a:pt x="520" y="270"/>
                  </a:lnTo>
                  <a:lnTo>
                    <a:pt x="522" y="268"/>
                  </a:lnTo>
                  <a:lnTo>
                    <a:pt x="523" y="268"/>
                  </a:lnTo>
                  <a:lnTo>
                    <a:pt x="524" y="267"/>
                  </a:lnTo>
                  <a:lnTo>
                    <a:pt x="526" y="267"/>
                  </a:lnTo>
                  <a:lnTo>
                    <a:pt x="527" y="266"/>
                  </a:lnTo>
                  <a:lnTo>
                    <a:pt x="528" y="266"/>
                  </a:lnTo>
                  <a:lnTo>
                    <a:pt x="528" y="264"/>
                  </a:lnTo>
                  <a:lnTo>
                    <a:pt x="530" y="264"/>
                  </a:lnTo>
                  <a:lnTo>
                    <a:pt x="531" y="264"/>
                  </a:lnTo>
                  <a:lnTo>
                    <a:pt x="532" y="263"/>
                  </a:lnTo>
                  <a:lnTo>
                    <a:pt x="534" y="263"/>
                  </a:lnTo>
                  <a:lnTo>
                    <a:pt x="534" y="262"/>
                  </a:lnTo>
                  <a:lnTo>
                    <a:pt x="535" y="262"/>
                  </a:lnTo>
                  <a:lnTo>
                    <a:pt x="536" y="261"/>
                  </a:lnTo>
                  <a:lnTo>
                    <a:pt x="538" y="261"/>
                  </a:lnTo>
                  <a:lnTo>
                    <a:pt x="539" y="259"/>
                  </a:lnTo>
                  <a:lnTo>
                    <a:pt x="540" y="259"/>
                  </a:lnTo>
                  <a:lnTo>
                    <a:pt x="542" y="258"/>
                  </a:lnTo>
                  <a:lnTo>
                    <a:pt x="543" y="257"/>
                  </a:lnTo>
                  <a:lnTo>
                    <a:pt x="546" y="257"/>
                  </a:lnTo>
                  <a:lnTo>
                    <a:pt x="547" y="255"/>
                  </a:lnTo>
                  <a:lnTo>
                    <a:pt x="548" y="254"/>
                  </a:lnTo>
                  <a:lnTo>
                    <a:pt x="551" y="253"/>
                  </a:lnTo>
                  <a:lnTo>
                    <a:pt x="552" y="253"/>
                  </a:lnTo>
                  <a:lnTo>
                    <a:pt x="553" y="251"/>
                  </a:lnTo>
                  <a:lnTo>
                    <a:pt x="556" y="250"/>
                  </a:lnTo>
                  <a:lnTo>
                    <a:pt x="557" y="250"/>
                  </a:lnTo>
                  <a:lnTo>
                    <a:pt x="559" y="249"/>
                  </a:lnTo>
                  <a:lnTo>
                    <a:pt x="560" y="247"/>
                  </a:lnTo>
                  <a:lnTo>
                    <a:pt x="561" y="247"/>
                  </a:lnTo>
                  <a:lnTo>
                    <a:pt x="563" y="246"/>
                  </a:lnTo>
                  <a:lnTo>
                    <a:pt x="564" y="245"/>
                  </a:lnTo>
                  <a:lnTo>
                    <a:pt x="565" y="245"/>
                  </a:lnTo>
                  <a:lnTo>
                    <a:pt x="567" y="245"/>
                  </a:lnTo>
                  <a:lnTo>
                    <a:pt x="567" y="243"/>
                  </a:lnTo>
                  <a:lnTo>
                    <a:pt x="568" y="243"/>
                  </a:lnTo>
                  <a:lnTo>
                    <a:pt x="569" y="242"/>
                  </a:lnTo>
                  <a:lnTo>
                    <a:pt x="571" y="242"/>
                  </a:lnTo>
                  <a:lnTo>
                    <a:pt x="572" y="241"/>
                  </a:lnTo>
                  <a:lnTo>
                    <a:pt x="573" y="239"/>
                  </a:lnTo>
                  <a:lnTo>
                    <a:pt x="575" y="239"/>
                  </a:lnTo>
                  <a:lnTo>
                    <a:pt x="575" y="238"/>
                  </a:lnTo>
                  <a:lnTo>
                    <a:pt x="576" y="238"/>
                  </a:lnTo>
                  <a:lnTo>
                    <a:pt x="577" y="237"/>
                  </a:lnTo>
                  <a:lnTo>
                    <a:pt x="579" y="237"/>
                  </a:lnTo>
                  <a:lnTo>
                    <a:pt x="580" y="235"/>
                  </a:lnTo>
                  <a:lnTo>
                    <a:pt x="581" y="235"/>
                  </a:lnTo>
                  <a:lnTo>
                    <a:pt x="581" y="234"/>
                  </a:lnTo>
                  <a:lnTo>
                    <a:pt x="583" y="234"/>
                  </a:lnTo>
                  <a:lnTo>
                    <a:pt x="585" y="233"/>
                  </a:lnTo>
                  <a:lnTo>
                    <a:pt x="587" y="231"/>
                  </a:lnTo>
                  <a:lnTo>
                    <a:pt x="588" y="230"/>
                  </a:lnTo>
                  <a:lnTo>
                    <a:pt x="589" y="230"/>
                  </a:lnTo>
                  <a:lnTo>
                    <a:pt x="591" y="229"/>
                  </a:lnTo>
                  <a:lnTo>
                    <a:pt x="592" y="227"/>
                  </a:lnTo>
                  <a:lnTo>
                    <a:pt x="593" y="227"/>
                  </a:lnTo>
                  <a:lnTo>
                    <a:pt x="593" y="226"/>
                  </a:lnTo>
                  <a:lnTo>
                    <a:pt x="595" y="226"/>
                  </a:lnTo>
                  <a:lnTo>
                    <a:pt x="596" y="225"/>
                  </a:lnTo>
                  <a:lnTo>
                    <a:pt x="597" y="225"/>
                  </a:lnTo>
                  <a:lnTo>
                    <a:pt x="597" y="223"/>
                  </a:lnTo>
                  <a:lnTo>
                    <a:pt x="599" y="223"/>
                  </a:lnTo>
                  <a:lnTo>
                    <a:pt x="600" y="223"/>
                  </a:lnTo>
                  <a:lnTo>
                    <a:pt x="600" y="222"/>
                  </a:lnTo>
                  <a:lnTo>
                    <a:pt x="601" y="222"/>
                  </a:lnTo>
                  <a:lnTo>
                    <a:pt x="603" y="221"/>
                  </a:lnTo>
                  <a:lnTo>
                    <a:pt x="604" y="221"/>
                  </a:lnTo>
                  <a:lnTo>
                    <a:pt x="604" y="219"/>
                  </a:lnTo>
                  <a:lnTo>
                    <a:pt x="605" y="219"/>
                  </a:lnTo>
                  <a:lnTo>
                    <a:pt x="605" y="218"/>
                  </a:lnTo>
                  <a:lnTo>
                    <a:pt x="607" y="218"/>
                  </a:lnTo>
                  <a:lnTo>
                    <a:pt x="608" y="217"/>
                  </a:lnTo>
                  <a:lnTo>
                    <a:pt x="609" y="215"/>
                  </a:lnTo>
                  <a:lnTo>
                    <a:pt x="611" y="214"/>
                  </a:lnTo>
                  <a:lnTo>
                    <a:pt x="612" y="214"/>
                  </a:lnTo>
                  <a:lnTo>
                    <a:pt x="612" y="213"/>
                  </a:lnTo>
                  <a:lnTo>
                    <a:pt x="613" y="213"/>
                  </a:lnTo>
                  <a:lnTo>
                    <a:pt x="615" y="211"/>
                  </a:lnTo>
                  <a:lnTo>
                    <a:pt x="616" y="210"/>
                  </a:lnTo>
                  <a:lnTo>
                    <a:pt x="617" y="209"/>
                  </a:lnTo>
                  <a:lnTo>
                    <a:pt x="619" y="209"/>
                  </a:lnTo>
                  <a:lnTo>
                    <a:pt x="619" y="207"/>
                  </a:lnTo>
                  <a:lnTo>
                    <a:pt x="620" y="207"/>
                  </a:lnTo>
                  <a:lnTo>
                    <a:pt x="621" y="206"/>
                  </a:lnTo>
                  <a:lnTo>
                    <a:pt x="622" y="206"/>
                  </a:lnTo>
                  <a:lnTo>
                    <a:pt x="622" y="205"/>
                  </a:lnTo>
                  <a:lnTo>
                    <a:pt x="624" y="205"/>
                  </a:lnTo>
                  <a:lnTo>
                    <a:pt x="625" y="203"/>
                  </a:lnTo>
                  <a:lnTo>
                    <a:pt x="626" y="202"/>
                  </a:lnTo>
                  <a:lnTo>
                    <a:pt x="628" y="202"/>
                  </a:lnTo>
                  <a:lnTo>
                    <a:pt x="628" y="201"/>
                  </a:lnTo>
                  <a:lnTo>
                    <a:pt x="629" y="201"/>
                  </a:lnTo>
                  <a:lnTo>
                    <a:pt x="630" y="199"/>
                  </a:lnTo>
                  <a:lnTo>
                    <a:pt x="632" y="199"/>
                  </a:lnTo>
                  <a:lnTo>
                    <a:pt x="632" y="198"/>
                  </a:lnTo>
                  <a:lnTo>
                    <a:pt x="633" y="198"/>
                  </a:lnTo>
                  <a:lnTo>
                    <a:pt x="634" y="197"/>
                  </a:lnTo>
                  <a:lnTo>
                    <a:pt x="636" y="195"/>
                  </a:lnTo>
                  <a:lnTo>
                    <a:pt x="637" y="195"/>
                  </a:lnTo>
                  <a:lnTo>
                    <a:pt x="638" y="194"/>
                  </a:lnTo>
                  <a:lnTo>
                    <a:pt x="640" y="193"/>
                  </a:lnTo>
                  <a:lnTo>
                    <a:pt x="641" y="193"/>
                  </a:lnTo>
                  <a:lnTo>
                    <a:pt x="641" y="191"/>
                  </a:lnTo>
                  <a:lnTo>
                    <a:pt x="642" y="191"/>
                  </a:lnTo>
                  <a:lnTo>
                    <a:pt x="644" y="190"/>
                  </a:lnTo>
                  <a:lnTo>
                    <a:pt x="645" y="190"/>
                  </a:lnTo>
                  <a:lnTo>
                    <a:pt x="645" y="189"/>
                  </a:lnTo>
                  <a:lnTo>
                    <a:pt x="646" y="189"/>
                  </a:lnTo>
                  <a:lnTo>
                    <a:pt x="648" y="188"/>
                  </a:lnTo>
                  <a:lnTo>
                    <a:pt x="649" y="186"/>
                  </a:lnTo>
                  <a:lnTo>
                    <a:pt x="650" y="186"/>
                  </a:lnTo>
                  <a:lnTo>
                    <a:pt x="650" y="185"/>
                  </a:lnTo>
                  <a:lnTo>
                    <a:pt x="652" y="185"/>
                  </a:lnTo>
                  <a:lnTo>
                    <a:pt x="652" y="184"/>
                  </a:lnTo>
                  <a:lnTo>
                    <a:pt x="653" y="184"/>
                  </a:lnTo>
                  <a:lnTo>
                    <a:pt x="654" y="182"/>
                  </a:lnTo>
                  <a:lnTo>
                    <a:pt x="656" y="181"/>
                  </a:lnTo>
                  <a:lnTo>
                    <a:pt x="657" y="180"/>
                  </a:lnTo>
                  <a:lnTo>
                    <a:pt x="657" y="178"/>
                  </a:lnTo>
                  <a:lnTo>
                    <a:pt x="658" y="178"/>
                  </a:lnTo>
                  <a:lnTo>
                    <a:pt x="660" y="177"/>
                  </a:lnTo>
                  <a:lnTo>
                    <a:pt x="661" y="176"/>
                  </a:lnTo>
                  <a:lnTo>
                    <a:pt x="662" y="174"/>
                  </a:lnTo>
                  <a:lnTo>
                    <a:pt x="664" y="173"/>
                  </a:lnTo>
                  <a:lnTo>
                    <a:pt x="664" y="172"/>
                  </a:lnTo>
                  <a:lnTo>
                    <a:pt x="665" y="170"/>
                  </a:lnTo>
                  <a:lnTo>
                    <a:pt x="666" y="169"/>
                  </a:lnTo>
                  <a:lnTo>
                    <a:pt x="668" y="168"/>
                  </a:lnTo>
                  <a:lnTo>
                    <a:pt x="669" y="166"/>
                  </a:lnTo>
                  <a:lnTo>
                    <a:pt x="670" y="165"/>
                  </a:lnTo>
                  <a:lnTo>
                    <a:pt x="672" y="165"/>
                  </a:lnTo>
                  <a:lnTo>
                    <a:pt x="673" y="164"/>
                  </a:lnTo>
                  <a:lnTo>
                    <a:pt x="673" y="162"/>
                  </a:lnTo>
                  <a:lnTo>
                    <a:pt x="674" y="161"/>
                  </a:lnTo>
                  <a:lnTo>
                    <a:pt x="676" y="161"/>
                  </a:lnTo>
                  <a:lnTo>
                    <a:pt x="676" y="160"/>
                  </a:lnTo>
                  <a:lnTo>
                    <a:pt x="677" y="158"/>
                  </a:lnTo>
                  <a:lnTo>
                    <a:pt x="678" y="157"/>
                  </a:lnTo>
                  <a:lnTo>
                    <a:pt x="680" y="156"/>
                  </a:lnTo>
                  <a:lnTo>
                    <a:pt x="681" y="154"/>
                  </a:lnTo>
                  <a:lnTo>
                    <a:pt x="682" y="153"/>
                  </a:lnTo>
                  <a:lnTo>
                    <a:pt x="682" y="152"/>
                  </a:lnTo>
                  <a:lnTo>
                    <a:pt x="684" y="152"/>
                  </a:lnTo>
                  <a:lnTo>
                    <a:pt x="684" y="150"/>
                  </a:lnTo>
                  <a:lnTo>
                    <a:pt x="685" y="149"/>
                  </a:lnTo>
                  <a:lnTo>
                    <a:pt x="686" y="149"/>
                  </a:lnTo>
                  <a:lnTo>
                    <a:pt x="686" y="148"/>
                  </a:lnTo>
                  <a:lnTo>
                    <a:pt x="688" y="146"/>
                  </a:lnTo>
                  <a:lnTo>
                    <a:pt x="689" y="145"/>
                  </a:lnTo>
                  <a:lnTo>
                    <a:pt x="689" y="144"/>
                  </a:lnTo>
                  <a:lnTo>
                    <a:pt x="690" y="142"/>
                  </a:lnTo>
                  <a:lnTo>
                    <a:pt x="692" y="141"/>
                  </a:lnTo>
                  <a:lnTo>
                    <a:pt x="693" y="140"/>
                  </a:lnTo>
                  <a:lnTo>
                    <a:pt x="694" y="138"/>
                  </a:lnTo>
                  <a:lnTo>
                    <a:pt x="695" y="136"/>
                  </a:lnTo>
                  <a:lnTo>
                    <a:pt x="697" y="134"/>
                  </a:lnTo>
                  <a:lnTo>
                    <a:pt x="698" y="133"/>
                  </a:lnTo>
                  <a:lnTo>
                    <a:pt x="701" y="130"/>
                  </a:lnTo>
                  <a:lnTo>
                    <a:pt x="702" y="129"/>
                  </a:lnTo>
                  <a:lnTo>
                    <a:pt x="702" y="128"/>
                  </a:lnTo>
                  <a:lnTo>
                    <a:pt x="703" y="126"/>
                  </a:lnTo>
                  <a:lnTo>
                    <a:pt x="705" y="125"/>
                  </a:lnTo>
                  <a:lnTo>
                    <a:pt x="706" y="124"/>
                  </a:lnTo>
                  <a:lnTo>
                    <a:pt x="707" y="122"/>
                  </a:lnTo>
                  <a:lnTo>
                    <a:pt x="707" y="121"/>
                  </a:lnTo>
                  <a:lnTo>
                    <a:pt x="709" y="120"/>
                  </a:lnTo>
                  <a:lnTo>
                    <a:pt x="710" y="120"/>
                  </a:lnTo>
                  <a:lnTo>
                    <a:pt x="710" y="118"/>
                  </a:lnTo>
                  <a:lnTo>
                    <a:pt x="711" y="117"/>
                  </a:lnTo>
                  <a:lnTo>
                    <a:pt x="713" y="116"/>
                  </a:lnTo>
                  <a:lnTo>
                    <a:pt x="714" y="114"/>
                  </a:lnTo>
                  <a:lnTo>
                    <a:pt x="714" y="113"/>
                  </a:lnTo>
                  <a:lnTo>
                    <a:pt x="715" y="112"/>
                  </a:lnTo>
                  <a:lnTo>
                    <a:pt x="717" y="111"/>
                  </a:lnTo>
                  <a:lnTo>
                    <a:pt x="718" y="109"/>
                  </a:lnTo>
                  <a:lnTo>
                    <a:pt x="719" y="108"/>
                  </a:lnTo>
                  <a:lnTo>
                    <a:pt x="719" y="107"/>
                  </a:lnTo>
                  <a:lnTo>
                    <a:pt x="721" y="105"/>
                  </a:lnTo>
                  <a:lnTo>
                    <a:pt x="722" y="104"/>
                  </a:lnTo>
                  <a:lnTo>
                    <a:pt x="722" y="103"/>
                  </a:lnTo>
                  <a:lnTo>
                    <a:pt x="723" y="101"/>
                  </a:lnTo>
                  <a:lnTo>
                    <a:pt x="725" y="99"/>
                  </a:lnTo>
                  <a:lnTo>
                    <a:pt x="726" y="97"/>
                  </a:lnTo>
                  <a:lnTo>
                    <a:pt x="727" y="96"/>
                  </a:lnTo>
                  <a:lnTo>
                    <a:pt x="729" y="93"/>
                  </a:lnTo>
                  <a:lnTo>
                    <a:pt x="730" y="91"/>
                  </a:lnTo>
                  <a:lnTo>
                    <a:pt x="731" y="89"/>
                  </a:lnTo>
                  <a:lnTo>
                    <a:pt x="734" y="87"/>
                  </a:lnTo>
                  <a:lnTo>
                    <a:pt x="735" y="85"/>
                  </a:lnTo>
                  <a:lnTo>
                    <a:pt x="735" y="84"/>
                  </a:lnTo>
                  <a:lnTo>
                    <a:pt x="737" y="81"/>
                  </a:lnTo>
                  <a:lnTo>
                    <a:pt x="738" y="80"/>
                  </a:lnTo>
                  <a:lnTo>
                    <a:pt x="739" y="79"/>
                  </a:lnTo>
                  <a:lnTo>
                    <a:pt x="741" y="77"/>
                  </a:lnTo>
                  <a:lnTo>
                    <a:pt x="742" y="76"/>
                  </a:lnTo>
                  <a:lnTo>
                    <a:pt x="742" y="75"/>
                  </a:lnTo>
                  <a:lnTo>
                    <a:pt x="743" y="73"/>
                  </a:lnTo>
                  <a:lnTo>
                    <a:pt x="745" y="72"/>
                  </a:lnTo>
                  <a:lnTo>
                    <a:pt x="746" y="71"/>
                  </a:lnTo>
                  <a:lnTo>
                    <a:pt x="746" y="69"/>
                  </a:lnTo>
                  <a:lnTo>
                    <a:pt x="747" y="68"/>
                  </a:lnTo>
                  <a:lnTo>
                    <a:pt x="749" y="67"/>
                  </a:lnTo>
                  <a:lnTo>
                    <a:pt x="749" y="65"/>
                  </a:lnTo>
                  <a:lnTo>
                    <a:pt x="750" y="64"/>
                  </a:lnTo>
                  <a:lnTo>
                    <a:pt x="751" y="63"/>
                  </a:lnTo>
                  <a:lnTo>
                    <a:pt x="753" y="61"/>
                  </a:lnTo>
                  <a:lnTo>
                    <a:pt x="754" y="60"/>
                  </a:lnTo>
                  <a:lnTo>
                    <a:pt x="754" y="59"/>
                  </a:lnTo>
                  <a:lnTo>
                    <a:pt x="755" y="57"/>
                  </a:lnTo>
                  <a:lnTo>
                    <a:pt x="757" y="55"/>
                  </a:lnTo>
                  <a:lnTo>
                    <a:pt x="758" y="53"/>
                  </a:lnTo>
                  <a:lnTo>
                    <a:pt x="759" y="52"/>
                  </a:lnTo>
                  <a:lnTo>
                    <a:pt x="761" y="51"/>
                  </a:lnTo>
                  <a:lnTo>
                    <a:pt x="762" y="48"/>
                  </a:lnTo>
                  <a:lnTo>
                    <a:pt x="763" y="47"/>
                  </a:lnTo>
                  <a:lnTo>
                    <a:pt x="765" y="44"/>
                  </a:lnTo>
                  <a:lnTo>
                    <a:pt x="766" y="41"/>
                  </a:lnTo>
                  <a:lnTo>
                    <a:pt x="767" y="40"/>
                  </a:lnTo>
                  <a:lnTo>
                    <a:pt x="769" y="38"/>
                  </a:lnTo>
                  <a:lnTo>
                    <a:pt x="770" y="36"/>
                  </a:lnTo>
                  <a:lnTo>
                    <a:pt x="771" y="35"/>
                  </a:lnTo>
                  <a:lnTo>
                    <a:pt x="772" y="32"/>
                  </a:lnTo>
                  <a:lnTo>
                    <a:pt x="774" y="31"/>
                  </a:lnTo>
                  <a:lnTo>
                    <a:pt x="775" y="30"/>
                  </a:lnTo>
                  <a:lnTo>
                    <a:pt x="775" y="28"/>
                  </a:lnTo>
                  <a:lnTo>
                    <a:pt x="776" y="27"/>
                  </a:lnTo>
                  <a:lnTo>
                    <a:pt x="778" y="26"/>
                  </a:lnTo>
                  <a:lnTo>
                    <a:pt x="778" y="24"/>
                  </a:lnTo>
                  <a:lnTo>
                    <a:pt x="779" y="24"/>
                  </a:lnTo>
                  <a:lnTo>
                    <a:pt x="780" y="23"/>
                  </a:lnTo>
                  <a:lnTo>
                    <a:pt x="780" y="22"/>
                  </a:lnTo>
                  <a:lnTo>
                    <a:pt x="782" y="20"/>
                  </a:lnTo>
                  <a:lnTo>
                    <a:pt x="783" y="19"/>
                  </a:lnTo>
                  <a:lnTo>
                    <a:pt x="783" y="18"/>
                  </a:lnTo>
                  <a:lnTo>
                    <a:pt x="784" y="16"/>
                  </a:lnTo>
                  <a:lnTo>
                    <a:pt x="784" y="15"/>
                  </a:lnTo>
                  <a:lnTo>
                    <a:pt x="786" y="15"/>
                  </a:lnTo>
                  <a:lnTo>
                    <a:pt x="786" y="14"/>
                  </a:lnTo>
                  <a:lnTo>
                    <a:pt x="787" y="12"/>
                  </a:lnTo>
                  <a:lnTo>
                    <a:pt x="787" y="11"/>
                  </a:lnTo>
                  <a:lnTo>
                    <a:pt x="788" y="10"/>
                  </a:lnTo>
                  <a:lnTo>
                    <a:pt x="788" y="8"/>
                  </a:lnTo>
                  <a:lnTo>
                    <a:pt x="790" y="7"/>
                  </a:lnTo>
                  <a:lnTo>
                    <a:pt x="791" y="6"/>
                  </a:lnTo>
                  <a:lnTo>
                    <a:pt x="791" y="4"/>
                  </a:lnTo>
                  <a:lnTo>
                    <a:pt x="792" y="2"/>
                  </a:lnTo>
                  <a:lnTo>
                    <a:pt x="79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88">
              <a:extLst>
                <a:ext uri="{FF2B5EF4-FFF2-40B4-BE49-F238E27FC236}">
                  <a16:creationId xmlns:a16="http://schemas.microsoft.com/office/drawing/2014/main" id="{445A698F-D3C7-4BC2-B2C9-92A5A1178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9536" y="2979228"/>
              <a:ext cx="74613" cy="252412"/>
            </a:xfrm>
            <a:custGeom>
              <a:avLst/>
              <a:gdLst>
                <a:gd name="T0" fmla="*/ 2147483646 w 94"/>
                <a:gd name="T1" fmla="*/ 2147483646 h 317"/>
                <a:gd name="T2" fmla="*/ 2147483646 w 94"/>
                <a:gd name="T3" fmla="*/ 2147483646 h 317"/>
                <a:gd name="T4" fmla="*/ 2147483646 w 94"/>
                <a:gd name="T5" fmla="*/ 2147483646 h 317"/>
                <a:gd name="T6" fmla="*/ 2147483646 w 94"/>
                <a:gd name="T7" fmla="*/ 2147483646 h 317"/>
                <a:gd name="T8" fmla="*/ 2147483646 w 94"/>
                <a:gd name="T9" fmla="*/ 2147483646 h 317"/>
                <a:gd name="T10" fmla="*/ 2147483646 w 94"/>
                <a:gd name="T11" fmla="*/ 2147483646 h 317"/>
                <a:gd name="T12" fmla="*/ 2147483646 w 94"/>
                <a:gd name="T13" fmla="*/ 2147483646 h 317"/>
                <a:gd name="T14" fmla="*/ 2147483646 w 94"/>
                <a:gd name="T15" fmla="*/ 2147483646 h 317"/>
                <a:gd name="T16" fmla="*/ 2147483646 w 94"/>
                <a:gd name="T17" fmla="*/ 2147483646 h 317"/>
                <a:gd name="T18" fmla="*/ 2147483646 w 94"/>
                <a:gd name="T19" fmla="*/ 2147483646 h 317"/>
                <a:gd name="T20" fmla="*/ 2147483646 w 94"/>
                <a:gd name="T21" fmla="*/ 2147483646 h 317"/>
                <a:gd name="T22" fmla="*/ 2147483646 w 94"/>
                <a:gd name="T23" fmla="*/ 2147483646 h 317"/>
                <a:gd name="T24" fmla="*/ 2147483646 w 94"/>
                <a:gd name="T25" fmla="*/ 2147483646 h 317"/>
                <a:gd name="T26" fmla="*/ 2147483646 w 94"/>
                <a:gd name="T27" fmla="*/ 2147483646 h 317"/>
                <a:gd name="T28" fmla="*/ 2147483646 w 94"/>
                <a:gd name="T29" fmla="*/ 2147483646 h 317"/>
                <a:gd name="T30" fmla="*/ 2147483646 w 94"/>
                <a:gd name="T31" fmla="*/ 2147483646 h 317"/>
                <a:gd name="T32" fmla="*/ 2147483646 w 94"/>
                <a:gd name="T33" fmla="*/ 2147483646 h 317"/>
                <a:gd name="T34" fmla="*/ 2147483646 w 94"/>
                <a:gd name="T35" fmla="*/ 2147483646 h 317"/>
                <a:gd name="T36" fmla="*/ 2147483646 w 94"/>
                <a:gd name="T37" fmla="*/ 2147483646 h 317"/>
                <a:gd name="T38" fmla="*/ 2147483646 w 94"/>
                <a:gd name="T39" fmla="*/ 2147483646 h 317"/>
                <a:gd name="T40" fmla="*/ 2147483646 w 94"/>
                <a:gd name="T41" fmla="*/ 2147483646 h 317"/>
                <a:gd name="T42" fmla="*/ 2147483646 w 94"/>
                <a:gd name="T43" fmla="*/ 2147483646 h 317"/>
                <a:gd name="T44" fmla="*/ 2147483646 w 94"/>
                <a:gd name="T45" fmla="*/ 2147483646 h 317"/>
                <a:gd name="T46" fmla="*/ 2147483646 w 94"/>
                <a:gd name="T47" fmla="*/ 2147483646 h 317"/>
                <a:gd name="T48" fmla="*/ 2147483646 w 94"/>
                <a:gd name="T49" fmla="*/ 2147483646 h 317"/>
                <a:gd name="T50" fmla="*/ 2147483646 w 94"/>
                <a:gd name="T51" fmla="*/ 2147483646 h 317"/>
                <a:gd name="T52" fmla="*/ 2147483646 w 94"/>
                <a:gd name="T53" fmla="*/ 2147483646 h 317"/>
                <a:gd name="T54" fmla="*/ 2147483646 w 94"/>
                <a:gd name="T55" fmla="*/ 2147483646 h 317"/>
                <a:gd name="T56" fmla="*/ 2147483646 w 94"/>
                <a:gd name="T57" fmla="*/ 2147483646 h 317"/>
                <a:gd name="T58" fmla="*/ 2147483646 w 94"/>
                <a:gd name="T59" fmla="*/ 2147483646 h 317"/>
                <a:gd name="T60" fmla="*/ 2147483646 w 94"/>
                <a:gd name="T61" fmla="*/ 2147483646 h 317"/>
                <a:gd name="T62" fmla="*/ 2147483646 w 94"/>
                <a:gd name="T63" fmla="*/ 2147483646 h 317"/>
                <a:gd name="T64" fmla="*/ 2147483646 w 94"/>
                <a:gd name="T65" fmla="*/ 2147483646 h 317"/>
                <a:gd name="T66" fmla="*/ 2147483646 w 94"/>
                <a:gd name="T67" fmla="*/ 2147483646 h 317"/>
                <a:gd name="T68" fmla="*/ 2147483646 w 94"/>
                <a:gd name="T69" fmla="*/ 2147483646 h 317"/>
                <a:gd name="T70" fmla="*/ 2147483646 w 94"/>
                <a:gd name="T71" fmla="*/ 2147483646 h 317"/>
                <a:gd name="T72" fmla="*/ 2147483646 w 94"/>
                <a:gd name="T73" fmla="*/ 2147483646 h 317"/>
                <a:gd name="T74" fmla="*/ 2147483646 w 94"/>
                <a:gd name="T75" fmla="*/ 2147483646 h 317"/>
                <a:gd name="T76" fmla="*/ 2147483646 w 94"/>
                <a:gd name="T77" fmla="*/ 2147483646 h 317"/>
                <a:gd name="T78" fmla="*/ 2147483646 w 94"/>
                <a:gd name="T79" fmla="*/ 2147483646 h 317"/>
                <a:gd name="T80" fmla="*/ 2147483646 w 94"/>
                <a:gd name="T81" fmla="*/ 2147483646 h 317"/>
                <a:gd name="T82" fmla="*/ 2147483646 w 94"/>
                <a:gd name="T83" fmla="*/ 2147483646 h 317"/>
                <a:gd name="T84" fmla="*/ 2147483646 w 94"/>
                <a:gd name="T85" fmla="*/ 2147483646 h 317"/>
                <a:gd name="T86" fmla="*/ 2147483646 w 94"/>
                <a:gd name="T87" fmla="*/ 2147483646 h 317"/>
                <a:gd name="T88" fmla="*/ 2147483646 w 94"/>
                <a:gd name="T89" fmla="*/ 2147483646 h 317"/>
                <a:gd name="T90" fmla="*/ 2147483646 w 94"/>
                <a:gd name="T91" fmla="*/ 2147483646 h 317"/>
                <a:gd name="T92" fmla="*/ 2147483646 w 94"/>
                <a:gd name="T93" fmla="*/ 2147483646 h 317"/>
                <a:gd name="T94" fmla="*/ 2147483646 w 94"/>
                <a:gd name="T95" fmla="*/ 2147483646 h 317"/>
                <a:gd name="T96" fmla="*/ 2147483646 w 94"/>
                <a:gd name="T97" fmla="*/ 2147483646 h 317"/>
                <a:gd name="T98" fmla="*/ 2147483646 w 94"/>
                <a:gd name="T99" fmla="*/ 2147483646 h 317"/>
                <a:gd name="T100" fmla="*/ 2147483646 w 94"/>
                <a:gd name="T101" fmla="*/ 2147483646 h 317"/>
                <a:gd name="T102" fmla="*/ 2147483646 w 94"/>
                <a:gd name="T103" fmla="*/ 2147483646 h 317"/>
                <a:gd name="T104" fmla="*/ 2147483646 w 94"/>
                <a:gd name="T105" fmla="*/ 2147483646 h 317"/>
                <a:gd name="T106" fmla="*/ 2147483646 w 94"/>
                <a:gd name="T107" fmla="*/ 2147483646 h 317"/>
                <a:gd name="T108" fmla="*/ 2147483646 w 94"/>
                <a:gd name="T109" fmla="*/ 2147483646 h 317"/>
                <a:gd name="T110" fmla="*/ 2147483646 w 94"/>
                <a:gd name="T111" fmla="*/ 2147483646 h 317"/>
                <a:gd name="T112" fmla="*/ 2147483646 w 94"/>
                <a:gd name="T113" fmla="*/ 2147483646 h 31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7">
                  <a:moveTo>
                    <a:pt x="0" y="0"/>
                  </a:moveTo>
                  <a:lnTo>
                    <a:pt x="3" y="4"/>
                  </a:lnTo>
                  <a:lnTo>
                    <a:pt x="4" y="7"/>
                  </a:lnTo>
                  <a:lnTo>
                    <a:pt x="5" y="9"/>
                  </a:lnTo>
                  <a:lnTo>
                    <a:pt x="7" y="13"/>
                  </a:lnTo>
                  <a:lnTo>
                    <a:pt x="9" y="16"/>
                  </a:lnTo>
                  <a:lnTo>
                    <a:pt x="11" y="19"/>
                  </a:lnTo>
                  <a:lnTo>
                    <a:pt x="12" y="20"/>
                  </a:lnTo>
                  <a:lnTo>
                    <a:pt x="13" y="23"/>
                  </a:lnTo>
                  <a:lnTo>
                    <a:pt x="13" y="25"/>
                  </a:lnTo>
                  <a:lnTo>
                    <a:pt x="15" y="27"/>
                  </a:lnTo>
                  <a:lnTo>
                    <a:pt x="16" y="28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9" y="33"/>
                  </a:lnTo>
                  <a:lnTo>
                    <a:pt x="20" y="35"/>
                  </a:lnTo>
                  <a:lnTo>
                    <a:pt x="20" y="36"/>
                  </a:lnTo>
                  <a:lnTo>
                    <a:pt x="21" y="37"/>
                  </a:lnTo>
                  <a:lnTo>
                    <a:pt x="21" y="39"/>
                  </a:lnTo>
                  <a:lnTo>
                    <a:pt x="23" y="40"/>
                  </a:lnTo>
                  <a:lnTo>
                    <a:pt x="23" y="41"/>
                  </a:lnTo>
                  <a:lnTo>
                    <a:pt x="23" y="43"/>
                  </a:lnTo>
                  <a:lnTo>
                    <a:pt x="24" y="44"/>
                  </a:lnTo>
                  <a:lnTo>
                    <a:pt x="24" y="45"/>
                  </a:lnTo>
                  <a:lnTo>
                    <a:pt x="25" y="47"/>
                  </a:lnTo>
                  <a:lnTo>
                    <a:pt x="25" y="48"/>
                  </a:lnTo>
                  <a:lnTo>
                    <a:pt x="27" y="49"/>
                  </a:lnTo>
                  <a:lnTo>
                    <a:pt x="27" y="51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5"/>
                  </a:lnTo>
                  <a:lnTo>
                    <a:pt x="29" y="57"/>
                  </a:lnTo>
                  <a:lnTo>
                    <a:pt x="31" y="58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2" y="64"/>
                  </a:lnTo>
                  <a:lnTo>
                    <a:pt x="33" y="65"/>
                  </a:lnTo>
                  <a:lnTo>
                    <a:pt x="33" y="66"/>
                  </a:lnTo>
                  <a:lnTo>
                    <a:pt x="35" y="68"/>
                  </a:lnTo>
                  <a:lnTo>
                    <a:pt x="35" y="69"/>
                  </a:lnTo>
                  <a:lnTo>
                    <a:pt x="35" y="70"/>
                  </a:lnTo>
                  <a:lnTo>
                    <a:pt x="36" y="72"/>
                  </a:lnTo>
                  <a:lnTo>
                    <a:pt x="36" y="73"/>
                  </a:lnTo>
                  <a:lnTo>
                    <a:pt x="37" y="74"/>
                  </a:lnTo>
                  <a:lnTo>
                    <a:pt x="37" y="76"/>
                  </a:lnTo>
                  <a:lnTo>
                    <a:pt x="37" y="77"/>
                  </a:lnTo>
                  <a:lnTo>
                    <a:pt x="39" y="78"/>
                  </a:lnTo>
                  <a:lnTo>
                    <a:pt x="39" y="80"/>
                  </a:lnTo>
                  <a:lnTo>
                    <a:pt x="40" y="81"/>
                  </a:lnTo>
                  <a:lnTo>
                    <a:pt x="40" y="82"/>
                  </a:lnTo>
                  <a:lnTo>
                    <a:pt x="41" y="84"/>
                  </a:lnTo>
                  <a:lnTo>
                    <a:pt x="41" y="85"/>
                  </a:lnTo>
                  <a:lnTo>
                    <a:pt x="41" y="86"/>
                  </a:lnTo>
                  <a:lnTo>
                    <a:pt x="42" y="88"/>
                  </a:lnTo>
                  <a:lnTo>
                    <a:pt x="42" y="89"/>
                  </a:lnTo>
                  <a:lnTo>
                    <a:pt x="42" y="90"/>
                  </a:lnTo>
                  <a:lnTo>
                    <a:pt x="44" y="93"/>
                  </a:lnTo>
                  <a:lnTo>
                    <a:pt x="44" y="94"/>
                  </a:lnTo>
                  <a:lnTo>
                    <a:pt x="45" y="96"/>
                  </a:lnTo>
                  <a:lnTo>
                    <a:pt x="45" y="98"/>
                  </a:lnTo>
                  <a:lnTo>
                    <a:pt x="46" y="100"/>
                  </a:lnTo>
                  <a:lnTo>
                    <a:pt x="48" y="102"/>
                  </a:lnTo>
                  <a:lnTo>
                    <a:pt x="48" y="105"/>
                  </a:lnTo>
                  <a:lnTo>
                    <a:pt x="49" y="106"/>
                  </a:lnTo>
                  <a:lnTo>
                    <a:pt x="49" y="109"/>
                  </a:lnTo>
                  <a:lnTo>
                    <a:pt x="50" y="110"/>
                  </a:lnTo>
                  <a:lnTo>
                    <a:pt x="52" y="112"/>
                  </a:lnTo>
                  <a:lnTo>
                    <a:pt x="52" y="113"/>
                  </a:lnTo>
                  <a:lnTo>
                    <a:pt x="52" y="116"/>
                  </a:lnTo>
                  <a:lnTo>
                    <a:pt x="53" y="117"/>
                  </a:lnTo>
                  <a:lnTo>
                    <a:pt x="53" y="118"/>
                  </a:lnTo>
                  <a:lnTo>
                    <a:pt x="54" y="120"/>
                  </a:lnTo>
                  <a:lnTo>
                    <a:pt x="54" y="121"/>
                  </a:lnTo>
                  <a:lnTo>
                    <a:pt x="54" y="122"/>
                  </a:lnTo>
                  <a:lnTo>
                    <a:pt x="56" y="122"/>
                  </a:lnTo>
                  <a:lnTo>
                    <a:pt x="56" y="124"/>
                  </a:lnTo>
                  <a:lnTo>
                    <a:pt x="56" y="125"/>
                  </a:lnTo>
                  <a:lnTo>
                    <a:pt x="57" y="126"/>
                  </a:lnTo>
                  <a:lnTo>
                    <a:pt x="57" y="128"/>
                  </a:lnTo>
                  <a:lnTo>
                    <a:pt x="57" y="129"/>
                  </a:lnTo>
                  <a:lnTo>
                    <a:pt x="57" y="130"/>
                  </a:lnTo>
                  <a:lnTo>
                    <a:pt x="58" y="131"/>
                  </a:lnTo>
                  <a:lnTo>
                    <a:pt x="58" y="133"/>
                  </a:lnTo>
                  <a:lnTo>
                    <a:pt x="60" y="134"/>
                  </a:lnTo>
                  <a:lnTo>
                    <a:pt x="60" y="135"/>
                  </a:lnTo>
                  <a:lnTo>
                    <a:pt x="60" y="137"/>
                  </a:lnTo>
                  <a:lnTo>
                    <a:pt x="61" y="139"/>
                  </a:lnTo>
                  <a:lnTo>
                    <a:pt x="61" y="141"/>
                  </a:lnTo>
                  <a:lnTo>
                    <a:pt x="61" y="142"/>
                  </a:lnTo>
                  <a:lnTo>
                    <a:pt x="62" y="143"/>
                  </a:lnTo>
                  <a:lnTo>
                    <a:pt x="62" y="146"/>
                  </a:lnTo>
                  <a:lnTo>
                    <a:pt x="64" y="147"/>
                  </a:lnTo>
                  <a:lnTo>
                    <a:pt x="64" y="150"/>
                  </a:lnTo>
                  <a:lnTo>
                    <a:pt x="65" y="153"/>
                  </a:lnTo>
                  <a:lnTo>
                    <a:pt x="65" y="154"/>
                  </a:lnTo>
                  <a:lnTo>
                    <a:pt x="66" y="157"/>
                  </a:lnTo>
                  <a:lnTo>
                    <a:pt x="66" y="158"/>
                  </a:lnTo>
                  <a:lnTo>
                    <a:pt x="68" y="159"/>
                  </a:lnTo>
                  <a:lnTo>
                    <a:pt x="68" y="162"/>
                  </a:lnTo>
                  <a:lnTo>
                    <a:pt x="68" y="163"/>
                  </a:lnTo>
                  <a:lnTo>
                    <a:pt x="69" y="165"/>
                  </a:lnTo>
                  <a:lnTo>
                    <a:pt x="69" y="166"/>
                  </a:lnTo>
                  <a:lnTo>
                    <a:pt x="69" y="167"/>
                  </a:lnTo>
                  <a:lnTo>
                    <a:pt x="70" y="169"/>
                  </a:lnTo>
                  <a:lnTo>
                    <a:pt x="70" y="170"/>
                  </a:lnTo>
                  <a:lnTo>
                    <a:pt x="70" y="171"/>
                  </a:lnTo>
                  <a:lnTo>
                    <a:pt x="70" y="173"/>
                  </a:lnTo>
                  <a:lnTo>
                    <a:pt x="72" y="173"/>
                  </a:lnTo>
                  <a:lnTo>
                    <a:pt x="72" y="174"/>
                  </a:lnTo>
                  <a:lnTo>
                    <a:pt x="72" y="175"/>
                  </a:lnTo>
                  <a:lnTo>
                    <a:pt x="72" y="177"/>
                  </a:lnTo>
                  <a:lnTo>
                    <a:pt x="73" y="178"/>
                  </a:lnTo>
                  <a:lnTo>
                    <a:pt x="73" y="179"/>
                  </a:lnTo>
                  <a:lnTo>
                    <a:pt x="73" y="181"/>
                  </a:lnTo>
                  <a:lnTo>
                    <a:pt x="74" y="182"/>
                  </a:lnTo>
                  <a:lnTo>
                    <a:pt x="74" y="183"/>
                  </a:lnTo>
                  <a:lnTo>
                    <a:pt x="74" y="185"/>
                  </a:lnTo>
                  <a:lnTo>
                    <a:pt x="76" y="186"/>
                  </a:lnTo>
                  <a:lnTo>
                    <a:pt x="76" y="187"/>
                  </a:lnTo>
                  <a:lnTo>
                    <a:pt x="76" y="189"/>
                  </a:lnTo>
                  <a:lnTo>
                    <a:pt x="77" y="190"/>
                  </a:lnTo>
                  <a:lnTo>
                    <a:pt x="77" y="193"/>
                  </a:lnTo>
                  <a:lnTo>
                    <a:pt x="78" y="194"/>
                  </a:lnTo>
                  <a:lnTo>
                    <a:pt x="78" y="197"/>
                  </a:lnTo>
                  <a:lnTo>
                    <a:pt x="78" y="198"/>
                  </a:lnTo>
                  <a:lnTo>
                    <a:pt x="80" y="201"/>
                  </a:lnTo>
                  <a:lnTo>
                    <a:pt x="80" y="203"/>
                  </a:lnTo>
                  <a:lnTo>
                    <a:pt x="81" y="205"/>
                  </a:lnTo>
                  <a:lnTo>
                    <a:pt x="81" y="206"/>
                  </a:lnTo>
                  <a:lnTo>
                    <a:pt x="82" y="208"/>
                  </a:lnTo>
                  <a:lnTo>
                    <a:pt x="82" y="210"/>
                  </a:lnTo>
                  <a:lnTo>
                    <a:pt x="82" y="211"/>
                  </a:lnTo>
                  <a:lnTo>
                    <a:pt x="84" y="212"/>
                  </a:lnTo>
                  <a:lnTo>
                    <a:pt x="84" y="214"/>
                  </a:lnTo>
                  <a:lnTo>
                    <a:pt x="84" y="215"/>
                  </a:lnTo>
                  <a:lnTo>
                    <a:pt x="85" y="216"/>
                  </a:lnTo>
                  <a:lnTo>
                    <a:pt x="85" y="218"/>
                  </a:lnTo>
                  <a:lnTo>
                    <a:pt x="85" y="219"/>
                  </a:lnTo>
                  <a:lnTo>
                    <a:pt x="85" y="220"/>
                  </a:lnTo>
                  <a:lnTo>
                    <a:pt x="86" y="222"/>
                  </a:lnTo>
                  <a:lnTo>
                    <a:pt x="86" y="223"/>
                  </a:lnTo>
                  <a:lnTo>
                    <a:pt x="86" y="224"/>
                  </a:lnTo>
                  <a:lnTo>
                    <a:pt x="86" y="226"/>
                  </a:lnTo>
                  <a:lnTo>
                    <a:pt x="86" y="227"/>
                  </a:lnTo>
                  <a:lnTo>
                    <a:pt x="86" y="228"/>
                  </a:lnTo>
                  <a:lnTo>
                    <a:pt x="86" y="230"/>
                  </a:lnTo>
                  <a:lnTo>
                    <a:pt x="88" y="231"/>
                  </a:lnTo>
                  <a:lnTo>
                    <a:pt x="88" y="232"/>
                  </a:lnTo>
                  <a:lnTo>
                    <a:pt x="88" y="234"/>
                  </a:lnTo>
                  <a:lnTo>
                    <a:pt x="88" y="235"/>
                  </a:lnTo>
                  <a:lnTo>
                    <a:pt x="88" y="236"/>
                  </a:lnTo>
                  <a:lnTo>
                    <a:pt x="88" y="238"/>
                  </a:lnTo>
                  <a:lnTo>
                    <a:pt x="88" y="239"/>
                  </a:lnTo>
                  <a:lnTo>
                    <a:pt x="88" y="242"/>
                  </a:lnTo>
                  <a:lnTo>
                    <a:pt x="88" y="243"/>
                  </a:lnTo>
                  <a:lnTo>
                    <a:pt x="88" y="246"/>
                  </a:lnTo>
                  <a:lnTo>
                    <a:pt x="89" y="247"/>
                  </a:lnTo>
                  <a:lnTo>
                    <a:pt x="89" y="248"/>
                  </a:lnTo>
                  <a:lnTo>
                    <a:pt x="89" y="250"/>
                  </a:lnTo>
                  <a:lnTo>
                    <a:pt x="89" y="251"/>
                  </a:lnTo>
                  <a:lnTo>
                    <a:pt x="89" y="252"/>
                  </a:lnTo>
                  <a:lnTo>
                    <a:pt x="89" y="254"/>
                  </a:lnTo>
                  <a:lnTo>
                    <a:pt x="89" y="255"/>
                  </a:lnTo>
                  <a:lnTo>
                    <a:pt x="89" y="256"/>
                  </a:lnTo>
                  <a:lnTo>
                    <a:pt x="89" y="258"/>
                  </a:lnTo>
                  <a:lnTo>
                    <a:pt x="89" y="259"/>
                  </a:lnTo>
                  <a:lnTo>
                    <a:pt x="89" y="260"/>
                  </a:lnTo>
                  <a:lnTo>
                    <a:pt x="90" y="260"/>
                  </a:lnTo>
                  <a:lnTo>
                    <a:pt x="90" y="262"/>
                  </a:lnTo>
                  <a:lnTo>
                    <a:pt x="90" y="263"/>
                  </a:lnTo>
                  <a:lnTo>
                    <a:pt x="90" y="264"/>
                  </a:lnTo>
                  <a:lnTo>
                    <a:pt x="90" y="266"/>
                  </a:lnTo>
                  <a:lnTo>
                    <a:pt x="90" y="267"/>
                  </a:lnTo>
                  <a:lnTo>
                    <a:pt x="90" y="268"/>
                  </a:lnTo>
                  <a:lnTo>
                    <a:pt x="90" y="270"/>
                  </a:lnTo>
                  <a:lnTo>
                    <a:pt x="92" y="270"/>
                  </a:lnTo>
                  <a:lnTo>
                    <a:pt x="92" y="271"/>
                  </a:lnTo>
                  <a:lnTo>
                    <a:pt x="92" y="272"/>
                  </a:lnTo>
                  <a:lnTo>
                    <a:pt x="92" y="274"/>
                  </a:lnTo>
                  <a:lnTo>
                    <a:pt x="92" y="275"/>
                  </a:lnTo>
                  <a:lnTo>
                    <a:pt x="92" y="276"/>
                  </a:lnTo>
                  <a:lnTo>
                    <a:pt x="93" y="278"/>
                  </a:lnTo>
                  <a:lnTo>
                    <a:pt x="93" y="279"/>
                  </a:lnTo>
                  <a:lnTo>
                    <a:pt x="93" y="280"/>
                  </a:lnTo>
                  <a:lnTo>
                    <a:pt x="93" y="281"/>
                  </a:lnTo>
                  <a:lnTo>
                    <a:pt x="93" y="283"/>
                  </a:lnTo>
                  <a:lnTo>
                    <a:pt x="94" y="284"/>
                  </a:lnTo>
                  <a:lnTo>
                    <a:pt x="94" y="285"/>
                  </a:lnTo>
                  <a:lnTo>
                    <a:pt x="94" y="287"/>
                  </a:lnTo>
                  <a:lnTo>
                    <a:pt x="94" y="288"/>
                  </a:lnTo>
                  <a:lnTo>
                    <a:pt x="94" y="289"/>
                  </a:lnTo>
                  <a:lnTo>
                    <a:pt x="94" y="291"/>
                  </a:lnTo>
                  <a:lnTo>
                    <a:pt x="94" y="292"/>
                  </a:lnTo>
                  <a:lnTo>
                    <a:pt x="94" y="293"/>
                  </a:lnTo>
                  <a:lnTo>
                    <a:pt x="94" y="295"/>
                  </a:lnTo>
                  <a:lnTo>
                    <a:pt x="94" y="296"/>
                  </a:lnTo>
                  <a:lnTo>
                    <a:pt x="94" y="297"/>
                  </a:lnTo>
                  <a:lnTo>
                    <a:pt x="94" y="299"/>
                  </a:lnTo>
                  <a:lnTo>
                    <a:pt x="94" y="300"/>
                  </a:lnTo>
                  <a:lnTo>
                    <a:pt x="94" y="303"/>
                  </a:lnTo>
                  <a:lnTo>
                    <a:pt x="94" y="304"/>
                  </a:lnTo>
                  <a:lnTo>
                    <a:pt x="94" y="305"/>
                  </a:lnTo>
                  <a:lnTo>
                    <a:pt x="93" y="308"/>
                  </a:lnTo>
                  <a:lnTo>
                    <a:pt x="93" y="309"/>
                  </a:lnTo>
                  <a:lnTo>
                    <a:pt x="93" y="312"/>
                  </a:lnTo>
                  <a:lnTo>
                    <a:pt x="93" y="315"/>
                  </a:lnTo>
                  <a:lnTo>
                    <a:pt x="93" y="317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89">
              <a:extLst>
                <a:ext uri="{FF2B5EF4-FFF2-40B4-BE49-F238E27FC236}">
                  <a16:creationId xmlns:a16="http://schemas.microsoft.com/office/drawing/2014/main" id="{F52F8145-3C85-484C-A485-8ECEB6663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9536" y="3228465"/>
              <a:ext cx="74613" cy="252413"/>
            </a:xfrm>
            <a:custGeom>
              <a:avLst/>
              <a:gdLst>
                <a:gd name="T0" fmla="*/ 2147483646 w 94"/>
                <a:gd name="T1" fmla="*/ 2147483646 h 317"/>
                <a:gd name="T2" fmla="*/ 2147483646 w 94"/>
                <a:gd name="T3" fmla="*/ 2147483646 h 317"/>
                <a:gd name="T4" fmla="*/ 2147483646 w 94"/>
                <a:gd name="T5" fmla="*/ 2147483646 h 317"/>
                <a:gd name="T6" fmla="*/ 2147483646 w 94"/>
                <a:gd name="T7" fmla="*/ 2147483646 h 317"/>
                <a:gd name="T8" fmla="*/ 2147483646 w 94"/>
                <a:gd name="T9" fmla="*/ 2147483646 h 317"/>
                <a:gd name="T10" fmla="*/ 2147483646 w 94"/>
                <a:gd name="T11" fmla="*/ 2147483646 h 317"/>
                <a:gd name="T12" fmla="*/ 2147483646 w 94"/>
                <a:gd name="T13" fmla="*/ 2147483646 h 317"/>
                <a:gd name="T14" fmla="*/ 2147483646 w 94"/>
                <a:gd name="T15" fmla="*/ 2147483646 h 317"/>
                <a:gd name="T16" fmla="*/ 2147483646 w 94"/>
                <a:gd name="T17" fmla="*/ 2147483646 h 317"/>
                <a:gd name="T18" fmla="*/ 2147483646 w 94"/>
                <a:gd name="T19" fmla="*/ 2147483646 h 317"/>
                <a:gd name="T20" fmla="*/ 2147483646 w 94"/>
                <a:gd name="T21" fmla="*/ 2147483646 h 317"/>
                <a:gd name="T22" fmla="*/ 2147483646 w 94"/>
                <a:gd name="T23" fmla="*/ 2147483646 h 317"/>
                <a:gd name="T24" fmla="*/ 2147483646 w 94"/>
                <a:gd name="T25" fmla="*/ 2147483646 h 317"/>
                <a:gd name="T26" fmla="*/ 2147483646 w 94"/>
                <a:gd name="T27" fmla="*/ 2147483646 h 317"/>
                <a:gd name="T28" fmla="*/ 2147483646 w 94"/>
                <a:gd name="T29" fmla="*/ 2147483646 h 317"/>
                <a:gd name="T30" fmla="*/ 2147483646 w 94"/>
                <a:gd name="T31" fmla="*/ 2147483646 h 317"/>
                <a:gd name="T32" fmla="*/ 2147483646 w 94"/>
                <a:gd name="T33" fmla="*/ 2147483646 h 317"/>
                <a:gd name="T34" fmla="*/ 2147483646 w 94"/>
                <a:gd name="T35" fmla="*/ 2147483646 h 317"/>
                <a:gd name="T36" fmla="*/ 2147483646 w 94"/>
                <a:gd name="T37" fmla="*/ 2147483646 h 317"/>
                <a:gd name="T38" fmla="*/ 2147483646 w 94"/>
                <a:gd name="T39" fmla="*/ 2147483646 h 317"/>
                <a:gd name="T40" fmla="*/ 2147483646 w 94"/>
                <a:gd name="T41" fmla="*/ 2147483646 h 317"/>
                <a:gd name="T42" fmla="*/ 2147483646 w 94"/>
                <a:gd name="T43" fmla="*/ 2147483646 h 317"/>
                <a:gd name="T44" fmla="*/ 2147483646 w 94"/>
                <a:gd name="T45" fmla="*/ 2147483646 h 317"/>
                <a:gd name="T46" fmla="*/ 2147483646 w 94"/>
                <a:gd name="T47" fmla="*/ 2147483646 h 317"/>
                <a:gd name="T48" fmla="*/ 2147483646 w 94"/>
                <a:gd name="T49" fmla="*/ 2147483646 h 317"/>
                <a:gd name="T50" fmla="*/ 2147483646 w 94"/>
                <a:gd name="T51" fmla="*/ 2147483646 h 317"/>
                <a:gd name="T52" fmla="*/ 2147483646 w 94"/>
                <a:gd name="T53" fmla="*/ 2147483646 h 317"/>
                <a:gd name="T54" fmla="*/ 2147483646 w 94"/>
                <a:gd name="T55" fmla="*/ 2147483646 h 317"/>
                <a:gd name="T56" fmla="*/ 2147483646 w 94"/>
                <a:gd name="T57" fmla="*/ 2147483646 h 317"/>
                <a:gd name="T58" fmla="*/ 2147483646 w 94"/>
                <a:gd name="T59" fmla="*/ 2147483646 h 317"/>
                <a:gd name="T60" fmla="*/ 2147483646 w 94"/>
                <a:gd name="T61" fmla="*/ 2147483646 h 317"/>
                <a:gd name="T62" fmla="*/ 2147483646 w 94"/>
                <a:gd name="T63" fmla="*/ 2147483646 h 317"/>
                <a:gd name="T64" fmla="*/ 2147483646 w 94"/>
                <a:gd name="T65" fmla="*/ 2147483646 h 317"/>
                <a:gd name="T66" fmla="*/ 2147483646 w 94"/>
                <a:gd name="T67" fmla="*/ 2147483646 h 317"/>
                <a:gd name="T68" fmla="*/ 2147483646 w 94"/>
                <a:gd name="T69" fmla="*/ 2147483646 h 317"/>
                <a:gd name="T70" fmla="*/ 2147483646 w 94"/>
                <a:gd name="T71" fmla="*/ 2147483646 h 317"/>
                <a:gd name="T72" fmla="*/ 2147483646 w 94"/>
                <a:gd name="T73" fmla="*/ 2147483646 h 317"/>
                <a:gd name="T74" fmla="*/ 2147483646 w 94"/>
                <a:gd name="T75" fmla="*/ 2147483646 h 317"/>
                <a:gd name="T76" fmla="*/ 2147483646 w 94"/>
                <a:gd name="T77" fmla="*/ 2147483646 h 317"/>
                <a:gd name="T78" fmla="*/ 2147483646 w 94"/>
                <a:gd name="T79" fmla="*/ 2147483646 h 317"/>
                <a:gd name="T80" fmla="*/ 2147483646 w 94"/>
                <a:gd name="T81" fmla="*/ 2147483646 h 317"/>
                <a:gd name="T82" fmla="*/ 2147483646 w 94"/>
                <a:gd name="T83" fmla="*/ 2147483646 h 317"/>
                <a:gd name="T84" fmla="*/ 2147483646 w 94"/>
                <a:gd name="T85" fmla="*/ 2147483646 h 317"/>
                <a:gd name="T86" fmla="*/ 2147483646 w 94"/>
                <a:gd name="T87" fmla="*/ 2147483646 h 317"/>
                <a:gd name="T88" fmla="*/ 2147483646 w 94"/>
                <a:gd name="T89" fmla="*/ 2147483646 h 317"/>
                <a:gd name="T90" fmla="*/ 2147483646 w 94"/>
                <a:gd name="T91" fmla="*/ 2147483646 h 317"/>
                <a:gd name="T92" fmla="*/ 2147483646 w 94"/>
                <a:gd name="T93" fmla="*/ 2147483646 h 317"/>
                <a:gd name="T94" fmla="*/ 2147483646 w 94"/>
                <a:gd name="T95" fmla="*/ 2147483646 h 317"/>
                <a:gd name="T96" fmla="*/ 2147483646 w 94"/>
                <a:gd name="T97" fmla="*/ 2147483646 h 317"/>
                <a:gd name="T98" fmla="*/ 2147483646 w 94"/>
                <a:gd name="T99" fmla="*/ 2147483646 h 317"/>
                <a:gd name="T100" fmla="*/ 2147483646 w 94"/>
                <a:gd name="T101" fmla="*/ 2147483646 h 317"/>
                <a:gd name="T102" fmla="*/ 2147483646 w 94"/>
                <a:gd name="T103" fmla="*/ 2147483646 h 317"/>
                <a:gd name="T104" fmla="*/ 2147483646 w 94"/>
                <a:gd name="T105" fmla="*/ 2147483646 h 317"/>
                <a:gd name="T106" fmla="*/ 2147483646 w 94"/>
                <a:gd name="T107" fmla="*/ 2147483646 h 317"/>
                <a:gd name="T108" fmla="*/ 2147483646 w 94"/>
                <a:gd name="T109" fmla="*/ 2147483646 h 317"/>
                <a:gd name="T110" fmla="*/ 2147483646 w 94"/>
                <a:gd name="T111" fmla="*/ 2147483646 h 317"/>
                <a:gd name="T112" fmla="*/ 2147483646 w 94"/>
                <a:gd name="T113" fmla="*/ 2147483646 h 31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7">
                  <a:moveTo>
                    <a:pt x="0" y="317"/>
                  </a:moveTo>
                  <a:lnTo>
                    <a:pt x="3" y="314"/>
                  </a:lnTo>
                  <a:lnTo>
                    <a:pt x="4" y="310"/>
                  </a:lnTo>
                  <a:lnTo>
                    <a:pt x="5" y="308"/>
                  </a:lnTo>
                  <a:lnTo>
                    <a:pt x="7" y="305"/>
                  </a:lnTo>
                  <a:lnTo>
                    <a:pt x="9" y="302"/>
                  </a:lnTo>
                  <a:lnTo>
                    <a:pt x="11" y="300"/>
                  </a:lnTo>
                  <a:lnTo>
                    <a:pt x="12" y="297"/>
                  </a:lnTo>
                  <a:lnTo>
                    <a:pt x="13" y="294"/>
                  </a:lnTo>
                  <a:lnTo>
                    <a:pt x="13" y="293"/>
                  </a:lnTo>
                  <a:lnTo>
                    <a:pt x="15" y="290"/>
                  </a:lnTo>
                  <a:lnTo>
                    <a:pt x="16" y="289"/>
                  </a:lnTo>
                  <a:lnTo>
                    <a:pt x="17" y="288"/>
                  </a:lnTo>
                  <a:lnTo>
                    <a:pt x="17" y="286"/>
                  </a:lnTo>
                  <a:lnTo>
                    <a:pt x="19" y="284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21" y="280"/>
                  </a:lnTo>
                  <a:lnTo>
                    <a:pt x="21" y="278"/>
                  </a:lnTo>
                  <a:lnTo>
                    <a:pt x="23" y="277"/>
                  </a:lnTo>
                  <a:lnTo>
                    <a:pt x="23" y="276"/>
                  </a:lnTo>
                  <a:lnTo>
                    <a:pt x="23" y="274"/>
                  </a:lnTo>
                  <a:lnTo>
                    <a:pt x="24" y="274"/>
                  </a:lnTo>
                  <a:lnTo>
                    <a:pt x="24" y="273"/>
                  </a:lnTo>
                  <a:lnTo>
                    <a:pt x="25" y="272"/>
                  </a:lnTo>
                  <a:lnTo>
                    <a:pt x="25" y="270"/>
                  </a:lnTo>
                  <a:lnTo>
                    <a:pt x="27" y="269"/>
                  </a:lnTo>
                  <a:lnTo>
                    <a:pt x="27" y="268"/>
                  </a:lnTo>
                  <a:lnTo>
                    <a:pt x="28" y="266"/>
                  </a:lnTo>
                  <a:lnTo>
                    <a:pt x="28" y="264"/>
                  </a:lnTo>
                  <a:lnTo>
                    <a:pt x="29" y="263"/>
                  </a:lnTo>
                  <a:lnTo>
                    <a:pt x="29" y="261"/>
                  </a:lnTo>
                  <a:lnTo>
                    <a:pt x="31" y="259"/>
                  </a:lnTo>
                  <a:lnTo>
                    <a:pt x="31" y="257"/>
                  </a:lnTo>
                  <a:lnTo>
                    <a:pt x="32" y="256"/>
                  </a:lnTo>
                  <a:lnTo>
                    <a:pt x="32" y="255"/>
                  </a:lnTo>
                  <a:lnTo>
                    <a:pt x="33" y="253"/>
                  </a:lnTo>
                  <a:lnTo>
                    <a:pt x="33" y="251"/>
                  </a:lnTo>
                  <a:lnTo>
                    <a:pt x="35" y="249"/>
                  </a:lnTo>
                  <a:lnTo>
                    <a:pt x="35" y="248"/>
                  </a:lnTo>
                  <a:lnTo>
                    <a:pt x="36" y="247"/>
                  </a:lnTo>
                  <a:lnTo>
                    <a:pt x="36" y="245"/>
                  </a:lnTo>
                  <a:lnTo>
                    <a:pt x="36" y="244"/>
                  </a:lnTo>
                  <a:lnTo>
                    <a:pt x="37" y="243"/>
                  </a:lnTo>
                  <a:lnTo>
                    <a:pt x="37" y="241"/>
                  </a:lnTo>
                  <a:lnTo>
                    <a:pt x="39" y="240"/>
                  </a:lnTo>
                  <a:lnTo>
                    <a:pt x="39" y="239"/>
                  </a:lnTo>
                  <a:lnTo>
                    <a:pt x="39" y="237"/>
                  </a:lnTo>
                  <a:lnTo>
                    <a:pt x="40" y="237"/>
                  </a:lnTo>
                  <a:lnTo>
                    <a:pt x="40" y="236"/>
                  </a:lnTo>
                  <a:lnTo>
                    <a:pt x="40" y="235"/>
                  </a:lnTo>
                  <a:lnTo>
                    <a:pt x="41" y="233"/>
                  </a:lnTo>
                  <a:lnTo>
                    <a:pt x="41" y="232"/>
                  </a:lnTo>
                  <a:lnTo>
                    <a:pt x="41" y="231"/>
                  </a:lnTo>
                  <a:lnTo>
                    <a:pt x="42" y="229"/>
                  </a:lnTo>
                  <a:lnTo>
                    <a:pt x="42" y="228"/>
                  </a:lnTo>
                  <a:lnTo>
                    <a:pt x="42" y="227"/>
                  </a:lnTo>
                  <a:lnTo>
                    <a:pt x="44" y="225"/>
                  </a:lnTo>
                  <a:lnTo>
                    <a:pt x="44" y="223"/>
                  </a:lnTo>
                  <a:lnTo>
                    <a:pt x="45" y="221"/>
                  </a:lnTo>
                  <a:lnTo>
                    <a:pt x="45" y="220"/>
                  </a:lnTo>
                  <a:lnTo>
                    <a:pt x="46" y="217"/>
                  </a:lnTo>
                  <a:lnTo>
                    <a:pt x="48" y="215"/>
                  </a:lnTo>
                  <a:lnTo>
                    <a:pt x="48" y="213"/>
                  </a:lnTo>
                  <a:lnTo>
                    <a:pt x="49" y="211"/>
                  </a:lnTo>
                  <a:lnTo>
                    <a:pt x="49" y="209"/>
                  </a:lnTo>
                  <a:lnTo>
                    <a:pt x="50" y="207"/>
                  </a:lnTo>
                  <a:lnTo>
                    <a:pt x="52" y="205"/>
                  </a:lnTo>
                  <a:lnTo>
                    <a:pt x="52" y="204"/>
                  </a:lnTo>
                  <a:lnTo>
                    <a:pt x="52" y="203"/>
                  </a:lnTo>
                  <a:lnTo>
                    <a:pt x="53" y="201"/>
                  </a:lnTo>
                  <a:lnTo>
                    <a:pt x="53" y="200"/>
                  </a:lnTo>
                  <a:lnTo>
                    <a:pt x="54" y="199"/>
                  </a:lnTo>
                  <a:lnTo>
                    <a:pt x="54" y="197"/>
                  </a:lnTo>
                  <a:lnTo>
                    <a:pt x="54" y="196"/>
                  </a:lnTo>
                  <a:lnTo>
                    <a:pt x="56" y="195"/>
                  </a:lnTo>
                  <a:lnTo>
                    <a:pt x="56" y="193"/>
                  </a:lnTo>
                  <a:lnTo>
                    <a:pt x="56" y="192"/>
                  </a:lnTo>
                  <a:lnTo>
                    <a:pt x="57" y="191"/>
                  </a:lnTo>
                  <a:lnTo>
                    <a:pt x="57" y="190"/>
                  </a:lnTo>
                  <a:lnTo>
                    <a:pt x="57" y="188"/>
                  </a:lnTo>
                  <a:lnTo>
                    <a:pt x="58" y="187"/>
                  </a:lnTo>
                  <a:lnTo>
                    <a:pt x="58" y="186"/>
                  </a:lnTo>
                  <a:lnTo>
                    <a:pt x="58" y="184"/>
                  </a:lnTo>
                  <a:lnTo>
                    <a:pt x="60" y="183"/>
                  </a:lnTo>
                  <a:lnTo>
                    <a:pt x="60" y="182"/>
                  </a:lnTo>
                  <a:lnTo>
                    <a:pt x="60" y="180"/>
                  </a:lnTo>
                  <a:lnTo>
                    <a:pt x="61" y="179"/>
                  </a:lnTo>
                  <a:lnTo>
                    <a:pt x="61" y="176"/>
                  </a:lnTo>
                  <a:lnTo>
                    <a:pt x="61" y="175"/>
                  </a:lnTo>
                  <a:lnTo>
                    <a:pt x="62" y="174"/>
                  </a:lnTo>
                  <a:lnTo>
                    <a:pt x="62" y="171"/>
                  </a:lnTo>
                  <a:lnTo>
                    <a:pt x="64" y="170"/>
                  </a:lnTo>
                  <a:lnTo>
                    <a:pt x="64" y="167"/>
                  </a:lnTo>
                  <a:lnTo>
                    <a:pt x="65" y="164"/>
                  </a:lnTo>
                  <a:lnTo>
                    <a:pt x="65" y="163"/>
                  </a:lnTo>
                  <a:lnTo>
                    <a:pt x="66" y="160"/>
                  </a:lnTo>
                  <a:lnTo>
                    <a:pt x="66" y="159"/>
                  </a:lnTo>
                  <a:lnTo>
                    <a:pt x="68" y="158"/>
                  </a:lnTo>
                  <a:lnTo>
                    <a:pt x="68" y="156"/>
                  </a:lnTo>
                  <a:lnTo>
                    <a:pt x="68" y="154"/>
                  </a:lnTo>
                  <a:lnTo>
                    <a:pt x="69" y="152"/>
                  </a:lnTo>
                  <a:lnTo>
                    <a:pt x="69" y="151"/>
                  </a:lnTo>
                  <a:lnTo>
                    <a:pt x="69" y="150"/>
                  </a:lnTo>
                  <a:lnTo>
                    <a:pt x="70" y="148"/>
                  </a:lnTo>
                  <a:lnTo>
                    <a:pt x="70" y="147"/>
                  </a:lnTo>
                  <a:lnTo>
                    <a:pt x="70" y="146"/>
                  </a:lnTo>
                  <a:lnTo>
                    <a:pt x="72" y="144"/>
                  </a:lnTo>
                  <a:lnTo>
                    <a:pt x="72" y="143"/>
                  </a:lnTo>
                  <a:lnTo>
                    <a:pt x="72" y="142"/>
                  </a:lnTo>
                  <a:lnTo>
                    <a:pt x="72" y="140"/>
                  </a:lnTo>
                  <a:lnTo>
                    <a:pt x="73" y="139"/>
                  </a:lnTo>
                  <a:lnTo>
                    <a:pt x="73" y="138"/>
                  </a:lnTo>
                  <a:lnTo>
                    <a:pt x="74" y="136"/>
                  </a:lnTo>
                  <a:lnTo>
                    <a:pt x="74" y="135"/>
                  </a:lnTo>
                  <a:lnTo>
                    <a:pt x="74" y="134"/>
                  </a:lnTo>
                  <a:lnTo>
                    <a:pt x="76" y="132"/>
                  </a:lnTo>
                  <a:lnTo>
                    <a:pt x="76" y="130"/>
                  </a:lnTo>
                  <a:lnTo>
                    <a:pt x="76" y="128"/>
                  </a:lnTo>
                  <a:lnTo>
                    <a:pt x="77" y="127"/>
                  </a:lnTo>
                  <a:lnTo>
                    <a:pt x="77" y="126"/>
                  </a:lnTo>
                  <a:lnTo>
                    <a:pt x="78" y="123"/>
                  </a:lnTo>
                  <a:lnTo>
                    <a:pt x="78" y="122"/>
                  </a:lnTo>
                  <a:lnTo>
                    <a:pt x="78" y="119"/>
                  </a:lnTo>
                  <a:lnTo>
                    <a:pt x="80" y="116"/>
                  </a:lnTo>
                  <a:lnTo>
                    <a:pt x="80" y="115"/>
                  </a:lnTo>
                  <a:lnTo>
                    <a:pt x="81" y="113"/>
                  </a:lnTo>
                  <a:lnTo>
                    <a:pt x="81" y="111"/>
                  </a:lnTo>
                  <a:lnTo>
                    <a:pt x="82" y="110"/>
                  </a:lnTo>
                  <a:lnTo>
                    <a:pt x="82" y="107"/>
                  </a:lnTo>
                  <a:lnTo>
                    <a:pt x="82" y="106"/>
                  </a:lnTo>
                  <a:lnTo>
                    <a:pt x="84" y="105"/>
                  </a:lnTo>
                  <a:lnTo>
                    <a:pt x="84" y="103"/>
                  </a:lnTo>
                  <a:lnTo>
                    <a:pt x="84" y="102"/>
                  </a:lnTo>
                  <a:lnTo>
                    <a:pt x="85" y="101"/>
                  </a:lnTo>
                  <a:lnTo>
                    <a:pt x="85" y="99"/>
                  </a:lnTo>
                  <a:lnTo>
                    <a:pt x="85" y="98"/>
                  </a:lnTo>
                  <a:lnTo>
                    <a:pt x="85" y="97"/>
                  </a:lnTo>
                  <a:lnTo>
                    <a:pt x="86" y="95"/>
                  </a:lnTo>
                  <a:lnTo>
                    <a:pt x="86" y="94"/>
                  </a:lnTo>
                  <a:lnTo>
                    <a:pt x="86" y="93"/>
                  </a:lnTo>
                  <a:lnTo>
                    <a:pt x="86" y="91"/>
                  </a:lnTo>
                  <a:lnTo>
                    <a:pt x="86" y="90"/>
                  </a:lnTo>
                  <a:lnTo>
                    <a:pt x="86" y="89"/>
                  </a:lnTo>
                  <a:lnTo>
                    <a:pt x="86" y="87"/>
                  </a:lnTo>
                  <a:lnTo>
                    <a:pt x="88" y="87"/>
                  </a:lnTo>
                  <a:lnTo>
                    <a:pt x="88" y="86"/>
                  </a:lnTo>
                  <a:lnTo>
                    <a:pt x="88" y="85"/>
                  </a:lnTo>
                  <a:lnTo>
                    <a:pt x="88" y="82"/>
                  </a:lnTo>
                  <a:lnTo>
                    <a:pt x="88" y="81"/>
                  </a:lnTo>
                  <a:lnTo>
                    <a:pt x="88" y="79"/>
                  </a:lnTo>
                  <a:lnTo>
                    <a:pt x="88" y="78"/>
                  </a:lnTo>
                  <a:lnTo>
                    <a:pt x="88" y="77"/>
                  </a:lnTo>
                  <a:lnTo>
                    <a:pt x="88" y="74"/>
                  </a:lnTo>
                  <a:lnTo>
                    <a:pt x="88" y="73"/>
                  </a:lnTo>
                  <a:lnTo>
                    <a:pt x="89" y="70"/>
                  </a:lnTo>
                  <a:lnTo>
                    <a:pt x="89" y="69"/>
                  </a:lnTo>
                  <a:lnTo>
                    <a:pt x="89" y="67"/>
                  </a:lnTo>
                  <a:lnTo>
                    <a:pt x="89" y="66"/>
                  </a:lnTo>
                  <a:lnTo>
                    <a:pt x="89" y="65"/>
                  </a:lnTo>
                  <a:lnTo>
                    <a:pt x="89" y="63"/>
                  </a:lnTo>
                  <a:lnTo>
                    <a:pt x="89" y="62"/>
                  </a:lnTo>
                  <a:lnTo>
                    <a:pt x="89" y="61"/>
                  </a:lnTo>
                  <a:lnTo>
                    <a:pt x="89" y="59"/>
                  </a:lnTo>
                  <a:lnTo>
                    <a:pt x="89" y="58"/>
                  </a:lnTo>
                  <a:lnTo>
                    <a:pt x="90" y="57"/>
                  </a:lnTo>
                  <a:lnTo>
                    <a:pt x="90" y="55"/>
                  </a:lnTo>
                  <a:lnTo>
                    <a:pt x="90" y="54"/>
                  </a:lnTo>
                  <a:lnTo>
                    <a:pt x="90" y="53"/>
                  </a:lnTo>
                  <a:lnTo>
                    <a:pt x="90" y="51"/>
                  </a:lnTo>
                  <a:lnTo>
                    <a:pt x="90" y="50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6"/>
                  </a:lnTo>
                  <a:lnTo>
                    <a:pt x="92" y="45"/>
                  </a:lnTo>
                  <a:lnTo>
                    <a:pt x="92" y="43"/>
                  </a:lnTo>
                  <a:lnTo>
                    <a:pt x="92" y="42"/>
                  </a:lnTo>
                  <a:lnTo>
                    <a:pt x="92" y="41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3" y="37"/>
                  </a:lnTo>
                  <a:lnTo>
                    <a:pt x="93" y="36"/>
                  </a:lnTo>
                  <a:lnTo>
                    <a:pt x="93" y="34"/>
                  </a:lnTo>
                  <a:lnTo>
                    <a:pt x="94" y="33"/>
                  </a:lnTo>
                  <a:lnTo>
                    <a:pt x="94" y="32"/>
                  </a:lnTo>
                  <a:lnTo>
                    <a:pt x="94" y="30"/>
                  </a:lnTo>
                  <a:lnTo>
                    <a:pt x="94" y="29"/>
                  </a:lnTo>
                  <a:lnTo>
                    <a:pt x="94" y="28"/>
                  </a:lnTo>
                  <a:lnTo>
                    <a:pt x="94" y="26"/>
                  </a:lnTo>
                  <a:lnTo>
                    <a:pt x="94" y="25"/>
                  </a:lnTo>
                  <a:lnTo>
                    <a:pt x="94" y="24"/>
                  </a:lnTo>
                  <a:lnTo>
                    <a:pt x="94" y="22"/>
                  </a:lnTo>
                  <a:lnTo>
                    <a:pt x="94" y="21"/>
                  </a:lnTo>
                  <a:lnTo>
                    <a:pt x="94" y="20"/>
                  </a:lnTo>
                  <a:lnTo>
                    <a:pt x="94" y="18"/>
                  </a:lnTo>
                  <a:lnTo>
                    <a:pt x="94" y="17"/>
                  </a:lnTo>
                  <a:lnTo>
                    <a:pt x="94" y="16"/>
                  </a:lnTo>
                  <a:lnTo>
                    <a:pt x="94" y="13"/>
                  </a:lnTo>
                  <a:lnTo>
                    <a:pt x="94" y="12"/>
                  </a:lnTo>
                  <a:lnTo>
                    <a:pt x="93" y="10"/>
                  </a:lnTo>
                  <a:lnTo>
                    <a:pt x="93" y="8"/>
                  </a:lnTo>
                  <a:lnTo>
                    <a:pt x="93" y="5"/>
                  </a:lnTo>
                  <a:lnTo>
                    <a:pt x="93" y="2"/>
                  </a:lnTo>
                  <a:lnTo>
                    <a:pt x="93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90">
              <a:extLst>
                <a:ext uri="{FF2B5EF4-FFF2-40B4-BE49-F238E27FC236}">
                  <a16:creationId xmlns:a16="http://schemas.microsoft.com/office/drawing/2014/main" id="{31115DA5-2511-4AB2-97B7-F0ADB7265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0886" y="3185603"/>
              <a:ext cx="95250" cy="96837"/>
            </a:xfrm>
            <a:custGeom>
              <a:avLst/>
              <a:gdLst>
                <a:gd name="T0" fmla="*/ 2147483646 w 120"/>
                <a:gd name="T1" fmla="*/ 0 h 121"/>
                <a:gd name="T2" fmla="*/ 2147483646 w 120"/>
                <a:gd name="T3" fmla="*/ 2147483646 h 121"/>
                <a:gd name="T4" fmla="*/ 2147483646 w 120"/>
                <a:gd name="T5" fmla="*/ 2147483646 h 121"/>
                <a:gd name="T6" fmla="*/ 2147483646 w 120"/>
                <a:gd name="T7" fmla="*/ 2147483646 h 121"/>
                <a:gd name="T8" fmla="*/ 2147483646 w 120"/>
                <a:gd name="T9" fmla="*/ 2147483646 h 121"/>
                <a:gd name="T10" fmla="*/ 2147483646 w 120"/>
                <a:gd name="T11" fmla="*/ 2147483646 h 121"/>
                <a:gd name="T12" fmla="*/ 2147483646 w 120"/>
                <a:gd name="T13" fmla="*/ 2147483646 h 121"/>
                <a:gd name="T14" fmla="*/ 2147483646 w 120"/>
                <a:gd name="T15" fmla="*/ 2147483646 h 121"/>
                <a:gd name="T16" fmla="*/ 2147483646 w 120"/>
                <a:gd name="T17" fmla="*/ 2147483646 h 121"/>
                <a:gd name="T18" fmla="*/ 0 w 120"/>
                <a:gd name="T19" fmla="*/ 2147483646 h 121"/>
                <a:gd name="T20" fmla="*/ 0 w 120"/>
                <a:gd name="T21" fmla="*/ 2147483646 h 121"/>
                <a:gd name="T22" fmla="*/ 0 w 120"/>
                <a:gd name="T23" fmla="*/ 2147483646 h 121"/>
                <a:gd name="T24" fmla="*/ 2147483646 w 120"/>
                <a:gd name="T25" fmla="*/ 2147483646 h 121"/>
                <a:gd name="T26" fmla="*/ 2147483646 w 120"/>
                <a:gd name="T27" fmla="*/ 2147483646 h 121"/>
                <a:gd name="T28" fmla="*/ 2147483646 w 120"/>
                <a:gd name="T29" fmla="*/ 2147483646 h 121"/>
                <a:gd name="T30" fmla="*/ 2147483646 w 120"/>
                <a:gd name="T31" fmla="*/ 2147483646 h 121"/>
                <a:gd name="T32" fmla="*/ 2147483646 w 120"/>
                <a:gd name="T33" fmla="*/ 2147483646 h 121"/>
                <a:gd name="T34" fmla="*/ 2147483646 w 120"/>
                <a:gd name="T35" fmla="*/ 2147483646 h 121"/>
                <a:gd name="T36" fmla="*/ 2147483646 w 120"/>
                <a:gd name="T37" fmla="*/ 2147483646 h 121"/>
                <a:gd name="T38" fmla="*/ 2147483646 w 120"/>
                <a:gd name="T39" fmla="*/ 2147483646 h 121"/>
                <a:gd name="T40" fmla="*/ 2147483646 w 120"/>
                <a:gd name="T41" fmla="*/ 2147483646 h 121"/>
                <a:gd name="T42" fmla="*/ 2147483646 w 120"/>
                <a:gd name="T43" fmla="*/ 2147483646 h 121"/>
                <a:gd name="T44" fmla="*/ 2147483646 w 120"/>
                <a:gd name="T45" fmla="*/ 2147483646 h 121"/>
                <a:gd name="T46" fmla="*/ 2147483646 w 120"/>
                <a:gd name="T47" fmla="*/ 2147483646 h 121"/>
                <a:gd name="T48" fmla="*/ 2147483646 w 120"/>
                <a:gd name="T49" fmla="*/ 2147483646 h 121"/>
                <a:gd name="T50" fmla="*/ 2147483646 w 120"/>
                <a:gd name="T51" fmla="*/ 2147483646 h 121"/>
                <a:gd name="T52" fmla="*/ 2147483646 w 120"/>
                <a:gd name="T53" fmla="*/ 2147483646 h 121"/>
                <a:gd name="T54" fmla="*/ 2147483646 w 120"/>
                <a:gd name="T55" fmla="*/ 2147483646 h 121"/>
                <a:gd name="T56" fmla="*/ 2147483646 w 120"/>
                <a:gd name="T57" fmla="*/ 2147483646 h 121"/>
                <a:gd name="T58" fmla="*/ 2147483646 w 120"/>
                <a:gd name="T59" fmla="*/ 2147483646 h 121"/>
                <a:gd name="T60" fmla="*/ 2147483646 w 120"/>
                <a:gd name="T61" fmla="*/ 2147483646 h 121"/>
                <a:gd name="T62" fmla="*/ 2147483646 w 120"/>
                <a:gd name="T63" fmla="*/ 2147483646 h 121"/>
                <a:gd name="T64" fmla="*/ 2147483646 w 120"/>
                <a:gd name="T65" fmla="*/ 2147483646 h 121"/>
                <a:gd name="T66" fmla="*/ 2147483646 w 120"/>
                <a:gd name="T67" fmla="*/ 2147483646 h 121"/>
                <a:gd name="T68" fmla="*/ 2147483646 w 120"/>
                <a:gd name="T69" fmla="*/ 2147483646 h 121"/>
                <a:gd name="T70" fmla="*/ 2147483646 w 120"/>
                <a:gd name="T71" fmla="*/ 2147483646 h 121"/>
                <a:gd name="T72" fmla="*/ 2147483646 w 120"/>
                <a:gd name="T73" fmla="*/ 2147483646 h 121"/>
                <a:gd name="T74" fmla="*/ 2147483646 w 120"/>
                <a:gd name="T75" fmla="*/ 2147483646 h 121"/>
                <a:gd name="T76" fmla="*/ 2147483646 w 120"/>
                <a:gd name="T77" fmla="*/ 2147483646 h 121"/>
                <a:gd name="T78" fmla="*/ 2147483646 w 120"/>
                <a:gd name="T79" fmla="*/ 2147483646 h 121"/>
                <a:gd name="T80" fmla="*/ 2147483646 w 120"/>
                <a:gd name="T81" fmla="*/ 2147483646 h 121"/>
                <a:gd name="T82" fmla="*/ 2147483646 w 120"/>
                <a:gd name="T83" fmla="*/ 2147483646 h 121"/>
                <a:gd name="T84" fmla="*/ 2147483646 w 120"/>
                <a:gd name="T85" fmla="*/ 0 h 121"/>
                <a:gd name="T86" fmla="*/ 2147483646 w 120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20" h="121">
                  <a:moveTo>
                    <a:pt x="60" y="0"/>
                  </a:moveTo>
                  <a:lnTo>
                    <a:pt x="57" y="0"/>
                  </a:lnTo>
                  <a:lnTo>
                    <a:pt x="53" y="0"/>
                  </a:lnTo>
                  <a:lnTo>
                    <a:pt x="51" y="0"/>
                  </a:lnTo>
                  <a:lnTo>
                    <a:pt x="48" y="2"/>
                  </a:lnTo>
                  <a:lnTo>
                    <a:pt x="45" y="2"/>
                  </a:lnTo>
                  <a:lnTo>
                    <a:pt x="42" y="3"/>
                  </a:lnTo>
                  <a:lnTo>
                    <a:pt x="39" y="4"/>
                  </a:lnTo>
                  <a:lnTo>
                    <a:pt x="36" y="4"/>
                  </a:lnTo>
                  <a:lnTo>
                    <a:pt x="34" y="6"/>
                  </a:lnTo>
                  <a:lnTo>
                    <a:pt x="31" y="7"/>
                  </a:lnTo>
                  <a:lnTo>
                    <a:pt x="28" y="8"/>
                  </a:lnTo>
                  <a:lnTo>
                    <a:pt x="27" y="11"/>
                  </a:lnTo>
                  <a:lnTo>
                    <a:pt x="24" y="12"/>
                  </a:lnTo>
                  <a:lnTo>
                    <a:pt x="22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5" y="20"/>
                  </a:lnTo>
                  <a:lnTo>
                    <a:pt x="14" y="21"/>
                  </a:lnTo>
                  <a:lnTo>
                    <a:pt x="12" y="24"/>
                  </a:lnTo>
                  <a:lnTo>
                    <a:pt x="10" y="27"/>
                  </a:lnTo>
                  <a:lnTo>
                    <a:pt x="8" y="29"/>
                  </a:lnTo>
                  <a:lnTo>
                    <a:pt x="7" y="32"/>
                  </a:lnTo>
                  <a:lnTo>
                    <a:pt x="6" y="35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2" y="45"/>
                  </a:lnTo>
                  <a:lnTo>
                    <a:pt x="2" y="48"/>
                  </a:lnTo>
                  <a:lnTo>
                    <a:pt x="0" y="51"/>
                  </a:lnTo>
                  <a:lnTo>
                    <a:pt x="0" y="55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0" y="69"/>
                  </a:lnTo>
                  <a:lnTo>
                    <a:pt x="2" y="72"/>
                  </a:lnTo>
                  <a:lnTo>
                    <a:pt x="2" y="76"/>
                  </a:lnTo>
                  <a:lnTo>
                    <a:pt x="3" y="79"/>
                  </a:lnTo>
                  <a:lnTo>
                    <a:pt x="3" y="81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7" y="89"/>
                  </a:lnTo>
                  <a:lnTo>
                    <a:pt x="8" y="92"/>
                  </a:lnTo>
                  <a:lnTo>
                    <a:pt x="10" y="95"/>
                  </a:lnTo>
                  <a:lnTo>
                    <a:pt x="12" y="96"/>
                  </a:lnTo>
                  <a:lnTo>
                    <a:pt x="14" y="98"/>
                  </a:lnTo>
                  <a:lnTo>
                    <a:pt x="15" y="101"/>
                  </a:lnTo>
                  <a:lnTo>
                    <a:pt x="18" y="102"/>
                  </a:lnTo>
                  <a:lnTo>
                    <a:pt x="19" y="105"/>
                  </a:lnTo>
                  <a:lnTo>
                    <a:pt x="22" y="106"/>
                  </a:lnTo>
                  <a:lnTo>
                    <a:pt x="24" y="109"/>
                  </a:lnTo>
                  <a:lnTo>
                    <a:pt x="27" y="110"/>
                  </a:lnTo>
                  <a:lnTo>
                    <a:pt x="28" y="112"/>
                  </a:lnTo>
                  <a:lnTo>
                    <a:pt x="31" y="113"/>
                  </a:lnTo>
                  <a:lnTo>
                    <a:pt x="34" y="114"/>
                  </a:lnTo>
                  <a:lnTo>
                    <a:pt x="36" y="116"/>
                  </a:lnTo>
                  <a:lnTo>
                    <a:pt x="39" y="117"/>
                  </a:lnTo>
                  <a:lnTo>
                    <a:pt x="42" y="118"/>
                  </a:lnTo>
                  <a:lnTo>
                    <a:pt x="45" y="118"/>
                  </a:lnTo>
                  <a:lnTo>
                    <a:pt x="48" y="120"/>
                  </a:lnTo>
                  <a:lnTo>
                    <a:pt x="51" y="120"/>
                  </a:lnTo>
                  <a:lnTo>
                    <a:pt x="53" y="120"/>
                  </a:lnTo>
                  <a:lnTo>
                    <a:pt x="57" y="121"/>
                  </a:lnTo>
                  <a:lnTo>
                    <a:pt x="60" y="121"/>
                  </a:lnTo>
                  <a:lnTo>
                    <a:pt x="63" y="121"/>
                  </a:lnTo>
                  <a:lnTo>
                    <a:pt x="67" y="120"/>
                  </a:lnTo>
                  <a:lnTo>
                    <a:pt x="69" y="120"/>
                  </a:lnTo>
                  <a:lnTo>
                    <a:pt x="72" y="120"/>
                  </a:lnTo>
                  <a:lnTo>
                    <a:pt x="75" y="118"/>
                  </a:lnTo>
                  <a:lnTo>
                    <a:pt x="77" y="118"/>
                  </a:lnTo>
                  <a:lnTo>
                    <a:pt x="81" y="117"/>
                  </a:lnTo>
                  <a:lnTo>
                    <a:pt x="84" y="116"/>
                  </a:lnTo>
                  <a:lnTo>
                    <a:pt x="87" y="114"/>
                  </a:lnTo>
                  <a:lnTo>
                    <a:pt x="89" y="113"/>
                  </a:lnTo>
                  <a:lnTo>
                    <a:pt x="92" y="112"/>
                  </a:lnTo>
                  <a:lnTo>
                    <a:pt x="93" y="110"/>
                  </a:lnTo>
                  <a:lnTo>
                    <a:pt x="96" y="109"/>
                  </a:lnTo>
                  <a:lnTo>
                    <a:pt x="99" y="106"/>
                  </a:lnTo>
                  <a:lnTo>
                    <a:pt x="101" y="105"/>
                  </a:lnTo>
                  <a:lnTo>
                    <a:pt x="103" y="102"/>
                  </a:lnTo>
                  <a:lnTo>
                    <a:pt x="105" y="101"/>
                  </a:lnTo>
                  <a:lnTo>
                    <a:pt x="107" y="98"/>
                  </a:lnTo>
                  <a:lnTo>
                    <a:pt x="108" y="96"/>
                  </a:lnTo>
                  <a:lnTo>
                    <a:pt x="111" y="95"/>
                  </a:lnTo>
                  <a:lnTo>
                    <a:pt x="112" y="92"/>
                  </a:lnTo>
                  <a:lnTo>
                    <a:pt x="113" y="89"/>
                  </a:lnTo>
                  <a:lnTo>
                    <a:pt x="115" y="87"/>
                  </a:lnTo>
                  <a:lnTo>
                    <a:pt x="116" y="84"/>
                  </a:lnTo>
                  <a:lnTo>
                    <a:pt x="117" y="81"/>
                  </a:lnTo>
                  <a:lnTo>
                    <a:pt x="117" y="79"/>
                  </a:lnTo>
                  <a:lnTo>
                    <a:pt x="118" y="76"/>
                  </a:lnTo>
                  <a:lnTo>
                    <a:pt x="118" y="72"/>
                  </a:lnTo>
                  <a:lnTo>
                    <a:pt x="120" y="69"/>
                  </a:lnTo>
                  <a:lnTo>
                    <a:pt x="120" y="67"/>
                  </a:lnTo>
                  <a:lnTo>
                    <a:pt x="120" y="64"/>
                  </a:lnTo>
                  <a:lnTo>
                    <a:pt x="120" y="60"/>
                  </a:lnTo>
                  <a:lnTo>
                    <a:pt x="120" y="57"/>
                  </a:lnTo>
                  <a:lnTo>
                    <a:pt x="120" y="55"/>
                  </a:lnTo>
                  <a:lnTo>
                    <a:pt x="120" y="51"/>
                  </a:lnTo>
                  <a:lnTo>
                    <a:pt x="118" y="48"/>
                  </a:lnTo>
                  <a:lnTo>
                    <a:pt x="118" y="45"/>
                  </a:lnTo>
                  <a:lnTo>
                    <a:pt x="117" y="43"/>
                  </a:lnTo>
                  <a:lnTo>
                    <a:pt x="117" y="40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3" y="32"/>
                  </a:lnTo>
                  <a:lnTo>
                    <a:pt x="112" y="29"/>
                  </a:lnTo>
                  <a:lnTo>
                    <a:pt x="111" y="27"/>
                  </a:lnTo>
                  <a:lnTo>
                    <a:pt x="108" y="24"/>
                  </a:lnTo>
                  <a:lnTo>
                    <a:pt x="107" y="21"/>
                  </a:lnTo>
                  <a:lnTo>
                    <a:pt x="105" y="20"/>
                  </a:lnTo>
                  <a:lnTo>
                    <a:pt x="103" y="18"/>
                  </a:lnTo>
                  <a:lnTo>
                    <a:pt x="101" y="16"/>
                  </a:lnTo>
                  <a:lnTo>
                    <a:pt x="99" y="14"/>
                  </a:lnTo>
                  <a:lnTo>
                    <a:pt x="96" y="12"/>
                  </a:lnTo>
                  <a:lnTo>
                    <a:pt x="93" y="11"/>
                  </a:lnTo>
                  <a:lnTo>
                    <a:pt x="92" y="8"/>
                  </a:lnTo>
                  <a:lnTo>
                    <a:pt x="89" y="7"/>
                  </a:lnTo>
                  <a:lnTo>
                    <a:pt x="87" y="6"/>
                  </a:lnTo>
                  <a:lnTo>
                    <a:pt x="84" y="4"/>
                  </a:lnTo>
                  <a:lnTo>
                    <a:pt x="81" y="4"/>
                  </a:lnTo>
                  <a:lnTo>
                    <a:pt x="77" y="3"/>
                  </a:lnTo>
                  <a:lnTo>
                    <a:pt x="75" y="2"/>
                  </a:lnTo>
                  <a:lnTo>
                    <a:pt x="72" y="2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206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3">
              <a:extLst>
                <a:ext uri="{FF2B5EF4-FFF2-40B4-BE49-F238E27FC236}">
                  <a16:creationId xmlns:a16="http://schemas.microsoft.com/office/drawing/2014/main" id="{11295C60-8E5B-4238-9E0D-E1C500017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000" y="3232719"/>
              <a:ext cx="6311689" cy="1110681"/>
            </a:xfrm>
            <a:custGeom>
              <a:avLst/>
              <a:gdLst>
                <a:gd name="T0" fmla="*/ 2147483646 w 3681"/>
                <a:gd name="T1" fmla="*/ 0 h 834"/>
                <a:gd name="T2" fmla="*/ 0 w 3681"/>
                <a:gd name="T3" fmla="*/ 0 h 834"/>
                <a:gd name="T4" fmla="*/ 0 w 3681"/>
                <a:gd name="T5" fmla="*/ 2147483646 h 834"/>
                <a:gd name="T6" fmla="*/ 2147483646 w 3681"/>
                <a:gd name="T7" fmla="*/ 2147483646 h 834"/>
                <a:gd name="T8" fmla="*/ 2147483646 w 3681"/>
                <a:gd name="T9" fmla="*/ 0 h 834"/>
                <a:gd name="T10" fmla="*/ 2147483646 w 3681"/>
                <a:gd name="T11" fmla="*/ 0 h 8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81"/>
                <a:gd name="T19" fmla="*/ 0 h 834"/>
                <a:gd name="T20" fmla="*/ 3681 w 3681"/>
                <a:gd name="T21" fmla="*/ 834 h 8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81" h="834">
                  <a:moveTo>
                    <a:pt x="805" y="0"/>
                  </a:moveTo>
                  <a:lnTo>
                    <a:pt x="0" y="0"/>
                  </a:lnTo>
                  <a:lnTo>
                    <a:pt x="0" y="834"/>
                  </a:lnTo>
                  <a:lnTo>
                    <a:pt x="3681" y="834"/>
                  </a:lnTo>
                  <a:lnTo>
                    <a:pt x="3681" y="0"/>
                  </a:lnTo>
                  <a:lnTo>
                    <a:pt x="299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09" name="Picture 76" descr="Screen shot 2014-03-27 at 3.33.50 PM.png">
            <a:extLst>
              <a:ext uri="{FF2B5EF4-FFF2-40B4-BE49-F238E27FC236}">
                <a16:creationId xmlns:a16="http://schemas.microsoft.com/office/drawing/2014/main" id="{F055C36A-44F9-45D3-BFC6-91BAA4D62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096963"/>
            <a:ext cx="3587750" cy="247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0" name="Title 1">
            <a:extLst>
              <a:ext uri="{FF2B5EF4-FFF2-40B4-BE49-F238E27FC236}">
                <a16:creationId xmlns:a16="http://schemas.microsoft.com/office/drawing/2014/main" id="{E27C956A-9729-46B4-A99B-91266642E8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4419600" cy="1143000"/>
          </a:xfrm>
        </p:spPr>
        <p:txBody>
          <a:bodyPr/>
          <a:lstStyle/>
          <a:p>
            <a:r>
              <a:rPr lang="en-US" altLang="en-US" sz="3200"/>
              <a:t>Basic Latch </a:t>
            </a:r>
            <a:br>
              <a:rPr lang="en-US" altLang="en-US" sz="3200"/>
            </a:br>
            <a:r>
              <a:rPr lang="en-US" altLang="en-US" sz="2800"/>
              <a:t>(</a:t>
            </a:r>
            <a:r>
              <a:rPr lang="en-US" altLang="en-US" sz="2400"/>
              <a:t>with NOR Gates)</a:t>
            </a:r>
          </a:p>
        </p:txBody>
      </p:sp>
      <p:pic>
        <p:nvPicPr>
          <p:cNvPr id="94211" name="Picture 2" descr="Screen shot 2013-10-21 at 2.59.24 PM.png">
            <a:extLst>
              <a:ext uri="{FF2B5EF4-FFF2-40B4-BE49-F238E27FC236}">
                <a16:creationId xmlns:a16="http://schemas.microsoft.com/office/drawing/2014/main" id="{ECEF8A50-1356-49F3-A52E-305B26808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1127125"/>
            <a:ext cx="4003675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4212" name="Group 85">
            <a:extLst>
              <a:ext uri="{FF2B5EF4-FFF2-40B4-BE49-F238E27FC236}">
                <a16:creationId xmlns:a16="http://schemas.microsoft.com/office/drawing/2014/main" id="{A81A20A0-6D57-4468-88A0-D208CF5C74F4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164013"/>
            <a:ext cx="2443163" cy="1311275"/>
            <a:chOff x="5176838" y="4213225"/>
            <a:chExt cx="2443162" cy="1311275"/>
          </a:xfrm>
        </p:grpSpPr>
        <p:sp>
          <p:nvSpPr>
            <p:cNvPr id="94249" name="Line 63">
              <a:extLst>
                <a:ext uri="{FF2B5EF4-FFF2-40B4-BE49-F238E27FC236}">
                  <a16:creationId xmlns:a16="http://schemas.microsoft.com/office/drawing/2014/main" id="{7894B3C5-8A8E-4865-ADC0-AFC45DC68A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6838" y="4491037"/>
              <a:ext cx="1455737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0" name="Line 64">
              <a:extLst>
                <a:ext uri="{FF2B5EF4-FFF2-40B4-BE49-F238E27FC236}">
                  <a16:creationId xmlns:a16="http://schemas.microsoft.com/office/drawing/2014/main" id="{39BF19FF-50EF-4FE5-9B32-1991B4B29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5976" y="4213225"/>
              <a:ext cx="1587" cy="12176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1" name="Rectangle 65">
              <a:extLst>
                <a:ext uri="{FF2B5EF4-FFF2-40B4-BE49-F238E27FC236}">
                  <a16:creationId xmlns:a16="http://schemas.microsoft.com/office/drawing/2014/main" id="{EC0226EF-DEE5-4F3A-A000-62CA143CB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1626" y="4233862"/>
              <a:ext cx="841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S</a:t>
              </a:r>
              <a:endParaRPr lang="en-US" altLang="en-US" sz="1200" b="0">
                <a:latin typeface="Times-Roman" charset="0"/>
              </a:endParaRPr>
            </a:p>
          </p:txBody>
        </p:sp>
        <p:sp>
          <p:nvSpPr>
            <p:cNvPr id="94252" name="Rectangle 66">
              <a:extLst>
                <a:ext uri="{FF2B5EF4-FFF2-40B4-BE49-F238E27FC236}">
                  <a16:creationId xmlns:a16="http://schemas.microsoft.com/office/drawing/2014/main" id="{350B172D-00EA-45BE-9924-477FB524D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3088" y="4233862"/>
              <a:ext cx="1016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R</a:t>
              </a:r>
              <a:endParaRPr lang="en-US" altLang="en-US" sz="1200" b="0">
                <a:latin typeface="Times-Roman" charset="0"/>
              </a:endParaRPr>
            </a:p>
          </p:txBody>
        </p:sp>
        <p:sp>
          <p:nvSpPr>
            <p:cNvPr id="94253" name="Rectangle 67">
              <a:extLst>
                <a:ext uri="{FF2B5EF4-FFF2-40B4-BE49-F238E27FC236}">
                  <a16:creationId xmlns:a16="http://schemas.microsoft.com/office/drawing/2014/main" id="{43169814-9FEC-49BF-97E6-2FA2D662E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8851" y="4233862"/>
              <a:ext cx="1095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Q</a:t>
              </a:r>
              <a:endParaRPr lang="en-US" altLang="en-US" sz="1200" b="0">
                <a:latin typeface="Times-Roman" charset="0"/>
              </a:endParaRPr>
            </a:p>
          </p:txBody>
        </p:sp>
        <p:sp>
          <p:nvSpPr>
            <p:cNvPr id="94254" name="Rectangle 68">
              <a:extLst>
                <a:ext uri="{FF2B5EF4-FFF2-40B4-BE49-F238E27FC236}">
                  <a16:creationId xmlns:a16="http://schemas.microsoft.com/office/drawing/2014/main" id="{13020437-9285-449C-B635-6A64BCEA1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6326" y="4291012"/>
              <a:ext cx="1254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0" i="1">
                  <a:solidFill>
                    <a:srgbClr val="000000"/>
                  </a:solidFill>
                  <a:latin typeface="Times-Roman" charset="0"/>
                </a:rPr>
                <a:t>a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55" name="Rectangle 69">
              <a:extLst>
                <a:ext uri="{FF2B5EF4-FFF2-40B4-BE49-F238E27FC236}">
                  <a16:creationId xmlns:a16="http://schemas.microsoft.com/office/drawing/2014/main" id="{2D29C94D-26AA-4D24-974F-57D938F77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2063" y="4229100"/>
              <a:ext cx="1095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Q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56" name="Rectangle 70">
              <a:extLst>
                <a:ext uri="{FF2B5EF4-FFF2-40B4-BE49-F238E27FC236}">
                  <a16:creationId xmlns:a16="http://schemas.microsoft.com/office/drawing/2014/main" id="{549780B7-7956-4D83-8733-8D8CB221D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9538" y="4291012"/>
              <a:ext cx="1254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0" i="1">
                  <a:solidFill>
                    <a:srgbClr val="000000"/>
                  </a:solidFill>
                  <a:latin typeface="Times-Roman" charset="0"/>
                </a:rPr>
                <a:t>b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57" name="Rectangle 71">
              <a:extLst>
                <a:ext uri="{FF2B5EF4-FFF2-40B4-BE49-F238E27FC236}">
                  <a16:creationId xmlns:a16="http://schemas.microsoft.com/office/drawing/2014/main" id="{3B216CF4-4400-4C03-84F9-C05BC27EA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4575175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58" name="Rectangle 72">
              <a:extLst>
                <a:ext uri="{FF2B5EF4-FFF2-40B4-BE49-F238E27FC236}">
                  <a16:creationId xmlns:a16="http://schemas.microsoft.com/office/drawing/2014/main" id="{B48056B4-AA59-4D44-83E5-94C7E0BB3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4575175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59" name="Rectangle 73">
              <a:extLst>
                <a:ext uri="{FF2B5EF4-FFF2-40B4-BE49-F238E27FC236}">
                  <a16:creationId xmlns:a16="http://schemas.microsoft.com/office/drawing/2014/main" id="{34458EF5-17C3-43AE-9D2E-819246D7A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4818062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0" name="Rectangle 74">
              <a:extLst>
                <a:ext uri="{FF2B5EF4-FFF2-40B4-BE49-F238E27FC236}">
                  <a16:creationId xmlns:a16="http://schemas.microsoft.com/office/drawing/2014/main" id="{88A7EF91-84FA-4DF9-9987-D3C3AC6E8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4818062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1" name="Rectangle 75">
              <a:extLst>
                <a:ext uri="{FF2B5EF4-FFF2-40B4-BE49-F238E27FC236}">
                  <a16:creationId xmlns:a16="http://schemas.microsoft.com/office/drawing/2014/main" id="{6CABFB27-F4A0-446B-895E-B5FCD3906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5060950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2" name="Rectangle 76">
              <a:extLst>
                <a:ext uri="{FF2B5EF4-FFF2-40B4-BE49-F238E27FC236}">
                  <a16:creationId xmlns:a16="http://schemas.microsoft.com/office/drawing/2014/main" id="{7C09CC19-0C12-4AC1-8BA1-94A8FE9EC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5060950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3" name="Rectangle 77">
              <a:extLst>
                <a:ext uri="{FF2B5EF4-FFF2-40B4-BE49-F238E27FC236}">
                  <a16:creationId xmlns:a16="http://schemas.microsoft.com/office/drawing/2014/main" id="{22B394C9-4CE7-4F8F-B741-0281BDA39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5303838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4" name="Rectangle 78">
              <a:extLst>
                <a:ext uri="{FF2B5EF4-FFF2-40B4-BE49-F238E27FC236}">
                  <a16:creationId xmlns:a16="http://schemas.microsoft.com/office/drawing/2014/main" id="{E1878AC7-7FA2-462B-B18A-C1BF4E33D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5303838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5" name="Rectangle 79">
              <a:extLst>
                <a:ext uri="{FF2B5EF4-FFF2-40B4-BE49-F238E27FC236}">
                  <a16:creationId xmlns:a16="http://schemas.microsoft.com/office/drawing/2014/main" id="{B1A0ABD3-BA98-4EFB-928F-C5C1C253E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01" y="4575175"/>
              <a:ext cx="50482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0/1   1/0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6" name="Rectangle 80">
              <a:extLst>
                <a:ext uri="{FF2B5EF4-FFF2-40B4-BE49-F238E27FC236}">
                  <a16:creationId xmlns:a16="http://schemas.microsoft.com/office/drawing/2014/main" id="{744E0F04-F269-4158-8734-A72213506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2826" y="4818062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7" name="Rectangle 81">
              <a:extLst>
                <a:ext uri="{FF2B5EF4-FFF2-40B4-BE49-F238E27FC236}">
                  <a16:creationId xmlns:a16="http://schemas.microsoft.com/office/drawing/2014/main" id="{A0E17829-C13A-4A2B-AA2A-B14ACB65C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038" y="4818062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8" name="Rectangle 82">
              <a:extLst>
                <a:ext uri="{FF2B5EF4-FFF2-40B4-BE49-F238E27FC236}">
                  <a16:creationId xmlns:a16="http://schemas.microsoft.com/office/drawing/2014/main" id="{A0B3D4C1-7390-4E34-A44E-62B231E02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2826" y="5060950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69" name="Rectangle 83">
              <a:extLst>
                <a:ext uri="{FF2B5EF4-FFF2-40B4-BE49-F238E27FC236}">
                  <a16:creationId xmlns:a16="http://schemas.microsoft.com/office/drawing/2014/main" id="{D6C70E72-D3CC-4DFF-AB0A-8DB001F0D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038" y="5060950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70" name="Rectangle 84">
              <a:extLst>
                <a:ext uri="{FF2B5EF4-FFF2-40B4-BE49-F238E27FC236}">
                  <a16:creationId xmlns:a16="http://schemas.microsoft.com/office/drawing/2014/main" id="{D7CFDB52-9FB6-4762-9A3F-A0553362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2826" y="5303838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71" name="Rectangle 85">
              <a:extLst>
                <a:ext uri="{FF2B5EF4-FFF2-40B4-BE49-F238E27FC236}">
                  <a16:creationId xmlns:a16="http://schemas.microsoft.com/office/drawing/2014/main" id="{D05B82D2-3D08-4DF2-A52A-175A9003E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038" y="5303838"/>
              <a:ext cx="7694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72" name="Rectangle 178">
              <a:extLst>
                <a:ext uri="{FF2B5EF4-FFF2-40B4-BE49-F238E27FC236}">
                  <a16:creationId xmlns:a16="http://schemas.microsoft.com/office/drawing/2014/main" id="{EEBED7AC-B708-47D3-8A9D-FA6A99EDF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2738" y="4570412"/>
              <a:ext cx="957262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(no change)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</p:grpSp>
      <p:grpSp>
        <p:nvGrpSpPr>
          <p:cNvPr id="94213" name="Group 86">
            <a:extLst>
              <a:ext uri="{FF2B5EF4-FFF2-40B4-BE49-F238E27FC236}">
                <a16:creationId xmlns:a16="http://schemas.microsoft.com/office/drawing/2014/main" id="{7EF22D93-CBA0-461A-BF6A-ACAAF3DE7D7C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159250"/>
            <a:ext cx="2443163" cy="1311275"/>
            <a:chOff x="5176838" y="4213225"/>
            <a:chExt cx="2443162" cy="1311275"/>
          </a:xfrm>
        </p:grpSpPr>
        <p:sp>
          <p:nvSpPr>
            <p:cNvPr id="94225" name="Line 63">
              <a:extLst>
                <a:ext uri="{FF2B5EF4-FFF2-40B4-BE49-F238E27FC236}">
                  <a16:creationId xmlns:a16="http://schemas.microsoft.com/office/drawing/2014/main" id="{F5A7A595-0FC2-453D-B2BB-CB2162DEE0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6838" y="4491037"/>
              <a:ext cx="1455737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6" name="Line 64">
              <a:extLst>
                <a:ext uri="{FF2B5EF4-FFF2-40B4-BE49-F238E27FC236}">
                  <a16:creationId xmlns:a16="http://schemas.microsoft.com/office/drawing/2014/main" id="{DCCBFDE2-61E1-4186-BE08-615294AF98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5976" y="4213225"/>
              <a:ext cx="1587" cy="12176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7" name="Rectangle 65">
              <a:extLst>
                <a:ext uri="{FF2B5EF4-FFF2-40B4-BE49-F238E27FC236}">
                  <a16:creationId xmlns:a16="http://schemas.microsoft.com/office/drawing/2014/main" id="{E037D78D-6BFF-4B56-9CC4-7A530D05C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1626" y="4233862"/>
              <a:ext cx="841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S</a:t>
              </a:r>
              <a:endParaRPr lang="en-US" altLang="en-US" sz="1200" b="0">
                <a:latin typeface="Times-Roman" charset="0"/>
              </a:endParaRPr>
            </a:p>
          </p:txBody>
        </p:sp>
        <p:sp>
          <p:nvSpPr>
            <p:cNvPr id="94228" name="Rectangle 66">
              <a:extLst>
                <a:ext uri="{FF2B5EF4-FFF2-40B4-BE49-F238E27FC236}">
                  <a16:creationId xmlns:a16="http://schemas.microsoft.com/office/drawing/2014/main" id="{145D5FDD-28D4-4589-91A1-DB1C0E4EF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3088" y="4233862"/>
              <a:ext cx="1016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R</a:t>
              </a:r>
              <a:endParaRPr lang="en-US" altLang="en-US" sz="1200" b="0">
                <a:latin typeface="Times-Roman" charset="0"/>
              </a:endParaRPr>
            </a:p>
          </p:txBody>
        </p:sp>
        <p:sp>
          <p:nvSpPr>
            <p:cNvPr id="94229" name="Rectangle 67">
              <a:extLst>
                <a:ext uri="{FF2B5EF4-FFF2-40B4-BE49-F238E27FC236}">
                  <a16:creationId xmlns:a16="http://schemas.microsoft.com/office/drawing/2014/main" id="{CB893CF9-6720-4882-800A-3899DCACC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8851" y="4233862"/>
              <a:ext cx="1095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Q</a:t>
              </a:r>
              <a:endParaRPr lang="en-US" altLang="en-US" sz="1200" b="0">
                <a:latin typeface="Times-Roman" charset="0"/>
              </a:endParaRPr>
            </a:p>
          </p:txBody>
        </p:sp>
        <p:sp>
          <p:nvSpPr>
            <p:cNvPr id="94230" name="Rectangle 68">
              <a:extLst>
                <a:ext uri="{FF2B5EF4-FFF2-40B4-BE49-F238E27FC236}">
                  <a16:creationId xmlns:a16="http://schemas.microsoft.com/office/drawing/2014/main" id="{2F354ECA-2C14-44B2-92CB-A39965DC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6326" y="4291012"/>
              <a:ext cx="1254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0" i="1">
                  <a:solidFill>
                    <a:srgbClr val="000000"/>
                  </a:solidFill>
                  <a:latin typeface="Times-Roman" charset="0"/>
                </a:rPr>
                <a:t>a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31" name="Rectangle 69">
              <a:extLst>
                <a:ext uri="{FF2B5EF4-FFF2-40B4-BE49-F238E27FC236}">
                  <a16:creationId xmlns:a16="http://schemas.microsoft.com/office/drawing/2014/main" id="{AF3793A7-CE47-4AE1-923E-B7FDB5C72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2063" y="4229100"/>
              <a:ext cx="1095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Q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32" name="Rectangle 70">
              <a:extLst>
                <a:ext uri="{FF2B5EF4-FFF2-40B4-BE49-F238E27FC236}">
                  <a16:creationId xmlns:a16="http://schemas.microsoft.com/office/drawing/2014/main" id="{FB71E401-7CC0-454A-9072-8DF9F6D3D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9538" y="4291012"/>
              <a:ext cx="1254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000" b="0" i="1">
                  <a:solidFill>
                    <a:srgbClr val="000000"/>
                  </a:solidFill>
                  <a:latin typeface="Times-Roman" charset="0"/>
                </a:rPr>
                <a:t>b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33" name="Rectangle 71">
              <a:extLst>
                <a:ext uri="{FF2B5EF4-FFF2-40B4-BE49-F238E27FC236}">
                  <a16:creationId xmlns:a16="http://schemas.microsoft.com/office/drawing/2014/main" id="{EDAA82F5-311D-4204-928D-8EA4BA5BD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4575175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34" name="Rectangle 72">
              <a:extLst>
                <a:ext uri="{FF2B5EF4-FFF2-40B4-BE49-F238E27FC236}">
                  <a16:creationId xmlns:a16="http://schemas.microsoft.com/office/drawing/2014/main" id="{B7F3DCB2-54C5-4FC3-8BFB-404AFF3DF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4575175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35" name="Rectangle 73">
              <a:extLst>
                <a:ext uri="{FF2B5EF4-FFF2-40B4-BE49-F238E27FC236}">
                  <a16:creationId xmlns:a16="http://schemas.microsoft.com/office/drawing/2014/main" id="{631695CC-BA30-472C-B270-BECD0B142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4818062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36" name="Rectangle 74">
              <a:extLst>
                <a:ext uri="{FF2B5EF4-FFF2-40B4-BE49-F238E27FC236}">
                  <a16:creationId xmlns:a16="http://schemas.microsoft.com/office/drawing/2014/main" id="{A625257C-3EE1-4619-AADF-845C0F4E8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4818062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37" name="Rectangle 75">
              <a:extLst>
                <a:ext uri="{FF2B5EF4-FFF2-40B4-BE49-F238E27FC236}">
                  <a16:creationId xmlns:a16="http://schemas.microsoft.com/office/drawing/2014/main" id="{E5377C68-EC73-47C3-83EA-D887B5117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5060950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38" name="Rectangle 76">
              <a:extLst>
                <a:ext uri="{FF2B5EF4-FFF2-40B4-BE49-F238E27FC236}">
                  <a16:creationId xmlns:a16="http://schemas.microsoft.com/office/drawing/2014/main" id="{8861F5DF-C1E5-4118-9F3D-87FE99BFF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5060950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39" name="Rectangle 77">
              <a:extLst>
                <a:ext uri="{FF2B5EF4-FFF2-40B4-BE49-F238E27FC236}">
                  <a16:creationId xmlns:a16="http://schemas.microsoft.com/office/drawing/2014/main" id="{3CE5B5F9-0AE3-4E77-85CA-DE2807B40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5303838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40" name="Rectangle 78">
              <a:extLst>
                <a:ext uri="{FF2B5EF4-FFF2-40B4-BE49-F238E27FC236}">
                  <a16:creationId xmlns:a16="http://schemas.microsoft.com/office/drawing/2014/main" id="{A395DC2B-E12C-41CC-BB99-205A6E538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5788" y="5303838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41" name="Rectangle 79">
              <a:extLst>
                <a:ext uri="{FF2B5EF4-FFF2-40B4-BE49-F238E27FC236}">
                  <a16:creationId xmlns:a16="http://schemas.microsoft.com/office/drawing/2014/main" id="{8E72A969-3DF4-4A06-81C8-9D7495997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01" y="4575175"/>
              <a:ext cx="50482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0/1   1/0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42" name="Rectangle 80">
              <a:extLst>
                <a:ext uri="{FF2B5EF4-FFF2-40B4-BE49-F238E27FC236}">
                  <a16:creationId xmlns:a16="http://schemas.microsoft.com/office/drawing/2014/main" id="{F1B8351B-2A21-4913-843A-245B31821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2826" y="4818062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43" name="Rectangle 81">
              <a:extLst>
                <a:ext uri="{FF2B5EF4-FFF2-40B4-BE49-F238E27FC236}">
                  <a16:creationId xmlns:a16="http://schemas.microsoft.com/office/drawing/2014/main" id="{D72F9495-6E78-482B-8D52-5AABE283D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038" y="4818062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44" name="Rectangle 82">
              <a:extLst>
                <a:ext uri="{FF2B5EF4-FFF2-40B4-BE49-F238E27FC236}">
                  <a16:creationId xmlns:a16="http://schemas.microsoft.com/office/drawing/2014/main" id="{045192FD-0656-44C8-AD41-644DE33B0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2826" y="5060950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45" name="Rectangle 83">
              <a:extLst>
                <a:ext uri="{FF2B5EF4-FFF2-40B4-BE49-F238E27FC236}">
                  <a16:creationId xmlns:a16="http://schemas.microsoft.com/office/drawing/2014/main" id="{852FD664-6952-4CA7-9129-EF408D18B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038" y="5060950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46" name="Rectangle 84">
              <a:extLst>
                <a:ext uri="{FF2B5EF4-FFF2-40B4-BE49-F238E27FC236}">
                  <a16:creationId xmlns:a16="http://schemas.microsoft.com/office/drawing/2014/main" id="{B7A502E0-394D-42D5-B797-64D534285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2826" y="5303838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47" name="Rectangle 85">
              <a:extLst>
                <a:ext uri="{FF2B5EF4-FFF2-40B4-BE49-F238E27FC236}">
                  <a16:creationId xmlns:a16="http://schemas.microsoft.com/office/drawing/2014/main" id="{39B11FEA-C539-44F6-80EF-6BE292B99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038" y="5303838"/>
              <a:ext cx="1651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  <p:sp>
          <p:nvSpPr>
            <p:cNvPr id="94248" name="Rectangle 178">
              <a:extLst>
                <a:ext uri="{FF2B5EF4-FFF2-40B4-BE49-F238E27FC236}">
                  <a16:creationId xmlns:a16="http://schemas.microsoft.com/office/drawing/2014/main" id="{BF91CDB6-B169-4EE3-83BE-CF495AA72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2738" y="4570412"/>
              <a:ext cx="957262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(no change)</a:t>
              </a:r>
              <a:endParaRPr lang="en-US" altLang="en-US" sz="2000" b="0">
                <a:latin typeface="Times" panose="02020603050405020304" pitchFamily="18" charset="0"/>
              </a:endParaRPr>
            </a:p>
          </p:txBody>
        </p:sp>
      </p:grpSp>
      <p:sp>
        <p:nvSpPr>
          <p:cNvPr id="94214" name="Title 1">
            <a:extLst>
              <a:ext uri="{FF2B5EF4-FFF2-40B4-BE49-F238E27FC236}">
                <a16:creationId xmlns:a16="http://schemas.microsoft.com/office/drawing/2014/main" id="{DD6FE36B-3F61-4655-A599-471F5B54E8FA}"/>
              </a:ext>
            </a:extLst>
          </p:cNvPr>
          <p:cNvSpPr txBox="1">
            <a:spLocks/>
          </p:cNvSpPr>
          <p:nvPr/>
        </p:nvSpPr>
        <p:spPr bwMode="auto">
          <a:xfrm>
            <a:off x="4743450" y="0"/>
            <a:ext cx="441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Basic Latch </a:t>
            </a:r>
            <a:br>
              <a:rPr lang="en-US" altLang="en-US" sz="3200"/>
            </a:br>
            <a:r>
              <a:rPr lang="en-US" altLang="en-US" sz="2800"/>
              <a:t>(</a:t>
            </a:r>
            <a:r>
              <a:rPr lang="en-US" altLang="en-US"/>
              <a:t>with NAND Gates)</a:t>
            </a:r>
          </a:p>
        </p:txBody>
      </p:sp>
      <p:cxnSp>
        <p:nvCxnSpPr>
          <p:cNvPr id="94215" name="Straight Connector 75">
            <a:extLst>
              <a:ext uri="{FF2B5EF4-FFF2-40B4-BE49-F238E27FC236}">
                <a16:creationId xmlns:a16="http://schemas.microsoft.com/office/drawing/2014/main" id="{305D3F17-5979-4E86-9DDC-DBA806276B3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0" y="280988"/>
            <a:ext cx="0" cy="5662612"/>
          </a:xfrm>
          <a:prstGeom prst="line">
            <a:avLst/>
          </a:prstGeom>
          <a:noFill/>
          <a:ln w="38100">
            <a:solidFill>
              <a:srgbClr val="0CF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216" name="TextBox 80">
            <a:extLst>
              <a:ext uri="{FF2B5EF4-FFF2-40B4-BE49-F238E27FC236}">
                <a16:creationId xmlns:a16="http://schemas.microsoft.com/office/drawing/2014/main" id="{9A30CAA6-7EA1-4686-AC11-A17AF5F9C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403725"/>
            <a:ext cx="71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Latch</a:t>
            </a:r>
          </a:p>
        </p:txBody>
      </p:sp>
      <p:sp>
        <p:nvSpPr>
          <p:cNvPr id="94217" name="TextBox 81">
            <a:extLst>
              <a:ext uri="{FF2B5EF4-FFF2-40B4-BE49-F238E27FC236}">
                <a16:creationId xmlns:a16="http://schemas.microsoft.com/office/drawing/2014/main" id="{8A942980-CA7B-4374-83D4-99BA005A9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950" y="4664075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Reset</a:t>
            </a:r>
          </a:p>
        </p:txBody>
      </p:sp>
      <p:sp>
        <p:nvSpPr>
          <p:cNvPr id="94218" name="TextBox 82">
            <a:extLst>
              <a:ext uri="{FF2B5EF4-FFF2-40B4-BE49-F238E27FC236}">
                <a16:creationId xmlns:a16="http://schemas.microsoft.com/office/drawing/2014/main" id="{9F1F4764-40A7-4323-92F4-7DD819934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5" y="4911725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Set</a:t>
            </a:r>
          </a:p>
        </p:txBody>
      </p:sp>
      <p:sp>
        <p:nvSpPr>
          <p:cNvPr id="94219" name="TextBox 83">
            <a:extLst>
              <a:ext uri="{FF2B5EF4-FFF2-40B4-BE49-F238E27FC236}">
                <a16:creationId xmlns:a16="http://schemas.microsoft.com/office/drawing/2014/main" id="{E0ACAFAD-1208-442B-B6C7-66103A187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5162550"/>
            <a:ext cx="1300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Undesirable</a:t>
            </a:r>
          </a:p>
        </p:txBody>
      </p:sp>
      <p:sp>
        <p:nvSpPr>
          <p:cNvPr id="94220" name="TextBox 130">
            <a:extLst>
              <a:ext uri="{FF2B5EF4-FFF2-40B4-BE49-F238E27FC236}">
                <a16:creationId xmlns:a16="http://schemas.microsoft.com/office/drawing/2014/main" id="{4288A5D1-3428-490E-912F-19239CC9F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363" y="4398963"/>
            <a:ext cx="71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Latch</a:t>
            </a:r>
          </a:p>
        </p:txBody>
      </p:sp>
      <p:sp>
        <p:nvSpPr>
          <p:cNvPr id="94221" name="TextBox 131">
            <a:extLst>
              <a:ext uri="{FF2B5EF4-FFF2-40B4-BE49-F238E27FC236}">
                <a16:creationId xmlns:a16="http://schemas.microsoft.com/office/drawing/2014/main" id="{C35DD0A1-6647-4F0C-9E3C-EA24C161C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4659313"/>
            <a:ext cx="696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Reset</a:t>
            </a:r>
          </a:p>
        </p:txBody>
      </p:sp>
      <p:sp>
        <p:nvSpPr>
          <p:cNvPr id="94222" name="TextBox 132">
            <a:extLst>
              <a:ext uri="{FF2B5EF4-FFF2-40B4-BE49-F238E27FC236}">
                <a16:creationId xmlns:a16="http://schemas.microsoft.com/office/drawing/2014/main" id="{952FE13F-C046-4676-826D-DD839D849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9300" y="4906963"/>
            <a:ext cx="47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Set</a:t>
            </a:r>
          </a:p>
        </p:txBody>
      </p:sp>
      <p:sp>
        <p:nvSpPr>
          <p:cNvPr id="94223" name="TextBox 133">
            <a:extLst>
              <a:ext uri="{FF2B5EF4-FFF2-40B4-BE49-F238E27FC236}">
                <a16:creationId xmlns:a16="http://schemas.microsoft.com/office/drawing/2014/main" id="{83B9A7D7-0E70-4DAC-83B6-809B92D1B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157788"/>
            <a:ext cx="1300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Undesirable</a:t>
            </a:r>
          </a:p>
        </p:txBody>
      </p:sp>
      <p:sp>
        <p:nvSpPr>
          <p:cNvPr id="94224" name="TextBox 77">
            <a:extLst>
              <a:ext uri="{FF2B5EF4-FFF2-40B4-BE49-F238E27FC236}">
                <a16:creationId xmlns:a16="http://schemas.microsoft.com/office/drawing/2014/main" id="{DC1E3423-56A6-40D9-9747-E718DD8C9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21350"/>
            <a:ext cx="805338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The two characteristic tables are the same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(except for the last row, which is the undesirable configuration).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Line 31">
            <a:extLst>
              <a:ext uri="{FF2B5EF4-FFF2-40B4-BE49-F238E27FC236}">
                <a16:creationId xmlns:a16="http://schemas.microsoft.com/office/drawing/2014/main" id="{039877A0-B159-4A0B-B1B2-BAE7853890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17750" y="3092450"/>
            <a:ext cx="1587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18" name="Line 32">
            <a:extLst>
              <a:ext uri="{FF2B5EF4-FFF2-40B4-BE49-F238E27FC236}">
                <a16:creationId xmlns:a16="http://schemas.microsoft.com/office/drawing/2014/main" id="{6B9B8D35-3165-4128-9E2A-40F44BECED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93987" y="3092450"/>
            <a:ext cx="1588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19" name="Line 33">
            <a:extLst>
              <a:ext uri="{FF2B5EF4-FFF2-40B4-BE49-F238E27FC236}">
                <a16:creationId xmlns:a16="http://schemas.microsoft.com/office/drawing/2014/main" id="{FA346FB0-F201-4BC2-AF51-6CB85477A4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2" y="3092450"/>
            <a:ext cx="1588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0" name="Line 34">
            <a:extLst>
              <a:ext uri="{FF2B5EF4-FFF2-40B4-BE49-F238E27FC236}">
                <a16:creationId xmlns:a16="http://schemas.microsoft.com/office/drawing/2014/main" id="{F6507D6B-AF26-4838-A1DF-DC78EDB2ED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3775" y="3092450"/>
            <a:ext cx="1587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1" name="Line 35">
            <a:extLst>
              <a:ext uri="{FF2B5EF4-FFF2-40B4-BE49-F238E27FC236}">
                <a16:creationId xmlns:a16="http://schemas.microsoft.com/office/drawing/2014/main" id="{584B32DD-0E5B-4F9B-88C1-FF8C8A8C88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2550" y="3092450"/>
            <a:ext cx="1587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2" name="Line 36">
            <a:extLst>
              <a:ext uri="{FF2B5EF4-FFF2-40B4-BE49-F238E27FC236}">
                <a16:creationId xmlns:a16="http://schemas.microsoft.com/office/drawing/2014/main" id="{6C298046-3A84-48EC-BCD3-9D831CB8FE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89437" y="3092450"/>
            <a:ext cx="1588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3" name="Line 37">
            <a:extLst>
              <a:ext uri="{FF2B5EF4-FFF2-40B4-BE49-F238E27FC236}">
                <a16:creationId xmlns:a16="http://schemas.microsoft.com/office/drawing/2014/main" id="{11796A4E-596F-4D2A-AD2D-1E65054846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9800" y="3092450"/>
            <a:ext cx="1587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4" name="Line 38">
            <a:extLst>
              <a:ext uri="{FF2B5EF4-FFF2-40B4-BE49-F238E27FC236}">
                <a16:creationId xmlns:a16="http://schemas.microsoft.com/office/drawing/2014/main" id="{22B22CC2-87A6-44B5-B6F8-41B242E178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3092450"/>
            <a:ext cx="1587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5" name="Line 39">
            <a:extLst>
              <a:ext uri="{FF2B5EF4-FFF2-40B4-BE49-F238E27FC236}">
                <a16:creationId xmlns:a16="http://schemas.microsoft.com/office/drawing/2014/main" id="{250FD46E-5044-42BE-95DF-2FC2859DA4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5825" y="3092450"/>
            <a:ext cx="1587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6" name="Line 40">
            <a:extLst>
              <a:ext uri="{FF2B5EF4-FFF2-40B4-BE49-F238E27FC236}">
                <a16:creationId xmlns:a16="http://schemas.microsoft.com/office/drawing/2014/main" id="{CF006C4D-C1FC-4B05-9D16-89E38205E4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5250" y="3092450"/>
            <a:ext cx="1587" cy="2795587"/>
          </a:xfrm>
          <a:prstGeom prst="line">
            <a:avLst/>
          </a:prstGeom>
          <a:noFill/>
          <a:ln w="1587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7" name="Line 42">
            <a:extLst>
              <a:ext uri="{FF2B5EF4-FFF2-40B4-BE49-F238E27FC236}">
                <a16:creationId xmlns:a16="http://schemas.microsoft.com/office/drawing/2014/main" id="{CBD9867E-1522-4208-BF50-81B5CC746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1019175"/>
            <a:ext cx="23971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8" name="Freeform 43">
            <a:extLst>
              <a:ext uri="{FF2B5EF4-FFF2-40B4-BE49-F238E27FC236}">
                <a16:creationId xmlns:a16="http://schemas.microsoft.com/office/drawing/2014/main" id="{D3922EB2-E46B-443A-B69B-68B4382E126D}"/>
              </a:ext>
            </a:extLst>
          </p:cNvPr>
          <p:cNvSpPr>
            <a:spLocks/>
          </p:cNvSpPr>
          <p:nvPr/>
        </p:nvSpPr>
        <p:spPr bwMode="auto">
          <a:xfrm>
            <a:off x="2060575" y="701675"/>
            <a:ext cx="512762" cy="203200"/>
          </a:xfrm>
          <a:custGeom>
            <a:avLst/>
            <a:gdLst>
              <a:gd name="T0" fmla="*/ 0 w 598"/>
              <a:gd name="T1" fmla="*/ 0 h 237"/>
              <a:gd name="T2" fmla="*/ 2147483646 w 598"/>
              <a:gd name="T3" fmla="*/ 2147483646 h 237"/>
              <a:gd name="T4" fmla="*/ 2147483646 w 598"/>
              <a:gd name="T5" fmla="*/ 2147483646 h 237"/>
              <a:gd name="T6" fmla="*/ 2147483646 w 598"/>
              <a:gd name="T7" fmla="*/ 2147483646 h 237"/>
              <a:gd name="T8" fmla="*/ 2147483646 w 598"/>
              <a:gd name="T9" fmla="*/ 2147483646 h 237"/>
              <a:gd name="T10" fmla="*/ 2147483646 w 598"/>
              <a:gd name="T11" fmla="*/ 2147483646 h 237"/>
              <a:gd name="T12" fmla="*/ 2147483646 w 598"/>
              <a:gd name="T13" fmla="*/ 2147483646 h 237"/>
              <a:gd name="T14" fmla="*/ 2147483646 w 598"/>
              <a:gd name="T15" fmla="*/ 2147483646 h 237"/>
              <a:gd name="T16" fmla="*/ 2147483646 w 598"/>
              <a:gd name="T17" fmla="*/ 2147483646 h 237"/>
              <a:gd name="T18" fmla="*/ 2147483646 w 598"/>
              <a:gd name="T19" fmla="*/ 2147483646 h 237"/>
              <a:gd name="T20" fmla="*/ 2147483646 w 598"/>
              <a:gd name="T21" fmla="*/ 2147483646 h 237"/>
              <a:gd name="T22" fmla="*/ 2147483646 w 598"/>
              <a:gd name="T23" fmla="*/ 2147483646 h 237"/>
              <a:gd name="T24" fmla="*/ 2147483646 w 598"/>
              <a:gd name="T25" fmla="*/ 2147483646 h 237"/>
              <a:gd name="T26" fmla="*/ 2147483646 w 598"/>
              <a:gd name="T27" fmla="*/ 2147483646 h 23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98"/>
              <a:gd name="T43" fmla="*/ 0 h 237"/>
              <a:gd name="T44" fmla="*/ 598 w 598"/>
              <a:gd name="T45" fmla="*/ 237 h 23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98" h="237">
                <a:moveTo>
                  <a:pt x="0" y="0"/>
                </a:moveTo>
                <a:cubicBezTo>
                  <a:pt x="251" y="0"/>
                  <a:pt x="251" y="0"/>
                  <a:pt x="269" y="1"/>
                </a:cubicBezTo>
                <a:cubicBezTo>
                  <a:pt x="288" y="2"/>
                  <a:pt x="288" y="2"/>
                  <a:pt x="305" y="5"/>
                </a:cubicBezTo>
                <a:cubicBezTo>
                  <a:pt x="323" y="7"/>
                  <a:pt x="323" y="7"/>
                  <a:pt x="343" y="14"/>
                </a:cubicBezTo>
                <a:cubicBezTo>
                  <a:pt x="363" y="20"/>
                  <a:pt x="363" y="20"/>
                  <a:pt x="380" y="29"/>
                </a:cubicBezTo>
                <a:cubicBezTo>
                  <a:pt x="398" y="37"/>
                  <a:pt x="398" y="37"/>
                  <a:pt x="413" y="46"/>
                </a:cubicBezTo>
                <a:cubicBezTo>
                  <a:pt x="429" y="55"/>
                  <a:pt x="429" y="55"/>
                  <a:pt x="441" y="63"/>
                </a:cubicBezTo>
                <a:cubicBezTo>
                  <a:pt x="454" y="71"/>
                  <a:pt x="454" y="71"/>
                  <a:pt x="463" y="78"/>
                </a:cubicBezTo>
                <a:cubicBezTo>
                  <a:pt x="471" y="85"/>
                  <a:pt x="471" y="85"/>
                  <a:pt x="481" y="92"/>
                </a:cubicBezTo>
                <a:cubicBezTo>
                  <a:pt x="491" y="99"/>
                  <a:pt x="491" y="99"/>
                  <a:pt x="502" y="110"/>
                </a:cubicBezTo>
                <a:cubicBezTo>
                  <a:pt x="513" y="121"/>
                  <a:pt x="513" y="121"/>
                  <a:pt x="525" y="136"/>
                </a:cubicBezTo>
                <a:cubicBezTo>
                  <a:pt x="538" y="151"/>
                  <a:pt x="538" y="151"/>
                  <a:pt x="550" y="169"/>
                </a:cubicBezTo>
                <a:cubicBezTo>
                  <a:pt x="563" y="186"/>
                  <a:pt x="563" y="186"/>
                  <a:pt x="576" y="204"/>
                </a:cubicBezTo>
                <a:cubicBezTo>
                  <a:pt x="589" y="222"/>
                  <a:pt x="589" y="222"/>
                  <a:pt x="598" y="237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9" name="Freeform 44">
            <a:extLst>
              <a:ext uri="{FF2B5EF4-FFF2-40B4-BE49-F238E27FC236}">
                <a16:creationId xmlns:a16="http://schemas.microsoft.com/office/drawing/2014/main" id="{EA438C28-3A9F-4FB7-A586-0F996277CE91}"/>
              </a:ext>
            </a:extLst>
          </p:cNvPr>
          <p:cNvSpPr>
            <a:spLocks/>
          </p:cNvSpPr>
          <p:nvPr/>
        </p:nvSpPr>
        <p:spPr bwMode="auto">
          <a:xfrm>
            <a:off x="2060575" y="906462"/>
            <a:ext cx="512762" cy="203200"/>
          </a:xfrm>
          <a:custGeom>
            <a:avLst/>
            <a:gdLst>
              <a:gd name="T0" fmla="*/ 0 w 598"/>
              <a:gd name="T1" fmla="*/ 2147483646 h 237"/>
              <a:gd name="T2" fmla="*/ 2147483646 w 598"/>
              <a:gd name="T3" fmla="*/ 2147483646 h 237"/>
              <a:gd name="T4" fmla="*/ 2147483646 w 598"/>
              <a:gd name="T5" fmla="*/ 2147483646 h 237"/>
              <a:gd name="T6" fmla="*/ 2147483646 w 598"/>
              <a:gd name="T7" fmla="*/ 2147483646 h 237"/>
              <a:gd name="T8" fmla="*/ 2147483646 w 598"/>
              <a:gd name="T9" fmla="*/ 2147483646 h 237"/>
              <a:gd name="T10" fmla="*/ 2147483646 w 598"/>
              <a:gd name="T11" fmla="*/ 2147483646 h 237"/>
              <a:gd name="T12" fmla="*/ 2147483646 w 598"/>
              <a:gd name="T13" fmla="*/ 2147483646 h 237"/>
              <a:gd name="T14" fmla="*/ 2147483646 w 598"/>
              <a:gd name="T15" fmla="*/ 2147483646 h 237"/>
              <a:gd name="T16" fmla="*/ 2147483646 w 598"/>
              <a:gd name="T17" fmla="*/ 2147483646 h 237"/>
              <a:gd name="T18" fmla="*/ 2147483646 w 598"/>
              <a:gd name="T19" fmla="*/ 2147483646 h 237"/>
              <a:gd name="T20" fmla="*/ 2147483646 w 598"/>
              <a:gd name="T21" fmla="*/ 2147483646 h 237"/>
              <a:gd name="T22" fmla="*/ 2147483646 w 598"/>
              <a:gd name="T23" fmla="*/ 2147483646 h 237"/>
              <a:gd name="T24" fmla="*/ 2147483646 w 598"/>
              <a:gd name="T25" fmla="*/ 2147483646 h 237"/>
              <a:gd name="T26" fmla="*/ 2147483646 w 598"/>
              <a:gd name="T27" fmla="*/ 0 h 23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98"/>
              <a:gd name="T43" fmla="*/ 0 h 237"/>
              <a:gd name="T44" fmla="*/ 598 w 598"/>
              <a:gd name="T45" fmla="*/ 237 h 23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98" h="237">
                <a:moveTo>
                  <a:pt x="0" y="237"/>
                </a:moveTo>
                <a:cubicBezTo>
                  <a:pt x="251" y="237"/>
                  <a:pt x="251" y="237"/>
                  <a:pt x="269" y="236"/>
                </a:cubicBezTo>
                <a:cubicBezTo>
                  <a:pt x="288" y="235"/>
                  <a:pt x="288" y="235"/>
                  <a:pt x="305" y="232"/>
                </a:cubicBezTo>
                <a:cubicBezTo>
                  <a:pt x="323" y="230"/>
                  <a:pt x="323" y="230"/>
                  <a:pt x="343" y="223"/>
                </a:cubicBezTo>
                <a:cubicBezTo>
                  <a:pt x="363" y="217"/>
                  <a:pt x="363" y="217"/>
                  <a:pt x="380" y="208"/>
                </a:cubicBezTo>
                <a:cubicBezTo>
                  <a:pt x="398" y="200"/>
                  <a:pt x="398" y="200"/>
                  <a:pt x="413" y="191"/>
                </a:cubicBezTo>
                <a:cubicBezTo>
                  <a:pt x="429" y="182"/>
                  <a:pt x="429" y="182"/>
                  <a:pt x="441" y="174"/>
                </a:cubicBezTo>
                <a:cubicBezTo>
                  <a:pt x="454" y="166"/>
                  <a:pt x="454" y="166"/>
                  <a:pt x="463" y="159"/>
                </a:cubicBezTo>
                <a:cubicBezTo>
                  <a:pt x="471" y="152"/>
                  <a:pt x="471" y="152"/>
                  <a:pt x="481" y="145"/>
                </a:cubicBezTo>
                <a:cubicBezTo>
                  <a:pt x="491" y="138"/>
                  <a:pt x="491" y="138"/>
                  <a:pt x="502" y="127"/>
                </a:cubicBezTo>
                <a:cubicBezTo>
                  <a:pt x="513" y="116"/>
                  <a:pt x="513" y="116"/>
                  <a:pt x="525" y="101"/>
                </a:cubicBezTo>
                <a:cubicBezTo>
                  <a:pt x="538" y="86"/>
                  <a:pt x="538" y="86"/>
                  <a:pt x="550" y="68"/>
                </a:cubicBezTo>
                <a:cubicBezTo>
                  <a:pt x="563" y="51"/>
                  <a:pt x="563" y="51"/>
                  <a:pt x="576" y="33"/>
                </a:cubicBezTo>
                <a:cubicBezTo>
                  <a:pt x="589" y="15"/>
                  <a:pt x="589" y="15"/>
                  <a:pt x="598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0" name="Freeform 45">
            <a:extLst>
              <a:ext uri="{FF2B5EF4-FFF2-40B4-BE49-F238E27FC236}">
                <a16:creationId xmlns:a16="http://schemas.microsoft.com/office/drawing/2014/main" id="{9CBDD5F4-7A0A-4509-922C-0BE91D4AECF6}"/>
              </a:ext>
            </a:extLst>
          </p:cNvPr>
          <p:cNvSpPr>
            <a:spLocks/>
          </p:cNvSpPr>
          <p:nvPr/>
        </p:nvSpPr>
        <p:spPr bwMode="auto">
          <a:xfrm>
            <a:off x="2055812" y="701675"/>
            <a:ext cx="60325" cy="204787"/>
          </a:xfrm>
          <a:custGeom>
            <a:avLst/>
            <a:gdLst>
              <a:gd name="T0" fmla="*/ 0 w 71"/>
              <a:gd name="T1" fmla="*/ 0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2147483646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"/>
              <a:gd name="T25" fmla="*/ 0 h 239"/>
              <a:gd name="T26" fmla="*/ 71 w 71"/>
              <a:gd name="T27" fmla="*/ 239 h 23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" h="239">
                <a:moveTo>
                  <a:pt x="0" y="0"/>
                </a:moveTo>
                <a:cubicBezTo>
                  <a:pt x="16" y="29"/>
                  <a:pt x="16" y="29"/>
                  <a:pt x="22" y="44"/>
                </a:cubicBezTo>
                <a:cubicBezTo>
                  <a:pt x="29" y="59"/>
                  <a:pt x="29" y="59"/>
                  <a:pt x="35" y="77"/>
                </a:cubicBezTo>
                <a:cubicBezTo>
                  <a:pt x="42" y="95"/>
                  <a:pt x="42" y="95"/>
                  <a:pt x="48" y="113"/>
                </a:cubicBezTo>
                <a:cubicBezTo>
                  <a:pt x="54" y="131"/>
                  <a:pt x="54" y="131"/>
                  <a:pt x="59" y="149"/>
                </a:cubicBezTo>
                <a:cubicBezTo>
                  <a:pt x="65" y="167"/>
                  <a:pt x="65" y="167"/>
                  <a:pt x="66" y="183"/>
                </a:cubicBezTo>
                <a:cubicBezTo>
                  <a:pt x="67" y="199"/>
                  <a:pt x="67" y="199"/>
                  <a:pt x="69" y="208"/>
                </a:cubicBezTo>
                <a:cubicBezTo>
                  <a:pt x="71" y="217"/>
                  <a:pt x="71" y="217"/>
                  <a:pt x="70" y="239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1" name="Freeform 46">
            <a:extLst>
              <a:ext uri="{FF2B5EF4-FFF2-40B4-BE49-F238E27FC236}">
                <a16:creationId xmlns:a16="http://schemas.microsoft.com/office/drawing/2014/main" id="{06A26ACF-B2FC-498C-8C58-AF44B74140E6}"/>
              </a:ext>
            </a:extLst>
          </p:cNvPr>
          <p:cNvSpPr>
            <a:spLocks/>
          </p:cNvSpPr>
          <p:nvPr/>
        </p:nvSpPr>
        <p:spPr bwMode="auto">
          <a:xfrm>
            <a:off x="2055812" y="904875"/>
            <a:ext cx="60325" cy="204787"/>
          </a:xfrm>
          <a:custGeom>
            <a:avLst/>
            <a:gdLst>
              <a:gd name="T0" fmla="*/ 0 w 71"/>
              <a:gd name="T1" fmla="*/ 2147483646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0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"/>
              <a:gd name="T25" fmla="*/ 0 h 239"/>
              <a:gd name="T26" fmla="*/ 71 w 71"/>
              <a:gd name="T27" fmla="*/ 239 h 23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" h="239">
                <a:moveTo>
                  <a:pt x="0" y="239"/>
                </a:moveTo>
                <a:cubicBezTo>
                  <a:pt x="16" y="210"/>
                  <a:pt x="16" y="210"/>
                  <a:pt x="22" y="195"/>
                </a:cubicBezTo>
                <a:cubicBezTo>
                  <a:pt x="29" y="180"/>
                  <a:pt x="29" y="180"/>
                  <a:pt x="35" y="162"/>
                </a:cubicBezTo>
                <a:cubicBezTo>
                  <a:pt x="42" y="144"/>
                  <a:pt x="42" y="144"/>
                  <a:pt x="48" y="126"/>
                </a:cubicBezTo>
                <a:cubicBezTo>
                  <a:pt x="54" y="108"/>
                  <a:pt x="54" y="108"/>
                  <a:pt x="59" y="90"/>
                </a:cubicBezTo>
                <a:cubicBezTo>
                  <a:pt x="65" y="72"/>
                  <a:pt x="65" y="72"/>
                  <a:pt x="66" y="56"/>
                </a:cubicBezTo>
                <a:cubicBezTo>
                  <a:pt x="67" y="40"/>
                  <a:pt x="67" y="40"/>
                  <a:pt x="69" y="31"/>
                </a:cubicBezTo>
                <a:cubicBezTo>
                  <a:pt x="71" y="22"/>
                  <a:pt x="71" y="22"/>
                  <a:pt x="70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2" name="Line 47">
            <a:extLst>
              <a:ext uri="{FF2B5EF4-FFF2-40B4-BE49-F238E27FC236}">
                <a16:creationId xmlns:a16="http://schemas.microsoft.com/office/drawing/2014/main" id="{49A3B3DF-796C-42FA-B860-DAAD1D941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1755775"/>
            <a:ext cx="23971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3" name="Line 48">
            <a:extLst>
              <a:ext uri="{FF2B5EF4-FFF2-40B4-BE49-F238E27FC236}">
                <a16:creationId xmlns:a16="http://schemas.microsoft.com/office/drawing/2014/main" id="{E904BF1F-9008-4AD7-8B2C-5EA460BBE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1995487"/>
            <a:ext cx="23971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4" name="Freeform 49">
            <a:extLst>
              <a:ext uri="{FF2B5EF4-FFF2-40B4-BE49-F238E27FC236}">
                <a16:creationId xmlns:a16="http://schemas.microsoft.com/office/drawing/2014/main" id="{B56EC8A6-6AD6-4C72-AC2F-CC72E283FEDD}"/>
              </a:ext>
            </a:extLst>
          </p:cNvPr>
          <p:cNvSpPr>
            <a:spLocks/>
          </p:cNvSpPr>
          <p:nvPr/>
        </p:nvSpPr>
        <p:spPr bwMode="auto">
          <a:xfrm>
            <a:off x="2060575" y="1674812"/>
            <a:ext cx="512762" cy="203200"/>
          </a:xfrm>
          <a:custGeom>
            <a:avLst/>
            <a:gdLst>
              <a:gd name="T0" fmla="*/ 0 w 598"/>
              <a:gd name="T1" fmla="*/ 0 h 237"/>
              <a:gd name="T2" fmla="*/ 2147483646 w 598"/>
              <a:gd name="T3" fmla="*/ 2147483646 h 237"/>
              <a:gd name="T4" fmla="*/ 2147483646 w 598"/>
              <a:gd name="T5" fmla="*/ 2147483646 h 237"/>
              <a:gd name="T6" fmla="*/ 2147483646 w 598"/>
              <a:gd name="T7" fmla="*/ 2147483646 h 237"/>
              <a:gd name="T8" fmla="*/ 2147483646 w 598"/>
              <a:gd name="T9" fmla="*/ 2147483646 h 237"/>
              <a:gd name="T10" fmla="*/ 2147483646 w 598"/>
              <a:gd name="T11" fmla="*/ 2147483646 h 237"/>
              <a:gd name="T12" fmla="*/ 2147483646 w 598"/>
              <a:gd name="T13" fmla="*/ 2147483646 h 237"/>
              <a:gd name="T14" fmla="*/ 2147483646 w 598"/>
              <a:gd name="T15" fmla="*/ 2147483646 h 237"/>
              <a:gd name="T16" fmla="*/ 2147483646 w 598"/>
              <a:gd name="T17" fmla="*/ 2147483646 h 237"/>
              <a:gd name="T18" fmla="*/ 2147483646 w 598"/>
              <a:gd name="T19" fmla="*/ 2147483646 h 237"/>
              <a:gd name="T20" fmla="*/ 2147483646 w 598"/>
              <a:gd name="T21" fmla="*/ 2147483646 h 237"/>
              <a:gd name="T22" fmla="*/ 2147483646 w 598"/>
              <a:gd name="T23" fmla="*/ 2147483646 h 237"/>
              <a:gd name="T24" fmla="*/ 2147483646 w 598"/>
              <a:gd name="T25" fmla="*/ 2147483646 h 237"/>
              <a:gd name="T26" fmla="*/ 2147483646 w 598"/>
              <a:gd name="T27" fmla="*/ 2147483646 h 23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98"/>
              <a:gd name="T43" fmla="*/ 0 h 237"/>
              <a:gd name="T44" fmla="*/ 598 w 598"/>
              <a:gd name="T45" fmla="*/ 237 h 23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98" h="237">
                <a:moveTo>
                  <a:pt x="0" y="0"/>
                </a:moveTo>
                <a:cubicBezTo>
                  <a:pt x="251" y="0"/>
                  <a:pt x="251" y="0"/>
                  <a:pt x="269" y="1"/>
                </a:cubicBezTo>
                <a:cubicBezTo>
                  <a:pt x="288" y="2"/>
                  <a:pt x="288" y="2"/>
                  <a:pt x="305" y="5"/>
                </a:cubicBezTo>
                <a:cubicBezTo>
                  <a:pt x="323" y="7"/>
                  <a:pt x="323" y="7"/>
                  <a:pt x="343" y="13"/>
                </a:cubicBezTo>
                <a:cubicBezTo>
                  <a:pt x="363" y="20"/>
                  <a:pt x="363" y="20"/>
                  <a:pt x="380" y="28"/>
                </a:cubicBezTo>
                <a:cubicBezTo>
                  <a:pt x="398" y="37"/>
                  <a:pt x="398" y="37"/>
                  <a:pt x="413" y="46"/>
                </a:cubicBezTo>
                <a:cubicBezTo>
                  <a:pt x="429" y="55"/>
                  <a:pt x="429" y="55"/>
                  <a:pt x="441" y="63"/>
                </a:cubicBezTo>
                <a:cubicBezTo>
                  <a:pt x="454" y="71"/>
                  <a:pt x="454" y="71"/>
                  <a:pt x="463" y="78"/>
                </a:cubicBezTo>
                <a:cubicBezTo>
                  <a:pt x="471" y="85"/>
                  <a:pt x="471" y="85"/>
                  <a:pt x="481" y="91"/>
                </a:cubicBezTo>
                <a:cubicBezTo>
                  <a:pt x="491" y="98"/>
                  <a:pt x="491" y="98"/>
                  <a:pt x="502" y="110"/>
                </a:cubicBezTo>
                <a:cubicBezTo>
                  <a:pt x="513" y="121"/>
                  <a:pt x="513" y="121"/>
                  <a:pt x="525" y="136"/>
                </a:cubicBezTo>
                <a:cubicBezTo>
                  <a:pt x="538" y="151"/>
                  <a:pt x="538" y="151"/>
                  <a:pt x="550" y="168"/>
                </a:cubicBezTo>
                <a:cubicBezTo>
                  <a:pt x="563" y="186"/>
                  <a:pt x="563" y="186"/>
                  <a:pt x="576" y="204"/>
                </a:cubicBezTo>
                <a:cubicBezTo>
                  <a:pt x="589" y="222"/>
                  <a:pt x="589" y="222"/>
                  <a:pt x="598" y="237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5" name="Freeform 50">
            <a:extLst>
              <a:ext uri="{FF2B5EF4-FFF2-40B4-BE49-F238E27FC236}">
                <a16:creationId xmlns:a16="http://schemas.microsoft.com/office/drawing/2014/main" id="{73F9279C-4CC6-4AC8-A4BA-4A39E2B3292F}"/>
              </a:ext>
            </a:extLst>
          </p:cNvPr>
          <p:cNvSpPr>
            <a:spLocks/>
          </p:cNvSpPr>
          <p:nvPr/>
        </p:nvSpPr>
        <p:spPr bwMode="auto">
          <a:xfrm>
            <a:off x="2060575" y="1878012"/>
            <a:ext cx="512762" cy="204788"/>
          </a:xfrm>
          <a:custGeom>
            <a:avLst/>
            <a:gdLst>
              <a:gd name="T0" fmla="*/ 0 w 598"/>
              <a:gd name="T1" fmla="*/ 2147483646 h 238"/>
              <a:gd name="T2" fmla="*/ 2147483646 w 598"/>
              <a:gd name="T3" fmla="*/ 2147483646 h 238"/>
              <a:gd name="T4" fmla="*/ 2147483646 w 598"/>
              <a:gd name="T5" fmla="*/ 2147483646 h 238"/>
              <a:gd name="T6" fmla="*/ 2147483646 w 598"/>
              <a:gd name="T7" fmla="*/ 2147483646 h 238"/>
              <a:gd name="T8" fmla="*/ 2147483646 w 598"/>
              <a:gd name="T9" fmla="*/ 2147483646 h 238"/>
              <a:gd name="T10" fmla="*/ 2147483646 w 598"/>
              <a:gd name="T11" fmla="*/ 2147483646 h 238"/>
              <a:gd name="T12" fmla="*/ 2147483646 w 598"/>
              <a:gd name="T13" fmla="*/ 2147483646 h 238"/>
              <a:gd name="T14" fmla="*/ 2147483646 w 598"/>
              <a:gd name="T15" fmla="*/ 2147483646 h 238"/>
              <a:gd name="T16" fmla="*/ 2147483646 w 598"/>
              <a:gd name="T17" fmla="*/ 2147483646 h 238"/>
              <a:gd name="T18" fmla="*/ 2147483646 w 598"/>
              <a:gd name="T19" fmla="*/ 2147483646 h 238"/>
              <a:gd name="T20" fmla="*/ 2147483646 w 598"/>
              <a:gd name="T21" fmla="*/ 2147483646 h 238"/>
              <a:gd name="T22" fmla="*/ 2147483646 w 598"/>
              <a:gd name="T23" fmla="*/ 2147483646 h 238"/>
              <a:gd name="T24" fmla="*/ 2147483646 w 598"/>
              <a:gd name="T25" fmla="*/ 2147483646 h 238"/>
              <a:gd name="T26" fmla="*/ 2147483646 w 598"/>
              <a:gd name="T27" fmla="*/ 0 h 23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98"/>
              <a:gd name="T43" fmla="*/ 0 h 238"/>
              <a:gd name="T44" fmla="*/ 598 w 598"/>
              <a:gd name="T45" fmla="*/ 238 h 238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98" h="238">
                <a:moveTo>
                  <a:pt x="0" y="238"/>
                </a:moveTo>
                <a:cubicBezTo>
                  <a:pt x="251" y="238"/>
                  <a:pt x="251" y="238"/>
                  <a:pt x="269" y="237"/>
                </a:cubicBezTo>
                <a:cubicBezTo>
                  <a:pt x="288" y="235"/>
                  <a:pt x="288" y="235"/>
                  <a:pt x="305" y="233"/>
                </a:cubicBezTo>
                <a:cubicBezTo>
                  <a:pt x="323" y="230"/>
                  <a:pt x="323" y="230"/>
                  <a:pt x="343" y="224"/>
                </a:cubicBezTo>
                <a:cubicBezTo>
                  <a:pt x="363" y="218"/>
                  <a:pt x="363" y="218"/>
                  <a:pt x="380" y="209"/>
                </a:cubicBezTo>
                <a:cubicBezTo>
                  <a:pt x="398" y="200"/>
                  <a:pt x="398" y="200"/>
                  <a:pt x="413" y="192"/>
                </a:cubicBezTo>
                <a:cubicBezTo>
                  <a:pt x="429" y="183"/>
                  <a:pt x="429" y="183"/>
                  <a:pt x="441" y="175"/>
                </a:cubicBezTo>
                <a:cubicBezTo>
                  <a:pt x="454" y="167"/>
                  <a:pt x="454" y="167"/>
                  <a:pt x="463" y="160"/>
                </a:cubicBezTo>
                <a:cubicBezTo>
                  <a:pt x="471" y="153"/>
                  <a:pt x="471" y="153"/>
                  <a:pt x="481" y="146"/>
                </a:cubicBezTo>
                <a:cubicBezTo>
                  <a:pt x="491" y="139"/>
                  <a:pt x="491" y="139"/>
                  <a:pt x="502" y="128"/>
                </a:cubicBezTo>
                <a:cubicBezTo>
                  <a:pt x="513" y="117"/>
                  <a:pt x="513" y="117"/>
                  <a:pt x="525" y="102"/>
                </a:cubicBezTo>
                <a:cubicBezTo>
                  <a:pt x="538" y="87"/>
                  <a:pt x="538" y="87"/>
                  <a:pt x="550" y="69"/>
                </a:cubicBezTo>
                <a:cubicBezTo>
                  <a:pt x="563" y="52"/>
                  <a:pt x="563" y="52"/>
                  <a:pt x="576" y="33"/>
                </a:cubicBezTo>
                <a:cubicBezTo>
                  <a:pt x="589" y="15"/>
                  <a:pt x="589" y="15"/>
                  <a:pt x="598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6" name="Freeform 51">
            <a:extLst>
              <a:ext uri="{FF2B5EF4-FFF2-40B4-BE49-F238E27FC236}">
                <a16:creationId xmlns:a16="http://schemas.microsoft.com/office/drawing/2014/main" id="{23FBBA9E-FF11-4EF9-ADA6-734504B2D3F7}"/>
              </a:ext>
            </a:extLst>
          </p:cNvPr>
          <p:cNvSpPr>
            <a:spLocks/>
          </p:cNvSpPr>
          <p:nvPr/>
        </p:nvSpPr>
        <p:spPr bwMode="auto">
          <a:xfrm>
            <a:off x="2055812" y="1674812"/>
            <a:ext cx="60325" cy="203200"/>
          </a:xfrm>
          <a:custGeom>
            <a:avLst/>
            <a:gdLst>
              <a:gd name="T0" fmla="*/ 0 w 71"/>
              <a:gd name="T1" fmla="*/ 0 h 238"/>
              <a:gd name="T2" fmla="*/ 2147483646 w 71"/>
              <a:gd name="T3" fmla="*/ 2147483646 h 238"/>
              <a:gd name="T4" fmla="*/ 2147483646 w 71"/>
              <a:gd name="T5" fmla="*/ 2147483646 h 238"/>
              <a:gd name="T6" fmla="*/ 2147483646 w 71"/>
              <a:gd name="T7" fmla="*/ 2147483646 h 238"/>
              <a:gd name="T8" fmla="*/ 2147483646 w 71"/>
              <a:gd name="T9" fmla="*/ 2147483646 h 238"/>
              <a:gd name="T10" fmla="*/ 2147483646 w 71"/>
              <a:gd name="T11" fmla="*/ 2147483646 h 238"/>
              <a:gd name="T12" fmla="*/ 2147483646 w 71"/>
              <a:gd name="T13" fmla="*/ 2147483646 h 238"/>
              <a:gd name="T14" fmla="*/ 2147483646 w 71"/>
              <a:gd name="T15" fmla="*/ 2147483646 h 23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"/>
              <a:gd name="T25" fmla="*/ 0 h 238"/>
              <a:gd name="T26" fmla="*/ 71 w 71"/>
              <a:gd name="T27" fmla="*/ 238 h 23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" h="238">
                <a:moveTo>
                  <a:pt x="0" y="0"/>
                </a:moveTo>
                <a:cubicBezTo>
                  <a:pt x="16" y="28"/>
                  <a:pt x="16" y="28"/>
                  <a:pt x="22" y="43"/>
                </a:cubicBezTo>
                <a:cubicBezTo>
                  <a:pt x="29" y="58"/>
                  <a:pt x="29" y="58"/>
                  <a:pt x="35" y="76"/>
                </a:cubicBezTo>
                <a:cubicBezTo>
                  <a:pt x="42" y="95"/>
                  <a:pt x="42" y="95"/>
                  <a:pt x="48" y="113"/>
                </a:cubicBezTo>
                <a:cubicBezTo>
                  <a:pt x="54" y="131"/>
                  <a:pt x="54" y="131"/>
                  <a:pt x="59" y="149"/>
                </a:cubicBezTo>
                <a:cubicBezTo>
                  <a:pt x="65" y="167"/>
                  <a:pt x="65" y="167"/>
                  <a:pt x="66" y="183"/>
                </a:cubicBezTo>
                <a:cubicBezTo>
                  <a:pt x="67" y="198"/>
                  <a:pt x="67" y="198"/>
                  <a:pt x="69" y="208"/>
                </a:cubicBezTo>
                <a:cubicBezTo>
                  <a:pt x="71" y="217"/>
                  <a:pt x="71" y="217"/>
                  <a:pt x="70" y="23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7" name="Freeform 52">
            <a:extLst>
              <a:ext uri="{FF2B5EF4-FFF2-40B4-BE49-F238E27FC236}">
                <a16:creationId xmlns:a16="http://schemas.microsoft.com/office/drawing/2014/main" id="{0AC3CF61-57C3-4802-83DF-F5D295FA2E3F}"/>
              </a:ext>
            </a:extLst>
          </p:cNvPr>
          <p:cNvSpPr>
            <a:spLocks/>
          </p:cNvSpPr>
          <p:nvPr/>
        </p:nvSpPr>
        <p:spPr bwMode="auto">
          <a:xfrm>
            <a:off x="2055812" y="1878012"/>
            <a:ext cx="60325" cy="204788"/>
          </a:xfrm>
          <a:custGeom>
            <a:avLst/>
            <a:gdLst>
              <a:gd name="T0" fmla="*/ 0 w 71"/>
              <a:gd name="T1" fmla="*/ 2147483646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0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"/>
              <a:gd name="T25" fmla="*/ 0 h 239"/>
              <a:gd name="T26" fmla="*/ 71 w 71"/>
              <a:gd name="T27" fmla="*/ 239 h 23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" h="239">
                <a:moveTo>
                  <a:pt x="0" y="239"/>
                </a:moveTo>
                <a:cubicBezTo>
                  <a:pt x="16" y="210"/>
                  <a:pt x="16" y="210"/>
                  <a:pt x="22" y="195"/>
                </a:cubicBezTo>
                <a:cubicBezTo>
                  <a:pt x="29" y="180"/>
                  <a:pt x="29" y="180"/>
                  <a:pt x="35" y="162"/>
                </a:cubicBezTo>
                <a:cubicBezTo>
                  <a:pt x="42" y="144"/>
                  <a:pt x="42" y="144"/>
                  <a:pt x="48" y="126"/>
                </a:cubicBezTo>
                <a:cubicBezTo>
                  <a:pt x="54" y="108"/>
                  <a:pt x="54" y="108"/>
                  <a:pt x="59" y="89"/>
                </a:cubicBezTo>
                <a:cubicBezTo>
                  <a:pt x="65" y="71"/>
                  <a:pt x="65" y="71"/>
                  <a:pt x="66" y="56"/>
                </a:cubicBezTo>
                <a:cubicBezTo>
                  <a:pt x="67" y="40"/>
                  <a:pt x="67" y="40"/>
                  <a:pt x="69" y="31"/>
                </a:cubicBezTo>
                <a:cubicBezTo>
                  <a:pt x="71" y="21"/>
                  <a:pt x="71" y="21"/>
                  <a:pt x="70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8" name="Line 53">
            <a:extLst>
              <a:ext uri="{FF2B5EF4-FFF2-40B4-BE49-F238E27FC236}">
                <a16:creationId xmlns:a16="http://schemas.microsoft.com/office/drawing/2014/main" id="{EBF9CCAF-5C1B-4FA2-93CF-C8752145AC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6525" y="898525"/>
            <a:ext cx="61753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9" name="Line 54">
            <a:extLst>
              <a:ext uri="{FF2B5EF4-FFF2-40B4-BE49-F238E27FC236}">
                <a16:creationId xmlns:a16="http://schemas.microsoft.com/office/drawing/2014/main" id="{23A2989C-BEBA-4BC3-AAA6-EBAD8213B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6525" y="1876425"/>
            <a:ext cx="61753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0" name="Freeform 55">
            <a:extLst>
              <a:ext uri="{FF2B5EF4-FFF2-40B4-BE49-F238E27FC236}">
                <a16:creationId xmlns:a16="http://schemas.microsoft.com/office/drawing/2014/main" id="{C338819F-95F9-4697-9F94-B73F8584B63F}"/>
              </a:ext>
            </a:extLst>
          </p:cNvPr>
          <p:cNvSpPr>
            <a:spLocks/>
          </p:cNvSpPr>
          <p:nvPr/>
        </p:nvSpPr>
        <p:spPr bwMode="auto">
          <a:xfrm>
            <a:off x="1838325" y="1020762"/>
            <a:ext cx="1095375" cy="855663"/>
          </a:xfrm>
          <a:custGeom>
            <a:avLst/>
            <a:gdLst>
              <a:gd name="T0" fmla="*/ 2147483646 w 690"/>
              <a:gd name="T1" fmla="*/ 2147483646 h 539"/>
              <a:gd name="T2" fmla="*/ 2147483646 w 690"/>
              <a:gd name="T3" fmla="*/ 2147483646 h 539"/>
              <a:gd name="T4" fmla="*/ 0 w 690"/>
              <a:gd name="T5" fmla="*/ 2147483646 h 539"/>
              <a:gd name="T6" fmla="*/ 0 w 690"/>
              <a:gd name="T7" fmla="*/ 0 h 539"/>
              <a:gd name="T8" fmla="*/ 0 60000 65536"/>
              <a:gd name="T9" fmla="*/ 0 60000 65536"/>
              <a:gd name="T10" fmla="*/ 0 60000 65536"/>
              <a:gd name="T11" fmla="*/ 0 60000 65536"/>
              <a:gd name="T12" fmla="*/ 0 w 690"/>
              <a:gd name="T13" fmla="*/ 0 h 539"/>
              <a:gd name="T14" fmla="*/ 690 w 690"/>
              <a:gd name="T15" fmla="*/ 539 h 5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0" h="539">
                <a:moveTo>
                  <a:pt x="690" y="539"/>
                </a:moveTo>
                <a:lnTo>
                  <a:pt x="690" y="312"/>
                </a:lnTo>
                <a:lnTo>
                  <a:pt x="0" y="16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1" name="Freeform 56">
            <a:extLst>
              <a:ext uri="{FF2B5EF4-FFF2-40B4-BE49-F238E27FC236}">
                <a16:creationId xmlns:a16="http://schemas.microsoft.com/office/drawing/2014/main" id="{3D810972-6007-499E-9EF0-737B77AD08F1}"/>
              </a:ext>
            </a:extLst>
          </p:cNvPr>
          <p:cNvSpPr>
            <a:spLocks/>
          </p:cNvSpPr>
          <p:nvPr/>
        </p:nvSpPr>
        <p:spPr bwMode="auto">
          <a:xfrm>
            <a:off x="1838325" y="898525"/>
            <a:ext cx="1095375" cy="857250"/>
          </a:xfrm>
          <a:custGeom>
            <a:avLst/>
            <a:gdLst>
              <a:gd name="T0" fmla="*/ 2147483646 w 690"/>
              <a:gd name="T1" fmla="*/ 0 h 540"/>
              <a:gd name="T2" fmla="*/ 2147483646 w 690"/>
              <a:gd name="T3" fmla="*/ 2147483646 h 540"/>
              <a:gd name="T4" fmla="*/ 0 w 690"/>
              <a:gd name="T5" fmla="*/ 2147483646 h 540"/>
              <a:gd name="T6" fmla="*/ 0 w 690"/>
              <a:gd name="T7" fmla="*/ 2147483646 h 540"/>
              <a:gd name="T8" fmla="*/ 0 60000 65536"/>
              <a:gd name="T9" fmla="*/ 0 60000 65536"/>
              <a:gd name="T10" fmla="*/ 0 60000 65536"/>
              <a:gd name="T11" fmla="*/ 0 60000 65536"/>
              <a:gd name="T12" fmla="*/ 0 w 690"/>
              <a:gd name="T13" fmla="*/ 0 h 540"/>
              <a:gd name="T14" fmla="*/ 690 w 690"/>
              <a:gd name="T15" fmla="*/ 540 h 5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0" h="540">
                <a:moveTo>
                  <a:pt x="690" y="0"/>
                </a:moveTo>
                <a:lnTo>
                  <a:pt x="690" y="238"/>
                </a:lnTo>
                <a:lnTo>
                  <a:pt x="0" y="389"/>
                </a:lnTo>
                <a:lnTo>
                  <a:pt x="0" y="54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2" name="Freeform 57">
            <a:extLst>
              <a:ext uri="{FF2B5EF4-FFF2-40B4-BE49-F238E27FC236}">
                <a16:creationId xmlns:a16="http://schemas.microsoft.com/office/drawing/2014/main" id="{8E33B447-B634-4AB5-8BA4-D30F691A7EF3}"/>
              </a:ext>
            </a:extLst>
          </p:cNvPr>
          <p:cNvSpPr>
            <a:spLocks/>
          </p:cNvSpPr>
          <p:nvPr/>
        </p:nvSpPr>
        <p:spPr bwMode="auto">
          <a:xfrm>
            <a:off x="2917825" y="874712"/>
            <a:ext cx="33337" cy="34925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40"/>
              <a:gd name="T23" fmla="*/ 40 w 40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2"/>
                  <a:pt x="9" y="40"/>
                  <a:pt x="20" y="40"/>
                </a:cubicBezTo>
                <a:cubicBezTo>
                  <a:pt x="31" y="40"/>
                  <a:pt x="40" y="32"/>
                  <a:pt x="40" y="20"/>
                </a:cubicBezTo>
                <a:cubicBezTo>
                  <a:pt x="40" y="9"/>
                  <a:pt x="31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43" name="Oval 58">
            <a:extLst>
              <a:ext uri="{FF2B5EF4-FFF2-40B4-BE49-F238E27FC236}">
                <a16:creationId xmlns:a16="http://schemas.microsoft.com/office/drawing/2014/main" id="{A9E36C46-F5FB-42DB-8FF9-242C1CE46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884237"/>
            <a:ext cx="36512" cy="34925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6044" name="Freeform 59">
            <a:extLst>
              <a:ext uri="{FF2B5EF4-FFF2-40B4-BE49-F238E27FC236}">
                <a16:creationId xmlns:a16="http://schemas.microsoft.com/office/drawing/2014/main" id="{55CBAE9E-8427-45F1-9FEF-E55B9DA6A3A0}"/>
              </a:ext>
            </a:extLst>
          </p:cNvPr>
          <p:cNvSpPr>
            <a:spLocks/>
          </p:cNvSpPr>
          <p:nvPr/>
        </p:nvSpPr>
        <p:spPr bwMode="auto">
          <a:xfrm>
            <a:off x="2917825" y="1852612"/>
            <a:ext cx="33337" cy="33338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40"/>
              <a:gd name="T23" fmla="*/ 40 w 40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2"/>
                  <a:pt x="9" y="40"/>
                  <a:pt x="20" y="40"/>
                </a:cubicBezTo>
                <a:cubicBezTo>
                  <a:pt x="31" y="40"/>
                  <a:pt x="40" y="32"/>
                  <a:pt x="40" y="20"/>
                </a:cubicBezTo>
                <a:cubicBezTo>
                  <a:pt x="40" y="9"/>
                  <a:pt x="31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chemeClr val="tx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45" name="Oval 60">
            <a:extLst>
              <a:ext uri="{FF2B5EF4-FFF2-40B4-BE49-F238E27FC236}">
                <a16:creationId xmlns:a16="http://schemas.microsoft.com/office/drawing/2014/main" id="{D3134CD9-55FB-4F04-9949-37785AF76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1860550"/>
            <a:ext cx="36512" cy="36512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6046" name="Line 61">
            <a:extLst>
              <a:ext uri="{FF2B5EF4-FFF2-40B4-BE49-F238E27FC236}">
                <a16:creationId xmlns:a16="http://schemas.microsoft.com/office/drawing/2014/main" id="{D01A8245-FCA8-46D9-B78A-3A133F83EE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98612" y="779462"/>
            <a:ext cx="4794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7" name="Line 62">
            <a:extLst>
              <a:ext uri="{FF2B5EF4-FFF2-40B4-BE49-F238E27FC236}">
                <a16:creationId xmlns:a16="http://schemas.microsoft.com/office/drawing/2014/main" id="{B3FC5877-ED5B-47FD-93B1-AF74C15A88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98612" y="1995487"/>
            <a:ext cx="239713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8" name="Line 63">
            <a:extLst>
              <a:ext uri="{FF2B5EF4-FFF2-40B4-BE49-F238E27FC236}">
                <a16:creationId xmlns:a16="http://schemas.microsoft.com/office/drawing/2014/main" id="{DB209180-EE85-4266-803D-F5F70A34FD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0087" y="936625"/>
            <a:ext cx="1455738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9" name="Line 64">
            <a:extLst>
              <a:ext uri="{FF2B5EF4-FFF2-40B4-BE49-F238E27FC236}">
                <a16:creationId xmlns:a16="http://schemas.microsoft.com/office/drawing/2014/main" id="{76AE86B5-40B0-4625-87A3-FAA378EF03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29225" y="658812"/>
            <a:ext cx="1587" cy="12176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50" name="Rectangle 65">
            <a:extLst>
              <a:ext uri="{FF2B5EF4-FFF2-40B4-BE49-F238E27FC236}">
                <a16:creationId xmlns:a16="http://schemas.microsoft.com/office/drawing/2014/main" id="{59392348-DA18-417A-B930-85305E550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679450"/>
            <a:ext cx="841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S</a:t>
            </a:r>
            <a:endParaRPr lang="en-US" altLang="en-US" sz="1200" b="0">
              <a:latin typeface="Times-Roman" charset="0"/>
            </a:endParaRPr>
          </a:p>
        </p:txBody>
      </p:sp>
      <p:sp>
        <p:nvSpPr>
          <p:cNvPr id="86051" name="Rectangle 66">
            <a:extLst>
              <a:ext uri="{FF2B5EF4-FFF2-40B4-BE49-F238E27FC236}">
                <a16:creationId xmlns:a16="http://schemas.microsoft.com/office/drawing/2014/main" id="{71D4B8CD-2DE2-41DB-8DE7-C6A429CF7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337" y="679450"/>
            <a:ext cx="1016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R</a:t>
            </a:r>
            <a:endParaRPr lang="en-US" altLang="en-US" sz="1200" b="0">
              <a:latin typeface="Times-Roman" charset="0"/>
            </a:endParaRPr>
          </a:p>
        </p:txBody>
      </p:sp>
      <p:sp>
        <p:nvSpPr>
          <p:cNvPr id="86052" name="Rectangle 67">
            <a:extLst>
              <a:ext uri="{FF2B5EF4-FFF2-40B4-BE49-F238E27FC236}">
                <a16:creationId xmlns:a16="http://schemas.microsoft.com/office/drawing/2014/main" id="{DACBF28A-63A1-47E5-9A19-42255302D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100" y="679450"/>
            <a:ext cx="1095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Q</a:t>
            </a:r>
            <a:endParaRPr lang="en-US" altLang="en-US" sz="1200" b="0">
              <a:latin typeface="Times-Roman" charset="0"/>
            </a:endParaRPr>
          </a:p>
        </p:txBody>
      </p:sp>
      <p:sp>
        <p:nvSpPr>
          <p:cNvPr id="86053" name="Rectangle 68">
            <a:extLst>
              <a:ext uri="{FF2B5EF4-FFF2-40B4-BE49-F238E27FC236}">
                <a16:creationId xmlns:a16="http://schemas.microsoft.com/office/drawing/2014/main" id="{E2B9152F-F4E6-4158-979A-E14AA5770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75" y="736600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 i="1">
                <a:solidFill>
                  <a:srgbClr val="000000"/>
                </a:solidFill>
                <a:latin typeface="Times-Roman" charset="0"/>
              </a:rPr>
              <a:t>a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4" name="Rectangle 69">
            <a:extLst>
              <a:ext uri="{FF2B5EF4-FFF2-40B4-BE49-F238E27FC236}">
                <a16:creationId xmlns:a16="http://schemas.microsoft.com/office/drawing/2014/main" id="{EB4C4C74-921C-4BFD-8A45-A82A540C5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312" y="674687"/>
            <a:ext cx="10953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Q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5" name="Rectangle 70">
            <a:extLst>
              <a:ext uri="{FF2B5EF4-FFF2-40B4-BE49-F238E27FC236}">
                <a16:creationId xmlns:a16="http://schemas.microsoft.com/office/drawing/2014/main" id="{B52F4C6B-F749-43B1-87AC-5E90869D3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787" y="736600"/>
            <a:ext cx="1254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 i="1">
                <a:solidFill>
                  <a:srgbClr val="000000"/>
                </a:solidFill>
                <a:latin typeface="Times-Roman" charset="0"/>
              </a:rPr>
              <a:t>b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6" name="Rectangle 71">
            <a:extLst>
              <a:ext uri="{FF2B5EF4-FFF2-40B4-BE49-F238E27FC236}">
                <a16:creationId xmlns:a16="http://schemas.microsoft.com/office/drawing/2014/main" id="{FAFD9C94-4DAB-45FE-9D68-87C0A4F70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637" y="1020762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7" name="Rectangle 72">
            <a:extLst>
              <a:ext uri="{FF2B5EF4-FFF2-40B4-BE49-F238E27FC236}">
                <a16:creationId xmlns:a16="http://schemas.microsoft.com/office/drawing/2014/main" id="{CA93D988-F393-4C68-A6BA-22A539D15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7" y="1020762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8" name="Rectangle 73">
            <a:extLst>
              <a:ext uri="{FF2B5EF4-FFF2-40B4-BE49-F238E27FC236}">
                <a16:creationId xmlns:a16="http://schemas.microsoft.com/office/drawing/2014/main" id="{768AFFFC-879B-4A6D-BC02-868BABEC6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637" y="1263650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9" name="Rectangle 74">
            <a:extLst>
              <a:ext uri="{FF2B5EF4-FFF2-40B4-BE49-F238E27FC236}">
                <a16:creationId xmlns:a16="http://schemas.microsoft.com/office/drawing/2014/main" id="{63479ACD-B2B0-4F97-AEA6-D17A1B26E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7" y="1263650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0" name="Rectangle 75">
            <a:extLst>
              <a:ext uri="{FF2B5EF4-FFF2-40B4-BE49-F238E27FC236}">
                <a16:creationId xmlns:a16="http://schemas.microsoft.com/office/drawing/2014/main" id="{0939B2EE-6DEB-4A87-B379-A55A34EF5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637" y="1506537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1" name="Rectangle 76">
            <a:extLst>
              <a:ext uri="{FF2B5EF4-FFF2-40B4-BE49-F238E27FC236}">
                <a16:creationId xmlns:a16="http://schemas.microsoft.com/office/drawing/2014/main" id="{E1118E3A-6B43-4AF2-B161-21F24FD9E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7" y="1506537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2" name="Rectangle 77">
            <a:extLst>
              <a:ext uri="{FF2B5EF4-FFF2-40B4-BE49-F238E27FC236}">
                <a16:creationId xmlns:a16="http://schemas.microsoft.com/office/drawing/2014/main" id="{E16B1171-7E19-4924-B36A-03E6BDDD9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637" y="1749425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3" name="Rectangle 78">
            <a:extLst>
              <a:ext uri="{FF2B5EF4-FFF2-40B4-BE49-F238E27FC236}">
                <a16:creationId xmlns:a16="http://schemas.microsoft.com/office/drawing/2014/main" id="{23064CD6-ED68-4F86-82A2-44E72C88B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7" y="1749425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4" name="Rectangle 79">
            <a:extLst>
              <a:ext uri="{FF2B5EF4-FFF2-40B4-BE49-F238E27FC236}">
                <a16:creationId xmlns:a16="http://schemas.microsoft.com/office/drawing/2014/main" id="{C2D59F98-025B-445F-BD30-1FB9DDAB0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0" y="1020762"/>
            <a:ext cx="50482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0/1   1/0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5" name="Rectangle 80">
            <a:extLst>
              <a:ext uri="{FF2B5EF4-FFF2-40B4-BE49-F238E27FC236}">
                <a16:creationId xmlns:a16="http://schemas.microsoft.com/office/drawing/2014/main" id="{C2B7D0F8-133C-4C9B-9024-FF0957CA0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075" y="1263650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6" name="Rectangle 81">
            <a:extLst>
              <a:ext uri="{FF2B5EF4-FFF2-40B4-BE49-F238E27FC236}">
                <a16:creationId xmlns:a16="http://schemas.microsoft.com/office/drawing/2014/main" id="{06B3A733-CD57-4E43-9264-4BB7834C1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287" y="1263650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7" name="Rectangle 82">
            <a:extLst>
              <a:ext uri="{FF2B5EF4-FFF2-40B4-BE49-F238E27FC236}">
                <a16:creationId xmlns:a16="http://schemas.microsoft.com/office/drawing/2014/main" id="{5F009DA0-9A98-4CB9-9DA2-27433B77B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075" y="1506537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8" name="Rectangle 83">
            <a:extLst>
              <a:ext uri="{FF2B5EF4-FFF2-40B4-BE49-F238E27FC236}">
                <a16:creationId xmlns:a16="http://schemas.microsoft.com/office/drawing/2014/main" id="{45154694-92FA-447E-B7D6-DB29AED8D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287" y="1506537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69" name="Rectangle 84">
            <a:extLst>
              <a:ext uri="{FF2B5EF4-FFF2-40B4-BE49-F238E27FC236}">
                <a16:creationId xmlns:a16="http://schemas.microsoft.com/office/drawing/2014/main" id="{B44775CD-C65B-44CE-B48C-4B63EE4FD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075" y="1749425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70" name="Rectangle 85">
            <a:extLst>
              <a:ext uri="{FF2B5EF4-FFF2-40B4-BE49-F238E27FC236}">
                <a16:creationId xmlns:a16="http://schemas.microsoft.com/office/drawing/2014/main" id="{CE757621-4AC9-42A7-9A27-5A4939F2F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287" y="1749425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71" name="Rectangle 86">
            <a:extLst>
              <a:ext uri="{FF2B5EF4-FFF2-40B4-BE49-F238E27FC236}">
                <a16:creationId xmlns:a16="http://schemas.microsoft.com/office/drawing/2014/main" id="{C8D9E2DA-1F5F-4C06-8B75-3A373CDF0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787" y="2320925"/>
            <a:ext cx="790575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Helvetica" panose="020B0604020202020204" pitchFamily="34" charset="0"/>
              </a:rPr>
              <a:t>(a) Circuit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72" name="Freeform 87">
            <a:extLst>
              <a:ext uri="{FF2B5EF4-FFF2-40B4-BE49-F238E27FC236}">
                <a16:creationId xmlns:a16="http://schemas.microsoft.com/office/drawing/2014/main" id="{5D480889-5277-4A72-9894-3B91F9FDFC75}"/>
              </a:ext>
            </a:extLst>
          </p:cNvPr>
          <p:cNvSpPr>
            <a:spLocks/>
          </p:cNvSpPr>
          <p:nvPr/>
        </p:nvSpPr>
        <p:spPr bwMode="auto">
          <a:xfrm>
            <a:off x="6445250" y="5407025"/>
            <a:ext cx="17462" cy="17462"/>
          </a:xfrm>
          <a:custGeom>
            <a:avLst/>
            <a:gdLst>
              <a:gd name="T0" fmla="*/ 2147483646 w 11"/>
              <a:gd name="T1" fmla="*/ 0 h 11"/>
              <a:gd name="T2" fmla="*/ 0 w 11"/>
              <a:gd name="T3" fmla="*/ 0 h 11"/>
              <a:gd name="T4" fmla="*/ 0 w 11"/>
              <a:gd name="T5" fmla="*/ 2147483646 h 11"/>
              <a:gd name="T6" fmla="*/ 0 60000 65536"/>
              <a:gd name="T7" fmla="*/ 0 60000 65536"/>
              <a:gd name="T8" fmla="*/ 0 60000 65536"/>
              <a:gd name="T9" fmla="*/ 0 w 11"/>
              <a:gd name="T10" fmla="*/ 0 h 11"/>
              <a:gd name="T11" fmla="*/ 11 w 11"/>
              <a:gd name="T12" fmla="*/ 11 h 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" h="11">
                <a:moveTo>
                  <a:pt x="11" y="0"/>
                </a:moveTo>
                <a:lnTo>
                  <a:pt x="0" y="0"/>
                </a:lnTo>
                <a:lnTo>
                  <a:pt x="0" y="11"/>
                </a:lnTo>
              </a:path>
            </a:pathLst>
          </a:cu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73" name="Line 88">
            <a:extLst>
              <a:ext uri="{FF2B5EF4-FFF2-40B4-BE49-F238E27FC236}">
                <a16:creationId xmlns:a16="http://schemas.microsoft.com/office/drawing/2014/main" id="{D604D39D-EB04-42A6-9D0A-86FAC45C15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2712" y="5407025"/>
            <a:ext cx="444500" cy="1587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74" name="Freeform 89">
            <a:extLst>
              <a:ext uri="{FF2B5EF4-FFF2-40B4-BE49-F238E27FC236}">
                <a16:creationId xmlns:a16="http://schemas.microsoft.com/office/drawing/2014/main" id="{8646C6FE-3EE8-4B5E-9B0E-F72BA2A5CCDE}"/>
              </a:ext>
            </a:extLst>
          </p:cNvPr>
          <p:cNvSpPr>
            <a:spLocks/>
          </p:cNvSpPr>
          <p:nvPr/>
        </p:nvSpPr>
        <p:spPr bwMode="auto">
          <a:xfrm>
            <a:off x="6907212" y="5407025"/>
            <a:ext cx="34925" cy="17462"/>
          </a:xfrm>
          <a:custGeom>
            <a:avLst/>
            <a:gdLst>
              <a:gd name="T0" fmla="*/ 2147483646 w 22"/>
              <a:gd name="T1" fmla="*/ 2147483646 h 11"/>
              <a:gd name="T2" fmla="*/ 2147483646 w 22"/>
              <a:gd name="T3" fmla="*/ 0 h 11"/>
              <a:gd name="T4" fmla="*/ 0 w 22"/>
              <a:gd name="T5" fmla="*/ 0 h 11"/>
              <a:gd name="T6" fmla="*/ 0 60000 65536"/>
              <a:gd name="T7" fmla="*/ 0 60000 65536"/>
              <a:gd name="T8" fmla="*/ 0 60000 65536"/>
              <a:gd name="T9" fmla="*/ 0 w 22"/>
              <a:gd name="T10" fmla="*/ 0 h 11"/>
              <a:gd name="T11" fmla="*/ 22 w 22"/>
              <a:gd name="T12" fmla="*/ 11 h 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" h="11">
                <a:moveTo>
                  <a:pt x="22" y="11"/>
                </a:moveTo>
                <a:lnTo>
                  <a:pt x="22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75" name="Line 90">
            <a:extLst>
              <a:ext uri="{FF2B5EF4-FFF2-40B4-BE49-F238E27FC236}">
                <a16:creationId xmlns:a16="http://schemas.microsoft.com/office/drawing/2014/main" id="{48EF82C4-103E-4257-9DEC-557F70AF8C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2137" y="5424487"/>
            <a:ext cx="1588" cy="325438"/>
          </a:xfrm>
          <a:prstGeom prst="line">
            <a:avLst/>
          </a:prstGeom>
          <a:noFill/>
          <a:ln w="15875">
            <a:solidFill>
              <a:srgbClr val="00FF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76" name="Freeform 91">
            <a:extLst>
              <a:ext uri="{FF2B5EF4-FFF2-40B4-BE49-F238E27FC236}">
                <a16:creationId xmlns:a16="http://schemas.microsoft.com/office/drawing/2014/main" id="{014EFFD0-C7D9-4AFB-A8CE-92A3350D05E2}"/>
              </a:ext>
            </a:extLst>
          </p:cNvPr>
          <p:cNvSpPr>
            <a:spLocks/>
          </p:cNvSpPr>
          <p:nvPr/>
        </p:nvSpPr>
        <p:spPr bwMode="auto">
          <a:xfrm>
            <a:off x="6907212" y="5749925"/>
            <a:ext cx="34925" cy="17462"/>
          </a:xfrm>
          <a:custGeom>
            <a:avLst/>
            <a:gdLst>
              <a:gd name="T0" fmla="*/ 0 w 22"/>
              <a:gd name="T1" fmla="*/ 2147483646 h 11"/>
              <a:gd name="T2" fmla="*/ 2147483646 w 22"/>
              <a:gd name="T3" fmla="*/ 2147483646 h 11"/>
              <a:gd name="T4" fmla="*/ 2147483646 w 22"/>
              <a:gd name="T5" fmla="*/ 0 h 11"/>
              <a:gd name="T6" fmla="*/ 0 60000 65536"/>
              <a:gd name="T7" fmla="*/ 0 60000 65536"/>
              <a:gd name="T8" fmla="*/ 0 60000 65536"/>
              <a:gd name="T9" fmla="*/ 0 w 22"/>
              <a:gd name="T10" fmla="*/ 0 h 11"/>
              <a:gd name="T11" fmla="*/ 22 w 22"/>
              <a:gd name="T12" fmla="*/ 11 h 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" h="11">
                <a:moveTo>
                  <a:pt x="0" y="11"/>
                </a:moveTo>
                <a:lnTo>
                  <a:pt x="22" y="11"/>
                </a:lnTo>
                <a:lnTo>
                  <a:pt x="22" y="0"/>
                </a:lnTo>
              </a:path>
            </a:pathLst>
          </a:custGeom>
          <a:noFill/>
          <a:ln w="158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77" name="Line 92">
            <a:extLst>
              <a:ext uri="{FF2B5EF4-FFF2-40B4-BE49-F238E27FC236}">
                <a16:creationId xmlns:a16="http://schemas.microsoft.com/office/drawing/2014/main" id="{255537F2-5F3B-4E9B-B12D-CE94AD093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2712" y="5767387"/>
            <a:ext cx="444500" cy="1588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78" name="Freeform 93">
            <a:extLst>
              <a:ext uri="{FF2B5EF4-FFF2-40B4-BE49-F238E27FC236}">
                <a16:creationId xmlns:a16="http://schemas.microsoft.com/office/drawing/2014/main" id="{A1C6B6AD-6F25-430D-AE92-49C2A17B33AF}"/>
              </a:ext>
            </a:extLst>
          </p:cNvPr>
          <p:cNvSpPr>
            <a:spLocks/>
          </p:cNvSpPr>
          <p:nvPr/>
        </p:nvSpPr>
        <p:spPr bwMode="auto">
          <a:xfrm>
            <a:off x="6445250" y="5749925"/>
            <a:ext cx="17462" cy="17462"/>
          </a:xfrm>
          <a:custGeom>
            <a:avLst/>
            <a:gdLst>
              <a:gd name="T0" fmla="*/ 0 w 11"/>
              <a:gd name="T1" fmla="*/ 0 h 11"/>
              <a:gd name="T2" fmla="*/ 0 w 11"/>
              <a:gd name="T3" fmla="*/ 2147483646 h 11"/>
              <a:gd name="T4" fmla="*/ 2147483646 w 11"/>
              <a:gd name="T5" fmla="*/ 2147483646 h 11"/>
              <a:gd name="T6" fmla="*/ 0 60000 65536"/>
              <a:gd name="T7" fmla="*/ 0 60000 65536"/>
              <a:gd name="T8" fmla="*/ 0 60000 65536"/>
              <a:gd name="T9" fmla="*/ 0 w 11"/>
              <a:gd name="T10" fmla="*/ 0 h 11"/>
              <a:gd name="T11" fmla="*/ 11 w 11"/>
              <a:gd name="T12" fmla="*/ 11 h 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" h="11">
                <a:moveTo>
                  <a:pt x="0" y="0"/>
                </a:moveTo>
                <a:lnTo>
                  <a:pt x="0" y="11"/>
                </a:lnTo>
                <a:lnTo>
                  <a:pt x="11" y="11"/>
                </a:lnTo>
              </a:path>
            </a:pathLst>
          </a:cu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79" name="Line 94">
            <a:extLst>
              <a:ext uri="{FF2B5EF4-FFF2-40B4-BE49-F238E27FC236}">
                <a16:creationId xmlns:a16="http://schemas.microsoft.com/office/drawing/2014/main" id="{22D0B408-5625-40E7-BCB8-46327F324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5250" y="5424487"/>
            <a:ext cx="1587" cy="325438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80" name="Freeform 95">
            <a:extLst>
              <a:ext uri="{FF2B5EF4-FFF2-40B4-BE49-F238E27FC236}">
                <a16:creationId xmlns:a16="http://schemas.microsoft.com/office/drawing/2014/main" id="{CD57E336-0659-430E-9EB9-FF8C45A7B33C}"/>
              </a:ext>
            </a:extLst>
          </p:cNvPr>
          <p:cNvSpPr>
            <a:spLocks/>
          </p:cNvSpPr>
          <p:nvPr/>
        </p:nvSpPr>
        <p:spPr bwMode="auto">
          <a:xfrm>
            <a:off x="6445250" y="4670425"/>
            <a:ext cx="17462" cy="17462"/>
          </a:xfrm>
          <a:custGeom>
            <a:avLst/>
            <a:gdLst>
              <a:gd name="T0" fmla="*/ 2147483646 w 11"/>
              <a:gd name="T1" fmla="*/ 0 h 11"/>
              <a:gd name="T2" fmla="*/ 0 w 11"/>
              <a:gd name="T3" fmla="*/ 0 h 11"/>
              <a:gd name="T4" fmla="*/ 0 w 11"/>
              <a:gd name="T5" fmla="*/ 2147483646 h 11"/>
              <a:gd name="T6" fmla="*/ 0 60000 65536"/>
              <a:gd name="T7" fmla="*/ 0 60000 65536"/>
              <a:gd name="T8" fmla="*/ 0 60000 65536"/>
              <a:gd name="T9" fmla="*/ 0 w 11"/>
              <a:gd name="T10" fmla="*/ 0 h 11"/>
              <a:gd name="T11" fmla="*/ 11 w 11"/>
              <a:gd name="T12" fmla="*/ 11 h 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" h="11">
                <a:moveTo>
                  <a:pt x="11" y="0"/>
                </a:moveTo>
                <a:lnTo>
                  <a:pt x="0" y="0"/>
                </a:lnTo>
                <a:lnTo>
                  <a:pt x="0" y="11"/>
                </a:lnTo>
              </a:path>
            </a:pathLst>
          </a:cu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81" name="Line 96">
            <a:extLst>
              <a:ext uri="{FF2B5EF4-FFF2-40B4-BE49-F238E27FC236}">
                <a16:creationId xmlns:a16="http://schemas.microsoft.com/office/drawing/2014/main" id="{E98E7303-17A1-4658-B832-D1DDA624B8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2712" y="4670425"/>
            <a:ext cx="444500" cy="1587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82" name="Freeform 97">
            <a:extLst>
              <a:ext uri="{FF2B5EF4-FFF2-40B4-BE49-F238E27FC236}">
                <a16:creationId xmlns:a16="http://schemas.microsoft.com/office/drawing/2014/main" id="{7A289032-6BFF-47AB-8FCE-48F2C72271FC}"/>
              </a:ext>
            </a:extLst>
          </p:cNvPr>
          <p:cNvSpPr>
            <a:spLocks/>
          </p:cNvSpPr>
          <p:nvPr/>
        </p:nvSpPr>
        <p:spPr bwMode="auto">
          <a:xfrm>
            <a:off x="6907212" y="4670425"/>
            <a:ext cx="34925" cy="17462"/>
          </a:xfrm>
          <a:custGeom>
            <a:avLst/>
            <a:gdLst>
              <a:gd name="T0" fmla="*/ 2147483646 w 22"/>
              <a:gd name="T1" fmla="*/ 2147483646 h 11"/>
              <a:gd name="T2" fmla="*/ 2147483646 w 22"/>
              <a:gd name="T3" fmla="*/ 0 h 11"/>
              <a:gd name="T4" fmla="*/ 0 w 22"/>
              <a:gd name="T5" fmla="*/ 0 h 11"/>
              <a:gd name="T6" fmla="*/ 0 60000 65536"/>
              <a:gd name="T7" fmla="*/ 0 60000 65536"/>
              <a:gd name="T8" fmla="*/ 0 60000 65536"/>
              <a:gd name="T9" fmla="*/ 0 w 22"/>
              <a:gd name="T10" fmla="*/ 0 h 11"/>
              <a:gd name="T11" fmla="*/ 22 w 22"/>
              <a:gd name="T12" fmla="*/ 11 h 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" h="11">
                <a:moveTo>
                  <a:pt x="22" y="11"/>
                </a:moveTo>
                <a:lnTo>
                  <a:pt x="22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83" name="Line 98">
            <a:extLst>
              <a:ext uri="{FF2B5EF4-FFF2-40B4-BE49-F238E27FC236}">
                <a16:creationId xmlns:a16="http://schemas.microsoft.com/office/drawing/2014/main" id="{B6F58841-9E8B-4C03-BEC2-4F257F486C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2137" y="4687887"/>
            <a:ext cx="1588" cy="325438"/>
          </a:xfrm>
          <a:prstGeom prst="line">
            <a:avLst/>
          </a:prstGeom>
          <a:noFill/>
          <a:ln w="15875">
            <a:solidFill>
              <a:srgbClr val="00FF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84" name="Freeform 99">
            <a:extLst>
              <a:ext uri="{FF2B5EF4-FFF2-40B4-BE49-F238E27FC236}">
                <a16:creationId xmlns:a16="http://schemas.microsoft.com/office/drawing/2014/main" id="{6FAC2E27-5365-4AA5-859F-C688E9A45C77}"/>
              </a:ext>
            </a:extLst>
          </p:cNvPr>
          <p:cNvSpPr>
            <a:spLocks/>
          </p:cNvSpPr>
          <p:nvPr/>
        </p:nvSpPr>
        <p:spPr bwMode="auto">
          <a:xfrm>
            <a:off x="6907212" y="5013325"/>
            <a:ext cx="34925" cy="17462"/>
          </a:xfrm>
          <a:custGeom>
            <a:avLst/>
            <a:gdLst>
              <a:gd name="T0" fmla="*/ 0 w 22"/>
              <a:gd name="T1" fmla="*/ 2147483646 h 11"/>
              <a:gd name="T2" fmla="*/ 2147483646 w 22"/>
              <a:gd name="T3" fmla="*/ 2147483646 h 11"/>
              <a:gd name="T4" fmla="*/ 2147483646 w 22"/>
              <a:gd name="T5" fmla="*/ 0 h 11"/>
              <a:gd name="T6" fmla="*/ 0 60000 65536"/>
              <a:gd name="T7" fmla="*/ 0 60000 65536"/>
              <a:gd name="T8" fmla="*/ 0 60000 65536"/>
              <a:gd name="T9" fmla="*/ 0 w 22"/>
              <a:gd name="T10" fmla="*/ 0 h 11"/>
              <a:gd name="T11" fmla="*/ 22 w 22"/>
              <a:gd name="T12" fmla="*/ 11 h 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" h="11">
                <a:moveTo>
                  <a:pt x="0" y="11"/>
                </a:moveTo>
                <a:lnTo>
                  <a:pt x="22" y="11"/>
                </a:lnTo>
                <a:lnTo>
                  <a:pt x="22" y="0"/>
                </a:lnTo>
              </a:path>
            </a:pathLst>
          </a:custGeom>
          <a:noFill/>
          <a:ln w="158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85" name="Line 100">
            <a:extLst>
              <a:ext uri="{FF2B5EF4-FFF2-40B4-BE49-F238E27FC236}">
                <a16:creationId xmlns:a16="http://schemas.microsoft.com/office/drawing/2014/main" id="{EE252C06-9984-4F27-B0B9-BA685DC539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2712" y="5030787"/>
            <a:ext cx="444500" cy="1588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86" name="Freeform 101">
            <a:extLst>
              <a:ext uri="{FF2B5EF4-FFF2-40B4-BE49-F238E27FC236}">
                <a16:creationId xmlns:a16="http://schemas.microsoft.com/office/drawing/2014/main" id="{C2249357-808C-4555-ACBF-2826FE98967A}"/>
              </a:ext>
            </a:extLst>
          </p:cNvPr>
          <p:cNvSpPr>
            <a:spLocks/>
          </p:cNvSpPr>
          <p:nvPr/>
        </p:nvSpPr>
        <p:spPr bwMode="auto">
          <a:xfrm>
            <a:off x="6445250" y="5013325"/>
            <a:ext cx="17462" cy="17462"/>
          </a:xfrm>
          <a:custGeom>
            <a:avLst/>
            <a:gdLst>
              <a:gd name="T0" fmla="*/ 0 w 11"/>
              <a:gd name="T1" fmla="*/ 0 h 11"/>
              <a:gd name="T2" fmla="*/ 0 w 11"/>
              <a:gd name="T3" fmla="*/ 2147483646 h 11"/>
              <a:gd name="T4" fmla="*/ 2147483646 w 11"/>
              <a:gd name="T5" fmla="*/ 2147483646 h 11"/>
              <a:gd name="T6" fmla="*/ 0 60000 65536"/>
              <a:gd name="T7" fmla="*/ 0 60000 65536"/>
              <a:gd name="T8" fmla="*/ 0 60000 65536"/>
              <a:gd name="T9" fmla="*/ 0 w 11"/>
              <a:gd name="T10" fmla="*/ 0 h 11"/>
              <a:gd name="T11" fmla="*/ 11 w 11"/>
              <a:gd name="T12" fmla="*/ 11 h 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" h="11">
                <a:moveTo>
                  <a:pt x="0" y="0"/>
                </a:moveTo>
                <a:lnTo>
                  <a:pt x="0" y="11"/>
                </a:lnTo>
                <a:lnTo>
                  <a:pt x="11" y="11"/>
                </a:lnTo>
              </a:path>
            </a:pathLst>
          </a:cu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87" name="Line 102">
            <a:extLst>
              <a:ext uri="{FF2B5EF4-FFF2-40B4-BE49-F238E27FC236}">
                <a16:creationId xmlns:a16="http://schemas.microsoft.com/office/drawing/2014/main" id="{2B74F0E6-105A-415D-9B2F-BA16D9E2F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5250" y="4687887"/>
            <a:ext cx="1587" cy="325438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88" name="Rectangle 103">
            <a:extLst>
              <a:ext uri="{FF2B5EF4-FFF2-40B4-BE49-F238E27FC236}">
                <a16:creationId xmlns:a16="http://schemas.microsoft.com/office/drawing/2014/main" id="{09D1A914-2D67-469D-800F-2136F63ED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5" y="4687887"/>
            <a:ext cx="444500" cy="3254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6089" name="Rectangle 104">
            <a:extLst>
              <a:ext uri="{FF2B5EF4-FFF2-40B4-BE49-F238E27FC236}">
                <a16:creationId xmlns:a16="http://schemas.microsoft.com/office/drawing/2014/main" id="{917F6335-061C-4E07-AAAB-8A80ABE03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1337" y="5407025"/>
            <a:ext cx="4445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6090" name="Freeform 105">
            <a:extLst>
              <a:ext uri="{FF2B5EF4-FFF2-40B4-BE49-F238E27FC236}">
                <a16:creationId xmlns:a16="http://schemas.microsoft.com/office/drawing/2014/main" id="{096DB132-4786-4861-9DF5-218ADF8828EF}"/>
              </a:ext>
            </a:extLst>
          </p:cNvPr>
          <p:cNvSpPr>
            <a:spLocks/>
          </p:cNvSpPr>
          <p:nvPr/>
        </p:nvSpPr>
        <p:spPr bwMode="auto">
          <a:xfrm>
            <a:off x="6291262" y="6110287"/>
            <a:ext cx="103188" cy="34925"/>
          </a:xfrm>
          <a:custGeom>
            <a:avLst/>
            <a:gdLst>
              <a:gd name="T0" fmla="*/ 0 w 65"/>
              <a:gd name="T1" fmla="*/ 2147483646 h 22"/>
              <a:gd name="T2" fmla="*/ 2147483646 w 65"/>
              <a:gd name="T3" fmla="*/ 2147483646 h 22"/>
              <a:gd name="T4" fmla="*/ 0 w 65"/>
              <a:gd name="T5" fmla="*/ 0 h 22"/>
              <a:gd name="T6" fmla="*/ 0 w 65"/>
              <a:gd name="T7" fmla="*/ 2147483646 h 22"/>
              <a:gd name="T8" fmla="*/ 0 w 65"/>
              <a:gd name="T9" fmla="*/ 2147483646 h 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"/>
              <a:gd name="T16" fmla="*/ 0 h 22"/>
              <a:gd name="T17" fmla="*/ 65 w 65"/>
              <a:gd name="T18" fmla="*/ 22 h 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" h="22">
                <a:moveTo>
                  <a:pt x="0" y="22"/>
                </a:moveTo>
                <a:lnTo>
                  <a:pt x="65" y="11"/>
                </a:lnTo>
                <a:lnTo>
                  <a:pt x="0" y="0"/>
                </a:lnTo>
                <a:lnTo>
                  <a:pt x="0" y="11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91" name="Line 106">
            <a:extLst>
              <a:ext uri="{FF2B5EF4-FFF2-40B4-BE49-F238E27FC236}">
                <a16:creationId xmlns:a16="http://schemas.microsoft.com/office/drawing/2014/main" id="{43754D08-42B1-4988-B4EC-A4D6133EDF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8362" y="6127750"/>
            <a:ext cx="342900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92" name="Rectangle 107">
            <a:extLst>
              <a:ext uri="{FF2B5EF4-FFF2-40B4-BE49-F238E27FC236}">
                <a16:creationId xmlns:a16="http://schemas.microsoft.com/office/drawing/2014/main" id="{73CE3324-80CF-4904-9712-C7061EE66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00" y="2320925"/>
            <a:ext cx="1547812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Helvetica" panose="020B0604020202020204" pitchFamily="34" charset="0"/>
              </a:rPr>
              <a:t>(b) Characteristic table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93" name="Rectangle 108">
            <a:extLst>
              <a:ext uri="{FF2B5EF4-FFF2-40B4-BE49-F238E27FC236}">
                <a16:creationId xmlns:a16="http://schemas.microsoft.com/office/drawing/2014/main" id="{AC6EBDA1-1AF4-45BC-9213-41BC779FF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112" y="6054725"/>
            <a:ext cx="441325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Time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94" name="Rectangle 109">
            <a:extLst>
              <a:ext uri="{FF2B5EF4-FFF2-40B4-BE49-F238E27FC236}">
                <a16:creationId xmlns:a16="http://schemas.microsoft.com/office/drawing/2014/main" id="{8C5FB074-3CA6-401E-830D-E8648C7F1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2" y="3138487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95" name="Rectangle 110">
            <a:extLst>
              <a:ext uri="{FF2B5EF4-FFF2-40B4-BE49-F238E27FC236}">
                <a16:creationId xmlns:a16="http://schemas.microsoft.com/office/drawing/2014/main" id="{23925579-5F84-49D1-8A32-DD8B32F0B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2" y="3503612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96" name="Rectangle 111">
            <a:extLst>
              <a:ext uri="{FF2B5EF4-FFF2-40B4-BE49-F238E27FC236}">
                <a16:creationId xmlns:a16="http://schemas.microsoft.com/office/drawing/2014/main" id="{9A45FB3C-FAAD-420E-8800-481A4D309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2" y="3868737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97" name="Rectangle 112">
            <a:extLst>
              <a:ext uri="{FF2B5EF4-FFF2-40B4-BE49-F238E27FC236}">
                <a16:creationId xmlns:a16="http://schemas.microsoft.com/office/drawing/2014/main" id="{590F821A-E4C6-44CF-8C75-52A281BBC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2" y="4232275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98" name="Rectangle 113">
            <a:extLst>
              <a:ext uri="{FF2B5EF4-FFF2-40B4-BE49-F238E27FC236}">
                <a16:creationId xmlns:a16="http://schemas.microsoft.com/office/drawing/2014/main" id="{55B34975-8CB0-4998-88FB-CDB65C87C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2" y="4597400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99" name="Rectangle 114">
            <a:extLst>
              <a:ext uri="{FF2B5EF4-FFF2-40B4-BE49-F238E27FC236}">
                <a16:creationId xmlns:a16="http://schemas.microsoft.com/office/drawing/2014/main" id="{3AF3853F-650B-4398-B6B2-D6952D12D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2" y="4960937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0" name="Rectangle 115">
            <a:extLst>
              <a:ext uri="{FF2B5EF4-FFF2-40B4-BE49-F238E27FC236}">
                <a16:creationId xmlns:a16="http://schemas.microsoft.com/office/drawing/2014/main" id="{8D6EE1E6-C549-4624-ACD9-B46189C33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2" y="5324475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1" name="Rectangle 116">
            <a:extLst>
              <a:ext uri="{FF2B5EF4-FFF2-40B4-BE49-F238E27FC236}">
                <a16:creationId xmlns:a16="http://schemas.microsoft.com/office/drawing/2014/main" id="{159A3666-2CAC-490C-BA0E-CA1FAB9FE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2" y="5691187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2" name="Rectangle 117">
            <a:extLst>
              <a:ext uri="{FF2B5EF4-FFF2-40B4-BE49-F238E27FC236}">
                <a16:creationId xmlns:a16="http://schemas.microsoft.com/office/drawing/2014/main" id="{CA264159-6223-4CD1-9BC6-3DC6BCAE6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787" y="3336925"/>
            <a:ext cx="192088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R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3" name="Rectangle 118">
            <a:extLst>
              <a:ext uri="{FF2B5EF4-FFF2-40B4-BE49-F238E27FC236}">
                <a16:creationId xmlns:a16="http://schemas.microsoft.com/office/drawing/2014/main" id="{5C78DBB2-4080-40E5-A6F9-40C1178F6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725" y="4067175"/>
            <a:ext cx="182562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S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4" name="Rectangle 119">
            <a:extLst>
              <a:ext uri="{FF2B5EF4-FFF2-40B4-BE49-F238E27FC236}">
                <a16:creationId xmlns:a16="http://schemas.microsoft.com/office/drawing/2014/main" id="{51F3DE8D-81F2-4877-8513-572C64EA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760912"/>
            <a:ext cx="10953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Q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5" name="Rectangle 120">
            <a:extLst>
              <a:ext uri="{FF2B5EF4-FFF2-40B4-BE49-F238E27FC236}">
                <a16:creationId xmlns:a16="http://schemas.microsoft.com/office/drawing/2014/main" id="{3C5CD792-47B8-4643-B249-CB3CA62FB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4822825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 i="1">
                <a:solidFill>
                  <a:srgbClr val="000000"/>
                </a:solidFill>
                <a:latin typeface="Times-Roman" charset="0"/>
              </a:rPr>
              <a:t>a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6" name="Rectangle 121">
            <a:extLst>
              <a:ext uri="{FF2B5EF4-FFF2-40B4-BE49-F238E27FC236}">
                <a16:creationId xmlns:a16="http://schemas.microsoft.com/office/drawing/2014/main" id="{932741C8-1039-46B8-B5D3-4E61D718B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489575"/>
            <a:ext cx="10953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Q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7" name="Rectangle 122">
            <a:extLst>
              <a:ext uri="{FF2B5EF4-FFF2-40B4-BE49-F238E27FC236}">
                <a16:creationId xmlns:a16="http://schemas.microsoft.com/office/drawing/2014/main" id="{3FBD305C-FE1E-41F0-85C8-DFDAAE73A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525" y="5551487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 i="1">
                <a:solidFill>
                  <a:srgbClr val="000000"/>
                </a:solidFill>
                <a:latin typeface="Times-Roman" charset="0"/>
              </a:rPr>
              <a:t>b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8" name="Rectangle 123">
            <a:extLst>
              <a:ext uri="{FF2B5EF4-FFF2-40B4-BE49-F238E27FC236}">
                <a16:creationId xmlns:a16="http://schemas.microsoft.com/office/drawing/2014/main" id="{E0D4625E-481F-4C4D-AAB7-E5705B0B0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812800"/>
            <a:ext cx="201612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Q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09" name="Rectangle 124">
            <a:extLst>
              <a:ext uri="{FF2B5EF4-FFF2-40B4-BE49-F238E27FC236}">
                <a16:creationId xmlns:a16="http://schemas.microsoft.com/office/drawing/2014/main" id="{D8915141-9223-4D15-8EF3-07AC72616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025" y="874712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 i="1">
                <a:solidFill>
                  <a:srgbClr val="000000"/>
                </a:solidFill>
                <a:latin typeface="Times-Roman" charset="0"/>
              </a:rPr>
              <a:t>a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0" name="Rectangle 125">
            <a:extLst>
              <a:ext uri="{FF2B5EF4-FFF2-40B4-BE49-F238E27FC236}">
                <a16:creationId xmlns:a16="http://schemas.microsoft.com/office/drawing/2014/main" id="{ECB7CC4F-EB65-414B-A465-5F9A75754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1784350"/>
            <a:ext cx="201612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Q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1" name="Rectangle 126">
            <a:extLst>
              <a:ext uri="{FF2B5EF4-FFF2-40B4-BE49-F238E27FC236}">
                <a16:creationId xmlns:a16="http://schemas.microsoft.com/office/drawing/2014/main" id="{EFAB57E7-B127-4AE1-B8E3-E5B32A9E4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025" y="1847850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 i="1">
                <a:solidFill>
                  <a:srgbClr val="000000"/>
                </a:solidFill>
                <a:latin typeface="Times-Roman" charset="0"/>
              </a:rPr>
              <a:t>b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2" name="Rectangle 127">
            <a:extLst>
              <a:ext uri="{FF2B5EF4-FFF2-40B4-BE49-F238E27FC236}">
                <a16:creationId xmlns:a16="http://schemas.microsoft.com/office/drawing/2014/main" id="{63EE08AC-3DD3-4353-A04E-94CC4C7A0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387" y="4779962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?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3" name="Rectangle 128">
            <a:extLst>
              <a:ext uri="{FF2B5EF4-FFF2-40B4-BE49-F238E27FC236}">
                <a16:creationId xmlns:a16="http://schemas.microsoft.com/office/drawing/2014/main" id="{2126B46D-B531-4FE8-9D85-98EC7B7A2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387" y="5508625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?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4" name="Rectangle 129">
            <a:extLst>
              <a:ext uri="{FF2B5EF4-FFF2-40B4-BE49-F238E27FC236}">
                <a16:creationId xmlns:a16="http://schemas.microsoft.com/office/drawing/2014/main" id="{E5D21949-07D6-418D-8EC5-EB296EF51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0" y="6332537"/>
            <a:ext cx="145415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Helvetica" panose="020B0604020202020204" pitchFamily="34" charset="0"/>
              </a:rPr>
              <a:t>(c) Timing diagram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5" name="Rectangle 130">
            <a:extLst>
              <a:ext uri="{FF2B5EF4-FFF2-40B4-BE49-F238E27FC236}">
                <a16:creationId xmlns:a16="http://schemas.microsoft.com/office/drawing/2014/main" id="{A1DF700B-CA82-427B-84DB-312825515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637" y="709612"/>
            <a:ext cx="192088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R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6" name="Rectangle 131">
            <a:extLst>
              <a:ext uri="{FF2B5EF4-FFF2-40B4-BE49-F238E27FC236}">
                <a16:creationId xmlns:a16="http://schemas.microsoft.com/office/drawing/2014/main" id="{7E80641E-B994-4EF7-AFC7-E9117E2C6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1924050"/>
            <a:ext cx="182562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S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7" name="Rectangle 132">
            <a:extLst>
              <a:ext uri="{FF2B5EF4-FFF2-40B4-BE49-F238E27FC236}">
                <a16:creationId xmlns:a16="http://schemas.microsoft.com/office/drawing/2014/main" id="{60DC237E-26B7-41F0-8795-E06FEB7C1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2816225"/>
            <a:ext cx="119062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8" name="Rectangle 133">
            <a:extLst>
              <a:ext uri="{FF2B5EF4-FFF2-40B4-BE49-F238E27FC236}">
                <a16:creationId xmlns:a16="http://schemas.microsoft.com/office/drawing/2014/main" id="{1EBC2567-1361-4B6E-9761-C809BDE7B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2892425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19" name="Rectangle 134">
            <a:extLst>
              <a:ext uri="{FF2B5EF4-FFF2-40B4-BE49-F238E27FC236}">
                <a16:creationId xmlns:a16="http://schemas.microsoft.com/office/drawing/2014/main" id="{40031F60-823C-44B2-AA15-D02DB09C4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2" y="2816225"/>
            <a:ext cx="1190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0" name="Rectangle 135">
            <a:extLst>
              <a:ext uri="{FF2B5EF4-FFF2-40B4-BE49-F238E27FC236}">
                <a16:creationId xmlns:a16="http://schemas.microsoft.com/office/drawing/2014/main" id="{AB1DB0E5-3C45-4C38-BC58-23BEBBBED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892425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1" name="Rectangle 136">
            <a:extLst>
              <a:ext uri="{FF2B5EF4-FFF2-40B4-BE49-F238E27FC236}">
                <a16:creationId xmlns:a16="http://schemas.microsoft.com/office/drawing/2014/main" id="{8CBA60B3-7860-4BA7-9D83-E4843FC32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737" y="2816225"/>
            <a:ext cx="1190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2" name="Rectangle 137">
            <a:extLst>
              <a:ext uri="{FF2B5EF4-FFF2-40B4-BE49-F238E27FC236}">
                <a16:creationId xmlns:a16="http://schemas.microsoft.com/office/drawing/2014/main" id="{90A64974-5FC8-413A-A4BB-9A19155D7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5" y="2892425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3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3" name="Rectangle 138">
            <a:extLst>
              <a:ext uri="{FF2B5EF4-FFF2-40B4-BE49-F238E27FC236}">
                <a16:creationId xmlns:a16="http://schemas.microsoft.com/office/drawing/2014/main" id="{717323F8-DEAE-48C5-8CA5-B4D536DC9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2" y="2816225"/>
            <a:ext cx="1190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4" name="Rectangle 139">
            <a:extLst>
              <a:ext uri="{FF2B5EF4-FFF2-40B4-BE49-F238E27FC236}">
                <a16:creationId xmlns:a16="http://schemas.microsoft.com/office/drawing/2014/main" id="{1A770236-56FF-4E85-82CB-82ED18E59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2892425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4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5" name="Rectangle 140">
            <a:extLst>
              <a:ext uri="{FF2B5EF4-FFF2-40B4-BE49-F238E27FC236}">
                <a16:creationId xmlns:a16="http://schemas.microsoft.com/office/drawing/2014/main" id="{A09A08A2-9358-48EB-ADF8-41B75C640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5400" y="2816225"/>
            <a:ext cx="119062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6" name="Rectangle 141">
            <a:extLst>
              <a:ext uri="{FF2B5EF4-FFF2-40B4-BE49-F238E27FC236}">
                <a16:creationId xmlns:a16="http://schemas.microsoft.com/office/drawing/2014/main" id="{7298E4F6-735E-4415-A165-2867F7035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892425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5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7" name="Rectangle 142">
            <a:extLst>
              <a:ext uri="{FF2B5EF4-FFF2-40B4-BE49-F238E27FC236}">
                <a16:creationId xmlns:a16="http://schemas.microsoft.com/office/drawing/2014/main" id="{1DAF9A57-25FA-4478-A8DC-EF21C128C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816225"/>
            <a:ext cx="119062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8" name="Rectangle 143">
            <a:extLst>
              <a:ext uri="{FF2B5EF4-FFF2-40B4-BE49-F238E27FC236}">
                <a16:creationId xmlns:a16="http://schemas.microsoft.com/office/drawing/2014/main" id="{2FFE23C0-B4B8-4B1E-8B66-EBC002522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75" y="2892425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6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29" name="Rectangle 144">
            <a:extLst>
              <a:ext uri="{FF2B5EF4-FFF2-40B4-BE49-F238E27FC236}">
                <a16:creationId xmlns:a16="http://schemas.microsoft.com/office/drawing/2014/main" id="{6E462213-EB78-40BF-B49A-10B38F0CF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412" y="2816225"/>
            <a:ext cx="1190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30" name="Rectangle 145">
            <a:extLst>
              <a:ext uri="{FF2B5EF4-FFF2-40B4-BE49-F238E27FC236}">
                <a16:creationId xmlns:a16="http://schemas.microsoft.com/office/drawing/2014/main" id="{38648681-8E09-4786-B57D-F5220CBBB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212" y="2892425"/>
            <a:ext cx="1254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7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31" name="Rectangle 146">
            <a:extLst>
              <a:ext uri="{FF2B5EF4-FFF2-40B4-BE49-F238E27FC236}">
                <a16:creationId xmlns:a16="http://schemas.microsoft.com/office/drawing/2014/main" id="{4BFCB9CC-B96D-4FED-B91B-BCB6740F2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662" y="2816225"/>
            <a:ext cx="1190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32" name="Rectangle 147">
            <a:extLst>
              <a:ext uri="{FF2B5EF4-FFF2-40B4-BE49-F238E27FC236}">
                <a16:creationId xmlns:a16="http://schemas.microsoft.com/office/drawing/2014/main" id="{90EEAA74-66ED-4739-BA7B-483FCD52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050" y="2892425"/>
            <a:ext cx="1254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8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33" name="Rectangle 148">
            <a:extLst>
              <a:ext uri="{FF2B5EF4-FFF2-40B4-BE49-F238E27FC236}">
                <a16:creationId xmlns:a16="http://schemas.microsoft.com/office/drawing/2014/main" id="{9A9BB312-5A5D-4350-AA46-84570090C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7" y="2816225"/>
            <a:ext cx="1190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34" name="Rectangle 149">
            <a:extLst>
              <a:ext uri="{FF2B5EF4-FFF2-40B4-BE49-F238E27FC236}">
                <a16:creationId xmlns:a16="http://schemas.microsoft.com/office/drawing/2014/main" id="{BC9FD0CC-9EBC-4D58-B8C4-641772014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87" y="2892425"/>
            <a:ext cx="1254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9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35" name="Rectangle 150">
            <a:extLst>
              <a:ext uri="{FF2B5EF4-FFF2-40B4-BE49-F238E27FC236}">
                <a16:creationId xmlns:a16="http://schemas.microsoft.com/office/drawing/2014/main" id="{CE52163B-902D-4CDA-B7EE-2290C3B7D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762" y="2816225"/>
            <a:ext cx="1190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 i="1">
                <a:solidFill>
                  <a:srgbClr val="000000"/>
                </a:solidFill>
                <a:latin typeface="Times-Roman" charset="0"/>
              </a:rPr>
              <a:t>t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36" name="Freeform 151">
            <a:extLst>
              <a:ext uri="{FF2B5EF4-FFF2-40B4-BE49-F238E27FC236}">
                <a16:creationId xmlns:a16="http://schemas.microsoft.com/office/drawing/2014/main" id="{D448A514-3FA8-4033-A7BA-E6C722C73A0E}"/>
              </a:ext>
            </a:extLst>
          </p:cNvPr>
          <p:cNvSpPr>
            <a:spLocks/>
          </p:cNvSpPr>
          <p:nvPr/>
        </p:nvSpPr>
        <p:spPr bwMode="auto">
          <a:xfrm>
            <a:off x="1717675" y="3213100"/>
            <a:ext cx="5224462" cy="360362"/>
          </a:xfrm>
          <a:custGeom>
            <a:avLst/>
            <a:gdLst>
              <a:gd name="T0" fmla="*/ 2147483646 w 3291"/>
              <a:gd name="T1" fmla="*/ 2147483646 h 227"/>
              <a:gd name="T2" fmla="*/ 2147483646 w 3291"/>
              <a:gd name="T3" fmla="*/ 2147483646 h 227"/>
              <a:gd name="T4" fmla="*/ 2147483646 w 3291"/>
              <a:gd name="T5" fmla="*/ 0 h 227"/>
              <a:gd name="T6" fmla="*/ 2147483646 w 3291"/>
              <a:gd name="T7" fmla="*/ 0 h 227"/>
              <a:gd name="T8" fmla="*/ 2147483646 w 3291"/>
              <a:gd name="T9" fmla="*/ 2147483646 h 227"/>
              <a:gd name="T10" fmla="*/ 2147483646 w 3291"/>
              <a:gd name="T11" fmla="*/ 2147483646 h 227"/>
              <a:gd name="T12" fmla="*/ 2147483646 w 3291"/>
              <a:gd name="T13" fmla="*/ 0 h 227"/>
              <a:gd name="T14" fmla="*/ 2147483646 w 3291"/>
              <a:gd name="T15" fmla="*/ 0 h 227"/>
              <a:gd name="T16" fmla="*/ 2147483646 w 3291"/>
              <a:gd name="T17" fmla="*/ 2147483646 h 227"/>
              <a:gd name="T18" fmla="*/ 2147483646 w 3291"/>
              <a:gd name="T19" fmla="*/ 2147483646 h 227"/>
              <a:gd name="T20" fmla="*/ 2147483646 w 3291"/>
              <a:gd name="T21" fmla="*/ 0 h 227"/>
              <a:gd name="T22" fmla="*/ 0 w 3291"/>
              <a:gd name="T23" fmla="*/ 0 h 22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291"/>
              <a:gd name="T37" fmla="*/ 0 h 227"/>
              <a:gd name="T38" fmla="*/ 3291 w 3291"/>
              <a:gd name="T39" fmla="*/ 227 h 22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291" h="227">
                <a:moveTo>
                  <a:pt x="3291" y="227"/>
                </a:moveTo>
                <a:lnTo>
                  <a:pt x="2978" y="227"/>
                </a:lnTo>
                <a:lnTo>
                  <a:pt x="2978" y="0"/>
                </a:lnTo>
                <a:lnTo>
                  <a:pt x="2676" y="0"/>
                </a:lnTo>
                <a:lnTo>
                  <a:pt x="2676" y="227"/>
                </a:lnTo>
                <a:lnTo>
                  <a:pt x="1910" y="227"/>
                </a:lnTo>
                <a:lnTo>
                  <a:pt x="1910" y="0"/>
                </a:lnTo>
                <a:lnTo>
                  <a:pt x="1144" y="0"/>
                </a:lnTo>
                <a:lnTo>
                  <a:pt x="1144" y="227"/>
                </a:lnTo>
                <a:lnTo>
                  <a:pt x="378" y="227"/>
                </a:lnTo>
                <a:lnTo>
                  <a:pt x="378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37" name="Freeform 152">
            <a:extLst>
              <a:ext uri="{FF2B5EF4-FFF2-40B4-BE49-F238E27FC236}">
                <a16:creationId xmlns:a16="http://schemas.microsoft.com/office/drawing/2014/main" id="{10B9EE20-49CF-45E0-85DF-2529CDF325BB}"/>
              </a:ext>
            </a:extLst>
          </p:cNvPr>
          <p:cNvSpPr>
            <a:spLocks/>
          </p:cNvSpPr>
          <p:nvPr/>
        </p:nvSpPr>
        <p:spPr bwMode="auto">
          <a:xfrm>
            <a:off x="1717675" y="3949700"/>
            <a:ext cx="5224462" cy="360362"/>
          </a:xfrm>
          <a:custGeom>
            <a:avLst/>
            <a:gdLst>
              <a:gd name="T0" fmla="*/ 2147483646 w 3291"/>
              <a:gd name="T1" fmla="*/ 2147483646 h 227"/>
              <a:gd name="T2" fmla="*/ 2147483646 w 3291"/>
              <a:gd name="T3" fmla="*/ 2147483646 h 227"/>
              <a:gd name="T4" fmla="*/ 2147483646 w 3291"/>
              <a:gd name="T5" fmla="*/ 0 h 227"/>
              <a:gd name="T6" fmla="*/ 2147483646 w 3291"/>
              <a:gd name="T7" fmla="*/ 0 h 227"/>
              <a:gd name="T8" fmla="*/ 2147483646 w 3291"/>
              <a:gd name="T9" fmla="*/ 2147483646 h 227"/>
              <a:gd name="T10" fmla="*/ 2147483646 w 3291"/>
              <a:gd name="T11" fmla="*/ 2147483646 h 227"/>
              <a:gd name="T12" fmla="*/ 2147483646 w 3291"/>
              <a:gd name="T13" fmla="*/ 0 h 227"/>
              <a:gd name="T14" fmla="*/ 2147483646 w 3291"/>
              <a:gd name="T15" fmla="*/ 0 h 227"/>
              <a:gd name="T16" fmla="*/ 2147483646 w 3291"/>
              <a:gd name="T17" fmla="*/ 2147483646 h 227"/>
              <a:gd name="T18" fmla="*/ 2147483646 w 3291"/>
              <a:gd name="T19" fmla="*/ 2147483646 h 227"/>
              <a:gd name="T20" fmla="*/ 2147483646 w 3291"/>
              <a:gd name="T21" fmla="*/ 0 h 227"/>
              <a:gd name="T22" fmla="*/ 2147483646 w 3291"/>
              <a:gd name="T23" fmla="*/ 0 h 227"/>
              <a:gd name="T24" fmla="*/ 2147483646 w 3291"/>
              <a:gd name="T25" fmla="*/ 2147483646 h 227"/>
              <a:gd name="T26" fmla="*/ 0 w 3291"/>
              <a:gd name="T27" fmla="*/ 2147483646 h 22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291"/>
              <a:gd name="T43" fmla="*/ 0 h 227"/>
              <a:gd name="T44" fmla="*/ 3291 w 3291"/>
              <a:gd name="T45" fmla="*/ 227 h 227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291" h="227">
                <a:moveTo>
                  <a:pt x="3291" y="227"/>
                </a:moveTo>
                <a:lnTo>
                  <a:pt x="2978" y="227"/>
                </a:lnTo>
                <a:lnTo>
                  <a:pt x="2978" y="0"/>
                </a:lnTo>
                <a:lnTo>
                  <a:pt x="2374" y="0"/>
                </a:lnTo>
                <a:lnTo>
                  <a:pt x="2374" y="227"/>
                </a:lnTo>
                <a:lnTo>
                  <a:pt x="1683" y="227"/>
                </a:lnTo>
                <a:lnTo>
                  <a:pt x="1683" y="0"/>
                </a:lnTo>
                <a:lnTo>
                  <a:pt x="1370" y="0"/>
                </a:lnTo>
                <a:lnTo>
                  <a:pt x="1370" y="227"/>
                </a:lnTo>
                <a:lnTo>
                  <a:pt x="917" y="227"/>
                </a:lnTo>
                <a:lnTo>
                  <a:pt x="917" y="0"/>
                </a:lnTo>
                <a:lnTo>
                  <a:pt x="615" y="0"/>
                </a:lnTo>
                <a:lnTo>
                  <a:pt x="615" y="227"/>
                </a:lnTo>
                <a:lnTo>
                  <a:pt x="0" y="227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38" name="Freeform 153">
            <a:extLst>
              <a:ext uri="{FF2B5EF4-FFF2-40B4-BE49-F238E27FC236}">
                <a16:creationId xmlns:a16="http://schemas.microsoft.com/office/drawing/2014/main" id="{0FA02216-8ECE-4570-9A02-ED1ABA5C9B8D}"/>
              </a:ext>
            </a:extLst>
          </p:cNvPr>
          <p:cNvSpPr>
            <a:spLocks/>
          </p:cNvSpPr>
          <p:nvPr/>
        </p:nvSpPr>
        <p:spPr bwMode="auto">
          <a:xfrm>
            <a:off x="1717675" y="4670425"/>
            <a:ext cx="4727575" cy="360362"/>
          </a:xfrm>
          <a:custGeom>
            <a:avLst/>
            <a:gdLst>
              <a:gd name="T0" fmla="*/ 2147483646 w 2978"/>
              <a:gd name="T1" fmla="*/ 2147483646 h 227"/>
              <a:gd name="T2" fmla="*/ 2147483646 w 2978"/>
              <a:gd name="T3" fmla="*/ 2147483646 h 227"/>
              <a:gd name="T4" fmla="*/ 2147483646 w 2978"/>
              <a:gd name="T5" fmla="*/ 0 h 227"/>
              <a:gd name="T6" fmla="*/ 2147483646 w 2978"/>
              <a:gd name="T7" fmla="*/ 0 h 227"/>
              <a:gd name="T8" fmla="*/ 2147483646 w 2978"/>
              <a:gd name="T9" fmla="*/ 2147483646 h 227"/>
              <a:gd name="T10" fmla="*/ 2147483646 w 2978"/>
              <a:gd name="T11" fmla="*/ 2147483646 h 227"/>
              <a:gd name="T12" fmla="*/ 2147483646 w 2978"/>
              <a:gd name="T13" fmla="*/ 0 h 227"/>
              <a:gd name="T14" fmla="*/ 2147483646 w 2978"/>
              <a:gd name="T15" fmla="*/ 0 h 227"/>
              <a:gd name="T16" fmla="*/ 2147483646 w 2978"/>
              <a:gd name="T17" fmla="*/ 2147483646 h 227"/>
              <a:gd name="T18" fmla="*/ 0 w 2978"/>
              <a:gd name="T19" fmla="*/ 2147483646 h 22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978"/>
              <a:gd name="T31" fmla="*/ 0 h 227"/>
              <a:gd name="T32" fmla="*/ 2978 w 2978"/>
              <a:gd name="T33" fmla="*/ 227 h 22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978" h="227">
                <a:moveTo>
                  <a:pt x="2978" y="227"/>
                </a:moveTo>
                <a:lnTo>
                  <a:pt x="2676" y="227"/>
                </a:lnTo>
                <a:lnTo>
                  <a:pt x="2676" y="0"/>
                </a:lnTo>
                <a:lnTo>
                  <a:pt x="2374" y="0"/>
                </a:lnTo>
                <a:lnTo>
                  <a:pt x="2374" y="227"/>
                </a:lnTo>
                <a:lnTo>
                  <a:pt x="1144" y="227"/>
                </a:lnTo>
                <a:lnTo>
                  <a:pt x="1144" y="0"/>
                </a:lnTo>
                <a:lnTo>
                  <a:pt x="615" y="0"/>
                </a:lnTo>
                <a:lnTo>
                  <a:pt x="615" y="227"/>
                </a:lnTo>
                <a:lnTo>
                  <a:pt x="0" y="227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39" name="Freeform 154">
            <a:extLst>
              <a:ext uri="{FF2B5EF4-FFF2-40B4-BE49-F238E27FC236}">
                <a16:creationId xmlns:a16="http://schemas.microsoft.com/office/drawing/2014/main" id="{BFC2B93B-540F-4E5F-99AE-806BA7AE0DA5}"/>
              </a:ext>
            </a:extLst>
          </p:cNvPr>
          <p:cNvSpPr>
            <a:spLocks/>
          </p:cNvSpPr>
          <p:nvPr/>
        </p:nvSpPr>
        <p:spPr bwMode="auto">
          <a:xfrm>
            <a:off x="1717675" y="5407025"/>
            <a:ext cx="4727575" cy="360362"/>
          </a:xfrm>
          <a:custGeom>
            <a:avLst/>
            <a:gdLst>
              <a:gd name="T0" fmla="*/ 2147483646 w 2978"/>
              <a:gd name="T1" fmla="*/ 2147483646 h 227"/>
              <a:gd name="T2" fmla="*/ 2147483646 w 2978"/>
              <a:gd name="T3" fmla="*/ 2147483646 h 227"/>
              <a:gd name="T4" fmla="*/ 2147483646 w 2978"/>
              <a:gd name="T5" fmla="*/ 0 h 227"/>
              <a:gd name="T6" fmla="*/ 2147483646 w 2978"/>
              <a:gd name="T7" fmla="*/ 0 h 227"/>
              <a:gd name="T8" fmla="*/ 2147483646 w 2978"/>
              <a:gd name="T9" fmla="*/ 2147483646 h 227"/>
              <a:gd name="T10" fmla="*/ 2147483646 w 2978"/>
              <a:gd name="T11" fmla="*/ 2147483646 h 227"/>
              <a:gd name="T12" fmla="*/ 2147483646 w 2978"/>
              <a:gd name="T13" fmla="*/ 0 h 227"/>
              <a:gd name="T14" fmla="*/ 2147483646 w 2978"/>
              <a:gd name="T15" fmla="*/ 0 h 227"/>
              <a:gd name="T16" fmla="*/ 2147483646 w 2978"/>
              <a:gd name="T17" fmla="*/ 2147483646 h 227"/>
              <a:gd name="T18" fmla="*/ 2147483646 w 2978"/>
              <a:gd name="T19" fmla="*/ 2147483646 h 227"/>
              <a:gd name="T20" fmla="*/ 2147483646 w 2978"/>
              <a:gd name="T21" fmla="*/ 0 h 227"/>
              <a:gd name="T22" fmla="*/ 0 w 2978"/>
              <a:gd name="T23" fmla="*/ 0 h 22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978"/>
              <a:gd name="T37" fmla="*/ 0 h 227"/>
              <a:gd name="T38" fmla="*/ 2978 w 2978"/>
              <a:gd name="T39" fmla="*/ 227 h 22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978" h="227">
                <a:moveTo>
                  <a:pt x="2978" y="227"/>
                </a:moveTo>
                <a:lnTo>
                  <a:pt x="2374" y="227"/>
                </a:lnTo>
                <a:lnTo>
                  <a:pt x="2374" y="0"/>
                </a:lnTo>
                <a:lnTo>
                  <a:pt x="1683" y="0"/>
                </a:lnTo>
                <a:lnTo>
                  <a:pt x="1683" y="227"/>
                </a:lnTo>
                <a:lnTo>
                  <a:pt x="1370" y="227"/>
                </a:lnTo>
                <a:lnTo>
                  <a:pt x="1370" y="0"/>
                </a:lnTo>
                <a:lnTo>
                  <a:pt x="1144" y="0"/>
                </a:lnTo>
                <a:lnTo>
                  <a:pt x="1144" y="227"/>
                </a:lnTo>
                <a:lnTo>
                  <a:pt x="615" y="227"/>
                </a:lnTo>
                <a:lnTo>
                  <a:pt x="615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40" name="Rectangle 155">
            <a:extLst>
              <a:ext uri="{FF2B5EF4-FFF2-40B4-BE49-F238E27FC236}">
                <a16:creationId xmlns:a16="http://schemas.microsoft.com/office/drawing/2014/main" id="{15C0B67D-FC8D-4C0F-8B57-B6F02FAA5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2" y="2892425"/>
            <a:ext cx="1952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41" name="Freeform 156">
            <a:extLst>
              <a:ext uri="{FF2B5EF4-FFF2-40B4-BE49-F238E27FC236}">
                <a16:creationId xmlns:a16="http://schemas.microsoft.com/office/drawing/2014/main" id="{5BF16983-3034-46D9-946F-019EFFFB09C0}"/>
              </a:ext>
            </a:extLst>
          </p:cNvPr>
          <p:cNvSpPr>
            <a:spLocks/>
          </p:cNvSpPr>
          <p:nvPr/>
        </p:nvSpPr>
        <p:spPr bwMode="auto">
          <a:xfrm>
            <a:off x="2592387" y="5459412"/>
            <a:ext cx="84138" cy="103188"/>
          </a:xfrm>
          <a:custGeom>
            <a:avLst/>
            <a:gdLst>
              <a:gd name="T0" fmla="*/ 0 w 53"/>
              <a:gd name="T1" fmla="*/ 2147483646 h 65"/>
              <a:gd name="T2" fmla="*/ 2147483646 w 53"/>
              <a:gd name="T3" fmla="*/ 2147483646 h 65"/>
              <a:gd name="T4" fmla="*/ 2147483646 w 53"/>
              <a:gd name="T5" fmla="*/ 0 h 65"/>
              <a:gd name="T6" fmla="*/ 2147483646 w 53"/>
              <a:gd name="T7" fmla="*/ 2147483646 h 65"/>
              <a:gd name="T8" fmla="*/ 0 w 53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65"/>
              <a:gd name="T17" fmla="*/ 53 w 53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65">
                <a:moveTo>
                  <a:pt x="0" y="21"/>
                </a:moveTo>
                <a:lnTo>
                  <a:pt x="53" y="65"/>
                </a:lnTo>
                <a:lnTo>
                  <a:pt x="21" y="0"/>
                </a:lnTo>
                <a:lnTo>
                  <a:pt x="10" y="11"/>
                </a:lnTo>
                <a:lnTo>
                  <a:pt x="0" y="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142" name="Freeform 157">
            <a:extLst>
              <a:ext uri="{FF2B5EF4-FFF2-40B4-BE49-F238E27FC236}">
                <a16:creationId xmlns:a16="http://schemas.microsoft.com/office/drawing/2014/main" id="{DBD2D181-67EC-42D9-8C99-64237746706A}"/>
              </a:ext>
            </a:extLst>
          </p:cNvPr>
          <p:cNvSpPr>
            <a:spLocks/>
          </p:cNvSpPr>
          <p:nvPr/>
        </p:nvSpPr>
        <p:spPr bwMode="auto">
          <a:xfrm>
            <a:off x="2201862" y="4125912"/>
            <a:ext cx="727075" cy="1349375"/>
          </a:xfrm>
          <a:custGeom>
            <a:avLst/>
            <a:gdLst>
              <a:gd name="T0" fmla="*/ 2147483646 w 849"/>
              <a:gd name="T1" fmla="*/ 0 h 1574"/>
              <a:gd name="T2" fmla="*/ 2147483646 w 849"/>
              <a:gd name="T3" fmla="*/ 2147483646 h 1574"/>
              <a:gd name="T4" fmla="*/ 2147483646 w 849"/>
              <a:gd name="T5" fmla="*/ 2147483646 h 1574"/>
              <a:gd name="T6" fmla="*/ 0 60000 65536"/>
              <a:gd name="T7" fmla="*/ 0 60000 65536"/>
              <a:gd name="T8" fmla="*/ 0 60000 65536"/>
              <a:gd name="T9" fmla="*/ 0 w 849"/>
              <a:gd name="T10" fmla="*/ 0 h 1574"/>
              <a:gd name="T11" fmla="*/ 849 w 849"/>
              <a:gd name="T12" fmla="*/ 1574 h 15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9" h="1574">
                <a:moveTo>
                  <a:pt x="566" y="0"/>
                </a:moveTo>
                <a:cubicBezTo>
                  <a:pt x="849" y="212"/>
                  <a:pt x="849" y="212"/>
                  <a:pt x="424" y="567"/>
                </a:cubicBezTo>
                <a:cubicBezTo>
                  <a:pt x="23" y="901"/>
                  <a:pt x="0" y="921"/>
                  <a:pt x="474" y="1574"/>
                </a:cubicBez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43" name="Freeform 158">
            <a:extLst>
              <a:ext uri="{FF2B5EF4-FFF2-40B4-BE49-F238E27FC236}">
                <a16:creationId xmlns:a16="http://schemas.microsoft.com/office/drawing/2014/main" id="{5ACCF6E7-6358-43C5-85D2-1DE5AC60B5A3}"/>
              </a:ext>
            </a:extLst>
          </p:cNvPr>
          <p:cNvSpPr>
            <a:spLocks/>
          </p:cNvSpPr>
          <p:nvPr/>
        </p:nvSpPr>
        <p:spPr bwMode="auto">
          <a:xfrm>
            <a:off x="3413125" y="4756150"/>
            <a:ext cx="103187" cy="85725"/>
          </a:xfrm>
          <a:custGeom>
            <a:avLst/>
            <a:gdLst>
              <a:gd name="T0" fmla="*/ 0 w 65"/>
              <a:gd name="T1" fmla="*/ 2147483646 h 54"/>
              <a:gd name="T2" fmla="*/ 2147483646 w 65"/>
              <a:gd name="T3" fmla="*/ 2147483646 h 54"/>
              <a:gd name="T4" fmla="*/ 2147483646 w 65"/>
              <a:gd name="T5" fmla="*/ 0 h 54"/>
              <a:gd name="T6" fmla="*/ 2147483646 w 65"/>
              <a:gd name="T7" fmla="*/ 2147483646 h 54"/>
              <a:gd name="T8" fmla="*/ 0 w 65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"/>
              <a:gd name="T16" fmla="*/ 0 h 54"/>
              <a:gd name="T17" fmla="*/ 65 w 65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" h="54">
                <a:moveTo>
                  <a:pt x="0" y="22"/>
                </a:moveTo>
                <a:lnTo>
                  <a:pt x="65" y="54"/>
                </a:lnTo>
                <a:lnTo>
                  <a:pt x="22" y="0"/>
                </a:lnTo>
                <a:lnTo>
                  <a:pt x="11" y="11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144" name="Freeform 159">
            <a:extLst>
              <a:ext uri="{FF2B5EF4-FFF2-40B4-BE49-F238E27FC236}">
                <a16:creationId xmlns:a16="http://schemas.microsoft.com/office/drawing/2014/main" id="{6A9F654B-C805-434D-AFBD-96C5338DF7EC}"/>
              </a:ext>
            </a:extLst>
          </p:cNvPr>
          <p:cNvSpPr>
            <a:spLocks/>
          </p:cNvSpPr>
          <p:nvPr/>
        </p:nvSpPr>
        <p:spPr bwMode="auto">
          <a:xfrm>
            <a:off x="3292475" y="3397250"/>
            <a:ext cx="485775" cy="1374775"/>
          </a:xfrm>
          <a:custGeom>
            <a:avLst/>
            <a:gdLst>
              <a:gd name="T0" fmla="*/ 2147483646 w 567"/>
              <a:gd name="T1" fmla="*/ 0 h 1604"/>
              <a:gd name="T2" fmla="*/ 2147483646 w 567"/>
              <a:gd name="T3" fmla="*/ 2147483646 h 1604"/>
              <a:gd name="T4" fmla="*/ 2147483646 w 567"/>
              <a:gd name="T5" fmla="*/ 2147483646 h 1604"/>
              <a:gd name="T6" fmla="*/ 0 60000 65536"/>
              <a:gd name="T7" fmla="*/ 0 60000 65536"/>
              <a:gd name="T8" fmla="*/ 0 60000 65536"/>
              <a:gd name="T9" fmla="*/ 0 w 567"/>
              <a:gd name="T10" fmla="*/ 0 h 1604"/>
              <a:gd name="T11" fmla="*/ 567 w 567"/>
              <a:gd name="T12" fmla="*/ 1604 h 16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7" h="1604">
                <a:moveTo>
                  <a:pt x="283" y="0"/>
                </a:moveTo>
                <a:cubicBezTo>
                  <a:pt x="567" y="213"/>
                  <a:pt x="567" y="213"/>
                  <a:pt x="283" y="851"/>
                </a:cubicBezTo>
                <a:cubicBezTo>
                  <a:pt x="50" y="1376"/>
                  <a:pt x="0" y="1479"/>
                  <a:pt x="160" y="1604"/>
                </a:cubicBez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45" name="Freeform 160">
            <a:extLst>
              <a:ext uri="{FF2B5EF4-FFF2-40B4-BE49-F238E27FC236}">
                <a16:creationId xmlns:a16="http://schemas.microsoft.com/office/drawing/2014/main" id="{E5264631-5C06-4D57-B597-C76E5E2BAA13}"/>
              </a:ext>
            </a:extLst>
          </p:cNvPr>
          <p:cNvSpPr>
            <a:spLocks/>
          </p:cNvSpPr>
          <p:nvPr/>
        </p:nvSpPr>
        <p:spPr bwMode="auto">
          <a:xfrm>
            <a:off x="2574925" y="4876800"/>
            <a:ext cx="101600" cy="85725"/>
          </a:xfrm>
          <a:custGeom>
            <a:avLst/>
            <a:gdLst>
              <a:gd name="T0" fmla="*/ 2147483646 w 64"/>
              <a:gd name="T1" fmla="*/ 2147483646 h 54"/>
              <a:gd name="T2" fmla="*/ 2147483646 w 64"/>
              <a:gd name="T3" fmla="*/ 0 h 54"/>
              <a:gd name="T4" fmla="*/ 0 w 64"/>
              <a:gd name="T5" fmla="*/ 2147483646 h 54"/>
              <a:gd name="T6" fmla="*/ 2147483646 w 64"/>
              <a:gd name="T7" fmla="*/ 2147483646 h 54"/>
              <a:gd name="T8" fmla="*/ 2147483646 w 64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4"/>
              <a:gd name="T17" fmla="*/ 64 w 64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4">
                <a:moveTo>
                  <a:pt x="21" y="54"/>
                </a:moveTo>
                <a:lnTo>
                  <a:pt x="64" y="0"/>
                </a:lnTo>
                <a:lnTo>
                  <a:pt x="0" y="32"/>
                </a:lnTo>
                <a:lnTo>
                  <a:pt x="11" y="43"/>
                </a:lnTo>
                <a:lnTo>
                  <a:pt x="21" y="5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146" name="Freeform 161">
            <a:extLst>
              <a:ext uri="{FF2B5EF4-FFF2-40B4-BE49-F238E27FC236}">
                <a16:creationId xmlns:a16="http://schemas.microsoft.com/office/drawing/2014/main" id="{8CB643EC-EF2E-4775-90F3-350AECB5FAFB}"/>
              </a:ext>
            </a:extLst>
          </p:cNvPr>
          <p:cNvSpPr>
            <a:spLocks/>
          </p:cNvSpPr>
          <p:nvPr/>
        </p:nvSpPr>
        <p:spPr bwMode="auto">
          <a:xfrm>
            <a:off x="2506662" y="4951412"/>
            <a:ext cx="361950" cy="633413"/>
          </a:xfrm>
          <a:custGeom>
            <a:avLst/>
            <a:gdLst>
              <a:gd name="T0" fmla="*/ 2147483646 w 422"/>
              <a:gd name="T1" fmla="*/ 2147483646 h 738"/>
              <a:gd name="T2" fmla="*/ 2147483646 w 422"/>
              <a:gd name="T3" fmla="*/ 2147483646 h 738"/>
              <a:gd name="T4" fmla="*/ 2147483646 w 422"/>
              <a:gd name="T5" fmla="*/ 0 h 738"/>
              <a:gd name="T6" fmla="*/ 0 60000 65536"/>
              <a:gd name="T7" fmla="*/ 0 60000 65536"/>
              <a:gd name="T8" fmla="*/ 0 60000 65536"/>
              <a:gd name="T9" fmla="*/ 0 w 422"/>
              <a:gd name="T10" fmla="*/ 0 h 738"/>
              <a:gd name="T11" fmla="*/ 422 w 422"/>
              <a:gd name="T12" fmla="*/ 738 h 7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2" h="738">
                <a:moveTo>
                  <a:pt x="209" y="738"/>
                </a:moveTo>
                <a:cubicBezTo>
                  <a:pt x="422" y="525"/>
                  <a:pt x="422" y="525"/>
                  <a:pt x="209" y="312"/>
                </a:cubicBezTo>
                <a:cubicBezTo>
                  <a:pt x="43" y="146"/>
                  <a:pt x="0" y="104"/>
                  <a:pt x="101" y="0"/>
                </a:cubicBez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47" name="Freeform 162">
            <a:extLst>
              <a:ext uri="{FF2B5EF4-FFF2-40B4-BE49-F238E27FC236}">
                <a16:creationId xmlns:a16="http://schemas.microsoft.com/office/drawing/2014/main" id="{F6A174A6-8D74-46DD-9B82-E07779DD13FA}"/>
              </a:ext>
            </a:extLst>
          </p:cNvPr>
          <p:cNvSpPr>
            <a:spLocks/>
          </p:cNvSpPr>
          <p:nvPr/>
        </p:nvSpPr>
        <p:spPr bwMode="auto">
          <a:xfrm>
            <a:off x="3430587" y="5476875"/>
            <a:ext cx="85725" cy="85725"/>
          </a:xfrm>
          <a:custGeom>
            <a:avLst/>
            <a:gdLst>
              <a:gd name="T0" fmla="*/ 0 w 54"/>
              <a:gd name="T1" fmla="*/ 2147483646 h 54"/>
              <a:gd name="T2" fmla="*/ 2147483646 w 54"/>
              <a:gd name="T3" fmla="*/ 2147483646 h 54"/>
              <a:gd name="T4" fmla="*/ 2147483646 w 54"/>
              <a:gd name="T5" fmla="*/ 0 h 54"/>
              <a:gd name="T6" fmla="*/ 2147483646 w 54"/>
              <a:gd name="T7" fmla="*/ 2147483646 h 54"/>
              <a:gd name="T8" fmla="*/ 0 w 54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4"/>
              <a:gd name="T16" fmla="*/ 0 h 54"/>
              <a:gd name="T17" fmla="*/ 54 w 54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4" h="54">
                <a:moveTo>
                  <a:pt x="0" y="21"/>
                </a:moveTo>
                <a:lnTo>
                  <a:pt x="54" y="54"/>
                </a:lnTo>
                <a:lnTo>
                  <a:pt x="22" y="0"/>
                </a:lnTo>
                <a:lnTo>
                  <a:pt x="11" y="10"/>
                </a:lnTo>
                <a:lnTo>
                  <a:pt x="0" y="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148" name="Freeform 163">
            <a:extLst>
              <a:ext uri="{FF2B5EF4-FFF2-40B4-BE49-F238E27FC236}">
                <a16:creationId xmlns:a16="http://schemas.microsoft.com/office/drawing/2014/main" id="{3CAD35A1-87E2-4072-98E1-24FCA88506C9}"/>
              </a:ext>
            </a:extLst>
          </p:cNvPr>
          <p:cNvSpPr>
            <a:spLocks/>
          </p:cNvSpPr>
          <p:nvPr/>
        </p:nvSpPr>
        <p:spPr bwMode="auto">
          <a:xfrm>
            <a:off x="3355975" y="4854575"/>
            <a:ext cx="361950" cy="633412"/>
          </a:xfrm>
          <a:custGeom>
            <a:avLst/>
            <a:gdLst>
              <a:gd name="T0" fmla="*/ 2147483646 w 422"/>
              <a:gd name="T1" fmla="*/ 0 h 738"/>
              <a:gd name="T2" fmla="*/ 2147483646 w 422"/>
              <a:gd name="T3" fmla="*/ 2147483646 h 738"/>
              <a:gd name="T4" fmla="*/ 2147483646 w 422"/>
              <a:gd name="T5" fmla="*/ 2147483646 h 738"/>
              <a:gd name="T6" fmla="*/ 0 60000 65536"/>
              <a:gd name="T7" fmla="*/ 0 60000 65536"/>
              <a:gd name="T8" fmla="*/ 0 60000 65536"/>
              <a:gd name="T9" fmla="*/ 0 w 422"/>
              <a:gd name="T10" fmla="*/ 0 h 738"/>
              <a:gd name="T11" fmla="*/ 422 w 422"/>
              <a:gd name="T12" fmla="*/ 738 h 7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2" h="738">
                <a:moveTo>
                  <a:pt x="209" y="0"/>
                </a:moveTo>
                <a:cubicBezTo>
                  <a:pt x="422" y="213"/>
                  <a:pt x="422" y="213"/>
                  <a:pt x="209" y="425"/>
                </a:cubicBezTo>
                <a:cubicBezTo>
                  <a:pt x="43" y="592"/>
                  <a:pt x="0" y="634"/>
                  <a:pt x="101" y="738"/>
                </a:cubicBez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49" name="Freeform 164">
            <a:extLst>
              <a:ext uri="{FF2B5EF4-FFF2-40B4-BE49-F238E27FC236}">
                <a16:creationId xmlns:a16="http://schemas.microsoft.com/office/drawing/2014/main" id="{113D1409-1806-4BC8-A3DE-8BFC6E42C3C0}"/>
              </a:ext>
            </a:extLst>
          </p:cNvPr>
          <p:cNvSpPr>
            <a:spLocks/>
          </p:cNvSpPr>
          <p:nvPr/>
        </p:nvSpPr>
        <p:spPr bwMode="auto">
          <a:xfrm>
            <a:off x="3790950" y="5492750"/>
            <a:ext cx="85725" cy="69850"/>
          </a:xfrm>
          <a:custGeom>
            <a:avLst/>
            <a:gdLst>
              <a:gd name="T0" fmla="*/ 0 w 54"/>
              <a:gd name="T1" fmla="*/ 2147483646 h 44"/>
              <a:gd name="T2" fmla="*/ 2147483646 w 54"/>
              <a:gd name="T3" fmla="*/ 2147483646 h 44"/>
              <a:gd name="T4" fmla="*/ 2147483646 w 54"/>
              <a:gd name="T5" fmla="*/ 0 h 44"/>
              <a:gd name="T6" fmla="*/ 0 w 54"/>
              <a:gd name="T7" fmla="*/ 2147483646 h 44"/>
              <a:gd name="T8" fmla="*/ 0 w 54"/>
              <a:gd name="T9" fmla="*/ 2147483646 h 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4"/>
              <a:gd name="T16" fmla="*/ 0 h 44"/>
              <a:gd name="T17" fmla="*/ 54 w 54"/>
              <a:gd name="T18" fmla="*/ 44 h 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4" h="44">
                <a:moveTo>
                  <a:pt x="0" y="22"/>
                </a:moveTo>
                <a:lnTo>
                  <a:pt x="54" y="44"/>
                </a:lnTo>
                <a:lnTo>
                  <a:pt x="11" y="0"/>
                </a:lnTo>
                <a:lnTo>
                  <a:pt x="0" y="11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150" name="Freeform 165">
            <a:extLst>
              <a:ext uri="{FF2B5EF4-FFF2-40B4-BE49-F238E27FC236}">
                <a16:creationId xmlns:a16="http://schemas.microsoft.com/office/drawing/2014/main" id="{3ABDB0FE-2A34-40E8-953F-8F736BFF7DB0}"/>
              </a:ext>
            </a:extLst>
          </p:cNvPr>
          <p:cNvSpPr>
            <a:spLocks/>
          </p:cNvSpPr>
          <p:nvPr/>
        </p:nvSpPr>
        <p:spPr bwMode="auto">
          <a:xfrm>
            <a:off x="3657600" y="4125912"/>
            <a:ext cx="484187" cy="1374775"/>
          </a:xfrm>
          <a:custGeom>
            <a:avLst/>
            <a:gdLst>
              <a:gd name="T0" fmla="*/ 2147483646 w 566"/>
              <a:gd name="T1" fmla="*/ 0 h 1604"/>
              <a:gd name="T2" fmla="*/ 2147483646 w 566"/>
              <a:gd name="T3" fmla="*/ 2147483646 h 1604"/>
              <a:gd name="T4" fmla="*/ 2147483646 w 566"/>
              <a:gd name="T5" fmla="*/ 2147483646 h 1604"/>
              <a:gd name="T6" fmla="*/ 0 60000 65536"/>
              <a:gd name="T7" fmla="*/ 0 60000 65536"/>
              <a:gd name="T8" fmla="*/ 0 60000 65536"/>
              <a:gd name="T9" fmla="*/ 0 w 566"/>
              <a:gd name="T10" fmla="*/ 0 h 1604"/>
              <a:gd name="T11" fmla="*/ 566 w 566"/>
              <a:gd name="T12" fmla="*/ 1604 h 16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6" h="1604">
                <a:moveTo>
                  <a:pt x="282" y="0"/>
                </a:moveTo>
                <a:cubicBezTo>
                  <a:pt x="566" y="212"/>
                  <a:pt x="566" y="212"/>
                  <a:pt x="282" y="850"/>
                </a:cubicBezTo>
                <a:cubicBezTo>
                  <a:pt x="49" y="1376"/>
                  <a:pt x="0" y="1478"/>
                  <a:pt x="159" y="1604"/>
                </a:cubicBez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1" name="Freeform 166">
            <a:extLst>
              <a:ext uri="{FF2B5EF4-FFF2-40B4-BE49-F238E27FC236}">
                <a16:creationId xmlns:a16="http://schemas.microsoft.com/office/drawing/2014/main" id="{0953CE5A-E30E-477E-9996-E659EE3836E1}"/>
              </a:ext>
            </a:extLst>
          </p:cNvPr>
          <p:cNvSpPr>
            <a:spLocks/>
          </p:cNvSpPr>
          <p:nvPr/>
        </p:nvSpPr>
        <p:spPr bwMode="auto">
          <a:xfrm>
            <a:off x="4270375" y="5492750"/>
            <a:ext cx="103187" cy="69850"/>
          </a:xfrm>
          <a:custGeom>
            <a:avLst/>
            <a:gdLst>
              <a:gd name="T0" fmla="*/ 0 w 65"/>
              <a:gd name="T1" fmla="*/ 2147483646 h 44"/>
              <a:gd name="T2" fmla="*/ 2147483646 w 65"/>
              <a:gd name="T3" fmla="*/ 2147483646 h 44"/>
              <a:gd name="T4" fmla="*/ 2147483646 w 65"/>
              <a:gd name="T5" fmla="*/ 0 h 44"/>
              <a:gd name="T6" fmla="*/ 2147483646 w 65"/>
              <a:gd name="T7" fmla="*/ 2147483646 h 44"/>
              <a:gd name="T8" fmla="*/ 0 w 65"/>
              <a:gd name="T9" fmla="*/ 2147483646 h 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"/>
              <a:gd name="T16" fmla="*/ 0 h 44"/>
              <a:gd name="T17" fmla="*/ 65 w 65"/>
              <a:gd name="T18" fmla="*/ 44 h 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" h="44">
                <a:moveTo>
                  <a:pt x="0" y="22"/>
                </a:moveTo>
                <a:lnTo>
                  <a:pt x="65" y="44"/>
                </a:lnTo>
                <a:lnTo>
                  <a:pt x="21" y="0"/>
                </a:lnTo>
                <a:lnTo>
                  <a:pt x="11" y="11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152" name="Freeform 167">
            <a:extLst>
              <a:ext uri="{FF2B5EF4-FFF2-40B4-BE49-F238E27FC236}">
                <a16:creationId xmlns:a16="http://schemas.microsoft.com/office/drawing/2014/main" id="{4BD1BF92-0122-4E95-AAD9-69FA3C3FD7E3}"/>
              </a:ext>
            </a:extLst>
          </p:cNvPr>
          <p:cNvSpPr>
            <a:spLocks/>
          </p:cNvSpPr>
          <p:nvPr/>
        </p:nvSpPr>
        <p:spPr bwMode="auto">
          <a:xfrm>
            <a:off x="4141787" y="4125912"/>
            <a:ext cx="485775" cy="1374775"/>
          </a:xfrm>
          <a:custGeom>
            <a:avLst/>
            <a:gdLst>
              <a:gd name="T0" fmla="*/ 2147483646 w 567"/>
              <a:gd name="T1" fmla="*/ 0 h 1604"/>
              <a:gd name="T2" fmla="*/ 2147483646 w 567"/>
              <a:gd name="T3" fmla="*/ 2147483646 h 1604"/>
              <a:gd name="T4" fmla="*/ 2147483646 w 567"/>
              <a:gd name="T5" fmla="*/ 2147483646 h 1604"/>
              <a:gd name="T6" fmla="*/ 0 60000 65536"/>
              <a:gd name="T7" fmla="*/ 0 60000 65536"/>
              <a:gd name="T8" fmla="*/ 0 60000 65536"/>
              <a:gd name="T9" fmla="*/ 0 w 567"/>
              <a:gd name="T10" fmla="*/ 0 h 1604"/>
              <a:gd name="T11" fmla="*/ 567 w 567"/>
              <a:gd name="T12" fmla="*/ 1604 h 16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7" h="1604">
                <a:moveTo>
                  <a:pt x="283" y="0"/>
                </a:moveTo>
                <a:cubicBezTo>
                  <a:pt x="567" y="212"/>
                  <a:pt x="567" y="212"/>
                  <a:pt x="283" y="850"/>
                </a:cubicBezTo>
                <a:cubicBezTo>
                  <a:pt x="50" y="1376"/>
                  <a:pt x="0" y="1478"/>
                  <a:pt x="160" y="1604"/>
                </a:cubicBez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3" name="Freeform 168">
            <a:extLst>
              <a:ext uri="{FF2B5EF4-FFF2-40B4-BE49-F238E27FC236}">
                <a16:creationId xmlns:a16="http://schemas.microsoft.com/office/drawing/2014/main" id="{1E9066E8-B647-470A-BBBF-EC13420C639F}"/>
              </a:ext>
            </a:extLst>
          </p:cNvPr>
          <p:cNvSpPr>
            <a:spLocks/>
          </p:cNvSpPr>
          <p:nvPr/>
        </p:nvSpPr>
        <p:spPr bwMode="auto">
          <a:xfrm>
            <a:off x="5365750" y="4876800"/>
            <a:ext cx="103187" cy="85725"/>
          </a:xfrm>
          <a:custGeom>
            <a:avLst/>
            <a:gdLst>
              <a:gd name="T0" fmla="*/ 2147483646 w 65"/>
              <a:gd name="T1" fmla="*/ 2147483646 h 54"/>
              <a:gd name="T2" fmla="*/ 2147483646 w 65"/>
              <a:gd name="T3" fmla="*/ 0 h 54"/>
              <a:gd name="T4" fmla="*/ 0 w 65"/>
              <a:gd name="T5" fmla="*/ 2147483646 h 54"/>
              <a:gd name="T6" fmla="*/ 2147483646 w 65"/>
              <a:gd name="T7" fmla="*/ 2147483646 h 54"/>
              <a:gd name="T8" fmla="*/ 2147483646 w 65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"/>
              <a:gd name="T16" fmla="*/ 0 h 54"/>
              <a:gd name="T17" fmla="*/ 65 w 65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" h="54">
                <a:moveTo>
                  <a:pt x="22" y="54"/>
                </a:moveTo>
                <a:lnTo>
                  <a:pt x="65" y="0"/>
                </a:lnTo>
                <a:lnTo>
                  <a:pt x="0" y="32"/>
                </a:lnTo>
                <a:lnTo>
                  <a:pt x="11" y="43"/>
                </a:lnTo>
                <a:lnTo>
                  <a:pt x="22" y="5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154" name="Freeform 169">
            <a:extLst>
              <a:ext uri="{FF2B5EF4-FFF2-40B4-BE49-F238E27FC236}">
                <a16:creationId xmlns:a16="http://schemas.microsoft.com/office/drawing/2014/main" id="{4928CA13-F32A-46EE-860A-813DC68F9384}"/>
              </a:ext>
            </a:extLst>
          </p:cNvPr>
          <p:cNvSpPr>
            <a:spLocks/>
          </p:cNvSpPr>
          <p:nvPr/>
        </p:nvSpPr>
        <p:spPr bwMode="auto">
          <a:xfrm>
            <a:off x="5299075" y="4951412"/>
            <a:ext cx="360362" cy="633413"/>
          </a:xfrm>
          <a:custGeom>
            <a:avLst/>
            <a:gdLst>
              <a:gd name="T0" fmla="*/ 2147483646 w 421"/>
              <a:gd name="T1" fmla="*/ 2147483646 h 738"/>
              <a:gd name="T2" fmla="*/ 2147483646 w 421"/>
              <a:gd name="T3" fmla="*/ 2147483646 h 738"/>
              <a:gd name="T4" fmla="*/ 2147483646 w 421"/>
              <a:gd name="T5" fmla="*/ 0 h 738"/>
              <a:gd name="T6" fmla="*/ 0 60000 65536"/>
              <a:gd name="T7" fmla="*/ 0 60000 65536"/>
              <a:gd name="T8" fmla="*/ 0 60000 65536"/>
              <a:gd name="T9" fmla="*/ 0 w 421"/>
              <a:gd name="T10" fmla="*/ 0 h 738"/>
              <a:gd name="T11" fmla="*/ 421 w 421"/>
              <a:gd name="T12" fmla="*/ 738 h 7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1" h="738">
                <a:moveTo>
                  <a:pt x="209" y="738"/>
                </a:moveTo>
                <a:cubicBezTo>
                  <a:pt x="421" y="525"/>
                  <a:pt x="421" y="525"/>
                  <a:pt x="209" y="312"/>
                </a:cubicBezTo>
                <a:cubicBezTo>
                  <a:pt x="42" y="146"/>
                  <a:pt x="0" y="104"/>
                  <a:pt x="101" y="0"/>
                </a:cubicBez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5" name="Freeform 170">
            <a:extLst>
              <a:ext uri="{FF2B5EF4-FFF2-40B4-BE49-F238E27FC236}">
                <a16:creationId xmlns:a16="http://schemas.microsoft.com/office/drawing/2014/main" id="{0BAD2626-69CC-49E4-B1A2-8FCD549B280A}"/>
              </a:ext>
            </a:extLst>
          </p:cNvPr>
          <p:cNvSpPr>
            <a:spLocks/>
          </p:cNvSpPr>
          <p:nvPr/>
        </p:nvSpPr>
        <p:spPr bwMode="auto">
          <a:xfrm>
            <a:off x="5383212" y="5459412"/>
            <a:ext cx="85725" cy="103188"/>
          </a:xfrm>
          <a:custGeom>
            <a:avLst/>
            <a:gdLst>
              <a:gd name="T0" fmla="*/ 0 w 54"/>
              <a:gd name="T1" fmla="*/ 2147483646 h 65"/>
              <a:gd name="T2" fmla="*/ 2147483646 w 54"/>
              <a:gd name="T3" fmla="*/ 2147483646 h 65"/>
              <a:gd name="T4" fmla="*/ 2147483646 w 54"/>
              <a:gd name="T5" fmla="*/ 0 h 65"/>
              <a:gd name="T6" fmla="*/ 2147483646 w 54"/>
              <a:gd name="T7" fmla="*/ 2147483646 h 65"/>
              <a:gd name="T8" fmla="*/ 0 w 54"/>
              <a:gd name="T9" fmla="*/ 2147483646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4"/>
              <a:gd name="T16" fmla="*/ 0 h 65"/>
              <a:gd name="T17" fmla="*/ 54 w 5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4" h="65">
                <a:moveTo>
                  <a:pt x="0" y="21"/>
                </a:moveTo>
                <a:lnTo>
                  <a:pt x="54" y="65"/>
                </a:lnTo>
                <a:lnTo>
                  <a:pt x="22" y="0"/>
                </a:lnTo>
                <a:lnTo>
                  <a:pt x="11" y="11"/>
                </a:lnTo>
                <a:lnTo>
                  <a:pt x="0" y="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156" name="Freeform 171">
            <a:extLst>
              <a:ext uri="{FF2B5EF4-FFF2-40B4-BE49-F238E27FC236}">
                <a16:creationId xmlns:a16="http://schemas.microsoft.com/office/drawing/2014/main" id="{845B7076-4E8C-4A90-9D18-3B530BA1D9BB}"/>
              </a:ext>
            </a:extLst>
          </p:cNvPr>
          <p:cNvSpPr>
            <a:spLocks/>
          </p:cNvSpPr>
          <p:nvPr/>
        </p:nvSpPr>
        <p:spPr bwMode="auto">
          <a:xfrm>
            <a:off x="4992687" y="4125912"/>
            <a:ext cx="727075" cy="1349375"/>
          </a:xfrm>
          <a:custGeom>
            <a:avLst/>
            <a:gdLst>
              <a:gd name="T0" fmla="*/ 2147483646 w 850"/>
              <a:gd name="T1" fmla="*/ 0 h 1574"/>
              <a:gd name="T2" fmla="*/ 2147483646 w 850"/>
              <a:gd name="T3" fmla="*/ 2147483646 h 1574"/>
              <a:gd name="T4" fmla="*/ 2147483646 w 850"/>
              <a:gd name="T5" fmla="*/ 2147483646 h 1574"/>
              <a:gd name="T6" fmla="*/ 0 60000 65536"/>
              <a:gd name="T7" fmla="*/ 0 60000 65536"/>
              <a:gd name="T8" fmla="*/ 0 60000 65536"/>
              <a:gd name="T9" fmla="*/ 0 w 850"/>
              <a:gd name="T10" fmla="*/ 0 h 1574"/>
              <a:gd name="T11" fmla="*/ 850 w 850"/>
              <a:gd name="T12" fmla="*/ 1574 h 15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0" h="1574">
                <a:moveTo>
                  <a:pt x="567" y="0"/>
                </a:moveTo>
                <a:cubicBezTo>
                  <a:pt x="850" y="212"/>
                  <a:pt x="850" y="212"/>
                  <a:pt x="425" y="567"/>
                </a:cubicBezTo>
                <a:cubicBezTo>
                  <a:pt x="24" y="901"/>
                  <a:pt x="0" y="921"/>
                  <a:pt x="475" y="1574"/>
                </a:cubicBez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7" name="Freeform 172">
            <a:extLst>
              <a:ext uri="{FF2B5EF4-FFF2-40B4-BE49-F238E27FC236}">
                <a16:creationId xmlns:a16="http://schemas.microsoft.com/office/drawing/2014/main" id="{BE6FD7E2-CDC7-4B11-8817-41D2B298EBEB}"/>
              </a:ext>
            </a:extLst>
          </p:cNvPr>
          <p:cNvSpPr>
            <a:spLocks/>
          </p:cNvSpPr>
          <p:nvPr/>
        </p:nvSpPr>
        <p:spPr bwMode="auto">
          <a:xfrm>
            <a:off x="5845175" y="4756150"/>
            <a:ext cx="103187" cy="85725"/>
          </a:xfrm>
          <a:custGeom>
            <a:avLst/>
            <a:gdLst>
              <a:gd name="T0" fmla="*/ 0 w 65"/>
              <a:gd name="T1" fmla="*/ 2147483646 h 54"/>
              <a:gd name="T2" fmla="*/ 2147483646 w 65"/>
              <a:gd name="T3" fmla="*/ 2147483646 h 54"/>
              <a:gd name="T4" fmla="*/ 2147483646 w 65"/>
              <a:gd name="T5" fmla="*/ 0 h 54"/>
              <a:gd name="T6" fmla="*/ 2147483646 w 65"/>
              <a:gd name="T7" fmla="*/ 2147483646 h 54"/>
              <a:gd name="T8" fmla="*/ 0 w 65"/>
              <a:gd name="T9" fmla="*/ 2147483646 h 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"/>
              <a:gd name="T16" fmla="*/ 0 h 54"/>
              <a:gd name="T17" fmla="*/ 65 w 65"/>
              <a:gd name="T18" fmla="*/ 54 h 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" h="54">
                <a:moveTo>
                  <a:pt x="0" y="22"/>
                </a:moveTo>
                <a:lnTo>
                  <a:pt x="65" y="54"/>
                </a:lnTo>
                <a:lnTo>
                  <a:pt x="22" y="0"/>
                </a:lnTo>
                <a:lnTo>
                  <a:pt x="11" y="11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158" name="Freeform 173">
            <a:extLst>
              <a:ext uri="{FF2B5EF4-FFF2-40B4-BE49-F238E27FC236}">
                <a16:creationId xmlns:a16="http://schemas.microsoft.com/office/drawing/2014/main" id="{2FF23E63-11BE-4455-B934-987C19355C1D}"/>
              </a:ext>
            </a:extLst>
          </p:cNvPr>
          <p:cNvSpPr>
            <a:spLocks/>
          </p:cNvSpPr>
          <p:nvPr/>
        </p:nvSpPr>
        <p:spPr bwMode="auto">
          <a:xfrm>
            <a:off x="5721350" y="3397250"/>
            <a:ext cx="484187" cy="1374775"/>
          </a:xfrm>
          <a:custGeom>
            <a:avLst/>
            <a:gdLst>
              <a:gd name="T0" fmla="*/ 2147483646 w 566"/>
              <a:gd name="T1" fmla="*/ 0 h 1604"/>
              <a:gd name="T2" fmla="*/ 2147483646 w 566"/>
              <a:gd name="T3" fmla="*/ 2147483646 h 1604"/>
              <a:gd name="T4" fmla="*/ 2147483646 w 566"/>
              <a:gd name="T5" fmla="*/ 2147483646 h 1604"/>
              <a:gd name="T6" fmla="*/ 0 60000 65536"/>
              <a:gd name="T7" fmla="*/ 0 60000 65536"/>
              <a:gd name="T8" fmla="*/ 0 60000 65536"/>
              <a:gd name="T9" fmla="*/ 0 w 566"/>
              <a:gd name="T10" fmla="*/ 0 h 1604"/>
              <a:gd name="T11" fmla="*/ 566 w 566"/>
              <a:gd name="T12" fmla="*/ 1604 h 16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6" h="1604">
                <a:moveTo>
                  <a:pt x="283" y="0"/>
                </a:moveTo>
                <a:cubicBezTo>
                  <a:pt x="566" y="213"/>
                  <a:pt x="566" y="213"/>
                  <a:pt x="283" y="851"/>
                </a:cubicBezTo>
                <a:cubicBezTo>
                  <a:pt x="49" y="1376"/>
                  <a:pt x="0" y="1479"/>
                  <a:pt x="160" y="1604"/>
                </a:cubicBez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159" name="Oval 175">
            <a:extLst>
              <a:ext uri="{FF2B5EF4-FFF2-40B4-BE49-F238E27FC236}">
                <a16:creationId xmlns:a16="http://schemas.microsoft.com/office/drawing/2014/main" id="{32853C11-3A5B-4DE1-9EBA-EAAD2FBE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2" y="1831975"/>
            <a:ext cx="92075" cy="93662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6160" name="Oval 177">
            <a:extLst>
              <a:ext uri="{FF2B5EF4-FFF2-40B4-BE49-F238E27FC236}">
                <a16:creationId xmlns:a16="http://schemas.microsoft.com/office/drawing/2014/main" id="{57184F32-C405-4A14-8C1F-664EA0F21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2" y="855662"/>
            <a:ext cx="92075" cy="92075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6161" name="Rectangle 178">
            <a:extLst>
              <a:ext uri="{FF2B5EF4-FFF2-40B4-BE49-F238E27FC236}">
                <a16:creationId xmlns:a16="http://schemas.microsoft.com/office/drawing/2014/main" id="{FCC2CE80-7C86-49F9-93E3-DE0B472A8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5987" y="1016000"/>
            <a:ext cx="957263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(no change)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162" name="Title 1">
            <a:extLst>
              <a:ext uri="{FF2B5EF4-FFF2-40B4-BE49-F238E27FC236}">
                <a16:creationId xmlns:a16="http://schemas.microsoft.com/office/drawing/2014/main" id="{62E59666-1798-4CC1-A4DF-6494783F5791}"/>
              </a:ext>
            </a:extLst>
          </p:cNvPr>
          <p:cNvSpPr txBox="1">
            <a:spLocks/>
          </p:cNvSpPr>
          <p:nvPr/>
        </p:nvSpPr>
        <p:spPr bwMode="auto">
          <a:xfrm>
            <a:off x="11113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Timing Diagram for the Basic Latch with NOR Gates</a:t>
            </a:r>
          </a:p>
        </p:txBody>
      </p:sp>
      <p:sp>
        <p:nvSpPr>
          <p:cNvPr id="86163" name="TextBox 125">
            <a:extLst>
              <a:ext uri="{FF2B5EF4-FFF2-40B4-BE49-F238E27FC236}">
                <a16:creationId xmlns:a16="http://schemas.microsoft.com/office/drawing/2014/main" id="{77BF0745-EDA5-46CF-B609-147074AB4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412" y="6218237"/>
            <a:ext cx="2508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5.4 from the textbook ]</a:t>
            </a:r>
          </a:p>
        </p:txBody>
      </p:sp>
      <p:grpSp>
        <p:nvGrpSpPr>
          <p:cNvPr id="86164" name="Group 12">
            <a:extLst>
              <a:ext uri="{FF2B5EF4-FFF2-40B4-BE49-F238E27FC236}">
                <a16:creationId xmlns:a16="http://schemas.microsoft.com/office/drawing/2014/main" id="{27D212A2-346D-4611-9D79-2A3A580FC9A3}"/>
              </a:ext>
            </a:extLst>
          </p:cNvPr>
          <p:cNvGrpSpPr>
            <a:grpSpLocks/>
          </p:cNvGrpSpPr>
          <p:nvPr/>
        </p:nvGrpSpPr>
        <p:grpSpPr bwMode="auto">
          <a:xfrm>
            <a:off x="6446837" y="4664075"/>
            <a:ext cx="1109663" cy="365125"/>
            <a:chOff x="7652429" y="4338216"/>
            <a:chExt cx="1110571" cy="364536"/>
          </a:xfrm>
        </p:grpSpPr>
        <p:grpSp>
          <p:nvGrpSpPr>
            <p:cNvPr id="86179" name="Group 11">
              <a:extLst>
                <a:ext uri="{FF2B5EF4-FFF2-40B4-BE49-F238E27FC236}">
                  <a16:creationId xmlns:a16="http://schemas.microsoft.com/office/drawing/2014/main" id="{39994814-4137-4C32-A40A-E53133EBE8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52429" y="4343400"/>
              <a:ext cx="373211" cy="359352"/>
              <a:chOff x="7652429" y="4343400"/>
              <a:chExt cx="373211" cy="359352"/>
            </a:xfrm>
          </p:grpSpPr>
          <p:cxnSp>
            <p:nvCxnSpPr>
              <p:cNvPr id="86189" name="Elbow Connector 162">
                <a:extLst>
                  <a:ext uri="{FF2B5EF4-FFF2-40B4-BE49-F238E27FC236}">
                    <a16:creationId xmlns:a16="http://schemas.microsoft.com/office/drawing/2014/main" id="{3B38C709-9744-4688-BB0B-A23F36F642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52429" y="4342971"/>
                <a:ext cx="228787" cy="359781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190" name="Elbow Connector 163">
                <a:extLst>
                  <a:ext uri="{FF2B5EF4-FFF2-40B4-BE49-F238E27FC236}">
                    <a16:creationId xmlns:a16="http://schemas.microsoft.com/office/drawing/2014/main" id="{266994A7-C0EB-4E89-8567-8B1345E48FF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773178" y="4342971"/>
                <a:ext cx="252619" cy="359781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6180" name="Group 172">
              <a:extLst>
                <a:ext uri="{FF2B5EF4-FFF2-40B4-BE49-F238E27FC236}">
                  <a16:creationId xmlns:a16="http://schemas.microsoft.com/office/drawing/2014/main" id="{100AA0E6-221B-4206-9916-CCA24D23CE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8136" y="4340289"/>
              <a:ext cx="373211" cy="359352"/>
              <a:chOff x="7652429" y="4343400"/>
              <a:chExt cx="373211" cy="359352"/>
            </a:xfrm>
          </p:grpSpPr>
          <p:cxnSp>
            <p:nvCxnSpPr>
              <p:cNvPr id="86187" name="Elbow Connector 160">
                <a:extLst>
                  <a:ext uri="{FF2B5EF4-FFF2-40B4-BE49-F238E27FC236}">
                    <a16:creationId xmlns:a16="http://schemas.microsoft.com/office/drawing/2014/main" id="{AFB673A5-1AAB-41B8-8D79-323370B9692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52986" y="4342912"/>
                <a:ext cx="228787" cy="359781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188" name="Elbow Connector 161">
                <a:extLst>
                  <a:ext uri="{FF2B5EF4-FFF2-40B4-BE49-F238E27FC236}">
                    <a16:creationId xmlns:a16="http://schemas.microsoft.com/office/drawing/2014/main" id="{87001D89-8A03-4C51-B030-D12F1957CDA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773735" y="4342912"/>
                <a:ext cx="252618" cy="359781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6181" name="Group 178">
              <a:extLst>
                <a:ext uri="{FF2B5EF4-FFF2-40B4-BE49-F238E27FC236}">
                  <a16:creationId xmlns:a16="http://schemas.microsoft.com/office/drawing/2014/main" id="{5A46BAC7-E840-48A1-922D-94CFC22B75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44082" y="4341327"/>
              <a:ext cx="373211" cy="359352"/>
              <a:chOff x="7652429" y="4343400"/>
              <a:chExt cx="373211" cy="359352"/>
            </a:xfrm>
          </p:grpSpPr>
          <p:cxnSp>
            <p:nvCxnSpPr>
              <p:cNvPr id="86185" name="Elbow Connector 158">
                <a:extLst>
                  <a:ext uri="{FF2B5EF4-FFF2-40B4-BE49-F238E27FC236}">
                    <a16:creationId xmlns:a16="http://schemas.microsoft.com/office/drawing/2014/main" id="{C56EEE68-31CD-4958-A985-309AA89FF01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51715" y="4343459"/>
                <a:ext cx="228787" cy="359780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186" name="Elbow Connector 159">
                <a:extLst>
                  <a:ext uri="{FF2B5EF4-FFF2-40B4-BE49-F238E27FC236}">
                    <a16:creationId xmlns:a16="http://schemas.microsoft.com/office/drawing/2014/main" id="{153C816C-FFEC-4DF9-ACC9-9D464650FE1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772464" y="4343459"/>
                <a:ext cx="252618" cy="359780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6182" name="Group 181">
              <a:extLst>
                <a:ext uri="{FF2B5EF4-FFF2-40B4-BE49-F238E27FC236}">
                  <a16:creationId xmlns:a16="http://schemas.microsoft.com/office/drawing/2014/main" id="{BAE9715B-0B97-4E4A-A0A2-3B73638D79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9789" y="4338216"/>
              <a:ext cx="373211" cy="359352"/>
              <a:chOff x="7652429" y="4343400"/>
              <a:chExt cx="373211" cy="359352"/>
            </a:xfrm>
          </p:grpSpPr>
          <p:cxnSp>
            <p:nvCxnSpPr>
              <p:cNvPr id="86183" name="Elbow Connector 156">
                <a:extLst>
                  <a:ext uri="{FF2B5EF4-FFF2-40B4-BE49-F238E27FC236}">
                    <a16:creationId xmlns:a16="http://schemas.microsoft.com/office/drawing/2014/main" id="{C41DD0D0-9F62-401E-A99B-A1D1F80F50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52272" y="4343400"/>
                <a:ext cx="228787" cy="359780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184" name="Elbow Connector 157">
                <a:extLst>
                  <a:ext uri="{FF2B5EF4-FFF2-40B4-BE49-F238E27FC236}">
                    <a16:creationId xmlns:a16="http://schemas.microsoft.com/office/drawing/2014/main" id="{FEF4F653-79E1-41DC-B56B-80F5968BC6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773021" y="4343400"/>
                <a:ext cx="252619" cy="359780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86165" name="Group 185">
            <a:extLst>
              <a:ext uri="{FF2B5EF4-FFF2-40B4-BE49-F238E27FC236}">
                <a16:creationId xmlns:a16="http://schemas.microsoft.com/office/drawing/2014/main" id="{CCCDA965-E920-4AA1-A33F-A9F572F8CC98}"/>
              </a:ext>
            </a:extLst>
          </p:cNvPr>
          <p:cNvGrpSpPr>
            <a:grpSpLocks/>
          </p:cNvGrpSpPr>
          <p:nvPr/>
        </p:nvGrpSpPr>
        <p:grpSpPr bwMode="auto">
          <a:xfrm>
            <a:off x="6443662" y="5402262"/>
            <a:ext cx="1109663" cy="365125"/>
            <a:chOff x="7652429" y="4338216"/>
            <a:chExt cx="1110571" cy="364536"/>
          </a:xfrm>
        </p:grpSpPr>
        <p:grpSp>
          <p:nvGrpSpPr>
            <p:cNvPr id="86167" name="Group 186">
              <a:extLst>
                <a:ext uri="{FF2B5EF4-FFF2-40B4-BE49-F238E27FC236}">
                  <a16:creationId xmlns:a16="http://schemas.microsoft.com/office/drawing/2014/main" id="{89C1EA18-E804-4E5E-9D4B-8CB6D5AE0B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52429" y="4343400"/>
              <a:ext cx="373211" cy="359352"/>
              <a:chOff x="7652429" y="4343400"/>
              <a:chExt cx="373211" cy="359352"/>
            </a:xfrm>
          </p:grpSpPr>
          <p:cxnSp>
            <p:nvCxnSpPr>
              <p:cNvPr id="86177" name="Elbow Connector 175">
                <a:extLst>
                  <a:ext uri="{FF2B5EF4-FFF2-40B4-BE49-F238E27FC236}">
                    <a16:creationId xmlns:a16="http://schemas.microsoft.com/office/drawing/2014/main" id="{8DCB73AB-8593-4B35-B8B4-EC9BC71A0B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52429" y="4342972"/>
                <a:ext cx="228787" cy="359780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178" name="Elbow Connector 176">
                <a:extLst>
                  <a:ext uri="{FF2B5EF4-FFF2-40B4-BE49-F238E27FC236}">
                    <a16:creationId xmlns:a16="http://schemas.microsoft.com/office/drawing/2014/main" id="{BE6E98EB-8F98-4729-9024-C487EE05932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773178" y="4342972"/>
                <a:ext cx="252619" cy="359780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6168" name="Group 187">
              <a:extLst>
                <a:ext uri="{FF2B5EF4-FFF2-40B4-BE49-F238E27FC236}">
                  <a16:creationId xmlns:a16="http://schemas.microsoft.com/office/drawing/2014/main" id="{233A5BDE-8E73-4BD9-8B38-16E47C0BF8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8136" y="4340289"/>
              <a:ext cx="373211" cy="359352"/>
              <a:chOff x="7652429" y="4343400"/>
              <a:chExt cx="373211" cy="359352"/>
            </a:xfrm>
          </p:grpSpPr>
          <p:cxnSp>
            <p:nvCxnSpPr>
              <p:cNvPr id="86175" name="Elbow Connector 173">
                <a:extLst>
                  <a:ext uri="{FF2B5EF4-FFF2-40B4-BE49-F238E27FC236}">
                    <a16:creationId xmlns:a16="http://schemas.microsoft.com/office/drawing/2014/main" id="{FA53A790-5C40-490E-AE42-1496DDF6AC5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52986" y="4342913"/>
                <a:ext cx="228787" cy="359780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176" name="Elbow Connector 174">
                <a:extLst>
                  <a:ext uri="{FF2B5EF4-FFF2-40B4-BE49-F238E27FC236}">
                    <a16:creationId xmlns:a16="http://schemas.microsoft.com/office/drawing/2014/main" id="{52EF8175-346C-45F4-89F0-DB2ADA861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773735" y="4342913"/>
                <a:ext cx="252618" cy="359780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6169" name="Group 188">
              <a:extLst>
                <a:ext uri="{FF2B5EF4-FFF2-40B4-BE49-F238E27FC236}">
                  <a16:creationId xmlns:a16="http://schemas.microsoft.com/office/drawing/2014/main" id="{7F0CC498-E235-4D0A-9FCF-00590CC997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44082" y="4341327"/>
              <a:ext cx="373211" cy="359352"/>
              <a:chOff x="7652429" y="4343400"/>
              <a:chExt cx="373211" cy="359352"/>
            </a:xfrm>
          </p:grpSpPr>
          <p:cxnSp>
            <p:nvCxnSpPr>
              <p:cNvPr id="86173" name="Elbow Connector 171">
                <a:extLst>
                  <a:ext uri="{FF2B5EF4-FFF2-40B4-BE49-F238E27FC236}">
                    <a16:creationId xmlns:a16="http://schemas.microsoft.com/office/drawing/2014/main" id="{CC113B0A-CFB4-4420-AAD5-E98D5F21EBB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51715" y="4343459"/>
                <a:ext cx="228787" cy="359781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174" name="Elbow Connector 172">
                <a:extLst>
                  <a:ext uri="{FF2B5EF4-FFF2-40B4-BE49-F238E27FC236}">
                    <a16:creationId xmlns:a16="http://schemas.microsoft.com/office/drawing/2014/main" id="{702F2B7A-F6FC-4A34-B708-EA5D4975B0F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772464" y="4343459"/>
                <a:ext cx="252618" cy="359781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6170" name="Group 189">
              <a:extLst>
                <a:ext uri="{FF2B5EF4-FFF2-40B4-BE49-F238E27FC236}">
                  <a16:creationId xmlns:a16="http://schemas.microsoft.com/office/drawing/2014/main" id="{3520792A-91E7-4C4A-A8A8-7A79B6630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9789" y="4338216"/>
              <a:ext cx="373211" cy="359352"/>
              <a:chOff x="7652429" y="4343400"/>
              <a:chExt cx="373211" cy="359352"/>
            </a:xfrm>
          </p:grpSpPr>
          <p:cxnSp>
            <p:nvCxnSpPr>
              <p:cNvPr id="86171" name="Elbow Connector 169">
                <a:extLst>
                  <a:ext uri="{FF2B5EF4-FFF2-40B4-BE49-F238E27FC236}">
                    <a16:creationId xmlns:a16="http://schemas.microsoft.com/office/drawing/2014/main" id="{AD4DBAAB-13EB-4373-98D8-74EBA2BBDF1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52272" y="4343400"/>
                <a:ext cx="228787" cy="359781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172" name="Elbow Connector 170">
                <a:extLst>
                  <a:ext uri="{FF2B5EF4-FFF2-40B4-BE49-F238E27FC236}">
                    <a16:creationId xmlns:a16="http://schemas.microsoft.com/office/drawing/2014/main" id="{E866E458-7880-4DBD-9D8E-1CA90A21A4B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773021" y="4343400"/>
                <a:ext cx="252619" cy="359781"/>
              </a:xfrm>
              <a:prstGeom prst="bentConnector3">
                <a:avLst>
                  <a:gd name="adj1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86166" name="TextBox 1">
            <a:extLst>
              <a:ext uri="{FF2B5EF4-FFF2-40B4-BE49-F238E27FC236}">
                <a16:creationId xmlns:a16="http://schemas.microsoft.com/office/drawing/2014/main" id="{D6389502-7687-4B70-BD59-D3DA741DA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0" y="2563812"/>
            <a:ext cx="1909762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A transition from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S=R=1 to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S=R=0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causes oscillations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of the two output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" panose="02020603050405020304" pitchFamily="18" charset="0"/>
              </a:rPr>
              <a:t>values Qa and Qb.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3" name="Group 66">
            <a:extLst>
              <a:ext uri="{FF2B5EF4-FFF2-40B4-BE49-F238E27FC236}">
                <a16:creationId xmlns:a16="http://schemas.microsoft.com/office/drawing/2014/main" id="{9C0E3F72-155F-451B-A3C4-288EC692EB79}"/>
              </a:ext>
            </a:extLst>
          </p:cNvPr>
          <p:cNvGrpSpPr>
            <a:grpSpLocks/>
          </p:cNvGrpSpPr>
          <p:nvPr/>
        </p:nvGrpSpPr>
        <p:grpSpPr bwMode="auto">
          <a:xfrm>
            <a:off x="676275" y="4135437"/>
            <a:ext cx="4027487" cy="2181225"/>
            <a:chOff x="1497" y="1263"/>
            <a:chExt cx="2537" cy="1374"/>
          </a:xfrm>
        </p:grpSpPr>
        <p:sp>
          <p:nvSpPr>
            <p:cNvPr id="110602" name="Line 4">
              <a:extLst>
                <a:ext uri="{FF2B5EF4-FFF2-40B4-BE49-F238E27FC236}">
                  <a16:creationId xmlns:a16="http://schemas.microsoft.com/office/drawing/2014/main" id="{137B23ED-D209-4A15-8D0B-43F353337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9" y="1937"/>
              <a:ext cx="15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03" name="Line 5">
              <a:extLst>
                <a:ext uri="{FF2B5EF4-FFF2-40B4-BE49-F238E27FC236}">
                  <a16:creationId xmlns:a16="http://schemas.microsoft.com/office/drawing/2014/main" id="{8368D941-5E51-4E79-8C92-F49B2E663B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" y="1536"/>
              <a:ext cx="4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04" name="Line 6">
              <a:extLst>
                <a:ext uri="{FF2B5EF4-FFF2-40B4-BE49-F238E27FC236}">
                  <a16:creationId xmlns:a16="http://schemas.microsoft.com/office/drawing/2014/main" id="{3BE1658B-8B02-4870-93FE-4DE2E5E16B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" y="2339"/>
              <a:ext cx="2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05" name="Freeform 7">
              <a:extLst>
                <a:ext uri="{FF2B5EF4-FFF2-40B4-BE49-F238E27FC236}">
                  <a16:creationId xmlns:a16="http://schemas.microsoft.com/office/drawing/2014/main" id="{0C31471F-9A67-48DE-8F46-EB3810676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636"/>
              <a:ext cx="919" cy="703"/>
            </a:xfrm>
            <a:custGeom>
              <a:avLst/>
              <a:gdLst>
                <a:gd name="T0" fmla="*/ 1 w 1838"/>
                <a:gd name="T1" fmla="*/ 0 h 1407"/>
                <a:gd name="T2" fmla="*/ 1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06" name="Freeform 8">
              <a:extLst>
                <a:ext uri="{FF2B5EF4-FFF2-40B4-BE49-F238E27FC236}">
                  <a16:creationId xmlns:a16="http://schemas.microsoft.com/office/drawing/2014/main" id="{193EC66F-06BB-461C-A334-DDD6FEB3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535"/>
              <a:ext cx="919" cy="704"/>
            </a:xfrm>
            <a:custGeom>
              <a:avLst/>
              <a:gdLst>
                <a:gd name="T0" fmla="*/ 1 w 1838"/>
                <a:gd name="T1" fmla="*/ 0 h 1407"/>
                <a:gd name="T2" fmla="*/ 1 w 1838"/>
                <a:gd name="T3" fmla="*/ 1 h 1407"/>
                <a:gd name="T4" fmla="*/ 0 w 1838"/>
                <a:gd name="T5" fmla="*/ 1 h 1407"/>
                <a:gd name="T6" fmla="*/ 0 w 1838"/>
                <a:gd name="T7" fmla="*/ 1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07" name="Freeform 10">
              <a:extLst>
                <a:ext uri="{FF2B5EF4-FFF2-40B4-BE49-F238E27FC236}">
                  <a16:creationId xmlns:a16="http://schemas.microsoft.com/office/drawing/2014/main" id="{6D0ED25B-E046-4366-9F29-CD8906D16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518"/>
              <a:ext cx="35" cy="35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1 h 70"/>
                <a:gd name="T4" fmla="*/ 0 w 71"/>
                <a:gd name="T5" fmla="*/ 1 h 70"/>
                <a:gd name="T6" fmla="*/ 0 w 71"/>
                <a:gd name="T7" fmla="*/ 1 h 70"/>
                <a:gd name="T8" fmla="*/ 0 w 71"/>
                <a:gd name="T9" fmla="*/ 1 h 70"/>
                <a:gd name="T10" fmla="*/ 0 w 71"/>
                <a:gd name="T11" fmla="*/ 1 h 70"/>
                <a:gd name="T12" fmla="*/ 0 w 71"/>
                <a:gd name="T13" fmla="*/ 1 h 70"/>
                <a:gd name="T14" fmla="*/ 0 w 71"/>
                <a:gd name="T15" fmla="*/ 1 h 70"/>
                <a:gd name="T16" fmla="*/ 0 w 71"/>
                <a:gd name="T17" fmla="*/ 1 h 70"/>
                <a:gd name="T18" fmla="*/ 0 w 71"/>
                <a:gd name="T19" fmla="*/ 1 h 70"/>
                <a:gd name="T20" fmla="*/ 0 w 71"/>
                <a:gd name="T21" fmla="*/ 1 h 70"/>
                <a:gd name="T22" fmla="*/ 0 w 71"/>
                <a:gd name="T23" fmla="*/ 1 h 70"/>
                <a:gd name="T24" fmla="*/ 0 w 71"/>
                <a:gd name="T25" fmla="*/ 1 h 70"/>
                <a:gd name="T26" fmla="*/ 0 w 71"/>
                <a:gd name="T27" fmla="*/ 1 h 70"/>
                <a:gd name="T28" fmla="*/ 0 w 71"/>
                <a:gd name="T29" fmla="*/ 1 h 70"/>
                <a:gd name="T30" fmla="*/ 0 w 71"/>
                <a:gd name="T31" fmla="*/ 1 h 70"/>
                <a:gd name="T32" fmla="*/ 0 w 71"/>
                <a:gd name="T33" fmla="*/ 1 h 70"/>
                <a:gd name="T34" fmla="*/ 0 w 71"/>
                <a:gd name="T35" fmla="*/ 1 h 70"/>
                <a:gd name="T36" fmla="*/ 0 w 71"/>
                <a:gd name="T37" fmla="*/ 1 h 70"/>
                <a:gd name="T38" fmla="*/ 0 w 71"/>
                <a:gd name="T39" fmla="*/ 1 h 70"/>
                <a:gd name="T40" fmla="*/ 0 w 71"/>
                <a:gd name="T41" fmla="*/ 1 h 70"/>
                <a:gd name="T42" fmla="*/ 0 w 71"/>
                <a:gd name="T43" fmla="*/ 1 h 70"/>
                <a:gd name="T44" fmla="*/ 0 w 71"/>
                <a:gd name="T45" fmla="*/ 1 h 70"/>
                <a:gd name="T46" fmla="*/ 0 w 71"/>
                <a:gd name="T47" fmla="*/ 1 h 70"/>
                <a:gd name="T48" fmla="*/ 0 w 71"/>
                <a:gd name="T49" fmla="*/ 1 h 70"/>
                <a:gd name="T50" fmla="*/ 0 w 71"/>
                <a:gd name="T51" fmla="*/ 1 h 70"/>
                <a:gd name="T52" fmla="*/ 0 w 71"/>
                <a:gd name="T53" fmla="*/ 1 h 70"/>
                <a:gd name="T54" fmla="*/ 0 w 71"/>
                <a:gd name="T55" fmla="*/ 1 h 70"/>
                <a:gd name="T56" fmla="*/ 0 w 71"/>
                <a:gd name="T57" fmla="*/ 1 h 70"/>
                <a:gd name="T58" fmla="*/ 0 w 71"/>
                <a:gd name="T59" fmla="*/ 1 h 70"/>
                <a:gd name="T60" fmla="*/ 0 w 71"/>
                <a:gd name="T61" fmla="*/ 1 h 70"/>
                <a:gd name="T62" fmla="*/ 0 w 71"/>
                <a:gd name="T63" fmla="*/ 1 h 70"/>
                <a:gd name="T64" fmla="*/ 0 w 71"/>
                <a:gd name="T65" fmla="*/ 1 h 70"/>
                <a:gd name="T66" fmla="*/ 0 w 71"/>
                <a:gd name="T67" fmla="*/ 1 h 70"/>
                <a:gd name="T68" fmla="*/ 0 w 71"/>
                <a:gd name="T69" fmla="*/ 1 h 70"/>
                <a:gd name="T70" fmla="*/ 0 w 71"/>
                <a:gd name="T71" fmla="*/ 1 h 70"/>
                <a:gd name="T72" fmla="*/ 0 w 71"/>
                <a:gd name="T73" fmla="*/ 1 h 70"/>
                <a:gd name="T74" fmla="*/ 0 w 71"/>
                <a:gd name="T75" fmla="*/ 1 h 70"/>
                <a:gd name="T76" fmla="*/ 0 w 71"/>
                <a:gd name="T77" fmla="*/ 1 h 70"/>
                <a:gd name="T78" fmla="*/ 0 w 71"/>
                <a:gd name="T79" fmla="*/ 1 h 70"/>
                <a:gd name="T80" fmla="*/ 0 w 71"/>
                <a:gd name="T81" fmla="*/ 1 h 70"/>
                <a:gd name="T82" fmla="*/ 0 w 71"/>
                <a:gd name="T83" fmla="*/ 1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08" name="Freeform 11">
              <a:extLst>
                <a:ext uri="{FF2B5EF4-FFF2-40B4-BE49-F238E27FC236}">
                  <a16:creationId xmlns:a16="http://schemas.microsoft.com/office/drawing/2014/main" id="{DED15246-62DD-4615-B73D-0643B282B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2325"/>
              <a:ext cx="28" cy="28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09" name="Line 13">
              <a:extLst>
                <a:ext uri="{FF2B5EF4-FFF2-40B4-BE49-F238E27FC236}">
                  <a16:creationId xmlns:a16="http://schemas.microsoft.com/office/drawing/2014/main" id="{D763DF08-6E15-4A35-A2AD-81789C42B0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2" y="2440"/>
              <a:ext cx="33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0" name="Line 14">
              <a:extLst>
                <a:ext uri="{FF2B5EF4-FFF2-40B4-BE49-F238E27FC236}">
                  <a16:creationId xmlns:a16="http://schemas.microsoft.com/office/drawing/2014/main" id="{D5DBCD40-C5BA-481F-A323-9C3ED4291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7" y="1535"/>
              <a:ext cx="1" cy="8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1" name="Freeform 18">
              <a:extLst>
                <a:ext uri="{FF2B5EF4-FFF2-40B4-BE49-F238E27FC236}">
                  <a16:creationId xmlns:a16="http://schemas.microsoft.com/office/drawing/2014/main" id="{B2CAF737-185C-46E0-AEB6-F5AFC1C0A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540"/>
              <a:ext cx="344" cy="1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12" name="Line 19">
              <a:extLst>
                <a:ext uri="{FF2B5EF4-FFF2-40B4-BE49-F238E27FC236}">
                  <a16:creationId xmlns:a16="http://schemas.microsoft.com/office/drawing/2014/main" id="{27B14F67-BDB8-4CCB-8F3B-086957CC22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9" y="2540"/>
              <a:ext cx="3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3" name="Freeform 20">
              <a:extLst>
                <a:ext uri="{FF2B5EF4-FFF2-40B4-BE49-F238E27FC236}">
                  <a16:creationId xmlns:a16="http://schemas.microsoft.com/office/drawing/2014/main" id="{B6B12010-5229-4A0B-BFA9-CF9236D0D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339"/>
              <a:ext cx="186" cy="1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14" name="Line 21">
              <a:extLst>
                <a:ext uri="{FF2B5EF4-FFF2-40B4-BE49-F238E27FC236}">
                  <a16:creationId xmlns:a16="http://schemas.microsoft.com/office/drawing/2014/main" id="{E56E905C-FB93-4CF5-B425-7C703279DC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2339"/>
              <a:ext cx="1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5" name="Line 25">
              <a:extLst>
                <a:ext uri="{FF2B5EF4-FFF2-40B4-BE49-F238E27FC236}">
                  <a16:creationId xmlns:a16="http://schemas.microsoft.com/office/drawing/2014/main" id="{3D53E480-5AA2-4630-9DEC-5419C746F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0" y="2339"/>
              <a:ext cx="2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6" name="Rectangle 26">
              <a:extLst>
                <a:ext uri="{FF2B5EF4-FFF2-40B4-BE49-F238E27FC236}">
                  <a16:creationId xmlns:a16="http://schemas.microsoft.com/office/drawing/2014/main" id="{362BEFF4-6B00-4CAC-B17B-26B1B550E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" y="1263"/>
              <a:ext cx="10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617" name="Rectangle 27">
              <a:extLst>
                <a:ext uri="{FF2B5EF4-FFF2-40B4-BE49-F238E27FC236}">
                  <a16:creationId xmlns:a16="http://schemas.microsoft.com/office/drawing/2014/main" id="{A0396082-2410-4648-B320-4C8AC9F9C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8" y="2483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R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618" name="Freeform 29">
              <a:extLst>
                <a:ext uri="{FF2B5EF4-FFF2-40B4-BE49-F238E27FC236}">
                  <a16:creationId xmlns:a16="http://schemas.microsoft.com/office/drawing/2014/main" id="{F6D20C50-2618-408A-9523-11AE95C12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2402"/>
              <a:ext cx="77" cy="77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9" name="Freeform 34">
              <a:extLst>
                <a:ext uri="{FF2B5EF4-FFF2-40B4-BE49-F238E27FC236}">
                  <a16:creationId xmlns:a16="http://schemas.microsoft.com/office/drawing/2014/main" id="{23035D81-2C6E-4AB6-8E84-675E7B13C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299"/>
              <a:ext cx="77" cy="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1 h 155"/>
                <a:gd name="T4" fmla="*/ 0 w 155"/>
                <a:gd name="T5" fmla="*/ 1 h 155"/>
                <a:gd name="T6" fmla="*/ 0 w 155"/>
                <a:gd name="T7" fmla="*/ 1 h 155"/>
                <a:gd name="T8" fmla="*/ 0 w 155"/>
                <a:gd name="T9" fmla="*/ 1 h 155"/>
                <a:gd name="T10" fmla="*/ 0 w 155"/>
                <a:gd name="T11" fmla="*/ 1 h 155"/>
                <a:gd name="T12" fmla="*/ 0 w 155"/>
                <a:gd name="T13" fmla="*/ 1 h 155"/>
                <a:gd name="T14" fmla="*/ 0 w 155"/>
                <a:gd name="T15" fmla="*/ 1 h 155"/>
                <a:gd name="T16" fmla="*/ 0 w 155"/>
                <a:gd name="T17" fmla="*/ 1 h 155"/>
                <a:gd name="T18" fmla="*/ 0 w 155"/>
                <a:gd name="T19" fmla="*/ 1 h 155"/>
                <a:gd name="T20" fmla="*/ 0 w 155"/>
                <a:gd name="T21" fmla="*/ 1 h 155"/>
                <a:gd name="T22" fmla="*/ 0 w 155"/>
                <a:gd name="T23" fmla="*/ 1 h 155"/>
                <a:gd name="T24" fmla="*/ 0 w 155"/>
                <a:gd name="T25" fmla="*/ 1 h 155"/>
                <a:gd name="T26" fmla="*/ 0 w 155"/>
                <a:gd name="T27" fmla="*/ 1 h 155"/>
                <a:gd name="T28" fmla="*/ 0 w 155"/>
                <a:gd name="T29" fmla="*/ 1 h 155"/>
                <a:gd name="T30" fmla="*/ 0 w 155"/>
                <a:gd name="T31" fmla="*/ 1 h 155"/>
                <a:gd name="T32" fmla="*/ 0 w 155"/>
                <a:gd name="T33" fmla="*/ 1 h 155"/>
                <a:gd name="T34" fmla="*/ 0 w 155"/>
                <a:gd name="T35" fmla="*/ 1 h 155"/>
                <a:gd name="T36" fmla="*/ 0 w 155"/>
                <a:gd name="T37" fmla="*/ 1 h 155"/>
                <a:gd name="T38" fmla="*/ 0 w 155"/>
                <a:gd name="T39" fmla="*/ 1 h 155"/>
                <a:gd name="T40" fmla="*/ 0 w 155"/>
                <a:gd name="T41" fmla="*/ 1 h 155"/>
                <a:gd name="T42" fmla="*/ 0 w 155"/>
                <a:gd name="T43" fmla="*/ 1 h 155"/>
                <a:gd name="T44" fmla="*/ 0 w 155"/>
                <a:gd name="T45" fmla="*/ 1 h 155"/>
                <a:gd name="T46" fmla="*/ 0 w 155"/>
                <a:gd name="T47" fmla="*/ 1 h 155"/>
                <a:gd name="T48" fmla="*/ 0 w 155"/>
                <a:gd name="T49" fmla="*/ 1 h 155"/>
                <a:gd name="T50" fmla="*/ 0 w 155"/>
                <a:gd name="T51" fmla="*/ 1 h 155"/>
                <a:gd name="T52" fmla="*/ 0 w 155"/>
                <a:gd name="T53" fmla="*/ 1 h 155"/>
                <a:gd name="T54" fmla="*/ 0 w 155"/>
                <a:gd name="T55" fmla="*/ 1 h 155"/>
                <a:gd name="T56" fmla="*/ 0 w 155"/>
                <a:gd name="T57" fmla="*/ 1 h 155"/>
                <a:gd name="T58" fmla="*/ 0 w 155"/>
                <a:gd name="T59" fmla="*/ 1 h 155"/>
                <a:gd name="T60" fmla="*/ 0 w 155"/>
                <a:gd name="T61" fmla="*/ 1 h 155"/>
                <a:gd name="T62" fmla="*/ 0 w 155"/>
                <a:gd name="T63" fmla="*/ 1 h 155"/>
                <a:gd name="T64" fmla="*/ 0 w 155"/>
                <a:gd name="T65" fmla="*/ 1 h 155"/>
                <a:gd name="T66" fmla="*/ 0 w 155"/>
                <a:gd name="T67" fmla="*/ 1 h 155"/>
                <a:gd name="T68" fmla="*/ 0 w 155"/>
                <a:gd name="T69" fmla="*/ 1 h 155"/>
                <a:gd name="T70" fmla="*/ 0 w 155"/>
                <a:gd name="T71" fmla="*/ 1 h 155"/>
                <a:gd name="T72" fmla="*/ 0 w 155"/>
                <a:gd name="T73" fmla="*/ 1 h 155"/>
                <a:gd name="T74" fmla="*/ 0 w 155"/>
                <a:gd name="T75" fmla="*/ 1 h 155"/>
                <a:gd name="T76" fmla="*/ 0 w 155"/>
                <a:gd name="T77" fmla="*/ 1 h 155"/>
                <a:gd name="T78" fmla="*/ 0 w 155"/>
                <a:gd name="T79" fmla="*/ 1 h 155"/>
                <a:gd name="T80" fmla="*/ 0 w 155"/>
                <a:gd name="T81" fmla="*/ 1 h 155"/>
                <a:gd name="T82" fmla="*/ 0 w 155"/>
                <a:gd name="T83" fmla="*/ 1 h 155"/>
                <a:gd name="T84" fmla="*/ 0 w 155"/>
                <a:gd name="T85" fmla="*/ 1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0" name="Line 35">
              <a:extLst>
                <a:ext uri="{FF2B5EF4-FFF2-40B4-BE49-F238E27FC236}">
                  <a16:creationId xmlns:a16="http://schemas.microsoft.com/office/drawing/2014/main" id="{A64C3734-593E-478A-AEB4-4CC9727A96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2239"/>
              <a:ext cx="2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1" name="Freeform 40">
              <a:extLst>
                <a:ext uri="{FF2B5EF4-FFF2-40B4-BE49-F238E27FC236}">
                  <a16:creationId xmlns:a16="http://schemas.microsoft.com/office/drawing/2014/main" id="{D3673A2B-442A-46F3-AE91-D75181852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1497"/>
              <a:ext cx="77" cy="77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22" name="Line 41">
              <a:extLst>
                <a:ext uri="{FF2B5EF4-FFF2-40B4-BE49-F238E27FC236}">
                  <a16:creationId xmlns:a16="http://schemas.microsoft.com/office/drawing/2014/main" id="{77F48B21-BE04-4344-9CA9-38B7467AC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435"/>
              <a:ext cx="33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3" name="Line 42">
              <a:extLst>
                <a:ext uri="{FF2B5EF4-FFF2-40B4-BE49-F238E27FC236}">
                  <a16:creationId xmlns:a16="http://schemas.microsoft.com/office/drawing/2014/main" id="{2D7CAD94-A5D3-485A-AE47-5E7136724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1636"/>
              <a:ext cx="2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4" name="Freeform 44">
              <a:extLst>
                <a:ext uri="{FF2B5EF4-FFF2-40B4-BE49-F238E27FC236}">
                  <a16:creationId xmlns:a16="http://schemas.microsoft.com/office/drawing/2014/main" id="{B009739A-19BE-400E-9DE0-0CE91AB49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535"/>
              <a:ext cx="186" cy="1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25" name="Line 45">
              <a:extLst>
                <a:ext uri="{FF2B5EF4-FFF2-40B4-BE49-F238E27FC236}">
                  <a16:creationId xmlns:a16="http://schemas.microsoft.com/office/drawing/2014/main" id="{56A2B983-3BAC-43CD-9911-8B195D9F03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1535"/>
              <a:ext cx="1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6" name="Freeform 46">
              <a:extLst>
                <a:ext uri="{FF2B5EF4-FFF2-40B4-BE49-F238E27FC236}">
                  <a16:creationId xmlns:a16="http://schemas.microsoft.com/office/drawing/2014/main" id="{D4E2A00B-33A1-4457-901B-83ABAA166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1320"/>
              <a:ext cx="344" cy="1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27" name="Line 47">
              <a:extLst>
                <a:ext uri="{FF2B5EF4-FFF2-40B4-BE49-F238E27FC236}">
                  <a16:creationId xmlns:a16="http://schemas.microsoft.com/office/drawing/2014/main" id="{76F45CC6-AFFB-4282-A3A7-C415F4DCC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9" y="1320"/>
              <a:ext cx="3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8" name="Freeform 51">
              <a:extLst>
                <a:ext uri="{FF2B5EF4-FFF2-40B4-BE49-F238E27FC236}">
                  <a16:creationId xmlns:a16="http://schemas.microsoft.com/office/drawing/2014/main" id="{997F7000-4B13-4D5E-B968-BEC783EC6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1396"/>
              <a:ext cx="77" cy="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1 h 155"/>
                <a:gd name="T4" fmla="*/ 0 w 155"/>
                <a:gd name="T5" fmla="*/ 1 h 155"/>
                <a:gd name="T6" fmla="*/ 0 w 155"/>
                <a:gd name="T7" fmla="*/ 1 h 155"/>
                <a:gd name="T8" fmla="*/ 0 w 155"/>
                <a:gd name="T9" fmla="*/ 1 h 155"/>
                <a:gd name="T10" fmla="*/ 0 w 155"/>
                <a:gd name="T11" fmla="*/ 1 h 155"/>
                <a:gd name="T12" fmla="*/ 0 w 155"/>
                <a:gd name="T13" fmla="*/ 1 h 155"/>
                <a:gd name="T14" fmla="*/ 0 w 155"/>
                <a:gd name="T15" fmla="*/ 1 h 155"/>
                <a:gd name="T16" fmla="*/ 0 w 155"/>
                <a:gd name="T17" fmla="*/ 1 h 155"/>
                <a:gd name="T18" fmla="*/ 0 w 155"/>
                <a:gd name="T19" fmla="*/ 1 h 155"/>
                <a:gd name="T20" fmla="*/ 0 w 155"/>
                <a:gd name="T21" fmla="*/ 1 h 155"/>
                <a:gd name="T22" fmla="*/ 0 w 155"/>
                <a:gd name="T23" fmla="*/ 1 h 155"/>
                <a:gd name="T24" fmla="*/ 0 w 155"/>
                <a:gd name="T25" fmla="*/ 1 h 155"/>
                <a:gd name="T26" fmla="*/ 0 w 155"/>
                <a:gd name="T27" fmla="*/ 1 h 155"/>
                <a:gd name="T28" fmla="*/ 0 w 155"/>
                <a:gd name="T29" fmla="*/ 1 h 155"/>
                <a:gd name="T30" fmla="*/ 0 w 155"/>
                <a:gd name="T31" fmla="*/ 1 h 155"/>
                <a:gd name="T32" fmla="*/ 0 w 155"/>
                <a:gd name="T33" fmla="*/ 1 h 155"/>
                <a:gd name="T34" fmla="*/ 0 w 155"/>
                <a:gd name="T35" fmla="*/ 1 h 155"/>
                <a:gd name="T36" fmla="*/ 0 w 155"/>
                <a:gd name="T37" fmla="*/ 1 h 155"/>
                <a:gd name="T38" fmla="*/ 0 w 155"/>
                <a:gd name="T39" fmla="*/ 1 h 155"/>
                <a:gd name="T40" fmla="*/ 0 w 155"/>
                <a:gd name="T41" fmla="*/ 1 h 155"/>
                <a:gd name="T42" fmla="*/ 0 w 155"/>
                <a:gd name="T43" fmla="*/ 1 h 155"/>
                <a:gd name="T44" fmla="*/ 0 w 155"/>
                <a:gd name="T45" fmla="*/ 1 h 155"/>
                <a:gd name="T46" fmla="*/ 0 w 155"/>
                <a:gd name="T47" fmla="*/ 1 h 155"/>
                <a:gd name="T48" fmla="*/ 0 w 155"/>
                <a:gd name="T49" fmla="*/ 1 h 155"/>
                <a:gd name="T50" fmla="*/ 0 w 155"/>
                <a:gd name="T51" fmla="*/ 1 h 155"/>
                <a:gd name="T52" fmla="*/ 0 w 155"/>
                <a:gd name="T53" fmla="*/ 1 h 155"/>
                <a:gd name="T54" fmla="*/ 0 w 155"/>
                <a:gd name="T55" fmla="*/ 1 h 155"/>
                <a:gd name="T56" fmla="*/ 0 w 155"/>
                <a:gd name="T57" fmla="*/ 1 h 155"/>
                <a:gd name="T58" fmla="*/ 0 w 155"/>
                <a:gd name="T59" fmla="*/ 1 h 155"/>
                <a:gd name="T60" fmla="*/ 0 w 155"/>
                <a:gd name="T61" fmla="*/ 1 h 155"/>
                <a:gd name="T62" fmla="*/ 0 w 155"/>
                <a:gd name="T63" fmla="*/ 1 h 155"/>
                <a:gd name="T64" fmla="*/ 0 w 155"/>
                <a:gd name="T65" fmla="*/ 1 h 155"/>
                <a:gd name="T66" fmla="*/ 0 w 155"/>
                <a:gd name="T67" fmla="*/ 1 h 155"/>
                <a:gd name="T68" fmla="*/ 0 w 155"/>
                <a:gd name="T69" fmla="*/ 1 h 155"/>
                <a:gd name="T70" fmla="*/ 0 w 155"/>
                <a:gd name="T71" fmla="*/ 1 h 155"/>
                <a:gd name="T72" fmla="*/ 0 w 155"/>
                <a:gd name="T73" fmla="*/ 1 h 155"/>
                <a:gd name="T74" fmla="*/ 0 w 155"/>
                <a:gd name="T75" fmla="*/ 1 h 155"/>
                <a:gd name="T76" fmla="*/ 0 w 155"/>
                <a:gd name="T77" fmla="*/ 1 h 155"/>
                <a:gd name="T78" fmla="*/ 0 w 155"/>
                <a:gd name="T79" fmla="*/ 1 h 155"/>
                <a:gd name="T80" fmla="*/ 0 w 155"/>
                <a:gd name="T81" fmla="*/ 1 h 155"/>
                <a:gd name="T82" fmla="*/ 0 w 155"/>
                <a:gd name="T83" fmla="*/ 1 h 155"/>
                <a:gd name="T84" fmla="*/ 0 w 155"/>
                <a:gd name="T85" fmla="*/ 1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9" name="Rectangle 52">
              <a:extLst>
                <a:ext uri="{FF2B5EF4-FFF2-40B4-BE49-F238E27FC236}">
                  <a16:creationId xmlns:a16="http://schemas.microsoft.com/office/drawing/2014/main" id="{AF7A48BB-05C0-4785-9B0F-CBB2691C6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1873"/>
              <a:ext cx="2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630" name="Line 53">
              <a:extLst>
                <a:ext uri="{FF2B5EF4-FFF2-40B4-BE49-F238E27FC236}">
                  <a16:creationId xmlns:a16="http://schemas.microsoft.com/office/drawing/2014/main" id="{8302C94D-1069-4FD0-A596-094CF0FF04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3" y="2288"/>
              <a:ext cx="5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31" name="Rectangle 54">
              <a:extLst>
                <a:ext uri="{FF2B5EF4-FFF2-40B4-BE49-F238E27FC236}">
                  <a16:creationId xmlns:a16="http://schemas.microsoft.com/office/drawing/2014/main" id="{A9F44E87-30D4-4A48-AEC9-CA040FBE3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3" y="2280"/>
              <a:ext cx="12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632" name="Rectangle 55">
              <a:extLst>
                <a:ext uri="{FF2B5EF4-FFF2-40B4-BE49-F238E27FC236}">
                  <a16:creationId xmlns:a16="http://schemas.microsoft.com/office/drawing/2014/main" id="{A7FD2997-8283-41B2-BEBA-B16DBAEC8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" y="1467"/>
              <a:ext cx="12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633" name="AutoShape 56">
              <a:extLst>
                <a:ext uri="{FF2B5EF4-FFF2-40B4-BE49-F238E27FC236}">
                  <a16:creationId xmlns:a16="http://schemas.microsoft.com/office/drawing/2014/main" id="{A0DDFEF4-04C1-4E3C-B4AE-94845648D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1263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634" name="AutoShape 57">
              <a:extLst>
                <a:ext uri="{FF2B5EF4-FFF2-40B4-BE49-F238E27FC236}">
                  <a16:creationId xmlns:a16="http://schemas.microsoft.com/office/drawing/2014/main" id="{A18B0A6A-7320-4CA6-9C57-0B8B6061F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2270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635" name="AutoShape 59">
              <a:extLst>
                <a:ext uri="{FF2B5EF4-FFF2-40B4-BE49-F238E27FC236}">
                  <a16:creationId xmlns:a16="http://schemas.microsoft.com/office/drawing/2014/main" id="{C9D38C61-1A6A-41B8-84AE-970352F32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363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636" name="AutoShape 61">
              <a:extLst>
                <a:ext uri="{FF2B5EF4-FFF2-40B4-BE49-F238E27FC236}">
                  <a16:creationId xmlns:a16="http://schemas.microsoft.com/office/drawing/2014/main" id="{97EE7DE1-746F-4059-918D-F2516C4BC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" y="2167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637" name="Freeform 64">
              <a:extLst>
                <a:ext uri="{FF2B5EF4-FFF2-40B4-BE49-F238E27FC236}">
                  <a16:creationId xmlns:a16="http://schemas.microsoft.com/office/drawing/2014/main" id="{43926A5B-84CB-4A3E-B6D0-AFFBE62BC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2323"/>
              <a:ext cx="35" cy="35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1 h 70"/>
                <a:gd name="T4" fmla="*/ 0 w 71"/>
                <a:gd name="T5" fmla="*/ 1 h 70"/>
                <a:gd name="T6" fmla="*/ 0 w 71"/>
                <a:gd name="T7" fmla="*/ 1 h 70"/>
                <a:gd name="T8" fmla="*/ 0 w 71"/>
                <a:gd name="T9" fmla="*/ 1 h 70"/>
                <a:gd name="T10" fmla="*/ 0 w 71"/>
                <a:gd name="T11" fmla="*/ 1 h 70"/>
                <a:gd name="T12" fmla="*/ 0 w 71"/>
                <a:gd name="T13" fmla="*/ 1 h 70"/>
                <a:gd name="T14" fmla="*/ 0 w 71"/>
                <a:gd name="T15" fmla="*/ 1 h 70"/>
                <a:gd name="T16" fmla="*/ 0 w 71"/>
                <a:gd name="T17" fmla="*/ 1 h 70"/>
                <a:gd name="T18" fmla="*/ 0 w 71"/>
                <a:gd name="T19" fmla="*/ 1 h 70"/>
                <a:gd name="T20" fmla="*/ 0 w 71"/>
                <a:gd name="T21" fmla="*/ 1 h 70"/>
                <a:gd name="T22" fmla="*/ 0 w 71"/>
                <a:gd name="T23" fmla="*/ 1 h 70"/>
                <a:gd name="T24" fmla="*/ 0 w 71"/>
                <a:gd name="T25" fmla="*/ 1 h 70"/>
                <a:gd name="T26" fmla="*/ 0 w 71"/>
                <a:gd name="T27" fmla="*/ 1 h 70"/>
                <a:gd name="T28" fmla="*/ 0 w 71"/>
                <a:gd name="T29" fmla="*/ 1 h 70"/>
                <a:gd name="T30" fmla="*/ 0 w 71"/>
                <a:gd name="T31" fmla="*/ 1 h 70"/>
                <a:gd name="T32" fmla="*/ 0 w 71"/>
                <a:gd name="T33" fmla="*/ 1 h 70"/>
                <a:gd name="T34" fmla="*/ 0 w 71"/>
                <a:gd name="T35" fmla="*/ 1 h 70"/>
                <a:gd name="T36" fmla="*/ 0 w 71"/>
                <a:gd name="T37" fmla="*/ 1 h 70"/>
                <a:gd name="T38" fmla="*/ 0 w 71"/>
                <a:gd name="T39" fmla="*/ 1 h 70"/>
                <a:gd name="T40" fmla="*/ 0 w 71"/>
                <a:gd name="T41" fmla="*/ 1 h 70"/>
                <a:gd name="T42" fmla="*/ 0 w 71"/>
                <a:gd name="T43" fmla="*/ 1 h 70"/>
                <a:gd name="T44" fmla="*/ 0 w 71"/>
                <a:gd name="T45" fmla="*/ 1 h 70"/>
                <a:gd name="T46" fmla="*/ 0 w 71"/>
                <a:gd name="T47" fmla="*/ 1 h 70"/>
                <a:gd name="T48" fmla="*/ 0 w 71"/>
                <a:gd name="T49" fmla="*/ 1 h 70"/>
                <a:gd name="T50" fmla="*/ 0 w 71"/>
                <a:gd name="T51" fmla="*/ 1 h 70"/>
                <a:gd name="T52" fmla="*/ 0 w 71"/>
                <a:gd name="T53" fmla="*/ 1 h 70"/>
                <a:gd name="T54" fmla="*/ 0 w 71"/>
                <a:gd name="T55" fmla="*/ 1 h 70"/>
                <a:gd name="T56" fmla="*/ 0 w 71"/>
                <a:gd name="T57" fmla="*/ 1 h 70"/>
                <a:gd name="T58" fmla="*/ 0 w 71"/>
                <a:gd name="T59" fmla="*/ 1 h 70"/>
                <a:gd name="T60" fmla="*/ 0 w 71"/>
                <a:gd name="T61" fmla="*/ 1 h 70"/>
                <a:gd name="T62" fmla="*/ 0 w 71"/>
                <a:gd name="T63" fmla="*/ 1 h 70"/>
                <a:gd name="T64" fmla="*/ 0 w 71"/>
                <a:gd name="T65" fmla="*/ 1 h 70"/>
                <a:gd name="T66" fmla="*/ 0 w 71"/>
                <a:gd name="T67" fmla="*/ 1 h 70"/>
                <a:gd name="T68" fmla="*/ 0 w 71"/>
                <a:gd name="T69" fmla="*/ 1 h 70"/>
                <a:gd name="T70" fmla="*/ 0 w 71"/>
                <a:gd name="T71" fmla="*/ 1 h 70"/>
                <a:gd name="T72" fmla="*/ 0 w 71"/>
                <a:gd name="T73" fmla="*/ 1 h 70"/>
                <a:gd name="T74" fmla="*/ 0 w 71"/>
                <a:gd name="T75" fmla="*/ 1 h 70"/>
                <a:gd name="T76" fmla="*/ 0 w 71"/>
                <a:gd name="T77" fmla="*/ 1 h 70"/>
                <a:gd name="T78" fmla="*/ 0 w 71"/>
                <a:gd name="T79" fmla="*/ 1 h 70"/>
                <a:gd name="T80" fmla="*/ 0 w 71"/>
                <a:gd name="T81" fmla="*/ 1 h 70"/>
                <a:gd name="T82" fmla="*/ 0 w 71"/>
                <a:gd name="T83" fmla="*/ 1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38" name="Freeform 65">
              <a:extLst>
                <a:ext uri="{FF2B5EF4-FFF2-40B4-BE49-F238E27FC236}">
                  <a16:creationId xmlns:a16="http://schemas.microsoft.com/office/drawing/2014/main" id="{93994B68-1CA6-41A4-AFC3-D9E8571F2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918"/>
              <a:ext cx="35" cy="35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1 h 70"/>
                <a:gd name="T4" fmla="*/ 0 w 71"/>
                <a:gd name="T5" fmla="*/ 1 h 70"/>
                <a:gd name="T6" fmla="*/ 0 w 71"/>
                <a:gd name="T7" fmla="*/ 1 h 70"/>
                <a:gd name="T8" fmla="*/ 0 w 71"/>
                <a:gd name="T9" fmla="*/ 1 h 70"/>
                <a:gd name="T10" fmla="*/ 0 w 71"/>
                <a:gd name="T11" fmla="*/ 1 h 70"/>
                <a:gd name="T12" fmla="*/ 0 w 71"/>
                <a:gd name="T13" fmla="*/ 1 h 70"/>
                <a:gd name="T14" fmla="*/ 0 w 71"/>
                <a:gd name="T15" fmla="*/ 1 h 70"/>
                <a:gd name="T16" fmla="*/ 0 w 71"/>
                <a:gd name="T17" fmla="*/ 1 h 70"/>
                <a:gd name="T18" fmla="*/ 0 w 71"/>
                <a:gd name="T19" fmla="*/ 1 h 70"/>
                <a:gd name="T20" fmla="*/ 0 w 71"/>
                <a:gd name="T21" fmla="*/ 1 h 70"/>
                <a:gd name="T22" fmla="*/ 0 w 71"/>
                <a:gd name="T23" fmla="*/ 1 h 70"/>
                <a:gd name="T24" fmla="*/ 0 w 71"/>
                <a:gd name="T25" fmla="*/ 1 h 70"/>
                <a:gd name="T26" fmla="*/ 0 w 71"/>
                <a:gd name="T27" fmla="*/ 1 h 70"/>
                <a:gd name="T28" fmla="*/ 0 w 71"/>
                <a:gd name="T29" fmla="*/ 1 h 70"/>
                <a:gd name="T30" fmla="*/ 0 w 71"/>
                <a:gd name="T31" fmla="*/ 1 h 70"/>
                <a:gd name="T32" fmla="*/ 0 w 71"/>
                <a:gd name="T33" fmla="*/ 1 h 70"/>
                <a:gd name="T34" fmla="*/ 0 w 71"/>
                <a:gd name="T35" fmla="*/ 1 h 70"/>
                <a:gd name="T36" fmla="*/ 0 w 71"/>
                <a:gd name="T37" fmla="*/ 1 h 70"/>
                <a:gd name="T38" fmla="*/ 0 w 71"/>
                <a:gd name="T39" fmla="*/ 1 h 70"/>
                <a:gd name="T40" fmla="*/ 0 w 71"/>
                <a:gd name="T41" fmla="*/ 1 h 70"/>
                <a:gd name="T42" fmla="*/ 0 w 71"/>
                <a:gd name="T43" fmla="*/ 1 h 70"/>
                <a:gd name="T44" fmla="*/ 0 w 71"/>
                <a:gd name="T45" fmla="*/ 1 h 70"/>
                <a:gd name="T46" fmla="*/ 0 w 71"/>
                <a:gd name="T47" fmla="*/ 1 h 70"/>
                <a:gd name="T48" fmla="*/ 0 w 71"/>
                <a:gd name="T49" fmla="*/ 1 h 70"/>
                <a:gd name="T50" fmla="*/ 0 w 71"/>
                <a:gd name="T51" fmla="*/ 1 h 70"/>
                <a:gd name="T52" fmla="*/ 0 w 71"/>
                <a:gd name="T53" fmla="*/ 1 h 70"/>
                <a:gd name="T54" fmla="*/ 0 w 71"/>
                <a:gd name="T55" fmla="*/ 1 h 70"/>
                <a:gd name="T56" fmla="*/ 0 w 71"/>
                <a:gd name="T57" fmla="*/ 1 h 70"/>
                <a:gd name="T58" fmla="*/ 0 w 71"/>
                <a:gd name="T59" fmla="*/ 1 h 70"/>
                <a:gd name="T60" fmla="*/ 0 w 71"/>
                <a:gd name="T61" fmla="*/ 1 h 70"/>
                <a:gd name="T62" fmla="*/ 0 w 71"/>
                <a:gd name="T63" fmla="*/ 1 h 70"/>
                <a:gd name="T64" fmla="*/ 0 w 71"/>
                <a:gd name="T65" fmla="*/ 1 h 70"/>
                <a:gd name="T66" fmla="*/ 0 w 71"/>
                <a:gd name="T67" fmla="*/ 1 h 70"/>
                <a:gd name="T68" fmla="*/ 0 w 71"/>
                <a:gd name="T69" fmla="*/ 1 h 70"/>
                <a:gd name="T70" fmla="*/ 0 w 71"/>
                <a:gd name="T71" fmla="*/ 1 h 70"/>
                <a:gd name="T72" fmla="*/ 0 w 71"/>
                <a:gd name="T73" fmla="*/ 1 h 70"/>
                <a:gd name="T74" fmla="*/ 0 w 71"/>
                <a:gd name="T75" fmla="*/ 1 h 70"/>
                <a:gd name="T76" fmla="*/ 0 w 71"/>
                <a:gd name="T77" fmla="*/ 1 h 70"/>
                <a:gd name="T78" fmla="*/ 0 w 71"/>
                <a:gd name="T79" fmla="*/ 1 h 70"/>
                <a:gd name="T80" fmla="*/ 0 w 71"/>
                <a:gd name="T81" fmla="*/ 1 h 70"/>
                <a:gd name="T82" fmla="*/ 0 w 71"/>
                <a:gd name="T83" fmla="*/ 1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0594" name="Title 1">
            <a:extLst>
              <a:ext uri="{FF2B5EF4-FFF2-40B4-BE49-F238E27FC236}">
                <a16:creationId xmlns:a16="http://schemas.microsoft.com/office/drawing/2014/main" id="{63A56A8A-EAE2-4DBD-A387-6836AC97FFC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Gated SR latch with NOR gates</a:t>
            </a:r>
          </a:p>
        </p:txBody>
      </p:sp>
      <p:sp>
        <p:nvSpPr>
          <p:cNvPr id="110595" name="Title 1">
            <a:extLst>
              <a:ext uri="{FF2B5EF4-FFF2-40B4-BE49-F238E27FC236}">
                <a16:creationId xmlns:a16="http://schemas.microsoft.com/office/drawing/2014/main" id="{DB7FF0EF-7018-449C-82A9-D2FE7F5EABD0}"/>
              </a:ext>
            </a:extLst>
          </p:cNvPr>
          <p:cNvSpPr txBox="1">
            <a:spLocks/>
          </p:cNvSpPr>
          <p:nvPr/>
        </p:nvSpPr>
        <p:spPr bwMode="auto">
          <a:xfrm>
            <a:off x="76200" y="340995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Gated SR latch with NAND gates</a:t>
            </a:r>
          </a:p>
        </p:txBody>
      </p:sp>
      <p:pic>
        <p:nvPicPr>
          <p:cNvPr id="110596" name="Picture 1" descr="Screen shot 2013-10-21 at 1.11.22 PM.png">
            <a:extLst>
              <a:ext uri="{FF2B5EF4-FFF2-40B4-BE49-F238E27FC236}">
                <a16:creationId xmlns:a16="http://schemas.microsoft.com/office/drawing/2014/main" id="{2E97C3E5-B1C2-47D6-9B29-853270D04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" y="685800"/>
            <a:ext cx="4972050" cy="239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7" name="TextBox 1">
            <a:extLst>
              <a:ext uri="{FF2B5EF4-FFF2-40B4-BE49-F238E27FC236}">
                <a16:creationId xmlns:a16="http://schemas.microsoft.com/office/drawing/2014/main" id="{9C6E21CE-0879-4D87-AB37-21789806C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325" y="6127750"/>
            <a:ext cx="3617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Characteristic tables are the same</a:t>
            </a:r>
          </a:p>
        </p:txBody>
      </p:sp>
      <p:pic>
        <p:nvPicPr>
          <p:cNvPr id="110598" name="Picture 3" descr="Screen shot 2013-10-21 at 1.11.30 PM.png">
            <a:extLst>
              <a:ext uri="{FF2B5EF4-FFF2-40B4-BE49-F238E27FC236}">
                <a16:creationId xmlns:a16="http://schemas.microsoft.com/office/drawing/2014/main" id="{4D3BC45D-A6F9-4B17-A343-00C21039D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012" y="869950"/>
            <a:ext cx="3094038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9" name="Picture 3" descr="Screen shot 2013-10-21 at 1.11.30 PM.png">
            <a:extLst>
              <a:ext uri="{FF2B5EF4-FFF2-40B4-BE49-F238E27FC236}">
                <a16:creationId xmlns:a16="http://schemas.microsoft.com/office/drawing/2014/main" id="{51479E6A-9C36-42C1-9D6E-1A2F097CA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75" y="4044950"/>
            <a:ext cx="3094037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600" name="TextBox 2">
            <a:extLst>
              <a:ext uri="{FF2B5EF4-FFF2-40B4-BE49-F238E27FC236}">
                <a16:creationId xmlns:a16="http://schemas.microsoft.com/office/drawing/2014/main" id="{A55510E8-3CB4-4EDA-B95C-23355D06B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7" y="2487612"/>
            <a:ext cx="1403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Times" panose="02020603050405020304" pitchFamily="18" charset="0"/>
              </a:rPr>
              <a:t>(undesirable)</a:t>
            </a:r>
          </a:p>
        </p:txBody>
      </p:sp>
      <p:sp>
        <p:nvSpPr>
          <p:cNvPr id="110601" name="TextBox 50">
            <a:extLst>
              <a:ext uri="{FF2B5EF4-FFF2-40B4-BE49-F238E27FC236}">
                <a16:creationId xmlns:a16="http://schemas.microsoft.com/office/drawing/2014/main" id="{64F6CBA0-69A8-4453-8C83-4E95D43E4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0137" y="5668962"/>
            <a:ext cx="1401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Times" panose="02020603050405020304" pitchFamily="18" charset="0"/>
              </a:rPr>
              <a:t>(undesirable)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C6B60F-8B00-4852-8D3D-A69C568AF549}"/>
              </a:ext>
            </a:extLst>
          </p:cNvPr>
          <p:cNvSpPr/>
          <p:nvPr/>
        </p:nvSpPr>
        <p:spPr>
          <a:xfrm>
            <a:off x="452437" y="811212"/>
            <a:ext cx="1978025" cy="22717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F36335E-BFB8-464C-8FE9-AED423681B96}"/>
              </a:ext>
            </a:extLst>
          </p:cNvPr>
          <p:cNvSpPr/>
          <p:nvPr/>
        </p:nvSpPr>
        <p:spPr>
          <a:xfrm>
            <a:off x="528637" y="4075112"/>
            <a:ext cx="1978025" cy="22717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69" name="Group 66">
            <a:extLst>
              <a:ext uri="{FF2B5EF4-FFF2-40B4-BE49-F238E27FC236}">
                <a16:creationId xmlns:a16="http://schemas.microsoft.com/office/drawing/2014/main" id="{96A9F82A-6F86-4C42-AFB4-B552F278AE00}"/>
              </a:ext>
            </a:extLst>
          </p:cNvPr>
          <p:cNvGrpSpPr>
            <a:grpSpLocks/>
          </p:cNvGrpSpPr>
          <p:nvPr/>
        </p:nvGrpSpPr>
        <p:grpSpPr bwMode="auto">
          <a:xfrm>
            <a:off x="1062038" y="4403725"/>
            <a:ext cx="4027487" cy="2181225"/>
            <a:chOff x="1497" y="1263"/>
            <a:chExt cx="2537" cy="1374"/>
          </a:xfrm>
        </p:grpSpPr>
        <p:sp>
          <p:nvSpPr>
            <p:cNvPr id="109576" name="Line 4">
              <a:extLst>
                <a:ext uri="{FF2B5EF4-FFF2-40B4-BE49-F238E27FC236}">
                  <a16:creationId xmlns:a16="http://schemas.microsoft.com/office/drawing/2014/main" id="{C9C6F001-B0E8-4FA0-9E02-5A1E14DF5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9" y="1937"/>
              <a:ext cx="15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77" name="Line 5">
              <a:extLst>
                <a:ext uri="{FF2B5EF4-FFF2-40B4-BE49-F238E27FC236}">
                  <a16:creationId xmlns:a16="http://schemas.microsoft.com/office/drawing/2014/main" id="{0F65C453-1AA8-4D9A-97A7-28493F7174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" y="1536"/>
              <a:ext cx="4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78" name="Line 6">
              <a:extLst>
                <a:ext uri="{FF2B5EF4-FFF2-40B4-BE49-F238E27FC236}">
                  <a16:creationId xmlns:a16="http://schemas.microsoft.com/office/drawing/2014/main" id="{9AACAAEC-591D-420F-9D81-FD2D8B5D93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" y="2339"/>
              <a:ext cx="2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79" name="Freeform 7">
              <a:extLst>
                <a:ext uri="{FF2B5EF4-FFF2-40B4-BE49-F238E27FC236}">
                  <a16:creationId xmlns:a16="http://schemas.microsoft.com/office/drawing/2014/main" id="{5D800DF3-0579-4C5D-8418-7582CB601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636"/>
              <a:ext cx="919" cy="703"/>
            </a:xfrm>
            <a:custGeom>
              <a:avLst/>
              <a:gdLst>
                <a:gd name="T0" fmla="*/ 1 w 1838"/>
                <a:gd name="T1" fmla="*/ 0 h 1407"/>
                <a:gd name="T2" fmla="*/ 1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0" name="Freeform 8">
              <a:extLst>
                <a:ext uri="{FF2B5EF4-FFF2-40B4-BE49-F238E27FC236}">
                  <a16:creationId xmlns:a16="http://schemas.microsoft.com/office/drawing/2014/main" id="{F906E85B-7C63-4661-9704-83D171F6D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535"/>
              <a:ext cx="919" cy="704"/>
            </a:xfrm>
            <a:custGeom>
              <a:avLst/>
              <a:gdLst>
                <a:gd name="T0" fmla="*/ 1 w 1838"/>
                <a:gd name="T1" fmla="*/ 0 h 1407"/>
                <a:gd name="T2" fmla="*/ 1 w 1838"/>
                <a:gd name="T3" fmla="*/ 1 h 1407"/>
                <a:gd name="T4" fmla="*/ 0 w 1838"/>
                <a:gd name="T5" fmla="*/ 1 h 1407"/>
                <a:gd name="T6" fmla="*/ 0 w 1838"/>
                <a:gd name="T7" fmla="*/ 1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1" name="Freeform 10">
              <a:extLst>
                <a:ext uri="{FF2B5EF4-FFF2-40B4-BE49-F238E27FC236}">
                  <a16:creationId xmlns:a16="http://schemas.microsoft.com/office/drawing/2014/main" id="{970B75AE-2000-44AA-BDBE-35CBB6792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518"/>
              <a:ext cx="35" cy="35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1 h 70"/>
                <a:gd name="T4" fmla="*/ 0 w 71"/>
                <a:gd name="T5" fmla="*/ 1 h 70"/>
                <a:gd name="T6" fmla="*/ 0 w 71"/>
                <a:gd name="T7" fmla="*/ 1 h 70"/>
                <a:gd name="T8" fmla="*/ 0 w 71"/>
                <a:gd name="T9" fmla="*/ 1 h 70"/>
                <a:gd name="T10" fmla="*/ 0 w 71"/>
                <a:gd name="T11" fmla="*/ 1 h 70"/>
                <a:gd name="T12" fmla="*/ 0 w 71"/>
                <a:gd name="T13" fmla="*/ 1 h 70"/>
                <a:gd name="T14" fmla="*/ 0 w 71"/>
                <a:gd name="T15" fmla="*/ 1 h 70"/>
                <a:gd name="T16" fmla="*/ 0 w 71"/>
                <a:gd name="T17" fmla="*/ 1 h 70"/>
                <a:gd name="T18" fmla="*/ 0 w 71"/>
                <a:gd name="T19" fmla="*/ 1 h 70"/>
                <a:gd name="T20" fmla="*/ 0 w 71"/>
                <a:gd name="T21" fmla="*/ 1 h 70"/>
                <a:gd name="T22" fmla="*/ 0 w 71"/>
                <a:gd name="T23" fmla="*/ 1 h 70"/>
                <a:gd name="T24" fmla="*/ 0 w 71"/>
                <a:gd name="T25" fmla="*/ 1 h 70"/>
                <a:gd name="T26" fmla="*/ 0 w 71"/>
                <a:gd name="T27" fmla="*/ 1 h 70"/>
                <a:gd name="T28" fmla="*/ 0 w 71"/>
                <a:gd name="T29" fmla="*/ 1 h 70"/>
                <a:gd name="T30" fmla="*/ 0 w 71"/>
                <a:gd name="T31" fmla="*/ 1 h 70"/>
                <a:gd name="T32" fmla="*/ 0 w 71"/>
                <a:gd name="T33" fmla="*/ 1 h 70"/>
                <a:gd name="T34" fmla="*/ 0 w 71"/>
                <a:gd name="T35" fmla="*/ 1 h 70"/>
                <a:gd name="T36" fmla="*/ 0 w 71"/>
                <a:gd name="T37" fmla="*/ 1 h 70"/>
                <a:gd name="T38" fmla="*/ 0 w 71"/>
                <a:gd name="T39" fmla="*/ 1 h 70"/>
                <a:gd name="T40" fmla="*/ 0 w 71"/>
                <a:gd name="T41" fmla="*/ 1 h 70"/>
                <a:gd name="T42" fmla="*/ 0 w 71"/>
                <a:gd name="T43" fmla="*/ 1 h 70"/>
                <a:gd name="T44" fmla="*/ 0 w 71"/>
                <a:gd name="T45" fmla="*/ 1 h 70"/>
                <a:gd name="T46" fmla="*/ 0 w 71"/>
                <a:gd name="T47" fmla="*/ 1 h 70"/>
                <a:gd name="T48" fmla="*/ 0 w 71"/>
                <a:gd name="T49" fmla="*/ 1 h 70"/>
                <a:gd name="T50" fmla="*/ 0 w 71"/>
                <a:gd name="T51" fmla="*/ 1 h 70"/>
                <a:gd name="T52" fmla="*/ 0 w 71"/>
                <a:gd name="T53" fmla="*/ 1 h 70"/>
                <a:gd name="T54" fmla="*/ 0 w 71"/>
                <a:gd name="T55" fmla="*/ 1 h 70"/>
                <a:gd name="T56" fmla="*/ 0 w 71"/>
                <a:gd name="T57" fmla="*/ 1 h 70"/>
                <a:gd name="T58" fmla="*/ 0 w 71"/>
                <a:gd name="T59" fmla="*/ 1 h 70"/>
                <a:gd name="T60" fmla="*/ 0 w 71"/>
                <a:gd name="T61" fmla="*/ 1 h 70"/>
                <a:gd name="T62" fmla="*/ 0 w 71"/>
                <a:gd name="T63" fmla="*/ 1 h 70"/>
                <a:gd name="T64" fmla="*/ 0 w 71"/>
                <a:gd name="T65" fmla="*/ 1 h 70"/>
                <a:gd name="T66" fmla="*/ 0 w 71"/>
                <a:gd name="T67" fmla="*/ 1 h 70"/>
                <a:gd name="T68" fmla="*/ 0 w 71"/>
                <a:gd name="T69" fmla="*/ 1 h 70"/>
                <a:gd name="T70" fmla="*/ 0 w 71"/>
                <a:gd name="T71" fmla="*/ 1 h 70"/>
                <a:gd name="T72" fmla="*/ 0 w 71"/>
                <a:gd name="T73" fmla="*/ 1 h 70"/>
                <a:gd name="T74" fmla="*/ 0 w 71"/>
                <a:gd name="T75" fmla="*/ 1 h 70"/>
                <a:gd name="T76" fmla="*/ 0 w 71"/>
                <a:gd name="T77" fmla="*/ 1 h 70"/>
                <a:gd name="T78" fmla="*/ 0 w 71"/>
                <a:gd name="T79" fmla="*/ 1 h 70"/>
                <a:gd name="T80" fmla="*/ 0 w 71"/>
                <a:gd name="T81" fmla="*/ 1 h 70"/>
                <a:gd name="T82" fmla="*/ 0 w 71"/>
                <a:gd name="T83" fmla="*/ 1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2" name="Freeform 11">
              <a:extLst>
                <a:ext uri="{FF2B5EF4-FFF2-40B4-BE49-F238E27FC236}">
                  <a16:creationId xmlns:a16="http://schemas.microsoft.com/office/drawing/2014/main" id="{36CE4F21-62AD-457F-A82F-A2D6F08E1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2325"/>
              <a:ext cx="28" cy="28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3" name="Line 13">
              <a:extLst>
                <a:ext uri="{FF2B5EF4-FFF2-40B4-BE49-F238E27FC236}">
                  <a16:creationId xmlns:a16="http://schemas.microsoft.com/office/drawing/2014/main" id="{8BD36E19-0121-4E6C-A8E3-15B2D31940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2" y="2440"/>
              <a:ext cx="33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4" name="Line 14">
              <a:extLst>
                <a:ext uri="{FF2B5EF4-FFF2-40B4-BE49-F238E27FC236}">
                  <a16:creationId xmlns:a16="http://schemas.microsoft.com/office/drawing/2014/main" id="{68D732EB-AF06-4D1F-854B-1D9BC949C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7" y="1535"/>
              <a:ext cx="1" cy="8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5" name="Freeform 18">
              <a:extLst>
                <a:ext uri="{FF2B5EF4-FFF2-40B4-BE49-F238E27FC236}">
                  <a16:creationId xmlns:a16="http://schemas.microsoft.com/office/drawing/2014/main" id="{63F478F2-BFA0-4029-8AB6-234D85FE9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540"/>
              <a:ext cx="344" cy="1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6" name="Line 19">
              <a:extLst>
                <a:ext uri="{FF2B5EF4-FFF2-40B4-BE49-F238E27FC236}">
                  <a16:creationId xmlns:a16="http://schemas.microsoft.com/office/drawing/2014/main" id="{6A1F0CDC-AEB9-4D13-B10C-37C913B2B8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9" y="2540"/>
              <a:ext cx="3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7" name="Freeform 20">
              <a:extLst>
                <a:ext uri="{FF2B5EF4-FFF2-40B4-BE49-F238E27FC236}">
                  <a16:creationId xmlns:a16="http://schemas.microsoft.com/office/drawing/2014/main" id="{B7E84F1E-9F8E-45FA-BD08-05A03B77F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339"/>
              <a:ext cx="186" cy="1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8" name="Line 21">
              <a:extLst>
                <a:ext uri="{FF2B5EF4-FFF2-40B4-BE49-F238E27FC236}">
                  <a16:creationId xmlns:a16="http://schemas.microsoft.com/office/drawing/2014/main" id="{19851562-8A85-45ED-8B47-4DAE3366C1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2339"/>
              <a:ext cx="1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89" name="Line 25">
              <a:extLst>
                <a:ext uri="{FF2B5EF4-FFF2-40B4-BE49-F238E27FC236}">
                  <a16:creationId xmlns:a16="http://schemas.microsoft.com/office/drawing/2014/main" id="{80103709-6BBC-49F3-B448-0AAAD54557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0" y="2339"/>
              <a:ext cx="2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0" name="Rectangle 26">
              <a:extLst>
                <a:ext uri="{FF2B5EF4-FFF2-40B4-BE49-F238E27FC236}">
                  <a16:creationId xmlns:a16="http://schemas.microsoft.com/office/drawing/2014/main" id="{63FEF569-ED91-4068-A113-B18985A08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2" y="1263"/>
              <a:ext cx="10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1" name="Rectangle 27">
              <a:extLst>
                <a:ext uri="{FF2B5EF4-FFF2-40B4-BE49-F238E27FC236}">
                  <a16:creationId xmlns:a16="http://schemas.microsoft.com/office/drawing/2014/main" id="{11A3F366-58D6-4E53-9AC8-1BD7F11E0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8" y="2483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R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2" name="Freeform 29">
              <a:extLst>
                <a:ext uri="{FF2B5EF4-FFF2-40B4-BE49-F238E27FC236}">
                  <a16:creationId xmlns:a16="http://schemas.microsoft.com/office/drawing/2014/main" id="{0DA7C74E-7D39-40D2-9ACD-76626BD42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2402"/>
              <a:ext cx="77" cy="77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3" name="Freeform 34">
              <a:extLst>
                <a:ext uri="{FF2B5EF4-FFF2-40B4-BE49-F238E27FC236}">
                  <a16:creationId xmlns:a16="http://schemas.microsoft.com/office/drawing/2014/main" id="{B7657C35-DA01-4A35-AA6F-36E01CBF4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299"/>
              <a:ext cx="77" cy="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1 h 155"/>
                <a:gd name="T4" fmla="*/ 0 w 155"/>
                <a:gd name="T5" fmla="*/ 1 h 155"/>
                <a:gd name="T6" fmla="*/ 0 w 155"/>
                <a:gd name="T7" fmla="*/ 1 h 155"/>
                <a:gd name="T8" fmla="*/ 0 w 155"/>
                <a:gd name="T9" fmla="*/ 1 h 155"/>
                <a:gd name="T10" fmla="*/ 0 w 155"/>
                <a:gd name="T11" fmla="*/ 1 h 155"/>
                <a:gd name="T12" fmla="*/ 0 w 155"/>
                <a:gd name="T13" fmla="*/ 1 h 155"/>
                <a:gd name="T14" fmla="*/ 0 w 155"/>
                <a:gd name="T15" fmla="*/ 1 h 155"/>
                <a:gd name="T16" fmla="*/ 0 w 155"/>
                <a:gd name="T17" fmla="*/ 1 h 155"/>
                <a:gd name="T18" fmla="*/ 0 w 155"/>
                <a:gd name="T19" fmla="*/ 1 h 155"/>
                <a:gd name="T20" fmla="*/ 0 w 155"/>
                <a:gd name="T21" fmla="*/ 1 h 155"/>
                <a:gd name="T22" fmla="*/ 0 w 155"/>
                <a:gd name="T23" fmla="*/ 1 h 155"/>
                <a:gd name="T24" fmla="*/ 0 w 155"/>
                <a:gd name="T25" fmla="*/ 1 h 155"/>
                <a:gd name="T26" fmla="*/ 0 w 155"/>
                <a:gd name="T27" fmla="*/ 1 h 155"/>
                <a:gd name="T28" fmla="*/ 0 w 155"/>
                <a:gd name="T29" fmla="*/ 1 h 155"/>
                <a:gd name="T30" fmla="*/ 0 w 155"/>
                <a:gd name="T31" fmla="*/ 1 h 155"/>
                <a:gd name="T32" fmla="*/ 0 w 155"/>
                <a:gd name="T33" fmla="*/ 1 h 155"/>
                <a:gd name="T34" fmla="*/ 0 w 155"/>
                <a:gd name="T35" fmla="*/ 1 h 155"/>
                <a:gd name="T36" fmla="*/ 0 w 155"/>
                <a:gd name="T37" fmla="*/ 1 h 155"/>
                <a:gd name="T38" fmla="*/ 0 w 155"/>
                <a:gd name="T39" fmla="*/ 1 h 155"/>
                <a:gd name="T40" fmla="*/ 0 w 155"/>
                <a:gd name="T41" fmla="*/ 1 h 155"/>
                <a:gd name="T42" fmla="*/ 0 w 155"/>
                <a:gd name="T43" fmla="*/ 1 h 155"/>
                <a:gd name="T44" fmla="*/ 0 w 155"/>
                <a:gd name="T45" fmla="*/ 1 h 155"/>
                <a:gd name="T46" fmla="*/ 0 w 155"/>
                <a:gd name="T47" fmla="*/ 1 h 155"/>
                <a:gd name="T48" fmla="*/ 0 w 155"/>
                <a:gd name="T49" fmla="*/ 1 h 155"/>
                <a:gd name="T50" fmla="*/ 0 w 155"/>
                <a:gd name="T51" fmla="*/ 1 h 155"/>
                <a:gd name="T52" fmla="*/ 0 w 155"/>
                <a:gd name="T53" fmla="*/ 1 h 155"/>
                <a:gd name="T54" fmla="*/ 0 w 155"/>
                <a:gd name="T55" fmla="*/ 1 h 155"/>
                <a:gd name="T56" fmla="*/ 0 w 155"/>
                <a:gd name="T57" fmla="*/ 1 h 155"/>
                <a:gd name="T58" fmla="*/ 0 w 155"/>
                <a:gd name="T59" fmla="*/ 1 h 155"/>
                <a:gd name="T60" fmla="*/ 0 w 155"/>
                <a:gd name="T61" fmla="*/ 1 h 155"/>
                <a:gd name="T62" fmla="*/ 0 w 155"/>
                <a:gd name="T63" fmla="*/ 1 h 155"/>
                <a:gd name="T64" fmla="*/ 0 w 155"/>
                <a:gd name="T65" fmla="*/ 1 h 155"/>
                <a:gd name="T66" fmla="*/ 0 w 155"/>
                <a:gd name="T67" fmla="*/ 1 h 155"/>
                <a:gd name="T68" fmla="*/ 0 w 155"/>
                <a:gd name="T69" fmla="*/ 1 h 155"/>
                <a:gd name="T70" fmla="*/ 0 w 155"/>
                <a:gd name="T71" fmla="*/ 1 h 155"/>
                <a:gd name="T72" fmla="*/ 0 w 155"/>
                <a:gd name="T73" fmla="*/ 1 h 155"/>
                <a:gd name="T74" fmla="*/ 0 w 155"/>
                <a:gd name="T75" fmla="*/ 1 h 155"/>
                <a:gd name="T76" fmla="*/ 0 w 155"/>
                <a:gd name="T77" fmla="*/ 1 h 155"/>
                <a:gd name="T78" fmla="*/ 0 w 155"/>
                <a:gd name="T79" fmla="*/ 1 h 155"/>
                <a:gd name="T80" fmla="*/ 0 w 155"/>
                <a:gd name="T81" fmla="*/ 1 h 155"/>
                <a:gd name="T82" fmla="*/ 0 w 155"/>
                <a:gd name="T83" fmla="*/ 1 h 155"/>
                <a:gd name="T84" fmla="*/ 0 w 155"/>
                <a:gd name="T85" fmla="*/ 1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4" name="Line 35">
              <a:extLst>
                <a:ext uri="{FF2B5EF4-FFF2-40B4-BE49-F238E27FC236}">
                  <a16:creationId xmlns:a16="http://schemas.microsoft.com/office/drawing/2014/main" id="{B26E3D49-40EC-478C-963D-9A2A155A1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2239"/>
              <a:ext cx="2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5" name="Freeform 40">
              <a:extLst>
                <a:ext uri="{FF2B5EF4-FFF2-40B4-BE49-F238E27FC236}">
                  <a16:creationId xmlns:a16="http://schemas.microsoft.com/office/drawing/2014/main" id="{C1D3C00F-18B6-44AB-AFD5-CE3CE5910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1497"/>
              <a:ext cx="77" cy="77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6" name="Line 41">
              <a:extLst>
                <a:ext uri="{FF2B5EF4-FFF2-40B4-BE49-F238E27FC236}">
                  <a16:creationId xmlns:a16="http://schemas.microsoft.com/office/drawing/2014/main" id="{3CFFB838-754F-43F7-B948-516DFB8C7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435"/>
              <a:ext cx="33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7" name="Line 42">
              <a:extLst>
                <a:ext uri="{FF2B5EF4-FFF2-40B4-BE49-F238E27FC236}">
                  <a16:creationId xmlns:a16="http://schemas.microsoft.com/office/drawing/2014/main" id="{6E90C372-322E-4434-B049-5A9604D8F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1636"/>
              <a:ext cx="2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8" name="Freeform 44">
              <a:extLst>
                <a:ext uri="{FF2B5EF4-FFF2-40B4-BE49-F238E27FC236}">
                  <a16:creationId xmlns:a16="http://schemas.microsoft.com/office/drawing/2014/main" id="{2F9E0F8E-A248-4D05-BEB2-D279FDD5A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535"/>
              <a:ext cx="186" cy="1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599" name="Line 45">
              <a:extLst>
                <a:ext uri="{FF2B5EF4-FFF2-40B4-BE49-F238E27FC236}">
                  <a16:creationId xmlns:a16="http://schemas.microsoft.com/office/drawing/2014/main" id="{18C2C03E-76E7-4A7D-BBEE-63DEDF0C93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1535"/>
              <a:ext cx="1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0" name="Freeform 46">
              <a:extLst>
                <a:ext uri="{FF2B5EF4-FFF2-40B4-BE49-F238E27FC236}">
                  <a16:creationId xmlns:a16="http://schemas.microsoft.com/office/drawing/2014/main" id="{AB6E7469-2C46-4467-9789-2201ADF2B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1320"/>
              <a:ext cx="344" cy="1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1" name="Line 47">
              <a:extLst>
                <a:ext uri="{FF2B5EF4-FFF2-40B4-BE49-F238E27FC236}">
                  <a16:creationId xmlns:a16="http://schemas.microsoft.com/office/drawing/2014/main" id="{0A51F4DF-A6C9-47E3-B319-2575C641D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9" y="1320"/>
              <a:ext cx="3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2" name="Freeform 51">
              <a:extLst>
                <a:ext uri="{FF2B5EF4-FFF2-40B4-BE49-F238E27FC236}">
                  <a16:creationId xmlns:a16="http://schemas.microsoft.com/office/drawing/2014/main" id="{DE9E1E62-D817-4DF8-83A6-774BA4DDC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1396"/>
              <a:ext cx="77" cy="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1 h 155"/>
                <a:gd name="T4" fmla="*/ 0 w 155"/>
                <a:gd name="T5" fmla="*/ 1 h 155"/>
                <a:gd name="T6" fmla="*/ 0 w 155"/>
                <a:gd name="T7" fmla="*/ 1 h 155"/>
                <a:gd name="T8" fmla="*/ 0 w 155"/>
                <a:gd name="T9" fmla="*/ 1 h 155"/>
                <a:gd name="T10" fmla="*/ 0 w 155"/>
                <a:gd name="T11" fmla="*/ 1 h 155"/>
                <a:gd name="T12" fmla="*/ 0 w 155"/>
                <a:gd name="T13" fmla="*/ 1 h 155"/>
                <a:gd name="T14" fmla="*/ 0 w 155"/>
                <a:gd name="T15" fmla="*/ 1 h 155"/>
                <a:gd name="T16" fmla="*/ 0 w 155"/>
                <a:gd name="T17" fmla="*/ 1 h 155"/>
                <a:gd name="T18" fmla="*/ 0 w 155"/>
                <a:gd name="T19" fmla="*/ 1 h 155"/>
                <a:gd name="T20" fmla="*/ 0 w 155"/>
                <a:gd name="T21" fmla="*/ 1 h 155"/>
                <a:gd name="T22" fmla="*/ 0 w 155"/>
                <a:gd name="T23" fmla="*/ 1 h 155"/>
                <a:gd name="T24" fmla="*/ 0 w 155"/>
                <a:gd name="T25" fmla="*/ 1 h 155"/>
                <a:gd name="T26" fmla="*/ 0 w 155"/>
                <a:gd name="T27" fmla="*/ 1 h 155"/>
                <a:gd name="T28" fmla="*/ 0 w 155"/>
                <a:gd name="T29" fmla="*/ 1 h 155"/>
                <a:gd name="T30" fmla="*/ 0 w 155"/>
                <a:gd name="T31" fmla="*/ 1 h 155"/>
                <a:gd name="T32" fmla="*/ 0 w 155"/>
                <a:gd name="T33" fmla="*/ 1 h 155"/>
                <a:gd name="T34" fmla="*/ 0 w 155"/>
                <a:gd name="T35" fmla="*/ 1 h 155"/>
                <a:gd name="T36" fmla="*/ 0 w 155"/>
                <a:gd name="T37" fmla="*/ 1 h 155"/>
                <a:gd name="T38" fmla="*/ 0 w 155"/>
                <a:gd name="T39" fmla="*/ 1 h 155"/>
                <a:gd name="T40" fmla="*/ 0 w 155"/>
                <a:gd name="T41" fmla="*/ 1 h 155"/>
                <a:gd name="T42" fmla="*/ 0 w 155"/>
                <a:gd name="T43" fmla="*/ 1 h 155"/>
                <a:gd name="T44" fmla="*/ 0 w 155"/>
                <a:gd name="T45" fmla="*/ 1 h 155"/>
                <a:gd name="T46" fmla="*/ 0 w 155"/>
                <a:gd name="T47" fmla="*/ 1 h 155"/>
                <a:gd name="T48" fmla="*/ 0 w 155"/>
                <a:gd name="T49" fmla="*/ 1 h 155"/>
                <a:gd name="T50" fmla="*/ 0 w 155"/>
                <a:gd name="T51" fmla="*/ 1 h 155"/>
                <a:gd name="T52" fmla="*/ 0 w 155"/>
                <a:gd name="T53" fmla="*/ 1 h 155"/>
                <a:gd name="T54" fmla="*/ 0 w 155"/>
                <a:gd name="T55" fmla="*/ 1 h 155"/>
                <a:gd name="T56" fmla="*/ 0 w 155"/>
                <a:gd name="T57" fmla="*/ 1 h 155"/>
                <a:gd name="T58" fmla="*/ 0 w 155"/>
                <a:gd name="T59" fmla="*/ 1 h 155"/>
                <a:gd name="T60" fmla="*/ 0 w 155"/>
                <a:gd name="T61" fmla="*/ 1 h 155"/>
                <a:gd name="T62" fmla="*/ 0 w 155"/>
                <a:gd name="T63" fmla="*/ 1 h 155"/>
                <a:gd name="T64" fmla="*/ 0 w 155"/>
                <a:gd name="T65" fmla="*/ 1 h 155"/>
                <a:gd name="T66" fmla="*/ 0 w 155"/>
                <a:gd name="T67" fmla="*/ 1 h 155"/>
                <a:gd name="T68" fmla="*/ 0 w 155"/>
                <a:gd name="T69" fmla="*/ 1 h 155"/>
                <a:gd name="T70" fmla="*/ 0 w 155"/>
                <a:gd name="T71" fmla="*/ 1 h 155"/>
                <a:gd name="T72" fmla="*/ 0 w 155"/>
                <a:gd name="T73" fmla="*/ 1 h 155"/>
                <a:gd name="T74" fmla="*/ 0 w 155"/>
                <a:gd name="T75" fmla="*/ 1 h 155"/>
                <a:gd name="T76" fmla="*/ 0 w 155"/>
                <a:gd name="T77" fmla="*/ 1 h 155"/>
                <a:gd name="T78" fmla="*/ 0 w 155"/>
                <a:gd name="T79" fmla="*/ 1 h 155"/>
                <a:gd name="T80" fmla="*/ 0 w 155"/>
                <a:gd name="T81" fmla="*/ 1 h 155"/>
                <a:gd name="T82" fmla="*/ 0 w 155"/>
                <a:gd name="T83" fmla="*/ 1 h 155"/>
                <a:gd name="T84" fmla="*/ 0 w 155"/>
                <a:gd name="T85" fmla="*/ 1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3" name="Rectangle 52">
              <a:extLst>
                <a:ext uri="{FF2B5EF4-FFF2-40B4-BE49-F238E27FC236}">
                  <a16:creationId xmlns:a16="http://schemas.microsoft.com/office/drawing/2014/main" id="{890D0FEB-2C93-4D37-9DE2-EF3CF1277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1873"/>
              <a:ext cx="2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Clk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4" name="Line 53">
              <a:extLst>
                <a:ext uri="{FF2B5EF4-FFF2-40B4-BE49-F238E27FC236}">
                  <a16:creationId xmlns:a16="http://schemas.microsoft.com/office/drawing/2014/main" id="{854001FE-281A-4D48-A139-C1C6F67436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3" y="2288"/>
              <a:ext cx="5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5" name="Rectangle 54">
              <a:extLst>
                <a:ext uri="{FF2B5EF4-FFF2-40B4-BE49-F238E27FC236}">
                  <a16:creationId xmlns:a16="http://schemas.microsoft.com/office/drawing/2014/main" id="{2E94D295-8A52-4527-9173-BC1F7A17C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3" y="2280"/>
              <a:ext cx="12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Q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6" name="Rectangle 55">
              <a:extLst>
                <a:ext uri="{FF2B5EF4-FFF2-40B4-BE49-F238E27FC236}">
                  <a16:creationId xmlns:a16="http://schemas.microsoft.com/office/drawing/2014/main" id="{A3A97776-FAE9-440D-99E9-B7BC4D0FF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" y="1467"/>
              <a:ext cx="12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Q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7" name="AutoShape 56">
              <a:extLst>
                <a:ext uri="{FF2B5EF4-FFF2-40B4-BE49-F238E27FC236}">
                  <a16:creationId xmlns:a16="http://schemas.microsoft.com/office/drawing/2014/main" id="{D0530187-9576-41C6-AFE1-BFC6CEA30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1263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8" name="AutoShape 57">
              <a:extLst>
                <a:ext uri="{FF2B5EF4-FFF2-40B4-BE49-F238E27FC236}">
                  <a16:creationId xmlns:a16="http://schemas.microsoft.com/office/drawing/2014/main" id="{B5E0897A-95BF-43AF-A82C-7CF0BDF95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2270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09" name="AutoShape 59">
              <a:extLst>
                <a:ext uri="{FF2B5EF4-FFF2-40B4-BE49-F238E27FC236}">
                  <a16:creationId xmlns:a16="http://schemas.microsoft.com/office/drawing/2014/main" id="{2A74716E-718C-4C0C-AAED-D9F690006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363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10" name="AutoShape 61">
              <a:extLst>
                <a:ext uri="{FF2B5EF4-FFF2-40B4-BE49-F238E27FC236}">
                  <a16:creationId xmlns:a16="http://schemas.microsoft.com/office/drawing/2014/main" id="{6FEB2F0D-83D8-41EC-92D6-F1E114BFF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" y="2167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11" name="Freeform 64">
              <a:extLst>
                <a:ext uri="{FF2B5EF4-FFF2-40B4-BE49-F238E27FC236}">
                  <a16:creationId xmlns:a16="http://schemas.microsoft.com/office/drawing/2014/main" id="{E4B31066-F24B-49B8-9F9F-751F2EA3C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2323"/>
              <a:ext cx="35" cy="35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1 h 70"/>
                <a:gd name="T4" fmla="*/ 0 w 71"/>
                <a:gd name="T5" fmla="*/ 1 h 70"/>
                <a:gd name="T6" fmla="*/ 0 w 71"/>
                <a:gd name="T7" fmla="*/ 1 h 70"/>
                <a:gd name="T8" fmla="*/ 0 w 71"/>
                <a:gd name="T9" fmla="*/ 1 h 70"/>
                <a:gd name="T10" fmla="*/ 0 w 71"/>
                <a:gd name="T11" fmla="*/ 1 h 70"/>
                <a:gd name="T12" fmla="*/ 0 w 71"/>
                <a:gd name="T13" fmla="*/ 1 h 70"/>
                <a:gd name="T14" fmla="*/ 0 w 71"/>
                <a:gd name="T15" fmla="*/ 1 h 70"/>
                <a:gd name="T16" fmla="*/ 0 w 71"/>
                <a:gd name="T17" fmla="*/ 1 h 70"/>
                <a:gd name="T18" fmla="*/ 0 w 71"/>
                <a:gd name="T19" fmla="*/ 1 h 70"/>
                <a:gd name="T20" fmla="*/ 0 w 71"/>
                <a:gd name="T21" fmla="*/ 1 h 70"/>
                <a:gd name="T22" fmla="*/ 0 w 71"/>
                <a:gd name="T23" fmla="*/ 1 h 70"/>
                <a:gd name="T24" fmla="*/ 0 w 71"/>
                <a:gd name="T25" fmla="*/ 1 h 70"/>
                <a:gd name="T26" fmla="*/ 0 w 71"/>
                <a:gd name="T27" fmla="*/ 1 h 70"/>
                <a:gd name="T28" fmla="*/ 0 w 71"/>
                <a:gd name="T29" fmla="*/ 1 h 70"/>
                <a:gd name="T30" fmla="*/ 0 w 71"/>
                <a:gd name="T31" fmla="*/ 1 h 70"/>
                <a:gd name="T32" fmla="*/ 0 w 71"/>
                <a:gd name="T33" fmla="*/ 1 h 70"/>
                <a:gd name="T34" fmla="*/ 0 w 71"/>
                <a:gd name="T35" fmla="*/ 1 h 70"/>
                <a:gd name="T36" fmla="*/ 0 w 71"/>
                <a:gd name="T37" fmla="*/ 1 h 70"/>
                <a:gd name="T38" fmla="*/ 0 w 71"/>
                <a:gd name="T39" fmla="*/ 1 h 70"/>
                <a:gd name="T40" fmla="*/ 0 w 71"/>
                <a:gd name="T41" fmla="*/ 1 h 70"/>
                <a:gd name="T42" fmla="*/ 0 w 71"/>
                <a:gd name="T43" fmla="*/ 1 h 70"/>
                <a:gd name="T44" fmla="*/ 0 w 71"/>
                <a:gd name="T45" fmla="*/ 1 h 70"/>
                <a:gd name="T46" fmla="*/ 0 w 71"/>
                <a:gd name="T47" fmla="*/ 1 h 70"/>
                <a:gd name="T48" fmla="*/ 0 w 71"/>
                <a:gd name="T49" fmla="*/ 1 h 70"/>
                <a:gd name="T50" fmla="*/ 0 w 71"/>
                <a:gd name="T51" fmla="*/ 1 h 70"/>
                <a:gd name="T52" fmla="*/ 0 w 71"/>
                <a:gd name="T53" fmla="*/ 1 h 70"/>
                <a:gd name="T54" fmla="*/ 0 w 71"/>
                <a:gd name="T55" fmla="*/ 1 h 70"/>
                <a:gd name="T56" fmla="*/ 0 w 71"/>
                <a:gd name="T57" fmla="*/ 1 h 70"/>
                <a:gd name="T58" fmla="*/ 0 w 71"/>
                <a:gd name="T59" fmla="*/ 1 h 70"/>
                <a:gd name="T60" fmla="*/ 0 w 71"/>
                <a:gd name="T61" fmla="*/ 1 h 70"/>
                <a:gd name="T62" fmla="*/ 0 w 71"/>
                <a:gd name="T63" fmla="*/ 1 h 70"/>
                <a:gd name="T64" fmla="*/ 0 w 71"/>
                <a:gd name="T65" fmla="*/ 1 h 70"/>
                <a:gd name="T66" fmla="*/ 0 w 71"/>
                <a:gd name="T67" fmla="*/ 1 h 70"/>
                <a:gd name="T68" fmla="*/ 0 w 71"/>
                <a:gd name="T69" fmla="*/ 1 h 70"/>
                <a:gd name="T70" fmla="*/ 0 w 71"/>
                <a:gd name="T71" fmla="*/ 1 h 70"/>
                <a:gd name="T72" fmla="*/ 0 w 71"/>
                <a:gd name="T73" fmla="*/ 1 h 70"/>
                <a:gd name="T74" fmla="*/ 0 w 71"/>
                <a:gd name="T75" fmla="*/ 1 h 70"/>
                <a:gd name="T76" fmla="*/ 0 w 71"/>
                <a:gd name="T77" fmla="*/ 1 h 70"/>
                <a:gd name="T78" fmla="*/ 0 w 71"/>
                <a:gd name="T79" fmla="*/ 1 h 70"/>
                <a:gd name="T80" fmla="*/ 0 w 71"/>
                <a:gd name="T81" fmla="*/ 1 h 70"/>
                <a:gd name="T82" fmla="*/ 0 w 71"/>
                <a:gd name="T83" fmla="*/ 1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612" name="Freeform 65">
              <a:extLst>
                <a:ext uri="{FF2B5EF4-FFF2-40B4-BE49-F238E27FC236}">
                  <a16:creationId xmlns:a16="http://schemas.microsoft.com/office/drawing/2014/main" id="{15DE7C84-92E0-4A97-98F5-B236FC072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918"/>
              <a:ext cx="35" cy="35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1 h 70"/>
                <a:gd name="T4" fmla="*/ 0 w 71"/>
                <a:gd name="T5" fmla="*/ 1 h 70"/>
                <a:gd name="T6" fmla="*/ 0 w 71"/>
                <a:gd name="T7" fmla="*/ 1 h 70"/>
                <a:gd name="T8" fmla="*/ 0 w 71"/>
                <a:gd name="T9" fmla="*/ 1 h 70"/>
                <a:gd name="T10" fmla="*/ 0 w 71"/>
                <a:gd name="T11" fmla="*/ 1 h 70"/>
                <a:gd name="T12" fmla="*/ 0 w 71"/>
                <a:gd name="T13" fmla="*/ 1 h 70"/>
                <a:gd name="T14" fmla="*/ 0 w 71"/>
                <a:gd name="T15" fmla="*/ 1 h 70"/>
                <a:gd name="T16" fmla="*/ 0 w 71"/>
                <a:gd name="T17" fmla="*/ 1 h 70"/>
                <a:gd name="T18" fmla="*/ 0 w 71"/>
                <a:gd name="T19" fmla="*/ 1 h 70"/>
                <a:gd name="T20" fmla="*/ 0 w 71"/>
                <a:gd name="T21" fmla="*/ 1 h 70"/>
                <a:gd name="T22" fmla="*/ 0 w 71"/>
                <a:gd name="T23" fmla="*/ 1 h 70"/>
                <a:gd name="T24" fmla="*/ 0 w 71"/>
                <a:gd name="T25" fmla="*/ 1 h 70"/>
                <a:gd name="T26" fmla="*/ 0 w 71"/>
                <a:gd name="T27" fmla="*/ 1 h 70"/>
                <a:gd name="T28" fmla="*/ 0 w 71"/>
                <a:gd name="T29" fmla="*/ 1 h 70"/>
                <a:gd name="T30" fmla="*/ 0 w 71"/>
                <a:gd name="T31" fmla="*/ 1 h 70"/>
                <a:gd name="T32" fmla="*/ 0 w 71"/>
                <a:gd name="T33" fmla="*/ 1 h 70"/>
                <a:gd name="T34" fmla="*/ 0 w 71"/>
                <a:gd name="T35" fmla="*/ 1 h 70"/>
                <a:gd name="T36" fmla="*/ 0 w 71"/>
                <a:gd name="T37" fmla="*/ 1 h 70"/>
                <a:gd name="T38" fmla="*/ 0 w 71"/>
                <a:gd name="T39" fmla="*/ 1 h 70"/>
                <a:gd name="T40" fmla="*/ 0 w 71"/>
                <a:gd name="T41" fmla="*/ 1 h 70"/>
                <a:gd name="T42" fmla="*/ 0 w 71"/>
                <a:gd name="T43" fmla="*/ 1 h 70"/>
                <a:gd name="T44" fmla="*/ 0 w 71"/>
                <a:gd name="T45" fmla="*/ 1 h 70"/>
                <a:gd name="T46" fmla="*/ 0 w 71"/>
                <a:gd name="T47" fmla="*/ 1 h 70"/>
                <a:gd name="T48" fmla="*/ 0 w 71"/>
                <a:gd name="T49" fmla="*/ 1 h 70"/>
                <a:gd name="T50" fmla="*/ 0 w 71"/>
                <a:gd name="T51" fmla="*/ 1 h 70"/>
                <a:gd name="T52" fmla="*/ 0 w 71"/>
                <a:gd name="T53" fmla="*/ 1 h 70"/>
                <a:gd name="T54" fmla="*/ 0 w 71"/>
                <a:gd name="T55" fmla="*/ 1 h 70"/>
                <a:gd name="T56" fmla="*/ 0 w 71"/>
                <a:gd name="T57" fmla="*/ 1 h 70"/>
                <a:gd name="T58" fmla="*/ 0 w 71"/>
                <a:gd name="T59" fmla="*/ 1 h 70"/>
                <a:gd name="T60" fmla="*/ 0 w 71"/>
                <a:gd name="T61" fmla="*/ 1 h 70"/>
                <a:gd name="T62" fmla="*/ 0 w 71"/>
                <a:gd name="T63" fmla="*/ 1 h 70"/>
                <a:gd name="T64" fmla="*/ 0 w 71"/>
                <a:gd name="T65" fmla="*/ 1 h 70"/>
                <a:gd name="T66" fmla="*/ 0 w 71"/>
                <a:gd name="T67" fmla="*/ 1 h 70"/>
                <a:gd name="T68" fmla="*/ 0 w 71"/>
                <a:gd name="T69" fmla="*/ 1 h 70"/>
                <a:gd name="T70" fmla="*/ 0 w 71"/>
                <a:gd name="T71" fmla="*/ 1 h 70"/>
                <a:gd name="T72" fmla="*/ 0 w 71"/>
                <a:gd name="T73" fmla="*/ 1 h 70"/>
                <a:gd name="T74" fmla="*/ 0 w 71"/>
                <a:gd name="T75" fmla="*/ 1 h 70"/>
                <a:gd name="T76" fmla="*/ 0 w 71"/>
                <a:gd name="T77" fmla="*/ 1 h 70"/>
                <a:gd name="T78" fmla="*/ 0 w 71"/>
                <a:gd name="T79" fmla="*/ 1 h 70"/>
                <a:gd name="T80" fmla="*/ 0 w 71"/>
                <a:gd name="T81" fmla="*/ 1 h 70"/>
                <a:gd name="T82" fmla="*/ 0 w 71"/>
                <a:gd name="T83" fmla="*/ 1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109570" name="Title 1">
            <a:extLst>
              <a:ext uri="{FF2B5EF4-FFF2-40B4-BE49-F238E27FC236}">
                <a16:creationId xmlns:a16="http://schemas.microsoft.com/office/drawing/2014/main" id="{6867405A-521C-40C0-9E78-214F9985775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Gated SR latch with NOR gates</a:t>
            </a:r>
          </a:p>
        </p:txBody>
      </p:sp>
      <p:sp>
        <p:nvSpPr>
          <p:cNvPr id="109571" name="Title 1">
            <a:extLst>
              <a:ext uri="{FF2B5EF4-FFF2-40B4-BE49-F238E27FC236}">
                <a16:creationId xmlns:a16="http://schemas.microsoft.com/office/drawing/2014/main" id="{0DCFD32D-2388-4B22-861C-861094D4ED1B}"/>
              </a:ext>
            </a:extLst>
          </p:cNvPr>
          <p:cNvSpPr txBox="1">
            <a:spLocks/>
          </p:cNvSpPr>
          <p:nvPr/>
        </p:nvSpPr>
        <p:spPr bwMode="auto">
          <a:xfrm>
            <a:off x="4763" y="3678238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Gated SR latch with NAND gates</a:t>
            </a:r>
          </a:p>
        </p:txBody>
      </p:sp>
      <p:pic>
        <p:nvPicPr>
          <p:cNvPr id="109572" name="Picture 1" descr="Screen shot 2013-10-21 at 1.11.22 PM.png">
            <a:extLst>
              <a:ext uri="{FF2B5EF4-FFF2-40B4-BE49-F238E27FC236}">
                <a16:creationId xmlns:a16="http://schemas.microsoft.com/office/drawing/2014/main" id="{55D8536C-42F7-4707-BACF-851728F8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54088"/>
            <a:ext cx="4972050" cy="239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3" name="Picture 2" descr="Screen shot 2013-10-21 at 1.11.56 PM.png">
            <a:extLst>
              <a:ext uri="{FF2B5EF4-FFF2-40B4-BE49-F238E27FC236}">
                <a16:creationId xmlns:a16="http://schemas.microsoft.com/office/drawing/2014/main" id="{6B4C502E-1B2E-4B33-88B4-8E3EF06D5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143000"/>
            <a:ext cx="261461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4" name="Picture 2" descr="Screen shot 2013-10-21 at 1.11.56 PM.png">
            <a:extLst>
              <a:ext uri="{FF2B5EF4-FFF2-40B4-BE49-F238E27FC236}">
                <a16:creationId xmlns:a16="http://schemas.microsoft.com/office/drawing/2014/main" id="{54472F0C-EACC-41B1-AE2B-8431953B8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8" y="4495800"/>
            <a:ext cx="2614612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5" name="TextBox 1">
            <a:extLst>
              <a:ext uri="{FF2B5EF4-FFF2-40B4-BE49-F238E27FC236}">
                <a16:creationId xmlns:a16="http://schemas.microsoft.com/office/drawing/2014/main" id="{255F525D-E4F4-4188-86BC-A2F443D3F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438" y="6396038"/>
            <a:ext cx="3460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Graphical symbols are the same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3">
            <a:extLst>
              <a:ext uri="{FF2B5EF4-FFF2-40B4-BE49-F238E27FC236}">
                <a16:creationId xmlns:a16="http://schemas.microsoft.com/office/drawing/2014/main" id="{3E3F410A-C17A-44AD-918D-0589239DA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Gated D Latch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7B0B2119-50C6-3648-9D20-452F86EAF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Motivation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3B56D1C2-D1B2-42B9-A6C2-BCF9CBC42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219200"/>
            <a:ext cx="8991600" cy="4953000"/>
          </a:xfrm>
        </p:spPr>
        <p:txBody>
          <a:bodyPr/>
          <a:lstStyle/>
          <a:p>
            <a:pPr eaLnBrk="1" hangingPunct="1"/>
            <a:r>
              <a:rPr lang="en-US" altLang="en-US" dirty="0"/>
              <a:t>Dealing with two inputs (S and R) could be messy. For example, we may have to reset the latch before some operations in order to store a specific value but the reset may not be necessary depending on the current state of the latch.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Why not just have one input and call it D.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The D latch can be constructed using a simple modification of the SR latch.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Box 125">
            <a:extLst>
              <a:ext uri="{FF2B5EF4-FFF2-40B4-BE49-F238E27FC236}">
                <a16:creationId xmlns:a16="http://schemas.microsoft.com/office/drawing/2014/main" id="{F5420D1C-B754-445A-925F-67E8334F5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5.7a from the textbook ]</a:t>
            </a:r>
          </a:p>
        </p:txBody>
      </p:sp>
      <p:sp>
        <p:nvSpPr>
          <p:cNvPr id="113667" name="Title 1">
            <a:extLst>
              <a:ext uri="{FF2B5EF4-FFF2-40B4-BE49-F238E27FC236}">
                <a16:creationId xmlns:a16="http://schemas.microsoft.com/office/drawing/2014/main" id="{E3858ABE-765E-49BE-93E9-86D9C4C2A48B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Circuit Diagram for the Gated D Latch</a:t>
            </a:r>
          </a:p>
        </p:txBody>
      </p:sp>
      <p:grpSp>
        <p:nvGrpSpPr>
          <p:cNvPr id="5" name="Group 66">
            <a:extLst>
              <a:ext uri="{FF2B5EF4-FFF2-40B4-BE49-F238E27FC236}">
                <a16:creationId xmlns:a16="http://schemas.microsoft.com/office/drawing/2014/main" id="{4E3F8F78-CB37-43D2-88EE-BB6195673B37}"/>
              </a:ext>
            </a:extLst>
          </p:cNvPr>
          <p:cNvGrpSpPr>
            <a:grpSpLocks/>
          </p:cNvGrpSpPr>
          <p:nvPr/>
        </p:nvGrpSpPr>
        <p:grpSpPr bwMode="auto">
          <a:xfrm>
            <a:off x="5573713" y="626546"/>
            <a:ext cx="3417887" cy="2038996"/>
            <a:chOff x="1497" y="1139"/>
            <a:chExt cx="2537" cy="1555"/>
          </a:xfrm>
        </p:grpSpPr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956208BB-6B51-4F96-B826-0C86E7A68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9" y="1937"/>
              <a:ext cx="15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DB511F4F-8B52-4E9B-8A5A-332B3FDAD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" y="1536"/>
              <a:ext cx="4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F546D813-2994-45F9-89CC-C38D818ED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6" y="2339"/>
              <a:ext cx="2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3230C33-BCD5-4FFE-B859-BBA35020F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636"/>
              <a:ext cx="919" cy="703"/>
            </a:xfrm>
            <a:custGeom>
              <a:avLst/>
              <a:gdLst>
                <a:gd name="T0" fmla="*/ 1 w 1838"/>
                <a:gd name="T1" fmla="*/ 0 h 1407"/>
                <a:gd name="T2" fmla="*/ 1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3FCB3614-086B-45B7-85AB-6E0E72105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535"/>
              <a:ext cx="919" cy="704"/>
            </a:xfrm>
            <a:custGeom>
              <a:avLst/>
              <a:gdLst>
                <a:gd name="T0" fmla="*/ 1 w 1838"/>
                <a:gd name="T1" fmla="*/ 0 h 1407"/>
                <a:gd name="T2" fmla="*/ 1 w 1838"/>
                <a:gd name="T3" fmla="*/ 1 h 1407"/>
                <a:gd name="T4" fmla="*/ 0 w 1838"/>
                <a:gd name="T5" fmla="*/ 1 h 1407"/>
                <a:gd name="T6" fmla="*/ 0 w 1838"/>
                <a:gd name="T7" fmla="*/ 1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982DF95-DB2D-4113-9A34-080505BE1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518"/>
              <a:ext cx="35" cy="35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1 h 70"/>
                <a:gd name="T4" fmla="*/ 0 w 71"/>
                <a:gd name="T5" fmla="*/ 1 h 70"/>
                <a:gd name="T6" fmla="*/ 0 w 71"/>
                <a:gd name="T7" fmla="*/ 1 h 70"/>
                <a:gd name="T8" fmla="*/ 0 w 71"/>
                <a:gd name="T9" fmla="*/ 1 h 70"/>
                <a:gd name="T10" fmla="*/ 0 w 71"/>
                <a:gd name="T11" fmla="*/ 1 h 70"/>
                <a:gd name="T12" fmla="*/ 0 w 71"/>
                <a:gd name="T13" fmla="*/ 1 h 70"/>
                <a:gd name="T14" fmla="*/ 0 w 71"/>
                <a:gd name="T15" fmla="*/ 1 h 70"/>
                <a:gd name="T16" fmla="*/ 0 w 71"/>
                <a:gd name="T17" fmla="*/ 1 h 70"/>
                <a:gd name="T18" fmla="*/ 0 w 71"/>
                <a:gd name="T19" fmla="*/ 1 h 70"/>
                <a:gd name="T20" fmla="*/ 0 w 71"/>
                <a:gd name="T21" fmla="*/ 1 h 70"/>
                <a:gd name="T22" fmla="*/ 0 w 71"/>
                <a:gd name="T23" fmla="*/ 1 h 70"/>
                <a:gd name="T24" fmla="*/ 0 w 71"/>
                <a:gd name="T25" fmla="*/ 1 h 70"/>
                <a:gd name="T26" fmla="*/ 0 w 71"/>
                <a:gd name="T27" fmla="*/ 1 h 70"/>
                <a:gd name="T28" fmla="*/ 0 w 71"/>
                <a:gd name="T29" fmla="*/ 1 h 70"/>
                <a:gd name="T30" fmla="*/ 0 w 71"/>
                <a:gd name="T31" fmla="*/ 1 h 70"/>
                <a:gd name="T32" fmla="*/ 0 w 71"/>
                <a:gd name="T33" fmla="*/ 1 h 70"/>
                <a:gd name="T34" fmla="*/ 0 w 71"/>
                <a:gd name="T35" fmla="*/ 1 h 70"/>
                <a:gd name="T36" fmla="*/ 0 w 71"/>
                <a:gd name="T37" fmla="*/ 1 h 70"/>
                <a:gd name="T38" fmla="*/ 0 w 71"/>
                <a:gd name="T39" fmla="*/ 1 h 70"/>
                <a:gd name="T40" fmla="*/ 0 w 71"/>
                <a:gd name="T41" fmla="*/ 1 h 70"/>
                <a:gd name="T42" fmla="*/ 0 w 71"/>
                <a:gd name="T43" fmla="*/ 1 h 70"/>
                <a:gd name="T44" fmla="*/ 0 w 71"/>
                <a:gd name="T45" fmla="*/ 1 h 70"/>
                <a:gd name="T46" fmla="*/ 0 w 71"/>
                <a:gd name="T47" fmla="*/ 1 h 70"/>
                <a:gd name="T48" fmla="*/ 0 w 71"/>
                <a:gd name="T49" fmla="*/ 1 h 70"/>
                <a:gd name="T50" fmla="*/ 0 w 71"/>
                <a:gd name="T51" fmla="*/ 1 h 70"/>
                <a:gd name="T52" fmla="*/ 0 w 71"/>
                <a:gd name="T53" fmla="*/ 1 h 70"/>
                <a:gd name="T54" fmla="*/ 0 w 71"/>
                <a:gd name="T55" fmla="*/ 1 h 70"/>
                <a:gd name="T56" fmla="*/ 0 w 71"/>
                <a:gd name="T57" fmla="*/ 1 h 70"/>
                <a:gd name="T58" fmla="*/ 0 w 71"/>
                <a:gd name="T59" fmla="*/ 1 h 70"/>
                <a:gd name="T60" fmla="*/ 0 w 71"/>
                <a:gd name="T61" fmla="*/ 1 h 70"/>
                <a:gd name="T62" fmla="*/ 0 w 71"/>
                <a:gd name="T63" fmla="*/ 1 h 70"/>
                <a:gd name="T64" fmla="*/ 0 w 71"/>
                <a:gd name="T65" fmla="*/ 1 h 70"/>
                <a:gd name="T66" fmla="*/ 0 w 71"/>
                <a:gd name="T67" fmla="*/ 1 h 70"/>
                <a:gd name="T68" fmla="*/ 0 w 71"/>
                <a:gd name="T69" fmla="*/ 1 h 70"/>
                <a:gd name="T70" fmla="*/ 0 w 71"/>
                <a:gd name="T71" fmla="*/ 1 h 70"/>
                <a:gd name="T72" fmla="*/ 0 w 71"/>
                <a:gd name="T73" fmla="*/ 1 h 70"/>
                <a:gd name="T74" fmla="*/ 0 w 71"/>
                <a:gd name="T75" fmla="*/ 1 h 70"/>
                <a:gd name="T76" fmla="*/ 0 w 71"/>
                <a:gd name="T77" fmla="*/ 1 h 70"/>
                <a:gd name="T78" fmla="*/ 0 w 71"/>
                <a:gd name="T79" fmla="*/ 1 h 70"/>
                <a:gd name="T80" fmla="*/ 0 w 71"/>
                <a:gd name="T81" fmla="*/ 1 h 70"/>
                <a:gd name="T82" fmla="*/ 0 w 71"/>
                <a:gd name="T83" fmla="*/ 1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A98A9C4-4438-48B7-93F4-426861F07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2325"/>
              <a:ext cx="28" cy="28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60467321-707F-4CB1-BA6A-855F69228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2" y="2440"/>
              <a:ext cx="33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A3ACEEE2-35E0-4D37-8C95-C108F025C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7" y="1535"/>
              <a:ext cx="1" cy="8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3E129F11-96D3-4241-A40B-ABC21499D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2540"/>
              <a:ext cx="344" cy="1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" name="Line 19">
              <a:extLst>
                <a:ext uri="{FF2B5EF4-FFF2-40B4-BE49-F238E27FC236}">
                  <a16:creationId xmlns:a16="http://schemas.microsoft.com/office/drawing/2014/main" id="{E3153A65-3ECE-4F5E-BB8D-F5816FBCF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9" y="2540"/>
              <a:ext cx="3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89E44C6A-9D8C-43C7-9908-2D5EDA86A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339"/>
              <a:ext cx="186" cy="1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D36B6E80-E2FF-4B7A-AEAD-DD75FA9262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2339"/>
              <a:ext cx="1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F73DA82F-5670-4B9D-93F6-11B0062AD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0" y="2339"/>
              <a:ext cx="2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Rectangle 26">
              <a:extLst>
                <a:ext uri="{FF2B5EF4-FFF2-40B4-BE49-F238E27FC236}">
                  <a16:creationId xmlns:a16="http://schemas.microsoft.com/office/drawing/2014/main" id="{A46E6365-912C-41A9-AF22-ADD77A222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1" y="1139"/>
              <a:ext cx="10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5A840B12-4A5F-495A-980B-7CCA927BF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7" y="2540"/>
              <a:ext cx="1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R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A09603F3-2798-4CA8-8584-A6D102015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2402"/>
              <a:ext cx="77" cy="77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id="{7D55B899-0A60-4123-8AEB-53CFAB242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299"/>
              <a:ext cx="77" cy="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1 h 155"/>
                <a:gd name="T4" fmla="*/ 0 w 155"/>
                <a:gd name="T5" fmla="*/ 1 h 155"/>
                <a:gd name="T6" fmla="*/ 0 w 155"/>
                <a:gd name="T7" fmla="*/ 1 h 155"/>
                <a:gd name="T8" fmla="*/ 0 w 155"/>
                <a:gd name="T9" fmla="*/ 1 h 155"/>
                <a:gd name="T10" fmla="*/ 0 w 155"/>
                <a:gd name="T11" fmla="*/ 1 h 155"/>
                <a:gd name="T12" fmla="*/ 0 w 155"/>
                <a:gd name="T13" fmla="*/ 1 h 155"/>
                <a:gd name="T14" fmla="*/ 0 w 155"/>
                <a:gd name="T15" fmla="*/ 1 h 155"/>
                <a:gd name="T16" fmla="*/ 0 w 155"/>
                <a:gd name="T17" fmla="*/ 1 h 155"/>
                <a:gd name="T18" fmla="*/ 0 w 155"/>
                <a:gd name="T19" fmla="*/ 1 h 155"/>
                <a:gd name="T20" fmla="*/ 0 w 155"/>
                <a:gd name="T21" fmla="*/ 1 h 155"/>
                <a:gd name="T22" fmla="*/ 0 w 155"/>
                <a:gd name="T23" fmla="*/ 1 h 155"/>
                <a:gd name="T24" fmla="*/ 0 w 155"/>
                <a:gd name="T25" fmla="*/ 1 h 155"/>
                <a:gd name="T26" fmla="*/ 0 w 155"/>
                <a:gd name="T27" fmla="*/ 1 h 155"/>
                <a:gd name="T28" fmla="*/ 0 w 155"/>
                <a:gd name="T29" fmla="*/ 1 h 155"/>
                <a:gd name="T30" fmla="*/ 0 w 155"/>
                <a:gd name="T31" fmla="*/ 1 h 155"/>
                <a:gd name="T32" fmla="*/ 0 w 155"/>
                <a:gd name="T33" fmla="*/ 1 h 155"/>
                <a:gd name="T34" fmla="*/ 0 w 155"/>
                <a:gd name="T35" fmla="*/ 1 h 155"/>
                <a:gd name="T36" fmla="*/ 0 w 155"/>
                <a:gd name="T37" fmla="*/ 1 h 155"/>
                <a:gd name="T38" fmla="*/ 0 w 155"/>
                <a:gd name="T39" fmla="*/ 1 h 155"/>
                <a:gd name="T40" fmla="*/ 0 w 155"/>
                <a:gd name="T41" fmla="*/ 1 h 155"/>
                <a:gd name="T42" fmla="*/ 0 w 155"/>
                <a:gd name="T43" fmla="*/ 1 h 155"/>
                <a:gd name="T44" fmla="*/ 0 w 155"/>
                <a:gd name="T45" fmla="*/ 1 h 155"/>
                <a:gd name="T46" fmla="*/ 0 w 155"/>
                <a:gd name="T47" fmla="*/ 1 h 155"/>
                <a:gd name="T48" fmla="*/ 0 w 155"/>
                <a:gd name="T49" fmla="*/ 1 h 155"/>
                <a:gd name="T50" fmla="*/ 0 w 155"/>
                <a:gd name="T51" fmla="*/ 1 h 155"/>
                <a:gd name="T52" fmla="*/ 0 w 155"/>
                <a:gd name="T53" fmla="*/ 1 h 155"/>
                <a:gd name="T54" fmla="*/ 0 w 155"/>
                <a:gd name="T55" fmla="*/ 1 h 155"/>
                <a:gd name="T56" fmla="*/ 0 w 155"/>
                <a:gd name="T57" fmla="*/ 1 h 155"/>
                <a:gd name="T58" fmla="*/ 0 w 155"/>
                <a:gd name="T59" fmla="*/ 1 h 155"/>
                <a:gd name="T60" fmla="*/ 0 w 155"/>
                <a:gd name="T61" fmla="*/ 1 h 155"/>
                <a:gd name="T62" fmla="*/ 0 w 155"/>
                <a:gd name="T63" fmla="*/ 1 h 155"/>
                <a:gd name="T64" fmla="*/ 0 w 155"/>
                <a:gd name="T65" fmla="*/ 1 h 155"/>
                <a:gd name="T66" fmla="*/ 0 w 155"/>
                <a:gd name="T67" fmla="*/ 1 h 155"/>
                <a:gd name="T68" fmla="*/ 0 w 155"/>
                <a:gd name="T69" fmla="*/ 1 h 155"/>
                <a:gd name="T70" fmla="*/ 0 w 155"/>
                <a:gd name="T71" fmla="*/ 1 h 155"/>
                <a:gd name="T72" fmla="*/ 0 w 155"/>
                <a:gd name="T73" fmla="*/ 1 h 155"/>
                <a:gd name="T74" fmla="*/ 0 w 155"/>
                <a:gd name="T75" fmla="*/ 1 h 155"/>
                <a:gd name="T76" fmla="*/ 0 w 155"/>
                <a:gd name="T77" fmla="*/ 1 h 155"/>
                <a:gd name="T78" fmla="*/ 0 w 155"/>
                <a:gd name="T79" fmla="*/ 1 h 155"/>
                <a:gd name="T80" fmla="*/ 0 w 155"/>
                <a:gd name="T81" fmla="*/ 1 h 155"/>
                <a:gd name="T82" fmla="*/ 0 w 155"/>
                <a:gd name="T83" fmla="*/ 1 h 155"/>
                <a:gd name="T84" fmla="*/ 0 w 155"/>
                <a:gd name="T85" fmla="*/ 1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" name="Line 35">
              <a:extLst>
                <a:ext uri="{FF2B5EF4-FFF2-40B4-BE49-F238E27FC236}">
                  <a16:creationId xmlns:a16="http://schemas.microsoft.com/office/drawing/2014/main" id="{F878EC19-5259-4997-BEFE-34C9EF86A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2239"/>
              <a:ext cx="2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" name="Freeform 40">
              <a:extLst>
                <a:ext uri="{FF2B5EF4-FFF2-40B4-BE49-F238E27FC236}">
                  <a16:creationId xmlns:a16="http://schemas.microsoft.com/office/drawing/2014/main" id="{931B9133-2F2B-4F6D-B17D-68427644A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1497"/>
              <a:ext cx="77" cy="77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6" name="Line 41">
              <a:extLst>
                <a:ext uri="{FF2B5EF4-FFF2-40B4-BE49-F238E27FC236}">
                  <a16:creationId xmlns:a16="http://schemas.microsoft.com/office/drawing/2014/main" id="{8B2B0F05-964A-400E-AFD1-0A90A9C94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435"/>
              <a:ext cx="33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7" name="Line 42">
              <a:extLst>
                <a:ext uri="{FF2B5EF4-FFF2-40B4-BE49-F238E27FC236}">
                  <a16:creationId xmlns:a16="http://schemas.microsoft.com/office/drawing/2014/main" id="{9B95999C-35DD-49CF-B4C7-562178A59B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1636"/>
              <a:ext cx="2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8" name="Freeform 44">
              <a:extLst>
                <a:ext uri="{FF2B5EF4-FFF2-40B4-BE49-F238E27FC236}">
                  <a16:creationId xmlns:a16="http://schemas.microsoft.com/office/drawing/2014/main" id="{BC052A15-FC10-4FEB-9DCE-D79EA8A51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535"/>
              <a:ext cx="186" cy="1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Line 45">
              <a:extLst>
                <a:ext uri="{FF2B5EF4-FFF2-40B4-BE49-F238E27FC236}">
                  <a16:creationId xmlns:a16="http://schemas.microsoft.com/office/drawing/2014/main" id="{5BEFB192-F4A3-4BFA-BD5C-94BD3495FB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1535"/>
              <a:ext cx="1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" name="Freeform 46">
              <a:extLst>
                <a:ext uri="{FF2B5EF4-FFF2-40B4-BE49-F238E27FC236}">
                  <a16:creationId xmlns:a16="http://schemas.microsoft.com/office/drawing/2014/main" id="{FE4B8798-8990-4186-ACF0-EC85FCD53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1320"/>
              <a:ext cx="344" cy="1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1" name="Line 47">
              <a:extLst>
                <a:ext uri="{FF2B5EF4-FFF2-40B4-BE49-F238E27FC236}">
                  <a16:creationId xmlns:a16="http://schemas.microsoft.com/office/drawing/2014/main" id="{B3580AE7-61E3-4CB2-943D-A9711593B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9" y="1320"/>
              <a:ext cx="3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2" name="Freeform 51">
              <a:extLst>
                <a:ext uri="{FF2B5EF4-FFF2-40B4-BE49-F238E27FC236}">
                  <a16:creationId xmlns:a16="http://schemas.microsoft.com/office/drawing/2014/main" id="{D465E83D-CF22-43D1-9D07-A89616EFA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1396"/>
              <a:ext cx="77" cy="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1 h 155"/>
                <a:gd name="T4" fmla="*/ 0 w 155"/>
                <a:gd name="T5" fmla="*/ 1 h 155"/>
                <a:gd name="T6" fmla="*/ 0 w 155"/>
                <a:gd name="T7" fmla="*/ 1 h 155"/>
                <a:gd name="T8" fmla="*/ 0 w 155"/>
                <a:gd name="T9" fmla="*/ 1 h 155"/>
                <a:gd name="T10" fmla="*/ 0 w 155"/>
                <a:gd name="T11" fmla="*/ 1 h 155"/>
                <a:gd name="T12" fmla="*/ 0 w 155"/>
                <a:gd name="T13" fmla="*/ 1 h 155"/>
                <a:gd name="T14" fmla="*/ 0 w 155"/>
                <a:gd name="T15" fmla="*/ 1 h 155"/>
                <a:gd name="T16" fmla="*/ 0 w 155"/>
                <a:gd name="T17" fmla="*/ 1 h 155"/>
                <a:gd name="T18" fmla="*/ 0 w 155"/>
                <a:gd name="T19" fmla="*/ 1 h 155"/>
                <a:gd name="T20" fmla="*/ 0 w 155"/>
                <a:gd name="T21" fmla="*/ 1 h 155"/>
                <a:gd name="T22" fmla="*/ 0 w 155"/>
                <a:gd name="T23" fmla="*/ 1 h 155"/>
                <a:gd name="T24" fmla="*/ 0 w 155"/>
                <a:gd name="T25" fmla="*/ 1 h 155"/>
                <a:gd name="T26" fmla="*/ 0 w 155"/>
                <a:gd name="T27" fmla="*/ 1 h 155"/>
                <a:gd name="T28" fmla="*/ 0 w 155"/>
                <a:gd name="T29" fmla="*/ 1 h 155"/>
                <a:gd name="T30" fmla="*/ 0 w 155"/>
                <a:gd name="T31" fmla="*/ 1 h 155"/>
                <a:gd name="T32" fmla="*/ 0 w 155"/>
                <a:gd name="T33" fmla="*/ 1 h 155"/>
                <a:gd name="T34" fmla="*/ 0 w 155"/>
                <a:gd name="T35" fmla="*/ 1 h 155"/>
                <a:gd name="T36" fmla="*/ 0 w 155"/>
                <a:gd name="T37" fmla="*/ 1 h 155"/>
                <a:gd name="T38" fmla="*/ 0 w 155"/>
                <a:gd name="T39" fmla="*/ 1 h 155"/>
                <a:gd name="T40" fmla="*/ 0 w 155"/>
                <a:gd name="T41" fmla="*/ 1 h 155"/>
                <a:gd name="T42" fmla="*/ 0 w 155"/>
                <a:gd name="T43" fmla="*/ 1 h 155"/>
                <a:gd name="T44" fmla="*/ 0 w 155"/>
                <a:gd name="T45" fmla="*/ 1 h 155"/>
                <a:gd name="T46" fmla="*/ 0 w 155"/>
                <a:gd name="T47" fmla="*/ 1 h 155"/>
                <a:gd name="T48" fmla="*/ 0 w 155"/>
                <a:gd name="T49" fmla="*/ 1 h 155"/>
                <a:gd name="T50" fmla="*/ 0 w 155"/>
                <a:gd name="T51" fmla="*/ 1 h 155"/>
                <a:gd name="T52" fmla="*/ 0 w 155"/>
                <a:gd name="T53" fmla="*/ 1 h 155"/>
                <a:gd name="T54" fmla="*/ 0 w 155"/>
                <a:gd name="T55" fmla="*/ 1 h 155"/>
                <a:gd name="T56" fmla="*/ 0 w 155"/>
                <a:gd name="T57" fmla="*/ 1 h 155"/>
                <a:gd name="T58" fmla="*/ 0 w 155"/>
                <a:gd name="T59" fmla="*/ 1 h 155"/>
                <a:gd name="T60" fmla="*/ 0 w 155"/>
                <a:gd name="T61" fmla="*/ 1 h 155"/>
                <a:gd name="T62" fmla="*/ 0 w 155"/>
                <a:gd name="T63" fmla="*/ 1 h 155"/>
                <a:gd name="T64" fmla="*/ 0 w 155"/>
                <a:gd name="T65" fmla="*/ 1 h 155"/>
                <a:gd name="T66" fmla="*/ 0 w 155"/>
                <a:gd name="T67" fmla="*/ 1 h 155"/>
                <a:gd name="T68" fmla="*/ 0 w 155"/>
                <a:gd name="T69" fmla="*/ 1 h 155"/>
                <a:gd name="T70" fmla="*/ 0 w 155"/>
                <a:gd name="T71" fmla="*/ 1 h 155"/>
                <a:gd name="T72" fmla="*/ 0 w 155"/>
                <a:gd name="T73" fmla="*/ 1 h 155"/>
                <a:gd name="T74" fmla="*/ 0 w 155"/>
                <a:gd name="T75" fmla="*/ 1 h 155"/>
                <a:gd name="T76" fmla="*/ 0 w 155"/>
                <a:gd name="T77" fmla="*/ 1 h 155"/>
                <a:gd name="T78" fmla="*/ 0 w 155"/>
                <a:gd name="T79" fmla="*/ 1 h 155"/>
                <a:gd name="T80" fmla="*/ 0 w 155"/>
                <a:gd name="T81" fmla="*/ 1 h 155"/>
                <a:gd name="T82" fmla="*/ 0 w 155"/>
                <a:gd name="T83" fmla="*/ 1 h 155"/>
                <a:gd name="T84" fmla="*/ 0 w 155"/>
                <a:gd name="T85" fmla="*/ 1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3" name="Rectangle 52">
              <a:extLst>
                <a:ext uri="{FF2B5EF4-FFF2-40B4-BE49-F238E27FC236}">
                  <a16:creationId xmlns:a16="http://schemas.microsoft.com/office/drawing/2014/main" id="{AF386937-8804-4724-B2CD-DF8F574FF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1873"/>
              <a:ext cx="2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Clk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4" name="Line 53">
              <a:extLst>
                <a:ext uri="{FF2B5EF4-FFF2-40B4-BE49-F238E27FC236}">
                  <a16:creationId xmlns:a16="http://schemas.microsoft.com/office/drawing/2014/main" id="{31F923DF-DAB8-487A-88C1-A2E8528407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3" y="2288"/>
              <a:ext cx="5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5" name="Rectangle 54">
              <a:extLst>
                <a:ext uri="{FF2B5EF4-FFF2-40B4-BE49-F238E27FC236}">
                  <a16:creationId xmlns:a16="http://schemas.microsoft.com/office/drawing/2014/main" id="{DB8A35CA-F6CB-418A-9ACE-CD848B1C6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3" y="2280"/>
              <a:ext cx="12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Q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" name="Rectangle 55">
              <a:extLst>
                <a:ext uri="{FF2B5EF4-FFF2-40B4-BE49-F238E27FC236}">
                  <a16:creationId xmlns:a16="http://schemas.microsoft.com/office/drawing/2014/main" id="{77F112CA-4607-46FA-88C7-09ABE9CCD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" y="1467"/>
              <a:ext cx="12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Q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" name="AutoShape 56">
              <a:extLst>
                <a:ext uri="{FF2B5EF4-FFF2-40B4-BE49-F238E27FC236}">
                  <a16:creationId xmlns:a16="http://schemas.microsoft.com/office/drawing/2014/main" id="{3272C0A0-FA15-4DE0-9162-E8A371C3E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1263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8" name="AutoShape 57">
              <a:extLst>
                <a:ext uri="{FF2B5EF4-FFF2-40B4-BE49-F238E27FC236}">
                  <a16:creationId xmlns:a16="http://schemas.microsoft.com/office/drawing/2014/main" id="{CB83849C-83EB-432D-B2B2-EAFEE5D8E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2270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" name="AutoShape 59">
              <a:extLst>
                <a:ext uri="{FF2B5EF4-FFF2-40B4-BE49-F238E27FC236}">
                  <a16:creationId xmlns:a16="http://schemas.microsoft.com/office/drawing/2014/main" id="{125BF691-488F-4E9D-AB41-C506656B6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363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AutoShape 61">
              <a:extLst>
                <a:ext uri="{FF2B5EF4-FFF2-40B4-BE49-F238E27FC236}">
                  <a16:creationId xmlns:a16="http://schemas.microsoft.com/office/drawing/2014/main" id="{F1834E43-3952-49A0-A64E-9E663845B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" y="2167"/>
              <a:ext cx="395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1161C883-B22D-4933-A0D4-7BB27B299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2323"/>
              <a:ext cx="35" cy="35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1 h 70"/>
                <a:gd name="T4" fmla="*/ 0 w 71"/>
                <a:gd name="T5" fmla="*/ 1 h 70"/>
                <a:gd name="T6" fmla="*/ 0 w 71"/>
                <a:gd name="T7" fmla="*/ 1 h 70"/>
                <a:gd name="T8" fmla="*/ 0 w 71"/>
                <a:gd name="T9" fmla="*/ 1 h 70"/>
                <a:gd name="T10" fmla="*/ 0 w 71"/>
                <a:gd name="T11" fmla="*/ 1 h 70"/>
                <a:gd name="T12" fmla="*/ 0 w 71"/>
                <a:gd name="T13" fmla="*/ 1 h 70"/>
                <a:gd name="T14" fmla="*/ 0 w 71"/>
                <a:gd name="T15" fmla="*/ 1 h 70"/>
                <a:gd name="T16" fmla="*/ 0 w 71"/>
                <a:gd name="T17" fmla="*/ 1 h 70"/>
                <a:gd name="T18" fmla="*/ 0 w 71"/>
                <a:gd name="T19" fmla="*/ 1 h 70"/>
                <a:gd name="T20" fmla="*/ 0 w 71"/>
                <a:gd name="T21" fmla="*/ 1 h 70"/>
                <a:gd name="T22" fmla="*/ 0 w 71"/>
                <a:gd name="T23" fmla="*/ 1 h 70"/>
                <a:gd name="T24" fmla="*/ 0 w 71"/>
                <a:gd name="T25" fmla="*/ 1 h 70"/>
                <a:gd name="T26" fmla="*/ 0 w 71"/>
                <a:gd name="T27" fmla="*/ 1 h 70"/>
                <a:gd name="T28" fmla="*/ 0 w 71"/>
                <a:gd name="T29" fmla="*/ 1 h 70"/>
                <a:gd name="T30" fmla="*/ 0 w 71"/>
                <a:gd name="T31" fmla="*/ 1 h 70"/>
                <a:gd name="T32" fmla="*/ 0 w 71"/>
                <a:gd name="T33" fmla="*/ 1 h 70"/>
                <a:gd name="T34" fmla="*/ 0 w 71"/>
                <a:gd name="T35" fmla="*/ 1 h 70"/>
                <a:gd name="T36" fmla="*/ 0 w 71"/>
                <a:gd name="T37" fmla="*/ 1 h 70"/>
                <a:gd name="T38" fmla="*/ 0 w 71"/>
                <a:gd name="T39" fmla="*/ 1 h 70"/>
                <a:gd name="T40" fmla="*/ 0 w 71"/>
                <a:gd name="T41" fmla="*/ 1 h 70"/>
                <a:gd name="T42" fmla="*/ 0 w 71"/>
                <a:gd name="T43" fmla="*/ 1 h 70"/>
                <a:gd name="T44" fmla="*/ 0 w 71"/>
                <a:gd name="T45" fmla="*/ 1 h 70"/>
                <a:gd name="T46" fmla="*/ 0 w 71"/>
                <a:gd name="T47" fmla="*/ 1 h 70"/>
                <a:gd name="T48" fmla="*/ 0 w 71"/>
                <a:gd name="T49" fmla="*/ 1 h 70"/>
                <a:gd name="T50" fmla="*/ 0 w 71"/>
                <a:gd name="T51" fmla="*/ 1 h 70"/>
                <a:gd name="T52" fmla="*/ 0 w 71"/>
                <a:gd name="T53" fmla="*/ 1 h 70"/>
                <a:gd name="T54" fmla="*/ 0 w 71"/>
                <a:gd name="T55" fmla="*/ 1 h 70"/>
                <a:gd name="T56" fmla="*/ 0 w 71"/>
                <a:gd name="T57" fmla="*/ 1 h 70"/>
                <a:gd name="T58" fmla="*/ 0 w 71"/>
                <a:gd name="T59" fmla="*/ 1 h 70"/>
                <a:gd name="T60" fmla="*/ 0 w 71"/>
                <a:gd name="T61" fmla="*/ 1 h 70"/>
                <a:gd name="T62" fmla="*/ 0 w 71"/>
                <a:gd name="T63" fmla="*/ 1 h 70"/>
                <a:gd name="T64" fmla="*/ 0 w 71"/>
                <a:gd name="T65" fmla="*/ 1 h 70"/>
                <a:gd name="T66" fmla="*/ 0 w 71"/>
                <a:gd name="T67" fmla="*/ 1 h 70"/>
                <a:gd name="T68" fmla="*/ 0 w 71"/>
                <a:gd name="T69" fmla="*/ 1 h 70"/>
                <a:gd name="T70" fmla="*/ 0 w 71"/>
                <a:gd name="T71" fmla="*/ 1 h 70"/>
                <a:gd name="T72" fmla="*/ 0 w 71"/>
                <a:gd name="T73" fmla="*/ 1 h 70"/>
                <a:gd name="T74" fmla="*/ 0 w 71"/>
                <a:gd name="T75" fmla="*/ 1 h 70"/>
                <a:gd name="T76" fmla="*/ 0 w 71"/>
                <a:gd name="T77" fmla="*/ 1 h 70"/>
                <a:gd name="T78" fmla="*/ 0 w 71"/>
                <a:gd name="T79" fmla="*/ 1 h 70"/>
                <a:gd name="T80" fmla="*/ 0 w 71"/>
                <a:gd name="T81" fmla="*/ 1 h 70"/>
                <a:gd name="T82" fmla="*/ 0 w 71"/>
                <a:gd name="T83" fmla="*/ 1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Freeform 65">
              <a:extLst>
                <a:ext uri="{FF2B5EF4-FFF2-40B4-BE49-F238E27FC236}">
                  <a16:creationId xmlns:a16="http://schemas.microsoft.com/office/drawing/2014/main" id="{C45A7146-FF5A-48BF-AABB-A7B6B101F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918"/>
              <a:ext cx="35" cy="35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1 h 70"/>
                <a:gd name="T4" fmla="*/ 0 w 71"/>
                <a:gd name="T5" fmla="*/ 1 h 70"/>
                <a:gd name="T6" fmla="*/ 0 w 71"/>
                <a:gd name="T7" fmla="*/ 1 h 70"/>
                <a:gd name="T8" fmla="*/ 0 w 71"/>
                <a:gd name="T9" fmla="*/ 1 h 70"/>
                <a:gd name="T10" fmla="*/ 0 w 71"/>
                <a:gd name="T11" fmla="*/ 1 h 70"/>
                <a:gd name="T12" fmla="*/ 0 w 71"/>
                <a:gd name="T13" fmla="*/ 1 h 70"/>
                <a:gd name="T14" fmla="*/ 0 w 71"/>
                <a:gd name="T15" fmla="*/ 1 h 70"/>
                <a:gd name="T16" fmla="*/ 0 w 71"/>
                <a:gd name="T17" fmla="*/ 1 h 70"/>
                <a:gd name="T18" fmla="*/ 0 w 71"/>
                <a:gd name="T19" fmla="*/ 1 h 70"/>
                <a:gd name="T20" fmla="*/ 0 w 71"/>
                <a:gd name="T21" fmla="*/ 1 h 70"/>
                <a:gd name="T22" fmla="*/ 0 w 71"/>
                <a:gd name="T23" fmla="*/ 1 h 70"/>
                <a:gd name="T24" fmla="*/ 0 w 71"/>
                <a:gd name="T25" fmla="*/ 1 h 70"/>
                <a:gd name="T26" fmla="*/ 0 w 71"/>
                <a:gd name="T27" fmla="*/ 1 h 70"/>
                <a:gd name="T28" fmla="*/ 0 w 71"/>
                <a:gd name="T29" fmla="*/ 1 h 70"/>
                <a:gd name="T30" fmla="*/ 0 w 71"/>
                <a:gd name="T31" fmla="*/ 1 h 70"/>
                <a:gd name="T32" fmla="*/ 0 w 71"/>
                <a:gd name="T33" fmla="*/ 1 h 70"/>
                <a:gd name="T34" fmla="*/ 0 w 71"/>
                <a:gd name="T35" fmla="*/ 1 h 70"/>
                <a:gd name="T36" fmla="*/ 0 w 71"/>
                <a:gd name="T37" fmla="*/ 1 h 70"/>
                <a:gd name="T38" fmla="*/ 0 w 71"/>
                <a:gd name="T39" fmla="*/ 1 h 70"/>
                <a:gd name="T40" fmla="*/ 0 w 71"/>
                <a:gd name="T41" fmla="*/ 1 h 70"/>
                <a:gd name="T42" fmla="*/ 0 w 71"/>
                <a:gd name="T43" fmla="*/ 1 h 70"/>
                <a:gd name="T44" fmla="*/ 0 w 71"/>
                <a:gd name="T45" fmla="*/ 1 h 70"/>
                <a:gd name="T46" fmla="*/ 0 w 71"/>
                <a:gd name="T47" fmla="*/ 1 h 70"/>
                <a:gd name="T48" fmla="*/ 0 w 71"/>
                <a:gd name="T49" fmla="*/ 1 h 70"/>
                <a:gd name="T50" fmla="*/ 0 w 71"/>
                <a:gd name="T51" fmla="*/ 1 h 70"/>
                <a:gd name="T52" fmla="*/ 0 w 71"/>
                <a:gd name="T53" fmla="*/ 1 h 70"/>
                <a:gd name="T54" fmla="*/ 0 w 71"/>
                <a:gd name="T55" fmla="*/ 1 h 70"/>
                <a:gd name="T56" fmla="*/ 0 w 71"/>
                <a:gd name="T57" fmla="*/ 1 h 70"/>
                <a:gd name="T58" fmla="*/ 0 w 71"/>
                <a:gd name="T59" fmla="*/ 1 h 70"/>
                <a:gd name="T60" fmla="*/ 0 w 71"/>
                <a:gd name="T61" fmla="*/ 1 h 70"/>
                <a:gd name="T62" fmla="*/ 0 w 71"/>
                <a:gd name="T63" fmla="*/ 1 h 70"/>
                <a:gd name="T64" fmla="*/ 0 w 71"/>
                <a:gd name="T65" fmla="*/ 1 h 70"/>
                <a:gd name="T66" fmla="*/ 0 w 71"/>
                <a:gd name="T67" fmla="*/ 1 h 70"/>
                <a:gd name="T68" fmla="*/ 0 w 71"/>
                <a:gd name="T69" fmla="*/ 1 h 70"/>
                <a:gd name="T70" fmla="*/ 0 w 71"/>
                <a:gd name="T71" fmla="*/ 1 h 70"/>
                <a:gd name="T72" fmla="*/ 0 w 71"/>
                <a:gd name="T73" fmla="*/ 1 h 70"/>
                <a:gd name="T74" fmla="*/ 0 w 71"/>
                <a:gd name="T75" fmla="*/ 1 h 70"/>
                <a:gd name="T76" fmla="*/ 0 w 71"/>
                <a:gd name="T77" fmla="*/ 1 h 70"/>
                <a:gd name="T78" fmla="*/ 0 w 71"/>
                <a:gd name="T79" fmla="*/ 1 h 70"/>
                <a:gd name="T80" fmla="*/ 0 w 71"/>
                <a:gd name="T81" fmla="*/ 1 h 70"/>
                <a:gd name="T82" fmla="*/ 0 w 71"/>
                <a:gd name="T83" fmla="*/ 1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3" name="Picture 1" descr="Screen shot 2013-10-21 at 1.31.19 PM.png">
            <a:extLst>
              <a:ext uri="{FF2B5EF4-FFF2-40B4-BE49-F238E27FC236}">
                <a16:creationId xmlns:a16="http://schemas.microsoft.com/office/drawing/2014/main" id="{A739B881-EEF2-4C13-A4CA-8A391B1A5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4724400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5" name="TextBox 125">
            <a:extLst>
              <a:ext uri="{FF2B5EF4-FFF2-40B4-BE49-F238E27FC236}">
                <a16:creationId xmlns:a16="http://schemas.microsoft.com/office/drawing/2014/main" id="{7BFE5804-B686-462D-A963-94635AA28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78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5.7a,b from the textbook ]</a:t>
            </a:r>
          </a:p>
        </p:txBody>
      </p:sp>
      <p:sp>
        <p:nvSpPr>
          <p:cNvPr id="115716" name="Title 1">
            <a:extLst>
              <a:ext uri="{FF2B5EF4-FFF2-40B4-BE49-F238E27FC236}">
                <a16:creationId xmlns:a16="http://schemas.microsoft.com/office/drawing/2014/main" id="{97C60702-DE0F-467D-8A6A-5157837597A0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Circuit Diagram and Characteristic Table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for the Gated D Latch</a:t>
            </a:r>
          </a:p>
        </p:txBody>
      </p:sp>
      <p:sp>
        <p:nvSpPr>
          <p:cNvPr id="115717" name="TextBox 1">
            <a:extLst>
              <a:ext uri="{FF2B5EF4-FFF2-40B4-BE49-F238E27FC236}">
                <a16:creationId xmlns:a16="http://schemas.microsoft.com/office/drawing/2014/main" id="{DB203025-6E6F-448B-971B-3EDCCFD84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338638"/>
            <a:ext cx="58912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Note that it is now impossible to have S=R=1.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B691E58-44B3-484B-8064-BE8FD008A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84703"/>
            <a:ext cx="20907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This is the only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new thing here.</a:t>
            </a:r>
          </a:p>
        </p:txBody>
      </p:sp>
      <p:sp>
        <p:nvSpPr>
          <p:cNvPr id="8" name="Oval 1">
            <a:extLst>
              <a:ext uri="{FF2B5EF4-FFF2-40B4-BE49-F238E27FC236}">
                <a16:creationId xmlns:a16="http://schemas.microsoft.com/office/drawing/2014/main" id="{969FBF7C-1080-46FF-B741-FA96A0B87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971799"/>
            <a:ext cx="719138" cy="617901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A6DB68-4A10-484D-B76A-D2372A2838C8}"/>
              </a:ext>
            </a:extLst>
          </p:cNvPr>
          <p:cNvGrpSpPr/>
          <p:nvPr/>
        </p:nvGrpSpPr>
        <p:grpSpPr>
          <a:xfrm>
            <a:off x="5715000" y="1447800"/>
            <a:ext cx="3073400" cy="1817688"/>
            <a:chOff x="5715000" y="2590800"/>
            <a:chExt cx="3073400" cy="1817688"/>
          </a:xfrm>
        </p:grpSpPr>
        <p:pic>
          <p:nvPicPr>
            <p:cNvPr id="10" name="Picture 2" descr="Screen shot 2013-10-21 at 1.31.30 PM.png">
              <a:extLst>
                <a:ext uri="{FF2B5EF4-FFF2-40B4-BE49-F238E27FC236}">
                  <a16:creationId xmlns:a16="http://schemas.microsoft.com/office/drawing/2014/main" id="{08FB6274-0CCF-4815-8576-3B9DF3840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590800"/>
              <a:ext cx="3073400" cy="1817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23E5CA4-CBB9-425A-BF74-0995F2328FF0}"/>
                </a:ext>
              </a:extLst>
            </p:cNvPr>
            <p:cNvSpPr/>
            <p:nvPr/>
          </p:nvSpPr>
          <p:spPr>
            <a:xfrm>
              <a:off x="6096000" y="3276600"/>
              <a:ext cx="9144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F6A39A-C198-43AB-91AA-E8D489CA9E38}"/>
                </a:ext>
              </a:extLst>
            </p:cNvPr>
            <p:cNvSpPr/>
            <p:nvPr/>
          </p:nvSpPr>
          <p:spPr>
            <a:xfrm>
              <a:off x="7458553" y="3199986"/>
              <a:ext cx="9144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7" name="Picture 1" descr="Screen shot 2013-10-21 at 1.31.19 PM.png">
            <a:extLst>
              <a:ext uri="{FF2B5EF4-FFF2-40B4-BE49-F238E27FC236}">
                <a16:creationId xmlns:a16="http://schemas.microsoft.com/office/drawing/2014/main" id="{000E339B-EB5C-4D5B-AF7E-B28BF5881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295400"/>
            <a:ext cx="4724400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38" name="Picture 2" descr="Screen shot 2013-10-21 at 1.31.30 PM.png">
            <a:extLst>
              <a:ext uri="{FF2B5EF4-FFF2-40B4-BE49-F238E27FC236}">
                <a16:creationId xmlns:a16="http://schemas.microsoft.com/office/drawing/2014/main" id="{A47A14BB-8F89-4386-8C49-907B25F64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0" y="1371600"/>
            <a:ext cx="3073400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39" name="TextBox 125">
            <a:extLst>
              <a:ext uri="{FF2B5EF4-FFF2-40B4-BE49-F238E27FC236}">
                <a16:creationId xmlns:a16="http://schemas.microsoft.com/office/drawing/2014/main" id="{BC40C4E9-D7CE-4D81-AB6F-DCB5181C0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78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5.7a,b from the textbook ]</a:t>
            </a:r>
          </a:p>
        </p:txBody>
      </p:sp>
      <p:sp>
        <p:nvSpPr>
          <p:cNvPr id="116740" name="Title 1">
            <a:extLst>
              <a:ext uri="{FF2B5EF4-FFF2-40B4-BE49-F238E27FC236}">
                <a16:creationId xmlns:a16="http://schemas.microsoft.com/office/drawing/2014/main" id="{9882F916-D03E-4F52-A979-DA881DCDA64B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Circuit Diagram and Characteristic Table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for the Gated D Latch</a:t>
            </a:r>
          </a:p>
        </p:txBody>
      </p:sp>
      <p:sp>
        <p:nvSpPr>
          <p:cNvPr id="116741" name="TextBox 1">
            <a:extLst>
              <a:ext uri="{FF2B5EF4-FFF2-40B4-BE49-F238E27FC236}">
                <a16:creationId xmlns:a16="http://schemas.microsoft.com/office/drawing/2014/main" id="{83B40561-5861-4818-9E6B-F2E04D697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2" y="3916364"/>
            <a:ext cx="56229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When </a:t>
            </a:r>
            <a:r>
              <a:rPr lang="en-US" altLang="en-US" b="0" dirty="0" err="1">
                <a:solidFill>
                  <a:srgbClr val="FF0000"/>
                </a:solidFill>
                <a:latin typeface="Times" panose="02020603050405020304" pitchFamily="18" charset="0"/>
              </a:rPr>
              <a:t>Clk</a:t>
            </a: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=1 the output follows the D input.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When </a:t>
            </a:r>
            <a:r>
              <a:rPr lang="en-US" altLang="en-US" b="0" dirty="0" err="1">
                <a:solidFill>
                  <a:srgbClr val="FF0000"/>
                </a:solidFill>
                <a:latin typeface="Times" panose="02020603050405020304" pitchFamily="18" charset="0"/>
              </a:rPr>
              <a:t>Clk</a:t>
            </a: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=0 the output cannot be changed.</a:t>
            </a:r>
          </a:p>
        </p:txBody>
      </p:sp>
      <p:sp>
        <p:nvSpPr>
          <p:cNvPr id="8" name="Oval 1">
            <a:extLst>
              <a:ext uri="{FF2B5EF4-FFF2-40B4-BE49-F238E27FC236}">
                <a16:creationId xmlns:a16="http://schemas.microsoft.com/office/drawing/2014/main" id="{457B2349-5C32-48B2-9FB3-FE50BF39E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2690813"/>
            <a:ext cx="871538" cy="8397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pic>
        <p:nvPicPr>
          <p:cNvPr id="9" name="Picture 3" descr="Screen shot 2013-10-21 at 1.31.38 PM.png">
            <a:extLst>
              <a:ext uri="{FF2B5EF4-FFF2-40B4-BE49-F238E27FC236}">
                <a16:creationId xmlns:a16="http://schemas.microsoft.com/office/drawing/2014/main" id="{CCFA6C86-F929-460F-B67E-38FE03F1F9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093" y="3431458"/>
            <a:ext cx="2843213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Box 125">
            <a:extLst>
              <a:ext uri="{FF2B5EF4-FFF2-40B4-BE49-F238E27FC236}">
                <a16:creationId xmlns:a16="http://schemas.microsoft.com/office/drawing/2014/main" id="{B68ABDA9-1343-4BEE-9ABE-E6A947746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5.7d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9535E231-749A-47DD-9754-985CAB49ECF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Timing Diagram for the Gated D Latch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9BC3BA-133D-44B9-B45D-EADF26EC44C9}"/>
              </a:ext>
            </a:extLst>
          </p:cNvPr>
          <p:cNvGrpSpPr/>
          <p:nvPr/>
        </p:nvGrpSpPr>
        <p:grpSpPr>
          <a:xfrm>
            <a:off x="2133600" y="600635"/>
            <a:ext cx="6934200" cy="2904565"/>
            <a:chOff x="2133600" y="2429435"/>
            <a:chExt cx="6934200" cy="2904565"/>
          </a:xfrm>
        </p:grpSpPr>
        <p:pic>
          <p:nvPicPr>
            <p:cNvPr id="118785" name="Picture 1" descr="Screen shot 2013-10-21 at 1.31.52 PM.png">
              <a:extLst>
                <a:ext uri="{FF2B5EF4-FFF2-40B4-BE49-F238E27FC236}">
                  <a16:creationId xmlns:a16="http://schemas.microsoft.com/office/drawing/2014/main" id="{EAC035C7-3FB7-4625-88A5-01F3D21B3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2429435"/>
              <a:ext cx="6934200" cy="2904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A4BBABE-4625-479A-812F-8AC540465EF8}"/>
                </a:ext>
              </a:extLst>
            </p:cNvPr>
            <p:cNvSpPr/>
            <p:nvPr/>
          </p:nvSpPr>
          <p:spPr>
            <a:xfrm>
              <a:off x="2667000" y="4212426"/>
              <a:ext cx="6400800" cy="664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4" descr="Screen shot 2013-10-21 at 1.31.19 PM.png">
            <a:extLst>
              <a:ext uri="{FF2B5EF4-FFF2-40B4-BE49-F238E27FC236}">
                <a16:creationId xmlns:a16="http://schemas.microsoft.com/office/drawing/2014/main" id="{09A9AF15-08B8-4E5F-8C5D-D6FE9B844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86737"/>
            <a:ext cx="4267200" cy="185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Screen shot 2013-10-21 at 1.31.30 PM.png">
            <a:extLst>
              <a:ext uri="{FF2B5EF4-FFF2-40B4-BE49-F238E27FC236}">
                <a16:creationId xmlns:a16="http://schemas.microsoft.com/office/drawing/2014/main" id="{196527D1-861D-4337-990A-443E947C9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162937"/>
            <a:ext cx="2284692" cy="135122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955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Box 125">
            <a:extLst>
              <a:ext uri="{FF2B5EF4-FFF2-40B4-BE49-F238E27FC236}">
                <a16:creationId xmlns:a16="http://schemas.microsoft.com/office/drawing/2014/main" id="{B68ABDA9-1343-4BEE-9ABE-E6A947746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5.7d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9535E231-749A-47DD-9754-985CAB49ECF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Timing Diagram for the Gated D Latch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9BC3BA-133D-44B9-B45D-EADF26EC44C9}"/>
              </a:ext>
            </a:extLst>
          </p:cNvPr>
          <p:cNvGrpSpPr/>
          <p:nvPr/>
        </p:nvGrpSpPr>
        <p:grpSpPr>
          <a:xfrm>
            <a:off x="2133600" y="600635"/>
            <a:ext cx="6934200" cy="2904565"/>
            <a:chOff x="2133600" y="2429435"/>
            <a:chExt cx="6934200" cy="2904565"/>
          </a:xfrm>
        </p:grpSpPr>
        <p:pic>
          <p:nvPicPr>
            <p:cNvPr id="118785" name="Picture 1" descr="Screen shot 2013-10-21 at 1.31.52 PM.png">
              <a:extLst>
                <a:ext uri="{FF2B5EF4-FFF2-40B4-BE49-F238E27FC236}">
                  <a16:creationId xmlns:a16="http://schemas.microsoft.com/office/drawing/2014/main" id="{EAC035C7-3FB7-4625-88A5-01F3D21B3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2429435"/>
              <a:ext cx="6934200" cy="2904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A4BBABE-4625-479A-812F-8AC540465EF8}"/>
                </a:ext>
              </a:extLst>
            </p:cNvPr>
            <p:cNvSpPr/>
            <p:nvPr/>
          </p:nvSpPr>
          <p:spPr>
            <a:xfrm>
              <a:off x="2667000" y="4212426"/>
              <a:ext cx="6400800" cy="664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4" descr="Screen shot 2013-10-21 at 1.31.19 PM.png">
            <a:extLst>
              <a:ext uri="{FF2B5EF4-FFF2-40B4-BE49-F238E27FC236}">
                <a16:creationId xmlns:a16="http://schemas.microsoft.com/office/drawing/2014/main" id="{09A9AF15-08B8-4E5F-8C5D-D6FE9B844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86737"/>
            <a:ext cx="4267200" cy="185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Screen shot 2013-10-21 at 1.31.30 PM.png">
            <a:extLst>
              <a:ext uri="{FF2B5EF4-FFF2-40B4-BE49-F238E27FC236}">
                <a16:creationId xmlns:a16="http://schemas.microsoft.com/office/drawing/2014/main" id="{196527D1-861D-4337-990A-443E947C9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4162937"/>
            <a:ext cx="2284692" cy="135122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FF307C-0AE7-4B9B-A331-87EDD52E2B96}"/>
              </a:ext>
            </a:extLst>
          </p:cNvPr>
          <p:cNvCxnSpPr>
            <a:cxnSpLocks/>
          </p:cNvCxnSpPr>
          <p:nvPr/>
        </p:nvCxnSpPr>
        <p:spPr bwMode="auto">
          <a:xfrm>
            <a:off x="3886200" y="851159"/>
            <a:ext cx="0" cy="23407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A901E1-4774-4541-A912-7C44DB7A00C3}"/>
              </a:ext>
            </a:extLst>
          </p:cNvPr>
          <p:cNvCxnSpPr>
            <a:cxnSpLocks/>
          </p:cNvCxnSpPr>
          <p:nvPr/>
        </p:nvCxnSpPr>
        <p:spPr bwMode="auto">
          <a:xfrm>
            <a:off x="5334000" y="838200"/>
            <a:ext cx="0" cy="23407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14A689-2C96-43EB-B5E4-39C71F3F2762}"/>
              </a:ext>
            </a:extLst>
          </p:cNvPr>
          <p:cNvCxnSpPr>
            <a:cxnSpLocks/>
          </p:cNvCxnSpPr>
          <p:nvPr/>
        </p:nvCxnSpPr>
        <p:spPr bwMode="auto">
          <a:xfrm>
            <a:off x="6858000" y="838200"/>
            <a:ext cx="0" cy="23407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17891A-1767-4D5C-B7C9-435C6ABD46C8}"/>
              </a:ext>
            </a:extLst>
          </p:cNvPr>
          <p:cNvCxnSpPr>
            <a:cxnSpLocks/>
          </p:cNvCxnSpPr>
          <p:nvPr/>
        </p:nvCxnSpPr>
        <p:spPr bwMode="auto">
          <a:xfrm>
            <a:off x="8382000" y="811648"/>
            <a:ext cx="0" cy="23407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88696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5" name="Picture 1" descr="Screen shot 2013-10-21 at 1.31.52 PM.png">
            <a:extLst>
              <a:ext uri="{FF2B5EF4-FFF2-40B4-BE49-F238E27FC236}">
                <a16:creationId xmlns:a16="http://schemas.microsoft.com/office/drawing/2014/main" id="{EAC035C7-3FB7-4625-88A5-01F3D21B3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743200"/>
            <a:ext cx="6934200" cy="2435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6" name="TextBox 125">
            <a:extLst>
              <a:ext uri="{FF2B5EF4-FFF2-40B4-BE49-F238E27FC236}">
                <a16:creationId xmlns:a16="http://schemas.microsoft.com/office/drawing/2014/main" id="{B68ABDA9-1343-4BEE-9ABE-E6A947746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5.7d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9535E231-749A-47DD-9754-985CAB49ECF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Timing Diagram for the Gated D Latch</a:t>
            </a:r>
          </a:p>
        </p:txBody>
      </p:sp>
      <p:pic>
        <p:nvPicPr>
          <p:cNvPr id="118788" name="Picture 4" descr="Screen shot 2013-10-21 at 1.31.19 PM.png">
            <a:extLst>
              <a:ext uri="{FF2B5EF4-FFF2-40B4-BE49-F238E27FC236}">
                <a16:creationId xmlns:a16="http://schemas.microsoft.com/office/drawing/2014/main" id="{AD8B8027-0205-462C-A587-E6D484101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600"/>
            <a:ext cx="490316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Screen shot 2013-10-21 at 1.31.30 PM.png">
            <a:extLst>
              <a:ext uri="{FF2B5EF4-FFF2-40B4-BE49-F238E27FC236}">
                <a16:creationId xmlns:a16="http://schemas.microsoft.com/office/drawing/2014/main" id="{DA855B3B-AB6A-4EEF-8D49-3FD14DF9C0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99" y="838200"/>
            <a:ext cx="2741893" cy="162162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809" name="Group 25">
            <a:extLst>
              <a:ext uri="{FF2B5EF4-FFF2-40B4-BE49-F238E27FC236}">
                <a16:creationId xmlns:a16="http://schemas.microsoft.com/office/drawing/2014/main" id="{98E97B8F-0944-499D-95E3-26603C29950C}"/>
              </a:ext>
            </a:extLst>
          </p:cNvPr>
          <p:cNvGrpSpPr>
            <a:grpSpLocks/>
          </p:cNvGrpSpPr>
          <p:nvPr/>
        </p:nvGrpSpPr>
        <p:grpSpPr bwMode="auto">
          <a:xfrm>
            <a:off x="627063" y="838200"/>
            <a:ext cx="7600950" cy="2606675"/>
            <a:chOff x="491" y="1102"/>
            <a:chExt cx="4788" cy="1642"/>
          </a:xfrm>
        </p:grpSpPr>
        <p:sp>
          <p:nvSpPr>
            <p:cNvPr id="119814" name="Line 4">
              <a:extLst>
                <a:ext uri="{FF2B5EF4-FFF2-40B4-BE49-F238E27FC236}">
                  <a16:creationId xmlns:a16="http://schemas.microsoft.com/office/drawing/2014/main" id="{B711B51C-6EC9-443C-9CF2-39E466FE9C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1" y="1102"/>
              <a:ext cx="1" cy="12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15" name="Line 5">
              <a:extLst>
                <a:ext uri="{FF2B5EF4-FFF2-40B4-BE49-F238E27FC236}">
                  <a16:creationId xmlns:a16="http://schemas.microsoft.com/office/drawing/2014/main" id="{3DFEC011-A64D-4346-B17F-F91F1E1CD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3" y="1102"/>
              <a:ext cx="1" cy="12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16" name="Line 6">
              <a:extLst>
                <a:ext uri="{FF2B5EF4-FFF2-40B4-BE49-F238E27FC236}">
                  <a16:creationId xmlns:a16="http://schemas.microsoft.com/office/drawing/2014/main" id="{C9D19E18-FEB0-4D59-A431-22E4630FAD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2" y="1102"/>
              <a:ext cx="1" cy="12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17" name="Freeform 7">
              <a:extLst>
                <a:ext uri="{FF2B5EF4-FFF2-40B4-BE49-F238E27FC236}">
                  <a16:creationId xmlns:a16="http://schemas.microsoft.com/office/drawing/2014/main" id="{DE6A4B7E-462F-4184-8A3D-2FD4ABC4A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5" y="1189"/>
              <a:ext cx="86" cy="43"/>
            </a:xfrm>
            <a:custGeom>
              <a:avLst/>
              <a:gdLst>
                <a:gd name="T0" fmla="*/ 0 w 173"/>
                <a:gd name="T1" fmla="*/ 0 h 86"/>
                <a:gd name="T2" fmla="*/ 0 w 173"/>
                <a:gd name="T3" fmla="*/ 1 h 86"/>
                <a:gd name="T4" fmla="*/ 0 w 173"/>
                <a:gd name="T5" fmla="*/ 1 h 86"/>
                <a:gd name="T6" fmla="*/ 0 w 173"/>
                <a:gd name="T7" fmla="*/ 1 h 86"/>
                <a:gd name="T8" fmla="*/ 0 w 173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86"/>
                <a:gd name="T17" fmla="*/ 173 w 173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86">
                  <a:moveTo>
                    <a:pt x="173" y="0"/>
                  </a:moveTo>
                  <a:lnTo>
                    <a:pt x="0" y="29"/>
                  </a:lnTo>
                  <a:lnTo>
                    <a:pt x="173" y="86"/>
                  </a:lnTo>
                  <a:lnTo>
                    <a:pt x="173" y="29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818" name="Line 8">
              <a:extLst>
                <a:ext uri="{FF2B5EF4-FFF2-40B4-BE49-F238E27FC236}">
                  <a16:creationId xmlns:a16="http://schemas.microsoft.com/office/drawing/2014/main" id="{C6A1840F-B3E7-47CC-9432-ECC5587680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6" y="1203"/>
              <a:ext cx="389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19" name="Freeform 9">
              <a:extLst>
                <a:ext uri="{FF2B5EF4-FFF2-40B4-BE49-F238E27FC236}">
                  <a16:creationId xmlns:a16="http://schemas.microsoft.com/office/drawing/2014/main" id="{11F0D684-3CF7-4CD0-8009-962ED4D40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1189"/>
              <a:ext cx="86" cy="43"/>
            </a:xfrm>
            <a:custGeom>
              <a:avLst/>
              <a:gdLst>
                <a:gd name="T0" fmla="*/ 0 w 173"/>
                <a:gd name="T1" fmla="*/ 1 h 86"/>
                <a:gd name="T2" fmla="*/ 0 w 173"/>
                <a:gd name="T3" fmla="*/ 1 h 86"/>
                <a:gd name="T4" fmla="*/ 0 w 173"/>
                <a:gd name="T5" fmla="*/ 0 h 86"/>
                <a:gd name="T6" fmla="*/ 0 w 173"/>
                <a:gd name="T7" fmla="*/ 1 h 86"/>
                <a:gd name="T8" fmla="*/ 0 w 173"/>
                <a:gd name="T9" fmla="*/ 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86"/>
                <a:gd name="T17" fmla="*/ 173 w 173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86">
                  <a:moveTo>
                    <a:pt x="0" y="86"/>
                  </a:moveTo>
                  <a:lnTo>
                    <a:pt x="173" y="29"/>
                  </a:lnTo>
                  <a:lnTo>
                    <a:pt x="0" y="0"/>
                  </a:lnTo>
                  <a:lnTo>
                    <a:pt x="0" y="29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820" name="Line 10">
              <a:extLst>
                <a:ext uri="{FF2B5EF4-FFF2-40B4-BE49-F238E27FC236}">
                  <a16:creationId xmlns:a16="http://schemas.microsoft.com/office/drawing/2014/main" id="{FB7DEEEB-D3CE-4DCC-9A6B-D82F06DAE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0" y="1203"/>
              <a:ext cx="20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1" name="Freeform 11">
              <a:extLst>
                <a:ext uri="{FF2B5EF4-FFF2-40B4-BE49-F238E27FC236}">
                  <a16:creationId xmlns:a16="http://schemas.microsoft.com/office/drawing/2014/main" id="{BF05B50C-1CB2-4031-9403-4DB97F614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390"/>
              <a:ext cx="101" cy="44"/>
            </a:xfrm>
            <a:custGeom>
              <a:avLst/>
              <a:gdLst>
                <a:gd name="T0" fmla="*/ 1 w 202"/>
                <a:gd name="T1" fmla="*/ 0 h 86"/>
                <a:gd name="T2" fmla="*/ 0 w 202"/>
                <a:gd name="T3" fmla="*/ 1 h 86"/>
                <a:gd name="T4" fmla="*/ 1 w 202"/>
                <a:gd name="T5" fmla="*/ 1 h 86"/>
                <a:gd name="T6" fmla="*/ 1 w 202"/>
                <a:gd name="T7" fmla="*/ 1 h 86"/>
                <a:gd name="T8" fmla="*/ 1 w 202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"/>
                <a:gd name="T16" fmla="*/ 0 h 86"/>
                <a:gd name="T17" fmla="*/ 202 w 202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" h="86">
                  <a:moveTo>
                    <a:pt x="202" y="0"/>
                  </a:moveTo>
                  <a:lnTo>
                    <a:pt x="0" y="29"/>
                  </a:lnTo>
                  <a:lnTo>
                    <a:pt x="202" y="86"/>
                  </a:lnTo>
                  <a:lnTo>
                    <a:pt x="202" y="2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822" name="Line 12">
              <a:extLst>
                <a:ext uri="{FF2B5EF4-FFF2-40B4-BE49-F238E27FC236}">
                  <a16:creationId xmlns:a16="http://schemas.microsoft.com/office/drawing/2014/main" id="{CF9FD2AE-3FFD-45A1-B7F2-30813B4344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8" y="1405"/>
              <a:ext cx="187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3" name="Freeform 13">
              <a:extLst>
                <a:ext uri="{FF2B5EF4-FFF2-40B4-BE49-F238E27FC236}">
                  <a16:creationId xmlns:a16="http://schemas.microsoft.com/office/drawing/2014/main" id="{7DD9B48B-C8E9-457F-BA8D-9F2DE1685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390"/>
              <a:ext cx="87" cy="44"/>
            </a:xfrm>
            <a:custGeom>
              <a:avLst/>
              <a:gdLst>
                <a:gd name="T0" fmla="*/ 0 w 172"/>
                <a:gd name="T1" fmla="*/ 1 h 86"/>
                <a:gd name="T2" fmla="*/ 1 w 172"/>
                <a:gd name="T3" fmla="*/ 1 h 86"/>
                <a:gd name="T4" fmla="*/ 0 w 172"/>
                <a:gd name="T5" fmla="*/ 0 h 86"/>
                <a:gd name="T6" fmla="*/ 0 w 172"/>
                <a:gd name="T7" fmla="*/ 1 h 86"/>
                <a:gd name="T8" fmla="*/ 0 w 172"/>
                <a:gd name="T9" fmla="*/ 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86"/>
                <a:gd name="T17" fmla="*/ 172 w 172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86">
                  <a:moveTo>
                    <a:pt x="0" y="86"/>
                  </a:moveTo>
                  <a:lnTo>
                    <a:pt x="172" y="29"/>
                  </a:lnTo>
                  <a:lnTo>
                    <a:pt x="0" y="0"/>
                  </a:lnTo>
                  <a:lnTo>
                    <a:pt x="0" y="29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824" name="Line 14">
              <a:extLst>
                <a:ext uri="{FF2B5EF4-FFF2-40B4-BE49-F238E27FC236}">
                  <a16:creationId xmlns:a16="http://schemas.microsoft.com/office/drawing/2014/main" id="{BBCA9B54-20DB-4EF9-B7B9-AD0A8C9D3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0" y="1405"/>
              <a:ext cx="60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5" name="Rectangle 15">
              <a:extLst>
                <a:ext uri="{FF2B5EF4-FFF2-40B4-BE49-F238E27FC236}">
                  <a16:creationId xmlns:a16="http://schemas.microsoft.com/office/drawing/2014/main" id="{4C5F53B3-5201-441E-A8E1-B33D66B34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1113"/>
              <a:ext cx="12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9826" name="Rectangle 16">
              <a:extLst>
                <a:ext uri="{FF2B5EF4-FFF2-40B4-BE49-F238E27FC236}">
                  <a16:creationId xmlns:a16="http://schemas.microsoft.com/office/drawing/2014/main" id="{F9611401-5963-487B-BF54-948DCA363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1178"/>
              <a:ext cx="134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 i="1">
                  <a:solidFill>
                    <a:srgbClr val="000000"/>
                  </a:solidFill>
                  <a:latin typeface="Times-Roman" charset="0"/>
                </a:rPr>
                <a:t>su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9827" name="Rectangle 17">
              <a:extLst>
                <a:ext uri="{FF2B5EF4-FFF2-40B4-BE49-F238E27FC236}">
                  <a16:creationId xmlns:a16="http://schemas.microsoft.com/office/drawing/2014/main" id="{005CAF96-49D3-4CED-9C0B-70E9F079D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1317"/>
              <a:ext cx="12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9828" name="Rectangle 18">
              <a:extLst>
                <a:ext uri="{FF2B5EF4-FFF2-40B4-BE49-F238E27FC236}">
                  <a16:creationId xmlns:a16="http://schemas.microsoft.com/office/drawing/2014/main" id="{1CF905E0-9A7B-4A89-9FC3-0FAABB80E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1383"/>
              <a:ext cx="12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 i="1">
                  <a:solidFill>
                    <a:srgbClr val="000000"/>
                  </a:solidFill>
                  <a:latin typeface="Times-Roman" charset="0"/>
                </a:rPr>
                <a:t>h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9829" name="Rectangle 19">
              <a:extLst>
                <a:ext uri="{FF2B5EF4-FFF2-40B4-BE49-F238E27FC236}">
                  <a16:creationId xmlns:a16="http://schemas.microsoft.com/office/drawing/2014/main" id="{561388BA-50A2-4E6B-AD22-E2E514924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" y="1751"/>
              <a:ext cx="21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9830" name="Rectangle 20">
              <a:extLst>
                <a:ext uri="{FF2B5EF4-FFF2-40B4-BE49-F238E27FC236}">
                  <a16:creationId xmlns:a16="http://schemas.microsoft.com/office/drawing/2014/main" id="{BAD46EA9-B013-49DF-ADB7-89DB154EC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" y="2157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9831" name="Freeform 21">
              <a:extLst>
                <a:ext uri="{FF2B5EF4-FFF2-40B4-BE49-F238E27FC236}">
                  <a16:creationId xmlns:a16="http://schemas.microsoft.com/office/drawing/2014/main" id="{D5BB4711-4817-4F56-810C-22F8FD1C8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" y="2528"/>
              <a:ext cx="4497" cy="216"/>
            </a:xfrm>
            <a:custGeom>
              <a:avLst/>
              <a:gdLst>
                <a:gd name="T0" fmla="*/ 1 w 8993"/>
                <a:gd name="T1" fmla="*/ 0 h 432"/>
                <a:gd name="T2" fmla="*/ 1 w 8993"/>
                <a:gd name="T3" fmla="*/ 0 h 432"/>
                <a:gd name="T4" fmla="*/ 1 w 8993"/>
                <a:gd name="T5" fmla="*/ 1 h 432"/>
                <a:gd name="T6" fmla="*/ 0 w 8993"/>
                <a:gd name="T7" fmla="*/ 1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93"/>
                <a:gd name="T13" fmla="*/ 0 h 432"/>
                <a:gd name="T14" fmla="*/ 8993 w 8993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93" h="432">
                  <a:moveTo>
                    <a:pt x="8993" y="0"/>
                  </a:moveTo>
                  <a:lnTo>
                    <a:pt x="4496" y="0"/>
                  </a:lnTo>
                  <a:lnTo>
                    <a:pt x="4496" y="432"/>
                  </a:lnTo>
                  <a:lnTo>
                    <a:pt x="0" y="432"/>
                  </a:lnTo>
                </a:path>
              </a:pathLst>
            </a:custGeom>
            <a:noFill/>
            <a:ln w="2222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32" name="Freeform 22">
              <a:extLst>
                <a:ext uri="{FF2B5EF4-FFF2-40B4-BE49-F238E27FC236}">
                  <a16:creationId xmlns:a16="http://schemas.microsoft.com/office/drawing/2014/main" id="{0E21D230-E264-4DF5-9978-59E2F9563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" y="1722"/>
              <a:ext cx="4497" cy="201"/>
            </a:xfrm>
            <a:custGeom>
              <a:avLst/>
              <a:gdLst>
                <a:gd name="T0" fmla="*/ 1 w 8993"/>
                <a:gd name="T1" fmla="*/ 0 h 403"/>
                <a:gd name="T2" fmla="*/ 1 w 8993"/>
                <a:gd name="T3" fmla="*/ 0 h 403"/>
                <a:gd name="T4" fmla="*/ 1 w 8993"/>
                <a:gd name="T5" fmla="*/ 0 h 403"/>
                <a:gd name="T6" fmla="*/ 1 w 8993"/>
                <a:gd name="T7" fmla="*/ 0 h 403"/>
                <a:gd name="T8" fmla="*/ 1 w 8993"/>
                <a:gd name="T9" fmla="*/ 0 h 403"/>
                <a:gd name="T10" fmla="*/ 1 w 8993"/>
                <a:gd name="T11" fmla="*/ 0 h 403"/>
                <a:gd name="T12" fmla="*/ 1 w 8993"/>
                <a:gd name="T13" fmla="*/ 0 h 403"/>
                <a:gd name="T14" fmla="*/ 0 w 8993"/>
                <a:gd name="T15" fmla="*/ 0 h 4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993"/>
                <a:gd name="T25" fmla="*/ 0 h 403"/>
                <a:gd name="T26" fmla="*/ 8993 w 8993"/>
                <a:gd name="T27" fmla="*/ 403 h 40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993" h="403">
                  <a:moveTo>
                    <a:pt x="8993" y="0"/>
                  </a:moveTo>
                  <a:lnTo>
                    <a:pt x="8157" y="0"/>
                  </a:lnTo>
                  <a:lnTo>
                    <a:pt x="8157" y="403"/>
                  </a:lnTo>
                  <a:lnTo>
                    <a:pt x="4496" y="403"/>
                  </a:lnTo>
                  <a:lnTo>
                    <a:pt x="4496" y="0"/>
                  </a:lnTo>
                  <a:lnTo>
                    <a:pt x="807" y="0"/>
                  </a:lnTo>
                  <a:lnTo>
                    <a:pt x="807" y="403"/>
                  </a:lnTo>
                  <a:lnTo>
                    <a:pt x="0" y="403"/>
                  </a:lnTo>
                </a:path>
              </a:pathLst>
            </a:custGeom>
            <a:noFill/>
            <a:ln w="2222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33" name="Freeform 23">
              <a:extLst>
                <a:ext uri="{FF2B5EF4-FFF2-40B4-BE49-F238E27FC236}">
                  <a16:creationId xmlns:a16="http://schemas.microsoft.com/office/drawing/2014/main" id="{9CAFCFFE-8FFC-436C-9BCC-C9D45F277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" y="2125"/>
              <a:ext cx="4497" cy="201"/>
            </a:xfrm>
            <a:custGeom>
              <a:avLst/>
              <a:gdLst>
                <a:gd name="T0" fmla="*/ 1 w 8993"/>
                <a:gd name="T1" fmla="*/ 0 h 404"/>
                <a:gd name="T2" fmla="*/ 1 w 8993"/>
                <a:gd name="T3" fmla="*/ 0 h 404"/>
                <a:gd name="T4" fmla="*/ 1 w 8993"/>
                <a:gd name="T5" fmla="*/ 0 h 404"/>
                <a:gd name="T6" fmla="*/ 1 w 8993"/>
                <a:gd name="T7" fmla="*/ 0 h 404"/>
                <a:gd name="T8" fmla="*/ 1 w 8993"/>
                <a:gd name="T9" fmla="*/ 0 h 404"/>
                <a:gd name="T10" fmla="*/ 0 w 8993"/>
                <a:gd name="T11" fmla="*/ 0 h 4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993"/>
                <a:gd name="T19" fmla="*/ 0 h 404"/>
                <a:gd name="T20" fmla="*/ 8993 w 8993"/>
                <a:gd name="T21" fmla="*/ 404 h 4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993" h="404">
                  <a:moveTo>
                    <a:pt x="8993" y="404"/>
                  </a:moveTo>
                  <a:lnTo>
                    <a:pt x="5707" y="404"/>
                  </a:lnTo>
                  <a:lnTo>
                    <a:pt x="5707" y="0"/>
                  </a:lnTo>
                  <a:lnTo>
                    <a:pt x="1643" y="0"/>
                  </a:lnTo>
                  <a:lnTo>
                    <a:pt x="1643" y="404"/>
                  </a:lnTo>
                  <a:lnTo>
                    <a:pt x="0" y="404"/>
                  </a:lnTo>
                </a:path>
              </a:pathLst>
            </a:custGeom>
            <a:noFill/>
            <a:ln w="2222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34" name="Rectangle 24">
              <a:extLst>
                <a:ext uri="{FF2B5EF4-FFF2-40B4-BE49-F238E27FC236}">
                  <a16:creationId xmlns:a16="http://schemas.microsoft.com/office/drawing/2014/main" id="{1254706B-9009-44B1-90AD-B77C402F2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" y="2557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19810" name="TextBox 125">
            <a:extLst>
              <a:ext uri="{FF2B5EF4-FFF2-40B4-BE49-F238E27FC236}">
                <a16:creationId xmlns:a16="http://schemas.microsoft.com/office/drawing/2014/main" id="{A6D7B8C3-1828-48B6-8BD9-78886A794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5.8 from the textbook ]</a:t>
            </a:r>
          </a:p>
        </p:txBody>
      </p:sp>
      <p:sp>
        <p:nvSpPr>
          <p:cNvPr id="119811" name="Title 1">
            <a:extLst>
              <a:ext uri="{FF2B5EF4-FFF2-40B4-BE49-F238E27FC236}">
                <a16:creationId xmlns:a16="http://schemas.microsoft.com/office/drawing/2014/main" id="{522C3396-3591-46C8-9DCB-F02039E282F3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+mn-lt"/>
              </a:rPr>
              <a:t>Effects of Propagation Delay: Setup and hold times</a:t>
            </a:r>
          </a:p>
        </p:txBody>
      </p:sp>
      <p:sp>
        <p:nvSpPr>
          <p:cNvPr id="119812" name="TextBox 1">
            <a:extLst>
              <a:ext uri="{FF2B5EF4-FFF2-40B4-BE49-F238E27FC236}">
                <a16:creationId xmlns:a16="http://schemas.microsoft.com/office/drawing/2014/main" id="{9852D459-E269-4C20-B275-21AB8965A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62400"/>
            <a:ext cx="86725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Setup time (</a:t>
            </a:r>
            <a:r>
              <a:rPr lang="en-US" altLang="en-US" b="0" dirty="0" err="1">
                <a:solidFill>
                  <a:srgbClr val="FF0000"/>
                </a:solidFill>
                <a:latin typeface="Times" panose="02020603050405020304" pitchFamily="18" charset="0"/>
              </a:rPr>
              <a:t>t</a:t>
            </a:r>
            <a:r>
              <a:rPr lang="en-US" altLang="en-US" b="0" baseline="-25000" dirty="0" err="1">
                <a:solidFill>
                  <a:srgbClr val="FF0000"/>
                </a:solidFill>
                <a:latin typeface="Times" panose="02020603050405020304" pitchFamily="18" charset="0"/>
              </a:rPr>
              <a:t>su</a:t>
            </a: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) </a:t>
            </a:r>
            <a:r>
              <a:rPr lang="en-US" altLang="en-US" b="0" dirty="0">
                <a:latin typeface="Times" panose="02020603050405020304" pitchFamily="18" charset="0"/>
              </a:rPr>
              <a:t>– the minimum time that the D signal must be stable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imes" panose="02020603050405020304" pitchFamily="18" charset="0"/>
              </a:rPr>
              <a:t>prior to the negative edge of the Clock signal.</a:t>
            </a:r>
          </a:p>
        </p:txBody>
      </p:sp>
      <p:sp>
        <p:nvSpPr>
          <p:cNvPr id="119813" name="TextBox 27">
            <a:extLst>
              <a:ext uri="{FF2B5EF4-FFF2-40B4-BE49-F238E27FC236}">
                <a16:creationId xmlns:a16="http://schemas.microsoft.com/office/drawing/2014/main" id="{7FD05002-17D5-4EC4-870A-92F09A2FD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960938"/>
            <a:ext cx="89804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Hold time (</a:t>
            </a:r>
            <a:r>
              <a:rPr lang="en-US" altLang="en-US" b="0" dirty="0" err="1">
                <a:solidFill>
                  <a:srgbClr val="FF0000"/>
                </a:solidFill>
                <a:latin typeface="Times" panose="02020603050405020304" pitchFamily="18" charset="0"/>
              </a:rPr>
              <a:t>t</a:t>
            </a:r>
            <a:r>
              <a:rPr lang="en-US" altLang="en-US" b="0" baseline="-25000" dirty="0" err="1">
                <a:solidFill>
                  <a:srgbClr val="FF0000"/>
                </a:solidFill>
                <a:latin typeface="Times" panose="02020603050405020304" pitchFamily="18" charset="0"/>
              </a:rPr>
              <a:t>h</a:t>
            </a: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) </a:t>
            </a:r>
            <a:r>
              <a:rPr lang="en-US" altLang="en-US" b="0" dirty="0">
                <a:latin typeface="Times" panose="02020603050405020304" pitchFamily="18" charset="0"/>
              </a:rPr>
              <a:t>– the minimum time that the D signal must remain stable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imes" panose="02020603050405020304" pitchFamily="18" charset="0"/>
              </a:rPr>
              <a:t>after the negative edge of the Clock signal.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TextBox 1">
            <a:extLst>
              <a:ext uri="{FF2B5EF4-FFF2-40B4-BE49-F238E27FC236}">
                <a16:creationId xmlns:a16="http://schemas.microsoft.com/office/drawing/2014/main" id="{6E4DF130-D192-4EFB-B013-99A8E55A5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426200"/>
            <a:ext cx="4230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[https://en.wikibooks.org/wiki/Digital_Circuits/Latches]</a:t>
            </a:r>
          </a:p>
        </p:txBody>
      </p:sp>
      <p:sp>
        <p:nvSpPr>
          <p:cNvPr id="121858" name="Title 1">
            <a:extLst>
              <a:ext uri="{FF2B5EF4-FFF2-40B4-BE49-F238E27FC236}">
                <a16:creationId xmlns:a16="http://schemas.microsoft.com/office/drawing/2014/main" id="{BCCC09B3-934B-4C4A-A5FC-FEA19F95D9A0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000" dirty="0">
                <a:latin typeface="+mn-lt"/>
              </a:rPr>
              <a:t>Circuit Diagram for the Gated D Latch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000" dirty="0">
                <a:latin typeface="+mn-lt"/>
              </a:rPr>
              <a:t>(with the latch implemented using NANDs vs NORs)</a:t>
            </a:r>
          </a:p>
        </p:txBody>
      </p:sp>
      <p:pic>
        <p:nvPicPr>
          <p:cNvPr id="121859" name="Picture 6" descr="Screen shot 2013-10-21 at 1.31.19 PM.png">
            <a:extLst>
              <a:ext uri="{FF2B5EF4-FFF2-40B4-BE49-F238E27FC236}">
                <a16:creationId xmlns:a16="http://schemas.microsoft.com/office/drawing/2014/main" id="{AE5DAEFE-1326-4977-A96A-B832B7026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6400"/>
            <a:ext cx="4291013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60" name="TextBox 125">
            <a:extLst>
              <a:ext uri="{FF2B5EF4-FFF2-40B4-BE49-F238E27FC236}">
                <a16:creationId xmlns:a16="http://schemas.microsoft.com/office/drawing/2014/main" id="{446DD9DA-B4AD-4677-81EF-FDF6C4FB3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6435725"/>
            <a:ext cx="2540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5.7a from the textbook ]</a:t>
            </a:r>
          </a:p>
        </p:txBody>
      </p:sp>
      <p:grpSp>
        <p:nvGrpSpPr>
          <p:cNvPr id="121861" name="Group 4">
            <a:extLst>
              <a:ext uri="{FF2B5EF4-FFF2-40B4-BE49-F238E27FC236}">
                <a16:creationId xmlns:a16="http://schemas.microsoft.com/office/drawing/2014/main" id="{B4F3E5AE-02F9-4C4B-843F-85F734A57B82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682750"/>
            <a:ext cx="3886200" cy="1860550"/>
            <a:chOff x="4800600" y="2672801"/>
            <a:chExt cx="3886200" cy="1861545"/>
          </a:xfrm>
        </p:grpSpPr>
        <p:grpSp>
          <p:nvGrpSpPr>
            <p:cNvPr id="121862" name="Group 3">
              <a:extLst>
                <a:ext uri="{FF2B5EF4-FFF2-40B4-BE49-F238E27FC236}">
                  <a16:creationId xmlns:a16="http://schemas.microsoft.com/office/drawing/2014/main" id="{8D877B4F-FD2C-4BDB-9992-2FA7876B58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600" y="2744092"/>
              <a:ext cx="3886200" cy="1790254"/>
              <a:chOff x="2209800" y="2286000"/>
              <a:chExt cx="4419600" cy="2209800"/>
            </a:xfrm>
          </p:grpSpPr>
          <p:pic>
            <p:nvPicPr>
              <p:cNvPr id="121865" name="Picture 2" descr="https://upload.wikimedia.org/wikipedia/commons/thumb/c/cb/D-type_Transparent_Latch_%28NOR%29.svg/300px-D-type_Transparent_Latch_%28NOR%29.svg.png">
                <a:extLst>
                  <a:ext uri="{FF2B5EF4-FFF2-40B4-BE49-F238E27FC236}">
                    <a16:creationId xmlns:a16="http://schemas.microsoft.com/office/drawing/2014/main" id="{67BAED44-5F7C-41EB-BD12-BE5D9734FD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9800" y="2286000"/>
                <a:ext cx="4419600" cy="2209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1866" name="Rectangle 52">
                <a:extLst>
                  <a:ext uri="{FF2B5EF4-FFF2-40B4-BE49-F238E27FC236}">
                    <a16:creationId xmlns:a16="http://schemas.microsoft.com/office/drawing/2014/main" id="{29AAE92D-71F4-40D8-9717-8F0685B64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800" y="3276600"/>
                <a:ext cx="421590" cy="3077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b="0">
                    <a:solidFill>
                      <a:srgbClr val="000000"/>
                    </a:solidFill>
                    <a:latin typeface="Times-Roman" charset="0"/>
                  </a:rPr>
                  <a:t>Clk</a:t>
                </a:r>
                <a:r>
                  <a:rPr lang="en-US" altLang="en-US" sz="1600" b="0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121863" name="Rectangle 52">
              <a:extLst>
                <a:ext uri="{FF2B5EF4-FFF2-40B4-BE49-F238E27FC236}">
                  <a16:creationId xmlns:a16="http://schemas.microsoft.com/office/drawing/2014/main" id="{01DE8211-58CE-4A56-92BE-66F2C4B85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1261" y="4109525"/>
              <a:ext cx="179536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  <a:latin typeface="Times-Roman" charset="0"/>
                </a:rPr>
                <a:t>S</a:t>
              </a: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21864" name="Rectangle 52">
              <a:extLst>
                <a:ext uri="{FF2B5EF4-FFF2-40B4-BE49-F238E27FC236}">
                  <a16:creationId xmlns:a16="http://schemas.microsoft.com/office/drawing/2014/main" id="{3D1D579C-2975-49EA-A170-F18F6E09F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7379" y="2672801"/>
              <a:ext cx="205184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  <a:latin typeface="Times-Roman" charset="0"/>
                </a:rPr>
                <a:t>R</a:t>
              </a: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3">
            <a:extLst>
              <a:ext uri="{FF2B5EF4-FFF2-40B4-BE49-F238E27FC236}">
                <a16:creationId xmlns:a16="http://schemas.microsoft.com/office/drawing/2014/main" id="{839F93F6-D916-407E-A3D4-A3EE94D90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Some Practical Examples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5" name="Picture 1">
            <a:extLst>
              <a:ext uri="{FF2B5EF4-FFF2-40B4-BE49-F238E27FC236}">
                <a16:creationId xmlns:a16="http://schemas.microsoft.com/office/drawing/2014/main" id="{E6C15ED6-A77F-4882-8A5F-8C9878236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914400"/>
            <a:ext cx="4889500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906" name="Title 1">
            <a:extLst>
              <a:ext uri="{FF2B5EF4-FFF2-40B4-BE49-F238E27FC236}">
                <a16:creationId xmlns:a16="http://schemas.microsoft.com/office/drawing/2014/main" id="{8368E402-966F-4427-840A-3735544FB591}"/>
              </a:ext>
            </a:extLst>
          </p:cNvPr>
          <p:cNvSpPr txBox="1">
            <a:spLocks/>
          </p:cNvSpPr>
          <p:nvPr/>
        </p:nvSpPr>
        <p:spPr bwMode="auto">
          <a:xfrm>
            <a:off x="11113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Different Types of Switches</a:t>
            </a:r>
          </a:p>
        </p:txBody>
      </p:sp>
      <p:sp>
        <p:nvSpPr>
          <p:cNvPr id="123907" name="TextBox 3">
            <a:extLst>
              <a:ext uri="{FF2B5EF4-FFF2-40B4-BE49-F238E27FC236}">
                <a16:creationId xmlns:a16="http://schemas.microsoft.com/office/drawing/2014/main" id="{55BF697F-05F2-4D0D-9970-095369572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6611938"/>
            <a:ext cx="526256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Times" panose="02020603050405020304" pitchFamily="18" charset="0"/>
              </a:rPr>
              <a:t>http://www.industrial-electronics.com/Electricity-Refrigeration-Heating-Air-Conditioning_5b.html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29" name="Picture 1">
            <a:extLst>
              <a:ext uri="{FF2B5EF4-FFF2-40B4-BE49-F238E27FC236}">
                <a16:creationId xmlns:a16="http://schemas.microsoft.com/office/drawing/2014/main" id="{E2B802B6-4A87-4CA8-AAC0-54A00A461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828800"/>
            <a:ext cx="4889500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0" name="Title 1">
            <a:extLst>
              <a:ext uri="{FF2B5EF4-FFF2-40B4-BE49-F238E27FC236}">
                <a16:creationId xmlns:a16="http://schemas.microsoft.com/office/drawing/2014/main" id="{CF20315B-4B9E-462F-9534-37D1AB90D7F0}"/>
              </a:ext>
            </a:extLst>
          </p:cNvPr>
          <p:cNvSpPr txBox="1">
            <a:spLocks/>
          </p:cNvSpPr>
          <p:nvPr/>
        </p:nvSpPr>
        <p:spPr bwMode="auto">
          <a:xfrm>
            <a:off x="11113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Different Types of Switches</a:t>
            </a:r>
          </a:p>
        </p:txBody>
      </p:sp>
      <p:sp>
        <p:nvSpPr>
          <p:cNvPr id="124931" name="TextBox 3">
            <a:extLst>
              <a:ext uri="{FF2B5EF4-FFF2-40B4-BE49-F238E27FC236}">
                <a16:creationId xmlns:a16="http://schemas.microsoft.com/office/drawing/2014/main" id="{851DBE5E-8E6A-4789-A091-83CA8D5E1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6611938"/>
            <a:ext cx="526256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0">
                <a:latin typeface="Times" panose="02020603050405020304" pitchFamily="18" charset="0"/>
              </a:rPr>
              <a:t>http://www.industrial-electronics.com/Electricity-Refrigeration-Heating-Air-Conditioning_5b.html</a:t>
            </a:r>
          </a:p>
        </p:txBody>
      </p:sp>
      <p:sp>
        <p:nvSpPr>
          <p:cNvPr id="124932" name="Oval 1">
            <a:extLst>
              <a:ext uri="{FF2B5EF4-FFF2-40B4-BE49-F238E27FC236}">
                <a16:creationId xmlns:a16="http://schemas.microsoft.com/office/drawing/2014/main" id="{FB2EEE64-0282-4DCF-A86E-7CF444B70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1416050"/>
            <a:ext cx="2514600" cy="2057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24933" name="TextBox 1">
            <a:extLst>
              <a:ext uri="{FF2B5EF4-FFF2-40B4-BE49-F238E27FC236}">
                <a16:creationId xmlns:a16="http://schemas.microsoft.com/office/drawing/2014/main" id="{07F78538-2744-4B9D-BAD7-0785C09C9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138" y="592138"/>
            <a:ext cx="51165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If you are building a circuit with latches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you’ll need to use this type of switch.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7" name="Picture 1">
            <a:extLst>
              <a:ext uri="{FF2B5EF4-FFF2-40B4-BE49-F238E27FC236}">
                <a16:creationId xmlns:a16="http://schemas.microsoft.com/office/drawing/2014/main" id="{1EA1CF3E-A3D8-4788-B0B9-BFCBBCD5E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394" y="838200"/>
            <a:ext cx="6196206" cy="3348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78" name="TextBox 2">
            <a:extLst>
              <a:ext uri="{FF2B5EF4-FFF2-40B4-BE49-F238E27FC236}">
                <a16:creationId xmlns:a16="http://schemas.microsoft.com/office/drawing/2014/main" id="{DF921F07-973B-41BB-A9E3-BBEE8285E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9900" y="6534150"/>
            <a:ext cx="35687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[http://www.cubisteffects.com/images/MIY/Pt3_Throw.jpg]</a:t>
            </a:r>
          </a:p>
        </p:txBody>
      </p:sp>
      <p:sp>
        <p:nvSpPr>
          <p:cNvPr id="126979" name="Title 1">
            <a:extLst>
              <a:ext uri="{FF2B5EF4-FFF2-40B4-BE49-F238E27FC236}">
                <a16:creationId xmlns:a16="http://schemas.microsoft.com/office/drawing/2014/main" id="{E8446522-8646-4560-BB46-A012E1576C34}"/>
              </a:ext>
            </a:extLst>
          </p:cNvPr>
          <p:cNvSpPr txBox="1">
            <a:spLocks/>
          </p:cNvSpPr>
          <p:nvPr/>
        </p:nvSpPr>
        <p:spPr bwMode="auto">
          <a:xfrm>
            <a:off x="11113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Single Pole, Double Throw = SPDT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79C797C9-3404-4A0D-B23C-12E52BD25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17948"/>
            <a:ext cx="2133600" cy="223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1" name="Picture 1">
            <a:extLst>
              <a:ext uri="{FF2B5EF4-FFF2-40B4-BE49-F238E27FC236}">
                <a16:creationId xmlns:a16="http://schemas.microsoft.com/office/drawing/2014/main" id="{73338AF7-8072-4AEF-BC5C-198853E85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618047"/>
            <a:ext cx="3124200" cy="239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2" name="Title 1">
            <a:extLst>
              <a:ext uri="{FF2B5EF4-FFF2-40B4-BE49-F238E27FC236}">
                <a16:creationId xmlns:a16="http://schemas.microsoft.com/office/drawing/2014/main" id="{69044088-B3AF-4D4E-BA3E-E0518816198E}"/>
              </a:ext>
            </a:extLst>
          </p:cNvPr>
          <p:cNvSpPr txBox="1">
            <a:spLocks/>
          </p:cNvSpPr>
          <p:nvPr/>
        </p:nvSpPr>
        <p:spPr bwMode="auto">
          <a:xfrm>
            <a:off x="11113" y="0"/>
            <a:ext cx="9144000" cy="523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Single-pole—single-throw 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manual switch</a:t>
            </a:r>
          </a:p>
        </p:txBody>
      </p:sp>
      <p:sp>
        <p:nvSpPr>
          <p:cNvPr id="128003" name="TextBox 3">
            <a:extLst>
              <a:ext uri="{FF2B5EF4-FFF2-40B4-BE49-F238E27FC236}">
                <a16:creationId xmlns:a16="http://schemas.microsoft.com/office/drawing/2014/main" id="{2EE8CB3D-598E-4910-A9B6-09BAD63A7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6611938"/>
            <a:ext cx="526256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http://www.industrial-electronics.com/Electricity-Refrigeration-Heating-Air-Conditioning_5b.html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A37C2418-C6A3-4311-92D7-6FA8C195E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803147"/>
            <a:ext cx="3594100" cy="27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384807A-FB70-4A10-B5CA-664AC72EFFBA}"/>
              </a:ext>
            </a:extLst>
          </p:cNvPr>
          <p:cNvSpPr txBox="1">
            <a:spLocks/>
          </p:cNvSpPr>
          <p:nvPr/>
        </p:nvSpPr>
        <p:spPr bwMode="auto">
          <a:xfrm>
            <a:off x="0" y="3286312"/>
            <a:ext cx="9144000" cy="523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Double-pole—double-throw </a:t>
            </a:r>
            <a:r>
              <a:rPr kumimoji="0" lang="en-US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manual switch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49" name="Picture 2">
            <a:extLst>
              <a:ext uri="{FF2B5EF4-FFF2-40B4-BE49-F238E27FC236}">
                <a16:creationId xmlns:a16="http://schemas.microsoft.com/office/drawing/2014/main" id="{F7EC0AD0-E6F8-473A-9D75-8DDE622D1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33400"/>
            <a:ext cx="63246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050" name="Title 1">
            <a:extLst>
              <a:ext uri="{FF2B5EF4-FFF2-40B4-BE49-F238E27FC236}">
                <a16:creationId xmlns:a16="http://schemas.microsoft.com/office/drawing/2014/main" id="{84F6E7D3-8708-41CA-8361-5F8FE9A85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163" y="6350"/>
            <a:ext cx="8915400" cy="685800"/>
          </a:xfrm>
        </p:spPr>
        <p:txBody>
          <a:bodyPr/>
          <a:lstStyle/>
          <a:p>
            <a:r>
              <a:rPr lang="en-US" altLang="en-US" sz="2800"/>
              <a:t>The following examples came from this book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3" name="Picture 1" descr="Screen shot 2013-10-25 at 6.38.22 PM.png">
            <a:extLst>
              <a:ext uri="{FF2B5EF4-FFF2-40B4-BE49-F238E27FC236}">
                <a16:creationId xmlns:a16="http://schemas.microsoft.com/office/drawing/2014/main" id="{3869ED51-BDD3-4995-BC4B-71E838E33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71628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4" name="Title 1">
            <a:extLst>
              <a:ext uri="{FF2B5EF4-FFF2-40B4-BE49-F238E27FC236}">
                <a16:creationId xmlns:a16="http://schemas.microsoft.com/office/drawing/2014/main" id="{694193AE-7653-43F7-BB9F-A08C92CB6AD4}"/>
              </a:ext>
            </a:extLst>
          </p:cNvPr>
          <p:cNvSpPr txBox="1">
            <a:spLocks/>
          </p:cNvSpPr>
          <p:nvPr/>
        </p:nvSpPr>
        <p:spPr bwMode="auto">
          <a:xfrm>
            <a:off x="11113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A Simple Circuit</a:t>
            </a:r>
          </a:p>
        </p:txBody>
      </p:sp>
      <p:sp>
        <p:nvSpPr>
          <p:cNvPr id="131075" name="TextBox 3">
            <a:extLst>
              <a:ext uri="{FF2B5EF4-FFF2-40B4-BE49-F238E27FC236}">
                <a16:creationId xmlns:a16="http://schemas.microsoft.com/office/drawing/2014/main" id="{97B229EE-025F-420A-9C0A-588779452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6467475"/>
            <a:ext cx="139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Times" panose="02020603050405020304" pitchFamily="18" charset="0"/>
              </a:rPr>
              <a:t>[ Platt 2009 ]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TextBox 3">
            <a:extLst>
              <a:ext uri="{FF2B5EF4-FFF2-40B4-BE49-F238E27FC236}">
                <a16:creationId xmlns:a16="http://schemas.microsoft.com/office/drawing/2014/main" id="{61A87D09-3064-4FE5-8993-786E233B4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6467475"/>
            <a:ext cx="139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Times" panose="02020603050405020304" pitchFamily="18" charset="0"/>
              </a:rPr>
              <a:t>[ Platt 2009 ]</a:t>
            </a:r>
          </a:p>
        </p:txBody>
      </p:sp>
      <p:pic>
        <p:nvPicPr>
          <p:cNvPr id="132098" name="Picture 2" descr="Flip-Flop.png">
            <a:extLst>
              <a:ext uri="{FF2B5EF4-FFF2-40B4-BE49-F238E27FC236}">
                <a16:creationId xmlns:a16="http://schemas.microsoft.com/office/drawing/2014/main" id="{C9DCED2A-19D9-42B3-A1C6-5A26CE378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8229600" cy="313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099" name="Title 1">
            <a:extLst>
              <a:ext uri="{FF2B5EF4-FFF2-40B4-BE49-F238E27FC236}">
                <a16:creationId xmlns:a16="http://schemas.microsoft.com/office/drawing/2014/main" id="{371EED82-B0B8-448D-BFD2-1D14842E5605}"/>
              </a:ext>
            </a:extLst>
          </p:cNvPr>
          <p:cNvSpPr txBox="1">
            <a:spLocks/>
          </p:cNvSpPr>
          <p:nvPr/>
        </p:nvSpPr>
        <p:spPr bwMode="auto">
          <a:xfrm>
            <a:off x="11113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Let’s Take a Closer Look at This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1" name="Picture 2" descr="Flip-Flop-2.png">
            <a:extLst>
              <a:ext uri="{FF2B5EF4-FFF2-40B4-BE49-F238E27FC236}">
                <a16:creationId xmlns:a16="http://schemas.microsoft.com/office/drawing/2014/main" id="{E1481808-439B-4401-B344-7F39215B2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8458200" cy="295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2" name="TextBox 3">
            <a:extLst>
              <a:ext uri="{FF2B5EF4-FFF2-40B4-BE49-F238E27FC236}">
                <a16:creationId xmlns:a16="http://schemas.microsoft.com/office/drawing/2014/main" id="{F9CED594-D14A-4E74-A1A2-125659005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6467475"/>
            <a:ext cx="139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Times" panose="02020603050405020304" pitchFamily="18" charset="0"/>
              </a:rPr>
              <a:t>[ Platt 2009 ]</a:t>
            </a:r>
          </a:p>
        </p:txBody>
      </p:sp>
      <p:sp>
        <p:nvSpPr>
          <p:cNvPr id="133123" name="Title 1">
            <a:extLst>
              <a:ext uri="{FF2B5EF4-FFF2-40B4-BE49-F238E27FC236}">
                <a16:creationId xmlns:a16="http://schemas.microsoft.com/office/drawing/2014/main" id="{CF8FE433-20ED-4332-807F-DC3F0136DA54}"/>
              </a:ext>
            </a:extLst>
          </p:cNvPr>
          <p:cNvSpPr txBox="1">
            <a:spLocks/>
          </p:cNvSpPr>
          <p:nvPr/>
        </p:nvSpPr>
        <p:spPr bwMode="auto">
          <a:xfrm>
            <a:off x="11113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A Similar Example with NAND Gates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077845-B932-494A-8C3A-04F58962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82C1FB-A275-4CBE-B85C-63204551E734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54B211-520B-4102-B19A-C4B029DF389E}"/>
              </a:ext>
            </a:extLst>
          </p:cNvPr>
          <p:cNvSpPr/>
          <p:nvPr/>
        </p:nvSpPr>
        <p:spPr>
          <a:xfrm>
            <a:off x="2286000" y="25146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 Flip-Flops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Readings 5.4</a:t>
            </a:r>
          </a:p>
        </p:txBody>
      </p:sp>
    </p:spTree>
    <p:extLst>
      <p:ext uri="{BB962C8B-B14F-4D97-AF65-F5344CB8AC3E}">
        <p14:creationId xmlns:p14="http://schemas.microsoft.com/office/powerpoint/2010/main" val="2835281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3">
            <a:extLst>
              <a:ext uri="{FF2B5EF4-FFF2-40B4-BE49-F238E27FC236}">
                <a16:creationId xmlns:a16="http://schemas.microsoft.com/office/drawing/2014/main" id="{909F8AAA-2696-438E-A5CB-88A0DFFBC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Master-Slave D Flip-Flop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7BB09FDD-AF77-4C29-B9BE-E9AC8341B88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Constructing a Master-Slave D Flip-Flop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From Two D Latches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CDAA69-C7B3-4DE9-B464-417D5B2DB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580" y="1408470"/>
            <a:ext cx="1951051" cy="22491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2EC217-DF1C-4A29-BA05-92D952B30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1408470"/>
            <a:ext cx="1951051" cy="208287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3" name="Picture 2" descr="Screen shot 2014-03-28 at 3.19.06 PM.png">
            <a:extLst>
              <a:ext uri="{FF2B5EF4-FFF2-40B4-BE49-F238E27FC236}">
                <a16:creationId xmlns:a16="http://schemas.microsoft.com/office/drawing/2014/main" id="{5776AC77-932C-4F8C-8FCD-32FED6FFF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1295400"/>
            <a:ext cx="9144001" cy="342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4" name="Title 1">
            <a:extLst>
              <a:ext uri="{FF2B5EF4-FFF2-40B4-BE49-F238E27FC236}">
                <a16:creationId xmlns:a16="http://schemas.microsoft.com/office/drawing/2014/main" id="{5F0122D3-105C-4A48-9915-62D11A968C7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Constructing a Master-Slave D Flip-Flop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From Two D Latches</a:t>
            </a:r>
          </a:p>
        </p:txBody>
      </p:sp>
      <p:sp>
        <p:nvSpPr>
          <p:cNvPr id="84995" name="TextBox 125">
            <a:extLst>
              <a:ext uri="{FF2B5EF4-FFF2-40B4-BE49-F238E27FC236}">
                <a16:creationId xmlns:a16="http://schemas.microsoft.com/office/drawing/2014/main" id="{B3D052E9-14FC-4930-9306-58E8B49E6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5.9a from the textbook ]</a:t>
            </a:r>
          </a:p>
        </p:txBody>
      </p:sp>
    </p:spTree>
    <p:extLst>
      <p:ext uri="{BB962C8B-B14F-4D97-AF65-F5344CB8AC3E}">
        <p14:creationId xmlns:p14="http://schemas.microsoft.com/office/powerpoint/2010/main" val="38655013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1" name="Picture 1" descr="Screen shot 2013-10-21 at 1.31.19 PM.png">
            <a:extLst>
              <a:ext uri="{FF2B5EF4-FFF2-40B4-BE49-F238E27FC236}">
                <a16:creationId xmlns:a16="http://schemas.microsoft.com/office/drawing/2014/main" id="{52114F60-9D4D-442D-B19D-AAB7309FC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" y="1425575"/>
            <a:ext cx="455453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2" name="Title 1">
            <a:extLst>
              <a:ext uri="{FF2B5EF4-FFF2-40B4-BE49-F238E27FC236}">
                <a16:creationId xmlns:a16="http://schemas.microsoft.com/office/drawing/2014/main" id="{7BB09FDD-AF77-4C29-B9BE-E9AC8341B88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Constructing a Master-Slave D Flip-Flop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From Two D Latches</a:t>
            </a:r>
          </a:p>
        </p:txBody>
      </p:sp>
      <p:pic>
        <p:nvPicPr>
          <p:cNvPr id="81923" name="Picture 1" descr="Screen shot 2013-10-21 at 1.31.19 PM.png">
            <a:extLst>
              <a:ext uri="{FF2B5EF4-FFF2-40B4-BE49-F238E27FC236}">
                <a16:creationId xmlns:a16="http://schemas.microsoft.com/office/drawing/2014/main" id="{9BD718F3-D348-4E29-AF41-34285B7C6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76400"/>
            <a:ext cx="4554538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4" name="TextBox 1">
            <a:extLst>
              <a:ext uri="{FF2B5EF4-FFF2-40B4-BE49-F238E27FC236}">
                <a16:creationId xmlns:a16="http://schemas.microsoft.com/office/drawing/2014/main" id="{D8D4A590-2FE0-420E-B459-20DA9F882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997479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Master</a:t>
            </a:r>
          </a:p>
        </p:txBody>
      </p:sp>
      <p:sp>
        <p:nvSpPr>
          <p:cNvPr id="81925" name="TextBox 5">
            <a:extLst>
              <a:ext uri="{FF2B5EF4-FFF2-40B4-BE49-F238E27FC236}">
                <a16:creationId xmlns:a16="http://schemas.microsoft.com/office/drawing/2014/main" id="{5B96BC8C-3569-4E07-AFC7-79180D9DA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997479"/>
            <a:ext cx="868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Slave</a:t>
            </a:r>
          </a:p>
        </p:txBody>
      </p:sp>
    </p:spTree>
    <p:extLst>
      <p:ext uri="{BB962C8B-B14F-4D97-AF65-F5344CB8AC3E}">
        <p14:creationId xmlns:p14="http://schemas.microsoft.com/office/powerpoint/2010/main" val="1411851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5" name="Picture 1" descr="Screen shot 2013-10-21 at 1.31.19 PM.png">
            <a:extLst>
              <a:ext uri="{FF2B5EF4-FFF2-40B4-BE49-F238E27FC236}">
                <a16:creationId xmlns:a16="http://schemas.microsoft.com/office/drawing/2014/main" id="{B9C0E54E-52CC-444B-AC7A-0C7E0B819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" y="1422400"/>
            <a:ext cx="455453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6" name="Title 1">
            <a:extLst>
              <a:ext uri="{FF2B5EF4-FFF2-40B4-BE49-F238E27FC236}">
                <a16:creationId xmlns:a16="http://schemas.microsoft.com/office/drawing/2014/main" id="{D023BFE3-A37D-4EB7-8613-12029A11BA5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Constructing a Master-Slave D Flip-Flop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From Two D Latches</a:t>
            </a:r>
          </a:p>
        </p:txBody>
      </p:sp>
      <p:pic>
        <p:nvPicPr>
          <p:cNvPr id="82947" name="Picture 1" descr="Screen shot 2013-10-21 at 1.31.19 PM.png">
            <a:extLst>
              <a:ext uri="{FF2B5EF4-FFF2-40B4-BE49-F238E27FC236}">
                <a16:creationId xmlns:a16="http://schemas.microsoft.com/office/drawing/2014/main" id="{409DDBE0-89D9-46D6-BC06-BA01BE14E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73225"/>
            <a:ext cx="4554538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8" name="TextBox 1">
            <a:extLst>
              <a:ext uri="{FF2B5EF4-FFF2-40B4-BE49-F238E27FC236}">
                <a16:creationId xmlns:a16="http://schemas.microsoft.com/office/drawing/2014/main" id="{6B1C7114-653A-4637-A5D7-37E8D84B4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990600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Master</a:t>
            </a:r>
          </a:p>
        </p:txBody>
      </p:sp>
      <p:sp>
        <p:nvSpPr>
          <p:cNvPr id="82949" name="TextBox 5">
            <a:extLst>
              <a:ext uri="{FF2B5EF4-FFF2-40B4-BE49-F238E27FC236}">
                <a16:creationId xmlns:a16="http://schemas.microsoft.com/office/drawing/2014/main" id="{3B826051-A4E6-486A-B4F8-6052E749C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990600"/>
            <a:ext cx="868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Slave</a:t>
            </a:r>
          </a:p>
        </p:txBody>
      </p:sp>
      <p:cxnSp>
        <p:nvCxnSpPr>
          <p:cNvPr id="82950" name="Straight Connector 6">
            <a:extLst>
              <a:ext uri="{FF2B5EF4-FFF2-40B4-BE49-F238E27FC236}">
                <a16:creationId xmlns:a16="http://schemas.microsoft.com/office/drawing/2014/main" id="{1F64F03A-2F4F-4609-B208-3A6FA433DC6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44975" y="1954213"/>
            <a:ext cx="966788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1" name="Straight Connector 8">
            <a:extLst>
              <a:ext uri="{FF2B5EF4-FFF2-40B4-BE49-F238E27FC236}">
                <a16:creationId xmlns:a16="http://schemas.microsoft.com/office/drawing/2014/main" id="{A10131D3-A9CA-4017-BA58-9451C493245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19138" y="4078288"/>
            <a:ext cx="2405062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2" name="Straight Connector 9">
            <a:extLst>
              <a:ext uri="{FF2B5EF4-FFF2-40B4-BE49-F238E27FC236}">
                <a16:creationId xmlns:a16="http://schemas.microsoft.com/office/drawing/2014/main" id="{60BBC569-C394-4150-9A18-8F0AF2C1F1C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30250" y="2457450"/>
            <a:ext cx="0" cy="16430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53" name="Straight Connector 10">
            <a:extLst>
              <a:ext uri="{FF2B5EF4-FFF2-40B4-BE49-F238E27FC236}">
                <a16:creationId xmlns:a16="http://schemas.microsoft.com/office/drawing/2014/main" id="{27764BE4-A931-4E1D-AB02-FE85B2E7D2E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54625" y="2708275"/>
            <a:ext cx="6350" cy="13509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54" name="Isosceles Triangle 11">
            <a:extLst>
              <a:ext uri="{FF2B5EF4-FFF2-40B4-BE49-F238E27FC236}">
                <a16:creationId xmlns:a16="http://schemas.microsoft.com/office/drawing/2014/main" id="{00C6C680-617C-41BD-8D43-1DA028556E7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12294" y="3893344"/>
            <a:ext cx="366712" cy="381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2955" name="Oval 12">
            <a:extLst>
              <a:ext uri="{FF2B5EF4-FFF2-40B4-BE49-F238E27FC236}">
                <a16:creationId xmlns:a16="http://schemas.microsoft.com/office/drawing/2014/main" id="{D2ED2B45-2DB1-4BAA-A100-062106D8F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25900"/>
            <a:ext cx="87313" cy="984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82956" name="Straight Connector 13">
            <a:extLst>
              <a:ext uri="{FF2B5EF4-FFF2-40B4-BE49-F238E27FC236}">
                <a16:creationId xmlns:a16="http://schemas.microsoft.com/office/drawing/2014/main" id="{4F7E2B4E-6CAF-4E7B-88BD-578BB6D55A7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97275" y="4070350"/>
            <a:ext cx="16795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57" name="Oval 19">
            <a:extLst>
              <a:ext uri="{FF2B5EF4-FFF2-40B4-BE49-F238E27FC236}">
                <a16:creationId xmlns:a16="http://schemas.microsoft.com/office/drawing/2014/main" id="{DA4D4C1B-68CD-43DC-84B6-7DDA2A3E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2425700"/>
            <a:ext cx="87313" cy="100013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2958" name="Oval 20">
            <a:extLst>
              <a:ext uri="{FF2B5EF4-FFF2-40B4-BE49-F238E27FC236}">
                <a16:creationId xmlns:a16="http://schemas.microsoft.com/office/drawing/2014/main" id="{B5E6FE37-C256-472C-BAFC-1972A8CA3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4463" y="2673350"/>
            <a:ext cx="87312" cy="98425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69" name="Picture 1" descr="Screen shot 2013-10-21 at 1.31.19 PM.png">
            <a:extLst>
              <a:ext uri="{FF2B5EF4-FFF2-40B4-BE49-F238E27FC236}">
                <a16:creationId xmlns:a16="http://schemas.microsoft.com/office/drawing/2014/main" id="{9D4DBC20-D83D-46DF-9204-C0A105E08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" y="1958975"/>
            <a:ext cx="455453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0" name="Title 1">
            <a:extLst>
              <a:ext uri="{FF2B5EF4-FFF2-40B4-BE49-F238E27FC236}">
                <a16:creationId xmlns:a16="http://schemas.microsoft.com/office/drawing/2014/main" id="{084080DC-EFF5-4A8C-BA01-6D0F1A88E10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Constructing a Master-Slave D Flip-Flop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From Two D Latches</a:t>
            </a:r>
          </a:p>
        </p:txBody>
      </p:sp>
      <p:pic>
        <p:nvPicPr>
          <p:cNvPr id="83971" name="Picture 1" descr="Screen shot 2013-10-21 at 1.31.19 PM.png">
            <a:extLst>
              <a:ext uri="{FF2B5EF4-FFF2-40B4-BE49-F238E27FC236}">
                <a16:creationId xmlns:a16="http://schemas.microsoft.com/office/drawing/2014/main" id="{57454E14-9844-445D-BC4F-E50482924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554538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2" name="TextBox 1">
            <a:extLst>
              <a:ext uri="{FF2B5EF4-FFF2-40B4-BE49-F238E27FC236}">
                <a16:creationId xmlns:a16="http://schemas.microsoft.com/office/drawing/2014/main" id="{CB9F3BC0-2EBF-4BDC-B018-7DF86557E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143000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Master</a:t>
            </a:r>
          </a:p>
        </p:txBody>
      </p:sp>
      <p:sp>
        <p:nvSpPr>
          <p:cNvPr id="83973" name="TextBox 5">
            <a:extLst>
              <a:ext uri="{FF2B5EF4-FFF2-40B4-BE49-F238E27FC236}">
                <a16:creationId xmlns:a16="http://schemas.microsoft.com/office/drawing/2014/main" id="{415AFA50-C1C5-4093-8089-83B7E314E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1143000"/>
            <a:ext cx="868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Slave</a:t>
            </a:r>
          </a:p>
        </p:txBody>
      </p:sp>
      <p:cxnSp>
        <p:nvCxnSpPr>
          <p:cNvPr id="83974" name="Straight Connector 6">
            <a:extLst>
              <a:ext uri="{FF2B5EF4-FFF2-40B4-BE49-F238E27FC236}">
                <a16:creationId xmlns:a16="http://schemas.microsoft.com/office/drawing/2014/main" id="{B56FB9BC-720D-4415-AF41-793BA967A7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44975" y="2490788"/>
            <a:ext cx="966788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75" name="Straight Connector 8">
            <a:extLst>
              <a:ext uri="{FF2B5EF4-FFF2-40B4-BE49-F238E27FC236}">
                <a16:creationId xmlns:a16="http://schemas.microsoft.com/office/drawing/2014/main" id="{6D387B54-AECD-44ED-8E45-2453D2CE327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19138" y="4614863"/>
            <a:ext cx="2405062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76" name="Straight Connector 9">
            <a:extLst>
              <a:ext uri="{FF2B5EF4-FFF2-40B4-BE49-F238E27FC236}">
                <a16:creationId xmlns:a16="http://schemas.microsoft.com/office/drawing/2014/main" id="{4EDCCC54-104F-4CD0-8F02-449D98D6225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30250" y="2994025"/>
            <a:ext cx="0" cy="16430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77" name="Straight Connector 10">
            <a:extLst>
              <a:ext uri="{FF2B5EF4-FFF2-40B4-BE49-F238E27FC236}">
                <a16:creationId xmlns:a16="http://schemas.microsoft.com/office/drawing/2014/main" id="{FBC7A3D6-53E6-442C-9C0E-AC8B362288D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54625" y="3244850"/>
            <a:ext cx="6350" cy="13509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78" name="Isosceles Triangle 11">
            <a:extLst>
              <a:ext uri="{FF2B5EF4-FFF2-40B4-BE49-F238E27FC236}">
                <a16:creationId xmlns:a16="http://schemas.microsoft.com/office/drawing/2014/main" id="{BB3113A7-FCBE-4A46-9D4E-57D73359361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12294" y="4429919"/>
            <a:ext cx="366712" cy="381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3979" name="Oval 12">
            <a:extLst>
              <a:ext uri="{FF2B5EF4-FFF2-40B4-BE49-F238E27FC236}">
                <a16:creationId xmlns:a16="http://schemas.microsoft.com/office/drawing/2014/main" id="{AF964AFD-7E42-4A91-B7FC-6CD9A89EF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562475"/>
            <a:ext cx="87313" cy="984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83980" name="Straight Connector 13">
            <a:extLst>
              <a:ext uri="{FF2B5EF4-FFF2-40B4-BE49-F238E27FC236}">
                <a16:creationId xmlns:a16="http://schemas.microsoft.com/office/drawing/2014/main" id="{DEA92BAF-1B0B-4292-AE63-75912CD9296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97275" y="4606925"/>
            <a:ext cx="16795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81" name="Oval 19">
            <a:extLst>
              <a:ext uri="{FF2B5EF4-FFF2-40B4-BE49-F238E27FC236}">
                <a16:creationId xmlns:a16="http://schemas.microsoft.com/office/drawing/2014/main" id="{91A2D8F9-5F83-4B8F-8BC4-A3769AD00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2962275"/>
            <a:ext cx="87313" cy="100013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3982" name="Oval 20">
            <a:extLst>
              <a:ext uri="{FF2B5EF4-FFF2-40B4-BE49-F238E27FC236}">
                <a16:creationId xmlns:a16="http://schemas.microsoft.com/office/drawing/2014/main" id="{81FC8C38-EF7E-486C-919C-A0483DF54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4463" y="3209925"/>
            <a:ext cx="87312" cy="98425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3983" name="Rectangle 1">
            <a:extLst>
              <a:ext uri="{FF2B5EF4-FFF2-40B4-BE49-F238E27FC236}">
                <a16:creationId xmlns:a16="http://schemas.microsoft.com/office/drawing/2014/main" id="{37E7C786-597A-4C12-8703-EE0E3FD77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8" y="1874838"/>
            <a:ext cx="3409950" cy="2438400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83984" name="Rectangle 1">
            <a:extLst>
              <a:ext uri="{FF2B5EF4-FFF2-40B4-BE49-F238E27FC236}">
                <a16:creationId xmlns:a16="http://schemas.microsoft.com/office/drawing/2014/main" id="{98EA3B78-F0CF-4D97-9029-60CACAC25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1871663"/>
            <a:ext cx="3421062" cy="2438400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7" name="Picture 1" descr="Screen shot 2013-10-21 at 1.31.19 PM.png">
            <a:extLst>
              <a:ext uri="{FF2B5EF4-FFF2-40B4-BE49-F238E27FC236}">
                <a16:creationId xmlns:a16="http://schemas.microsoft.com/office/drawing/2014/main" id="{402318EE-29C3-4597-9865-28A46469A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" y="2416175"/>
            <a:ext cx="455453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8" name="Title 1">
            <a:extLst>
              <a:ext uri="{FF2B5EF4-FFF2-40B4-BE49-F238E27FC236}">
                <a16:creationId xmlns:a16="http://schemas.microsoft.com/office/drawing/2014/main" id="{B14F36A3-C8AF-46CD-9A59-2F0B229E9E9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Constructing a Master-Slave D Flip-Flop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From one D Latch and one Gated SR Latch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/>
              <a:t>(This version uses one less NOT gate)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3200"/>
          </a:p>
        </p:txBody>
      </p:sp>
      <p:sp>
        <p:nvSpPr>
          <p:cNvPr id="86019" name="TextBox 1">
            <a:extLst>
              <a:ext uri="{FF2B5EF4-FFF2-40B4-BE49-F238E27FC236}">
                <a16:creationId xmlns:a16="http://schemas.microsoft.com/office/drawing/2014/main" id="{706F3543-380F-458F-8B19-121FE8A01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00200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Master</a:t>
            </a:r>
          </a:p>
        </p:txBody>
      </p:sp>
      <p:sp>
        <p:nvSpPr>
          <p:cNvPr id="86020" name="TextBox 5">
            <a:extLst>
              <a:ext uri="{FF2B5EF4-FFF2-40B4-BE49-F238E27FC236}">
                <a16:creationId xmlns:a16="http://schemas.microsoft.com/office/drawing/2014/main" id="{83CA4A48-F547-41DD-8C43-C8C2E1947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1600200"/>
            <a:ext cx="868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Slave</a:t>
            </a:r>
          </a:p>
        </p:txBody>
      </p:sp>
      <p:grpSp>
        <p:nvGrpSpPr>
          <p:cNvPr id="86021" name="Group 2">
            <a:extLst>
              <a:ext uri="{FF2B5EF4-FFF2-40B4-BE49-F238E27FC236}">
                <a16:creationId xmlns:a16="http://schemas.microsoft.com/office/drawing/2014/main" id="{FFC840F7-17DE-4F19-B4FA-6FFC0F23A328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438400"/>
            <a:ext cx="4554538" cy="2351088"/>
            <a:chOff x="4572000" y="2438326"/>
            <a:chExt cx="4554538" cy="2350934"/>
          </a:xfrm>
        </p:grpSpPr>
        <p:pic>
          <p:nvPicPr>
            <p:cNvPr id="86022" name="Picture 1" descr="Screen shot 2013-10-21 at 1.31.19 PM.png">
              <a:extLst>
                <a:ext uri="{FF2B5EF4-FFF2-40B4-BE49-F238E27FC236}">
                  <a16:creationId xmlns:a16="http://schemas.microsoft.com/office/drawing/2014/main" id="{7F5B7230-92B6-4445-9116-584F6478A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667000"/>
              <a:ext cx="4554538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23" name="Rectangle 1">
              <a:extLst>
                <a:ext uri="{FF2B5EF4-FFF2-40B4-BE49-F238E27FC236}">
                  <a16:creationId xmlns:a16="http://schemas.microsoft.com/office/drawing/2014/main" id="{DE9245BE-6675-4519-8EBD-C4E7E8473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8520" y="3722386"/>
              <a:ext cx="762000" cy="10668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6024" name="Rectangle 5">
              <a:extLst>
                <a:ext uri="{FF2B5EF4-FFF2-40B4-BE49-F238E27FC236}">
                  <a16:creationId xmlns:a16="http://schemas.microsoft.com/office/drawing/2014/main" id="{729ECDB3-B0D9-4341-94FC-CAF162ADF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120" y="2622663"/>
              <a:ext cx="762000" cy="10668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6025" name="Rectangle 6">
              <a:extLst>
                <a:ext uri="{FF2B5EF4-FFF2-40B4-BE49-F238E27FC236}">
                  <a16:creationId xmlns:a16="http://schemas.microsoft.com/office/drawing/2014/main" id="{21F0550E-BF8C-4E0E-9902-A0C44C4B1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764" y="2438326"/>
              <a:ext cx="762000" cy="10668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1" descr="Screen shot 2013-10-21 at 1.31.19 PM.png">
            <a:extLst>
              <a:ext uri="{FF2B5EF4-FFF2-40B4-BE49-F238E27FC236}">
                <a16:creationId xmlns:a16="http://schemas.microsoft.com/office/drawing/2014/main" id="{20AAAEAE-FE42-47B3-A260-E4F460F1D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3" y="2416175"/>
            <a:ext cx="455453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Title 1">
            <a:extLst>
              <a:ext uri="{FF2B5EF4-FFF2-40B4-BE49-F238E27FC236}">
                <a16:creationId xmlns:a16="http://schemas.microsoft.com/office/drawing/2014/main" id="{4EB2A3C1-F13A-41E9-8B97-443283607B2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Constructing a Master-Slave D Flip-Flop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From one D Latch and one Gated SR Latch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/>
              <a:t>(This version uses one less NOT gate)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3200"/>
          </a:p>
        </p:txBody>
      </p:sp>
      <p:sp>
        <p:nvSpPr>
          <p:cNvPr id="87043" name="TextBox 1">
            <a:extLst>
              <a:ext uri="{FF2B5EF4-FFF2-40B4-BE49-F238E27FC236}">
                <a16:creationId xmlns:a16="http://schemas.microsoft.com/office/drawing/2014/main" id="{672BBCCE-5369-4200-9819-3E70CC797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00200"/>
            <a:ext cx="1044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Master</a:t>
            </a:r>
          </a:p>
        </p:txBody>
      </p:sp>
      <p:sp>
        <p:nvSpPr>
          <p:cNvPr id="87044" name="TextBox 5">
            <a:extLst>
              <a:ext uri="{FF2B5EF4-FFF2-40B4-BE49-F238E27FC236}">
                <a16:creationId xmlns:a16="http://schemas.microsoft.com/office/drawing/2014/main" id="{E0CB81E7-6E2D-4B95-A7F6-8C5794A83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638" y="1600200"/>
            <a:ext cx="868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Slave</a:t>
            </a:r>
          </a:p>
        </p:txBody>
      </p:sp>
      <p:grpSp>
        <p:nvGrpSpPr>
          <p:cNvPr id="87045" name="Group 2">
            <a:extLst>
              <a:ext uri="{FF2B5EF4-FFF2-40B4-BE49-F238E27FC236}">
                <a16:creationId xmlns:a16="http://schemas.microsoft.com/office/drawing/2014/main" id="{D7E4E954-63D1-44E2-AA3B-34730CBE5A23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438400"/>
            <a:ext cx="4554538" cy="2351088"/>
            <a:chOff x="4572000" y="2438326"/>
            <a:chExt cx="4554538" cy="2350934"/>
          </a:xfrm>
        </p:grpSpPr>
        <p:pic>
          <p:nvPicPr>
            <p:cNvPr id="87058" name="Picture 1" descr="Screen shot 2013-10-21 at 1.31.19 PM.png">
              <a:extLst>
                <a:ext uri="{FF2B5EF4-FFF2-40B4-BE49-F238E27FC236}">
                  <a16:creationId xmlns:a16="http://schemas.microsoft.com/office/drawing/2014/main" id="{1AC046D6-243B-4923-931C-768C3369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667000"/>
              <a:ext cx="4554538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59" name="Rectangle 1">
              <a:extLst>
                <a:ext uri="{FF2B5EF4-FFF2-40B4-BE49-F238E27FC236}">
                  <a16:creationId xmlns:a16="http://schemas.microsoft.com/office/drawing/2014/main" id="{D70E2644-8779-47F1-9C8F-85BEAC026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8520" y="3722386"/>
              <a:ext cx="762000" cy="10668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7060" name="Rectangle 5">
              <a:extLst>
                <a:ext uri="{FF2B5EF4-FFF2-40B4-BE49-F238E27FC236}">
                  <a16:creationId xmlns:a16="http://schemas.microsoft.com/office/drawing/2014/main" id="{444DE6D4-2062-460E-8871-42189DD70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120" y="2622663"/>
              <a:ext cx="762000" cy="10668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7061" name="Rectangle 6">
              <a:extLst>
                <a:ext uri="{FF2B5EF4-FFF2-40B4-BE49-F238E27FC236}">
                  <a16:creationId xmlns:a16="http://schemas.microsoft.com/office/drawing/2014/main" id="{CF20B58D-BC38-4A61-87D1-8965E8156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3764" y="2438326"/>
              <a:ext cx="762000" cy="10668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cxnSp>
        <p:nvCxnSpPr>
          <p:cNvPr id="87046" name="Straight Connector 10">
            <a:extLst>
              <a:ext uri="{FF2B5EF4-FFF2-40B4-BE49-F238E27FC236}">
                <a16:creationId xmlns:a16="http://schemas.microsoft.com/office/drawing/2014/main" id="{B6A1292E-8888-47CA-9D3A-A1D1C469399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44975" y="2949575"/>
            <a:ext cx="17208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47" name="Straight Connector 11">
            <a:extLst>
              <a:ext uri="{FF2B5EF4-FFF2-40B4-BE49-F238E27FC236}">
                <a16:creationId xmlns:a16="http://schemas.microsoft.com/office/drawing/2014/main" id="{4C85C167-36B7-4DEC-B4AF-C82E8FF575E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19138" y="5076825"/>
            <a:ext cx="240506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48" name="Straight Connector 12">
            <a:extLst>
              <a:ext uri="{FF2B5EF4-FFF2-40B4-BE49-F238E27FC236}">
                <a16:creationId xmlns:a16="http://schemas.microsoft.com/office/drawing/2014/main" id="{0E353BBE-DA08-4D04-B722-F32B1625B88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30250" y="3455988"/>
            <a:ext cx="0" cy="16430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49" name="Straight Connector 13">
            <a:extLst>
              <a:ext uri="{FF2B5EF4-FFF2-40B4-BE49-F238E27FC236}">
                <a16:creationId xmlns:a16="http://schemas.microsoft.com/office/drawing/2014/main" id="{8F2A3056-A181-45D0-A3FE-04C4E00FB3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54625" y="3706813"/>
            <a:ext cx="6350" cy="13509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50" name="Isosceles Triangle 12">
            <a:extLst>
              <a:ext uri="{FF2B5EF4-FFF2-40B4-BE49-F238E27FC236}">
                <a16:creationId xmlns:a16="http://schemas.microsoft.com/office/drawing/2014/main" id="{CEC16A6B-FC8B-4CEC-A0AF-3B98D0AAC8E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112293" y="4891882"/>
            <a:ext cx="366713" cy="381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1" name="Oval 13">
            <a:extLst>
              <a:ext uri="{FF2B5EF4-FFF2-40B4-BE49-F238E27FC236}">
                <a16:creationId xmlns:a16="http://schemas.microsoft.com/office/drawing/2014/main" id="{768D5640-8A95-4DE6-9568-E8ADD837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5024438"/>
            <a:ext cx="87313" cy="984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87052" name="Straight Connector 16">
            <a:extLst>
              <a:ext uri="{FF2B5EF4-FFF2-40B4-BE49-F238E27FC236}">
                <a16:creationId xmlns:a16="http://schemas.microsoft.com/office/drawing/2014/main" id="{5132ACB0-B424-4905-94D7-E4198D8FEF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97275" y="5068888"/>
            <a:ext cx="16795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53" name="Oval 15">
            <a:extLst>
              <a:ext uri="{FF2B5EF4-FFF2-40B4-BE49-F238E27FC236}">
                <a16:creationId xmlns:a16="http://schemas.microsoft.com/office/drawing/2014/main" id="{B13E86F1-7393-4899-A6B4-23175EA8C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424238"/>
            <a:ext cx="87313" cy="100012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4" name="Oval 17">
            <a:extLst>
              <a:ext uri="{FF2B5EF4-FFF2-40B4-BE49-F238E27FC236}">
                <a16:creationId xmlns:a16="http://schemas.microsoft.com/office/drawing/2014/main" id="{8EE7610B-DEB8-45AC-A63B-4B27CA12D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4463" y="3660775"/>
            <a:ext cx="87312" cy="98425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87055" name="Straight Connector 19">
            <a:extLst>
              <a:ext uri="{FF2B5EF4-FFF2-40B4-BE49-F238E27FC236}">
                <a16:creationId xmlns:a16="http://schemas.microsoft.com/office/drawing/2014/main" id="{91E65183-C28C-4CDA-AB16-7A687F08E60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60838" y="4465638"/>
            <a:ext cx="201136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56" name="Straight Connector 20">
            <a:extLst>
              <a:ext uri="{FF2B5EF4-FFF2-40B4-BE49-F238E27FC236}">
                <a16:creationId xmlns:a16="http://schemas.microsoft.com/office/drawing/2014/main" id="{82CFBE03-E502-4C2E-B223-BF2F2206EAC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176713" y="3968750"/>
            <a:ext cx="0" cy="508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057" name="Oval 23">
            <a:extLst>
              <a:ext uri="{FF2B5EF4-FFF2-40B4-BE49-F238E27FC236}">
                <a16:creationId xmlns:a16="http://schemas.microsoft.com/office/drawing/2014/main" id="{94D833B7-4977-4719-A7BA-9D9585850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025" y="3922713"/>
            <a:ext cx="87313" cy="98425"/>
          </a:xfrm>
          <a:prstGeom prst="ellipse">
            <a:avLst/>
          </a:prstGeom>
          <a:solidFill>
            <a:srgbClr val="0000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37" name="Group 37">
            <a:extLst>
              <a:ext uri="{FF2B5EF4-FFF2-40B4-BE49-F238E27FC236}">
                <a16:creationId xmlns:a16="http://schemas.microsoft.com/office/drawing/2014/main" id="{0104312A-EF70-4C13-9907-29AFCB4F4CC9}"/>
              </a:ext>
            </a:extLst>
          </p:cNvPr>
          <p:cNvGrpSpPr>
            <a:grpSpLocks/>
          </p:cNvGrpSpPr>
          <p:nvPr/>
        </p:nvGrpSpPr>
        <p:grpSpPr bwMode="auto">
          <a:xfrm>
            <a:off x="1651000" y="4050282"/>
            <a:ext cx="6273800" cy="2274318"/>
            <a:chOff x="1981200" y="2311400"/>
            <a:chExt cx="5588000" cy="2003426"/>
          </a:xfrm>
        </p:grpSpPr>
        <p:sp>
          <p:nvSpPr>
            <p:cNvPr id="91152" name="Rectangle 5">
              <a:extLst>
                <a:ext uri="{FF2B5EF4-FFF2-40B4-BE49-F238E27FC236}">
                  <a16:creationId xmlns:a16="http://schemas.microsoft.com/office/drawing/2014/main" id="{498A17D3-11AE-4B8F-9ED2-AAB9FC8A8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362" y="2563813"/>
              <a:ext cx="66675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53" name="Rectangle 6">
              <a:extLst>
                <a:ext uri="{FF2B5EF4-FFF2-40B4-BE49-F238E27FC236}">
                  <a16:creationId xmlns:a16="http://schemas.microsoft.com/office/drawing/2014/main" id="{09B0121A-B72D-4ECF-88FB-99E638CF6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54" name="Rectangle 7">
              <a:extLst>
                <a:ext uri="{FF2B5EF4-FFF2-40B4-BE49-F238E27FC236}">
                  <a16:creationId xmlns:a16="http://schemas.microsoft.com/office/drawing/2014/main" id="{AA367E35-A613-4DD8-831E-82B23254F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7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55" name="Line 8">
              <a:extLst>
                <a:ext uri="{FF2B5EF4-FFF2-40B4-BE49-F238E27FC236}">
                  <a16:creationId xmlns:a16="http://schemas.microsoft.com/office/drawing/2014/main" id="{82E14E70-DB14-4732-90C1-36162D58A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7612" y="326866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6" name="Freeform 9">
              <a:extLst>
                <a:ext uri="{FF2B5EF4-FFF2-40B4-BE49-F238E27FC236}">
                  <a16:creationId xmlns:a16="http://schemas.microsoft.com/office/drawing/2014/main" id="{0FA11026-A9BA-4D67-B9BA-F466BD3B3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12" y="3363913"/>
              <a:ext cx="1065213" cy="817563"/>
            </a:xfrm>
            <a:custGeom>
              <a:avLst/>
              <a:gdLst>
                <a:gd name="T0" fmla="*/ 2147483646 w 1344"/>
                <a:gd name="T1" fmla="*/ 0 h 1031"/>
                <a:gd name="T2" fmla="*/ 2147483646 w 1344"/>
                <a:gd name="T3" fmla="*/ 0 h 1031"/>
                <a:gd name="T4" fmla="*/ 2147483646 w 1344"/>
                <a:gd name="T5" fmla="*/ 2147483646 h 1031"/>
                <a:gd name="T6" fmla="*/ 0 w 134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4"/>
                <a:gd name="T13" fmla="*/ 0 h 1031"/>
                <a:gd name="T14" fmla="*/ 1344 w 134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4" h="1031">
                  <a:moveTo>
                    <a:pt x="1344" y="0"/>
                  </a:moveTo>
                  <a:lnTo>
                    <a:pt x="1008" y="0"/>
                  </a:lnTo>
                  <a:lnTo>
                    <a:pt x="1008" y="1031"/>
                  </a:lnTo>
                  <a:lnTo>
                    <a:pt x="0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7" name="Freeform 10">
              <a:extLst>
                <a:ext uri="{FF2B5EF4-FFF2-40B4-BE49-F238E27FC236}">
                  <a16:creationId xmlns:a16="http://schemas.microsoft.com/office/drawing/2014/main" id="{66E2373D-41BC-4E09-8CC6-C6CAFE5ED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212" y="3363913"/>
              <a:ext cx="1352550" cy="817563"/>
            </a:xfrm>
            <a:custGeom>
              <a:avLst/>
              <a:gdLst>
                <a:gd name="T0" fmla="*/ 0 w 1704"/>
                <a:gd name="T1" fmla="*/ 0 h 1031"/>
                <a:gd name="T2" fmla="*/ 2147483646 w 1704"/>
                <a:gd name="T3" fmla="*/ 0 h 1031"/>
                <a:gd name="T4" fmla="*/ 2147483646 w 1704"/>
                <a:gd name="T5" fmla="*/ 2147483646 h 1031"/>
                <a:gd name="T6" fmla="*/ 2147483646 w 170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4"/>
                <a:gd name="T13" fmla="*/ 0 h 1031"/>
                <a:gd name="T14" fmla="*/ 1704 w 170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4" h="1031">
                  <a:moveTo>
                    <a:pt x="0" y="0"/>
                  </a:moveTo>
                  <a:lnTo>
                    <a:pt x="696" y="0"/>
                  </a:lnTo>
                  <a:lnTo>
                    <a:pt x="696" y="1031"/>
                  </a:lnTo>
                  <a:lnTo>
                    <a:pt x="1704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8" name="Line 11">
              <a:extLst>
                <a:ext uri="{FF2B5EF4-FFF2-40B4-BE49-F238E27FC236}">
                  <a16:creationId xmlns:a16="http://schemas.microsoft.com/office/drawing/2014/main" id="{FC3BB49D-5737-44B3-AD7C-78F0D7B13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4662" y="3365500"/>
              <a:ext cx="2667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9" name="Line 12">
              <a:extLst>
                <a:ext uri="{FF2B5EF4-FFF2-40B4-BE49-F238E27FC236}">
                  <a16:creationId xmlns:a16="http://schemas.microsoft.com/office/drawing/2014/main" id="{3D86311B-78A4-4EC4-AECC-184753FD4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212" y="2830513"/>
              <a:ext cx="8191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0" name="Line 13">
              <a:extLst>
                <a:ext uri="{FF2B5EF4-FFF2-40B4-BE49-F238E27FC236}">
                  <a16:creationId xmlns:a16="http://schemas.microsoft.com/office/drawing/2014/main" id="{9EBF32B2-2778-4C78-885F-FAC1A7F4BC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112" y="2830513"/>
              <a:ext cx="1751013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1" name="Line 14">
              <a:extLst>
                <a:ext uri="{FF2B5EF4-FFF2-40B4-BE49-F238E27FC236}">
                  <a16:creationId xmlns:a16="http://schemas.microsoft.com/office/drawing/2014/main" id="{5D84258C-D4D3-4B78-A23A-B76A3415D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2830513"/>
              <a:ext cx="8001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2" name="Line 15">
              <a:extLst>
                <a:ext uri="{FF2B5EF4-FFF2-40B4-BE49-F238E27FC236}">
                  <a16:creationId xmlns:a16="http://schemas.microsoft.com/office/drawing/2014/main" id="{C7B6596D-D457-4291-8684-03588EA8C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3365500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3" name="Rectangle 17">
              <a:extLst>
                <a:ext uri="{FF2B5EF4-FFF2-40B4-BE49-F238E27FC236}">
                  <a16:creationId xmlns:a16="http://schemas.microsoft.com/office/drawing/2014/main" id="{37F79490-D590-4D01-942F-EFD351A3D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325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4" name="Rectangle 18">
              <a:extLst>
                <a:ext uri="{FF2B5EF4-FFF2-40B4-BE49-F238E27FC236}">
                  <a16:creationId xmlns:a16="http://schemas.microsoft.com/office/drawing/2014/main" id="{425373AB-E3AB-4651-B0BD-AA1D44FA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200" y="2311400"/>
              <a:ext cx="565150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Master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5" name="Rectangle 19">
              <a:extLst>
                <a:ext uri="{FF2B5EF4-FFF2-40B4-BE49-F238E27FC236}">
                  <a16:creationId xmlns:a16="http://schemas.microsoft.com/office/drawing/2014/main" id="{86EF13D0-3635-4ADE-B453-97C43CBD4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4700" y="2311400"/>
              <a:ext cx="512763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Slave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6" name="Rectangle 20">
              <a:extLst>
                <a:ext uri="{FF2B5EF4-FFF2-40B4-BE49-F238E27FC236}">
                  <a16:creationId xmlns:a16="http://schemas.microsoft.com/office/drawing/2014/main" id="{0D0DAC62-9A2C-401D-96A0-3362D4DBD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687" y="27479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7" name="Rectangle 21">
              <a:extLst>
                <a:ext uri="{FF2B5EF4-FFF2-40B4-BE49-F238E27FC236}">
                  <a16:creationId xmlns:a16="http://schemas.microsoft.com/office/drawing/2014/main" id="{AA88E556-0699-4553-B999-8EE071487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3275013"/>
              <a:ext cx="54292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8" name="Rectangle 22">
              <a:extLst>
                <a:ext uri="{FF2B5EF4-FFF2-40B4-BE49-F238E27FC236}">
                  <a16:creationId xmlns:a16="http://schemas.microsoft.com/office/drawing/2014/main" id="{145A8237-EF92-47F6-BDE1-A5D628E54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27463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9" name="Line 23">
              <a:extLst>
                <a:ext uri="{FF2B5EF4-FFF2-40B4-BE49-F238E27FC236}">
                  <a16:creationId xmlns:a16="http://schemas.microsoft.com/office/drawing/2014/main" id="{D2ED62EA-2A78-42C6-8C3B-2A4D25DE88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37425" y="328771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0" name="Line 24">
              <a:extLst>
                <a:ext uri="{FF2B5EF4-FFF2-40B4-BE49-F238E27FC236}">
                  <a16:creationId xmlns:a16="http://schemas.microsoft.com/office/drawing/2014/main" id="{9C292886-8F2C-43AC-928B-EC8792889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4362" y="4181475"/>
              <a:ext cx="2095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1" name="Line 25">
              <a:extLst>
                <a:ext uri="{FF2B5EF4-FFF2-40B4-BE49-F238E27FC236}">
                  <a16:creationId xmlns:a16="http://schemas.microsoft.com/office/drawing/2014/main" id="{E6E61E98-03C6-454F-94A8-55D93A2C7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4762" y="4181475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2" name="Freeform 26">
              <a:extLst>
                <a:ext uri="{FF2B5EF4-FFF2-40B4-BE49-F238E27FC236}">
                  <a16:creationId xmlns:a16="http://schemas.microsoft.com/office/drawing/2014/main" id="{DD2A4450-43B7-466A-BB52-CCA9F82E9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462" y="4049713"/>
              <a:ext cx="285750" cy="265113"/>
            </a:xfrm>
            <a:custGeom>
              <a:avLst/>
              <a:gdLst>
                <a:gd name="T0" fmla="*/ 2147483646 w 360"/>
                <a:gd name="T1" fmla="*/ 2147483646 h 336"/>
                <a:gd name="T2" fmla="*/ 0 w 360"/>
                <a:gd name="T3" fmla="*/ 2147483646 h 336"/>
                <a:gd name="T4" fmla="*/ 0 w 360"/>
                <a:gd name="T5" fmla="*/ 0 h 336"/>
                <a:gd name="T6" fmla="*/ 2147483646 w 3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"/>
                <a:gd name="T13" fmla="*/ 0 h 336"/>
                <a:gd name="T14" fmla="*/ 360 w 3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" h="336">
                  <a:moveTo>
                    <a:pt x="360" y="168"/>
                  </a:moveTo>
                  <a:lnTo>
                    <a:pt x="0" y="336"/>
                  </a:lnTo>
                  <a:lnTo>
                    <a:pt x="0" y="0"/>
                  </a:lnTo>
                  <a:lnTo>
                    <a:pt x="360" y="16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173" name="Freeform 28">
              <a:extLst>
                <a:ext uri="{FF2B5EF4-FFF2-40B4-BE49-F238E27FC236}">
                  <a16:creationId xmlns:a16="http://schemas.microsoft.com/office/drawing/2014/main" id="{A6869432-193B-4ED4-BF49-7B4FB7D9A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975" y="4138613"/>
              <a:ext cx="85725" cy="87313"/>
            </a:xfrm>
            <a:custGeom>
              <a:avLst/>
              <a:gdLst>
                <a:gd name="T0" fmla="*/ 2147483646 w 109"/>
                <a:gd name="T1" fmla="*/ 0 h 109"/>
                <a:gd name="T2" fmla="*/ 2147483646 w 109"/>
                <a:gd name="T3" fmla="*/ 2147483646 h 109"/>
                <a:gd name="T4" fmla="*/ 2147483646 w 109"/>
                <a:gd name="T5" fmla="*/ 2147483646 h 109"/>
                <a:gd name="T6" fmla="*/ 2147483646 w 109"/>
                <a:gd name="T7" fmla="*/ 2147483646 h 109"/>
                <a:gd name="T8" fmla="*/ 2147483646 w 109"/>
                <a:gd name="T9" fmla="*/ 2147483646 h 109"/>
                <a:gd name="T10" fmla="*/ 2147483646 w 109"/>
                <a:gd name="T11" fmla="*/ 2147483646 h 109"/>
                <a:gd name="T12" fmla="*/ 2147483646 w 109"/>
                <a:gd name="T13" fmla="*/ 2147483646 h 109"/>
                <a:gd name="T14" fmla="*/ 2147483646 w 109"/>
                <a:gd name="T15" fmla="*/ 2147483646 h 109"/>
                <a:gd name="T16" fmla="*/ 0 w 109"/>
                <a:gd name="T17" fmla="*/ 2147483646 h 109"/>
                <a:gd name="T18" fmla="*/ 0 w 109"/>
                <a:gd name="T19" fmla="*/ 2147483646 h 109"/>
                <a:gd name="T20" fmla="*/ 0 w 109"/>
                <a:gd name="T21" fmla="*/ 2147483646 h 109"/>
                <a:gd name="T22" fmla="*/ 0 w 109"/>
                <a:gd name="T23" fmla="*/ 2147483646 h 109"/>
                <a:gd name="T24" fmla="*/ 0 w 109"/>
                <a:gd name="T25" fmla="*/ 2147483646 h 109"/>
                <a:gd name="T26" fmla="*/ 2147483646 w 109"/>
                <a:gd name="T27" fmla="*/ 2147483646 h 109"/>
                <a:gd name="T28" fmla="*/ 2147483646 w 109"/>
                <a:gd name="T29" fmla="*/ 2147483646 h 109"/>
                <a:gd name="T30" fmla="*/ 2147483646 w 109"/>
                <a:gd name="T31" fmla="*/ 2147483646 h 109"/>
                <a:gd name="T32" fmla="*/ 2147483646 w 109"/>
                <a:gd name="T33" fmla="*/ 2147483646 h 109"/>
                <a:gd name="T34" fmla="*/ 2147483646 w 109"/>
                <a:gd name="T35" fmla="*/ 2147483646 h 109"/>
                <a:gd name="T36" fmla="*/ 2147483646 w 109"/>
                <a:gd name="T37" fmla="*/ 2147483646 h 109"/>
                <a:gd name="T38" fmla="*/ 2147483646 w 109"/>
                <a:gd name="T39" fmla="*/ 2147483646 h 109"/>
                <a:gd name="T40" fmla="*/ 2147483646 w 109"/>
                <a:gd name="T41" fmla="*/ 2147483646 h 109"/>
                <a:gd name="T42" fmla="*/ 2147483646 w 109"/>
                <a:gd name="T43" fmla="*/ 2147483646 h 109"/>
                <a:gd name="T44" fmla="*/ 2147483646 w 109"/>
                <a:gd name="T45" fmla="*/ 2147483646 h 109"/>
                <a:gd name="T46" fmla="*/ 2147483646 w 109"/>
                <a:gd name="T47" fmla="*/ 2147483646 h 109"/>
                <a:gd name="T48" fmla="*/ 2147483646 w 109"/>
                <a:gd name="T49" fmla="*/ 2147483646 h 109"/>
                <a:gd name="T50" fmla="*/ 2147483646 w 109"/>
                <a:gd name="T51" fmla="*/ 2147483646 h 109"/>
                <a:gd name="T52" fmla="*/ 2147483646 w 109"/>
                <a:gd name="T53" fmla="*/ 2147483646 h 109"/>
                <a:gd name="T54" fmla="*/ 2147483646 w 109"/>
                <a:gd name="T55" fmla="*/ 2147483646 h 109"/>
                <a:gd name="T56" fmla="*/ 2147483646 w 109"/>
                <a:gd name="T57" fmla="*/ 2147483646 h 109"/>
                <a:gd name="T58" fmla="*/ 2147483646 w 109"/>
                <a:gd name="T59" fmla="*/ 2147483646 h 109"/>
                <a:gd name="T60" fmla="*/ 2147483646 w 109"/>
                <a:gd name="T61" fmla="*/ 2147483646 h 109"/>
                <a:gd name="T62" fmla="*/ 2147483646 w 109"/>
                <a:gd name="T63" fmla="*/ 2147483646 h 109"/>
                <a:gd name="T64" fmla="*/ 2147483646 w 109"/>
                <a:gd name="T65" fmla="*/ 2147483646 h 109"/>
                <a:gd name="T66" fmla="*/ 2147483646 w 109"/>
                <a:gd name="T67" fmla="*/ 2147483646 h 109"/>
                <a:gd name="T68" fmla="*/ 2147483646 w 109"/>
                <a:gd name="T69" fmla="*/ 2147483646 h 109"/>
                <a:gd name="T70" fmla="*/ 2147483646 w 109"/>
                <a:gd name="T71" fmla="*/ 2147483646 h 109"/>
                <a:gd name="T72" fmla="*/ 2147483646 w 109"/>
                <a:gd name="T73" fmla="*/ 2147483646 h 109"/>
                <a:gd name="T74" fmla="*/ 2147483646 w 109"/>
                <a:gd name="T75" fmla="*/ 2147483646 h 109"/>
                <a:gd name="T76" fmla="*/ 2147483646 w 109"/>
                <a:gd name="T77" fmla="*/ 2147483646 h 109"/>
                <a:gd name="T78" fmla="*/ 2147483646 w 109"/>
                <a:gd name="T79" fmla="*/ 2147483646 h 109"/>
                <a:gd name="T80" fmla="*/ 2147483646 w 109"/>
                <a:gd name="T81" fmla="*/ 2147483646 h 109"/>
                <a:gd name="T82" fmla="*/ 2147483646 w 109"/>
                <a:gd name="T83" fmla="*/ 2147483646 h 109"/>
                <a:gd name="T84" fmla="*/ 2147483646 w 109"/>
                <a:gd name="T85" fmla="*/ 0 h 109"/>
                <a:gd name="T86" fmla="*/ 2147483646 w 109"/>
                <a:gd name="T87" fmla="*/ 0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09"/>
                <a:gd name="T133" fmla="*/ 0 h 109"/>
                <a:gd name="T134" fmla="*/ 109 w 109"/>
                <a:gd name="T135" fmla="*/ 109 h 10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09" h="109">
                  <a:moveTo>
                    <a:pt x="54" y="0"/>
                  </a:moveTo>
                  <a:lnTo>
                    <a:pt x="52" y="0"/>
                  </a:lnTo>
                  <a:lnTo>
                    <a:pt x="49" y="0"/>
                  </a:lnTo>
                  <a:lnTo>
                    <a:pt x="46" y="0"/>
                  </a:lnTo>
                  <a:lnTo>
                    <a:pt x="43" y="1"/>
                  </a:lnTo>
                  <a:lnTo>
                    <a:pt x="41" y="1"/>
                  </a:lnTo>
                  <a:lnTo>
                    <a:pt x="39" y="2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1" y="4"/>
                  </a:lnTo>
                  <a:lnTo>
                    <a:pt x="29" y="6"/>
                  </a:lnTo>
                  <a:lnTo>
                    <a:pt x="27" y="7"/>
                  </a:lnTo>
                  <a:lnTo>
                    <a:pt x="24" y="9"/>
                  </a:lnTo>
                  <a:lnTo>
                    <a:pt x="22" y="10"/>
                  </a:lnTo>
                  <a:lnTo>
                    <a:pt x="19" y="12"/>
                  </a:lnTo>
                  <a:lnTo>
                    <a:pt x="18" y="14"/>
                  </a:lnTo>
                  <a:lnTo>
                    <a:pt x="16" y="15"/>
                  </a:lnTo>
                  <a:lnTo>
                    <a:pt x="15" y="18"/>
                  </a:lnTo>
                  <a:lnTo>
                    <a:pt x="12" y="19"/>
                  </a:lnTo>
                  <a:lnTo>
                    <a:pt x="11" y="21"/>
                  </a:lnTo>
                  <a:lnTo>
                    <a:pt x="10" y="24"/>
                  </a:lnTo>
                  <a:lnTo>
                    <a:pt x="7" y="26"/>
                  </a:lnTo>
                  <a:lnTo>
                    <a:pt x="6" y="28"/>
                  </a:lnTo>
                  <a:lnTo>
                    <a:pt x="5" y="31"/>
                  </a:lnTo>
                  <a:lnTo>
                    <a:pt x="4" y="33"/>
                  </a:lnTo>
                  <a:lnTo>
                    <a:pt x="4" y="36"/>
                  </a:lnTo>
                  <a:lnTo>
                    <a:pt x="3" y="38"/>
                  </a:lnTo>
                  <a:lnTo>
                    <a:pt x="1" y="40"/>
                  </a:lnTo>
                  <a:lnTo>
                    <a:pt x="1" y="43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1" y="64"/>
                  </a:lnTo>
                  <a:lnTo>
                    <a:pt x="1" y="68"/>
                  </a:lnTo>
                  <a:lnTo>
                    <a:pt x="3" y="70"/>
                  </a:lnTo>
                  <a:lnTo>
                    <a:pt x="4" y="73"/>
                  </a:lnTo>
                  <a:lnTo>
                    <a:pt x="4" y="75"/>
                  </a:lnTo>
                  <a:lnTo>
                    <a:pt x="5" y="78"/>
                  </a:lnTo>
                  <a:lnTo>
                    <a:pt x="6" y="80"/>
                  </a:lnTo>
                  <a:lnTo>
                    <a:pt x="7" y="82"/>
                  </a:lnTo>
                  <a:lnTo>
                    <a:pt x="10" y="85"/>
                  </a:lnTo>
                  <a:lnTo>
                    <a:pt x="11" y="86"/>
                  </a:lnTo>
                  <a:lnTo>
                    <a:pt x="12" y="88"/>
                  </a:lnTo>
                  <a:lnTo>
                    <a:pt x="15" y="91"/>
                  </a:lnTo>
                  <a:lnTo>
                    <a:pt x="16" y="92"/>
                  </a:lnTo>
                  <a:lnTo>
                    <a:pt x="18" y="94"/>
                  </a:lnTo>
                  <a:lnTo>
                    <a:pt x="19" y="96"/>
                  </a:lnTo>
                  <a:lnTo>
                    <a:pt x="22" y="98"/>
                  </a:lnTo>
                  <a:lnTo>
                    <a:pt x="24" y="99"/>
                  </a:lnTo>
                  <a:lnTo>
                    <a:pt x="27" y="100"/>
                  </a:lnTo>
                  <a:lnTo>
                    <a:pt x="29" y="102"/>
                  </a:lnTo>
                  <a:lnTo>
                    <a:pt x="31" y="103"/>
                  </a:lnTo>
                  <a:lnTo>
                    <a:pt x="34" y="104"/>
                  </a:lnTo>
                  <a:lnTo>
                    <a:pt x="36" y="105"/>
                  </a:lnTo>
                  <a:lnTo>
                    <a:pt x="39" y="106"/>
                  </a:lnTo>
                  <a:lnTo>
                    <a:pt x="41" y="106"/>
                  </a:lnTo>
                  <a:lnTo>
                    <a:pt x="43" y="108"/>
                  </a:lnTo>
                  <a:lnTo>
                    <a:pt x="46" y="108"/>
                  </a:lnTo>
                  <a:lnTo>
                    <a:pt x="49" y="108"/>
                  </a:lnTo>
                  <a:lnTo>
                    <a:pt x="52" y="109"/>
                  </a:lnTo>
                  <a:lnTo>
                    <a:pt x="54" y="109"/>
                  </a:lnTo>
                  <a:lnTo>
                    <a:pt x="58" y="109"/>
                  </a:lnTo>
                  <a:lnTo>
                    <a:pt x="60" y="108"/>
                  </a:lnTo>
                  <a:lnTo>
                    <a:pt x="63" y="108"/>
                  </a:lnTo>
                  <a:lnTo>
                    <a:pt x="65" y="108"/>
                  </a:lnTo>
                  <a:lnTo>
                    <a:pt x="69" y="106"/>
                  </a:lnTo>
                  <a:lnTo>
                    <a:pt x="71" y="106"/>
                  </a:lnTo>
                  <a:lnTo>
                    <a:pt x="73" y="105"/>
                  </a:lnTo>
                  <a:lnTo>
                    <a:pt x="76" y="104"/>
                  </a:lnTo>
                  <a:lnTo>
                    <a:pt x="78" y="103"/>
                  </a:lnTo>
                  <a:lnTo>
                    <a:pt x="81" y="102"/>
                  </a:lnTo>
                  <a:lnTo>
                    <a:pt x="83" y="100"/>
                  </a:lnTo>
                  <a:lnTo>
                    <a:pt x="85" y="99"/>
                  </a:lnTo>
                  <a:lnTo>
                    <a:pt x="87" y="98"/>
                  </a:lnTo>
                  <a:lnTo>
                    <a:pt x="89" y="96"/>
                  </a:lnTo>
                  <a:lnTo>
                    <a:pt x="91" y="94"/>
                  </a:lnTo>
                  <a:lnTo>
                    <a:pt x="93" y="92"/>
                  </a:lnTo>
                  <a:lnTo>
                    <a:pt x="95" y="91"/>
                  </a:lnTo>
                  <a:lnTo>
                    <a:pt x="96" y="88"/>
                  </a:lnTo>
                  <a:lnTo>
                    <a:pt x="99" y="86"/>
                  </a:lnTo>
                  <a:lnTo>
                    <a:pt x="100" y="85"/>
                  </a:lnTo>
                  <a:lnTo>
                    <a:pt x="101" y="82"/>
                  </a:lnTo>
                  <a:lnTo>
                    <a:pt x="102" y="80"/>
                  </a:lnTo>
                  <a:lnTo>
                    <a:pt x="103" y="78"/>
                  </a:lnTo>
                  <a:lnTo>
                    <a:pt x="105" y="75"/>
                  </a:lnTo>
                  <a:lnTo>
                    <a:pt x="106" y="73"/>
                  </a:lnTo>
                  <a:lnTo>
                    <a:pt x="107" y="70"/>
                  </a:lnTo>
                  <a:lnTo>
                    <a:pt x="107" y="68"/>
                  </a:lnTo>
                  <a:lnTo>
                    <a:pt x="108" y="64"/>
                  </a:lnTo>
                  <a:lnTo>
                    <a:pt x="108" y="62"/>
                  </a:lnTo>
                  <a:lnTo>
                    <a:pt x="108" y="60"/>
                  </a:lnTo>
                  <a:lnTo>
                    <a:pt x="109" y="57"/>
                  </a:lnTo>
                  <a:lnTo>
                    <a:pt x="109" y="54"/>
                  </a:lnTo>
                  <a:lnTo>
                    <a:pt x="109" y="51"/>
                  </a:lnTo>
                  <a:lnTo>
                    <a:pt x="108" y="49"/>
                  </a:lnTo>
                  <a:lnTo>
                    <a:pt x="108" y="45"/>
                  </a:lnTo>
                  <a:lnTo>
                    <a:pt x="108" y="43"/>
                  </a:lnTo>
                  <a:lnTo>
                    <a:pt x="107" y="40"/>
                  </a:lnTo>
                  <a:lnTo>
                    <a:pt x="107" y="38"/>
                  </a:lnTo>
                  <a:lnTo>
                    <a:pt x="106" y="36"/>
                  </a:lnTo>
                  <a:lnTo>
                    <a:pt x="105" y="33"/>
                  </a:lnTo>
                  <a:lnTo>
                    <a:pt x="103" y="31"/>
                  </a:lnTo>
                  <a:lnTo>
                    <a:pt x="102" y="28"/>
                  </a:lnTo>
                  <a:lnTo>
                    <a:pt x="101" y="26"/>
                  </a:lnTo>
                  <a:lnTo>
                    <a:pt x="100" y="24"/>
                  </a:lnTo>
                  <a:lnTo>
                    <a:pt x="99" y="21"/>
                  </a:lnTo>
                  <a:lnTo>
                    <a:pt x="96" y="19"/>
                  </a:lnTo>
                  <a:lnTo>
                    <a:pt x="95" y="18"/>
                  </a:lnTo>
                  <a:lnTo>
                    <a:pt x="93" y="15"/>
                  </a:lnTo>
                  <a:lnTo>
                    <a:pt x="91" y="14"/>
                  </a:lnTo>
                  <a:lnTo>
                    <a:pt x="89" y="12"/>
                  </a:lnTo>
                  <a:lnTo>
                    <a:pt x="87" y="10"/>
                  </a:lnTo>
                  <a:lnTo>
                    <a:pt x="85" y="9"/>
                  </a:lnTo>
                  <a:lnTo>
                    <a:pt x="83" y="7"/>
                  </a:lnTo>
                  <a:lnTo>
                    <a:pt x="81" y="6"/>
                  </a:lnTo>
                  <a:lnTo>
                    <a:pt x="78" y="4"/>
                  </a:lnTo>
                  <a:lnTo>
                    <a:pt x="76" y="3"/>
                  </a:lnTo>
                  <a:lnTo>
                    <a:pt x="73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5" y="1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8" y="0"/>
                  </a:lnTo>
                  <a:lnTo>
                    <a:pt x="54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174" name="Rectangle 29">
              <a:extLst>
                <a:ext uri="{FF2B5EF4-FFF2-40B4-BE49-F238E27FC236}">
                  <a16:creationId xmlns:a16="http://schemas.microsoft.com/office/drawing/2014/main" id="{7CD897C7-128A-4394-877E-04903B10B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9125" y="2563813"/>
              <a:ext cx="6858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75" name="Rectangle 30">
              <a:extLst>
                <a:ext uri="{FF2B5EF4-FFF2-40B4-BE49-F238E27FC236}">
                  <a16:creationId xmlns:a16="http://schemas.microsoft.com/office/drawing/2014/main" id="{7BA008BD-88EF-41EF-8B9E-1EBCC6A26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32893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76" name="Rectangle 31">
              <a:extLst>
                <a:ext uri="{FF2B5EF4-FFF2-40B4-BE49-F238E27FC236}">
                  <a16:creationId xmlns:a16="http://schemas.microsoft.com/office/drawing/2014/main" id="{342CCA80-D81F-4039-B160-9F6808848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77" name="Rectangle 32">
              <a:extLst>
                <a:ext uri="{FF2B5EF4-FFF2-40B4-BE49-F238E27FC236}">
                  <a16:creationId xmlns:a16="http://schemas.microsoft.com/office/drawing/2014/main" id="{443AD6D5-2B66-4503-9639-A80A754D6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612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dirty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91178" name="Line 33">
              <a:extLst>
                <a:ext uri="{FF2B5EF4-FFF2-40B4-BE49-F238E27FC236}">
                  <a16:creationId xmlns:a16="http://schemas.microsoft.com/office/drawing/2014/main" id="{C13D3A83-AE75-4969-B5DB-2B68A4560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4425" y="3268663"/>
              <a:ext cx="762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9" name="Rectangle 38">
              <a:extLst>
                <a:ext uri="{FF2B5EF4-FFF2-40B4-BE49-F238E27FC236}">
                  <a16:creationId xmlns:a16="http://schemas.microsoft.com/office/drawing/2014/main" id="{6E62EF31-A4C3-474A-9511-FE022EA97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0" name="Rectangle 39">
              <a:extLst>
                <a:ext uri="{FF2B5EF4-FFF2-40B4-BE49-F238E27FC236}">
                  <a16:creationId xmlns:a16="http://schemas.microsoft.com/office/drawing/2014/main" id="{71661B01-3406-4560-B895-870217800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7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1" name="Rectangle 40">
              <a:extLst>
                <a:ext uri="{FF2B5EF4-FFF2-40B4-BE49-F238E27FC236}">
                  <a16:creationId xmlns:a16="http://schemas.microsoft.com/office/drawing/2014/main" id="{DAA217C6-30ED-4AB7-84F1-99E14E0B6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912" y="2665413"/>
              <a:ext cx="198438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m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2" name="Rectangle 41">
              <a:extLst>
                <a:ext uri="{FF2B5EF4-FFF2-40B4-BE49-F238E27FC236}">
                  <a16:creationId xmlns:a16="http://schemas.microsoft.com/office/drawing/2014/main" id="{91BE8B4C-D952-47C3-B77D-B7E56333F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900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3" name="Rectangle 42">
              <a:extLst>
                <a:ext uri="{FF2B5EF4-FFF2-40B4-BE49-F238E27FC236}">
                  <a16:creationId xmlns:a16="http://schemas.microsoft.com/office/drawing/2014/main" id="{645AD679-5EF9-43A6-994E-9FE12B29D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6075" y="2665413"/>
              <a:ext cx="14605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4" name="Rectangle 66">
              <a:extLst>
                <a:ext uri="{FF2B5EF4-FFF2-40B4-BE49-F238E27FC236}">
                  <a16:creationId xmlns:a16="http://schemas.microsoft.com/office/drawing/2014/main" id="{A5EF5F44-AFF9-4920-B96B-E88755863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5" name="Rectangle 67">
              <a:extLst>
                <a:ext uri="{FF2B5EF4-FFF2-40B4-BE49-F238E27FC236}">
                  <a16:creationId xmlns:a16="http://schemas.microsoft.com/office/drawing/2014/main" id="{A9AED690-0178-4699-8AF2-A771DD5C1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6" name="Oval 68">
              <a:extLst>
                <a:ext uri="{FF2B5EF4-FFF2-40B4-BE49-F238E27FC236}">
                  <a16:creationId xmlns:a16="http://schemas.microsoft.com/office/drawing/2014/main" id="{94E3E9E3-064E-4A7F-A34B-3890BD8C5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150" y="3330575"/>
              <a:ext cx="74613" cy="730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91138" name="TextBox 125">
            <a:extLst>
              <a:ext uri="{FF2B5EF4-FFF2-40B4-BE49-F238E27FC236}">
                <a16:creationId xmlns:a16="http://schemas.microsoft.com/office/drawing/2014/main" id="{A7FDB7C3-0265-428A-A3B1-C3386113D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78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5.9a,b from the textbook ]</a:t>
            </a:r>
          </a:p>
        </p:txBody>
      </p:sp>
      <p:sp>
        <p:nvSpPr>
          <p:cNvPr id="91139" name="Title 1">
            <a:extLst>
              <a:ext uri="{FF2B5EF4-FFF2-40B4-BE49-F238E27FC236}">
                <a16:creationId xmlns:a16="http://schemas.microsoft.com/office/drawing/2014/main" id="{42FD01CD-73B9-4DE9-B31F-79AA60958482}"/>
              </a:ext>
            </a:extLst>
          </p:cNvPr>
          <p:cNvSpPr txBox="1">
            <a:spLocks/>
          </p:cNvSpPr>
          <p:nvPr/>
        </p:nvSpPr>
        <p:spPr bwMode="auto">
          <a:xfrm>
            <a:off x="0" y="87696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Timing Diagram for the Master-Slave D Flip-Flop</a:t>
            </a:r>
          </a:p>
        </p:txBody>
      </p:sp>
      <p:sp>
        <p:nvSpPr>
          <p:cNvPr id="58" name="Freeform 34">
            <a:extLst>
              <a:ext uri="{FF2B5EF4-FFF2-40B4-BE49-F238E27FC236}">
                <a16:creationId xmlns:a16="http://schemas.microsoft.com/office/drawing/2014/main" id="{391B5F6A-6FA5-4FAF-B0AB-C4D9960BCE32}"/>
              </a:ext>
            </a:extLst>
          </p:cNvPr>
          <p:cNvSpPr>
            <a:spLocks/>
          </p:cNvSpPr>
          <p:nvPr/>
        </p:nvSpPr>
        <p:spPr bwMode="auto">
          <a:xfrm>
            <a:off x="3316288" y="1130300"/>
            <a:ext cx="5675312" cy="266700"/>
          </a:xfrm>
          <a:custGeom>
            <a:avLst/>
            <a:gdLst>
              <a:gd name="T0" fmla="*/ 2147483646 w 7150"/>
              <a:gd name="T1" fmla="*/ 2147483646 h 336"/>
              <a:gd name="T2" fmla="*/ 2147483646 w 7150"/>
              <a:gd name="T3" fmla="*/ 2147483646 h 336"/>
              <a:gd name="T4" fmla="*/ 2147483646 w 7150"/>
              <a:gd name="T5" fmla="*/ 0 h 336"/>
              <a:gd name="T6" fmla="*/ 2147483646 w 7150"/>
              <a:gd name="T7" fmla="*/ 0 h 336"/>
              <a:gd name="T8" fmla="*/ 2147483646 w 7150"/>
              <a:gd name="T9" fmla="*/ 2147483646 h 336"/>
              <a:gd name="T10" fmla="*/ 2147483646 w 7150"/>
              <a:gd name="T11" fmla="*/ 2147483646 h 336"/>
              <a:gd name="T12" fmla="*/ 2147483646 w 7150"/>
              <a:gd name="T13" fmla="*/ 0 h 336"/>
              <a:gd name="T14" fmla="*/ 2147483646 w 7150"/>
              <a:gd name="T15" fmla="*/ 0 h 336"/>
              <a:gd name="T16" fmla="*/ 2147483646 w 7150"/>
              <a:gd name="T17" fmla="*/ 2147483646 h 336"/>
              <a:gd name="T18" fmla="*/ 2147483646 w 7150"/>
              <a:gd name="T19" fmla="*/ 2147483646 h 336"/>
              <a:gd name="T20" fmla="*/ 2147483646 w 7150"/>
              <a:gd name="T21" fmla="*/ 0 h 336"/>
              <a:gd name="T22" fmla="*/ 2147483646 w 7150"/>
              <a:gd name="T23" fmla="*/ 0 h 336"/>
              <a:gd name="T24" fmla="*/ 2147483646 w 7150"/>
              <a:gd name="T25" fmla="*/ 2147483646 h 336"/>
              <a:gd name="T26" fmla="*/ 0 w 7150"/>
              <a:gd name="T27" fmla="*/ 2147483646 h 3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150"/>
              <a:gd name="T43" fmla="*/ 0 h 336"/>
              <a:gd name="T44" fmla="*/ 7150 w 7150"/>
              <a:gd name="T45" fmla="*/ 336 h 3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150" h="336">
                <a:moveTo>
                  <a:pt x="7150" y="336"/>
                </a:moveTo>
                <a:lnTo>
                  <a:pt x="6118" y="336"/>
                </a:lnTo>
                <a:lnTo>
                  <a:pt x="6118" y="0"/>
                </a:lnTo>
                <a:lnTo>
                  <a:pt x="5111" y="0"/>
                </a:lnTo>
                <a:lnTo>
                  <a:pt x="5111" y="336"/>
                </a:lnTo>
                <a:lnTo>
                  <a:pt x="4079" y="336"/>
                </a:lnTo>
                <a:lnTo>
                  <a:pt x="4079" y="0"/>
                </a:lnTo>
                <a:lnTo>
                  <a:pt x="3071" y="0"/>
                </a:lnTo>
                <a:lnTo>
                  <a:pt x="3071" y="336"/>
                </a:lnTo>
                <a:lnTo>
                  <a:pt x="2040" y="336"/>
                </a:lnTo>
                <a:lnTo>
                  <a:pt x="2040" y="0"/>
                </a:lnTo>
                <a:lnTo>
                  <a:pt x="1032" y="0"/>
                </a:lnTo>
                <a:lnTo>
                  <a:pt x="1032" y="336"/>
                </a:lnTo>
                <a:lnTo>
                  <a:pt x="0" y="336"/>
                </a:ln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Freeform 35">
            <a:extLst>
              <a:ext uri="{FF2B5EF4-FFF2-40B4-BE49-F238E27FC236}">
                <a16:creationId xmlns:a16="http://schemas.microsoft.com/office/drawing/2014/main" id="{4C31085A-3F8B-4760-81BA-ACCACFE6E2CD}"/>
              </a:ext>
            </a:extLst>
          </p:cNvPr>
          <p:cNvSpPr>
            <a:spLocks/>
          </p:cNvSpPr>
          <p:nvPr/>
        </p:nvSpPr>
        <p:spPr bwMode="auto">
          <a:xfrm>
            <a:off x="3316288" y="1663700"/>
            <a:ext cx="5675312" cy="266700"/>
          </a:xfrm>
          <a:custGeom>
            <a:avLst/>
            <a:gdLst>
              <a:gd name="T0" fmla="*/ 2147483646 w 7150"/>
              <a:gd name="T1" fmla="*/ 0 h 336"/>
              <a:gd name="T2" fmla="*/ 2147483646 w 7150"/>
              <a:gd name="T3" fmla="*/ 0 h 336"/>
              <a:gd name="T4" fmla="*/ 2147483646 w 7150"/>
              <a:gd name="T5" fmla="*/ 2147483646 h 336"/>
              <a:gd name="T6" fmla="*/ 2147483646 w 7150"/>
              <a:gd name="T7" fmla="*/ 2147483646 h 336"/>
              <a:gd name="T8" fmla="*/ 2147483646 w 7150"/>
              <a:gd name="T9" fmla="*/ 0 h 336"/>
              <a:gd name="T10" fmla="*/ 2147483646 w 7150"/>
              <a:gd name="T11" fmla="*/ 0 h 336"/>
              <a:gd name="T12" fmla="*/ 2147483646 w 7150"/>
              <a:gd name="T13" fmla="*/ 2147483646 h 336"/>
              <a:gd name="T14" fmla="*/ 0 w 7150"/>
              <a:gd name="T15" fmla="*/ 2147483646 h 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50"/>
              <a:gd name="T25" fmla="*/ 0 h 336"/>
              <a:gd name="T26" fmla="*/ 7150 w 7150"/>
              <a:gd name="T27" fmla="*/ 336 h 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50" h="336">
                <a:moveTo>
                  <a:pt x="7150" y="0"/>
                </a:moveTo>
                <a:lnTo>
                  <a:pt x="4583" y="0"/>
                </a:lnTo>
                <a:lnTo>
                  <a:pt x="4583" y="336"/>
                </a:lnTo>
                <a:lnTo>
                  <a:pt x="2376" y="336"/>
                </a:lnTo>
                <a:lnTo>
                  <a:pt x="2376" y="0"/>
                </a:lnTo>
                <a:lnTo>
                  <a:pt x="1368" y="0"/>
                </a:lnTo>
                <a:lnTo>
                  <a:pt x="1368" y="336"/>
                </a:lnTo>
                <a:lnTo>
                  <a:pt x="0" y="33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Freeform 36">
            <a:extLst>
              <a:ext uri="{FF2B5EF4-FFF2-40B4-BE49-F238E27FC236}">
                <a16:creationId xmlns:a16="http://schemas.microsoft.com/office/drawing/2014/main" id="{EC4BFBB8-2623-45A1-AB42-8AB1BC5FD33B}"/>
              </a:ext>
            </a:extLst>
          </p:cNvPr>
          <p:cNvSpPr>
            <a:spLocks/>
          </p:cNvSpPr>
          <p:nvPr/>
        </p:nvSpPr>
        <p:spPr bwMode="auto">
          <a:xfrm>
            <a:off x="3316288" y="2197100"/>
            <a:ext cx="5675312" cy="266700"/>
          </a:xfrm>
          <a:custGeom>
            <a:avLst/>
            <a:gdLst>
              <a:gd name="T0" fmla="*/ 2147483646 w 7150"/>
              <a:gd name="T1" fmla="*/ 0 h 336"/>
              <a:gd name="T2" fmla="*/ 2147483646 w 7150"/>
              <a:gd name="T3" fmla="*/ 0 h 336"/>
              <a:gd name="T4" fmla="*/ 2147483646 w 7150"/>
              <a:gd name="T5" fmla="*/ 2147483646 h 336"/>
              <a:gd name="T6" fmla="*/ 2147483646 w 7150"/>
              <a:gd name="T7" fmla="*/ 2147483646 h 336"/>
              <a:gd name="T8" fmla="*/ 2147483646 w 7150"/>
              <a:gd name="T9" fmla="*/ 0 h 336"/>
              <a:gd name="T10" fmla="*/ 2147483646 w 7150"/>
              <a:gd name="T11" fmla="*/ 0 h 336"/>
              <a:gd name="T12" fmla="*/ 2147483646 w 7150"/>
              <a:gd name="T13" fmla="*/ 2147483646 h 336"/>
              <a:gd name="T14" fmla="*/ 0 w 7150"/>
              <a:gd name="T15" fmla="*/ 2147483646 h 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50"/>
              <a:gd name="T25" fmla="*/ 0 h 336"/>
              <a:gd name="T26" fmla="*/ 7150 w 7150"/>
              <a:gd name="T27" fmla="*/ 336 h 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50" h="336">
                <a:moveTo>
                  <a:pt x="7150" y="0"/>
                </a:moveTo>
                <a:lnTo>
                  <a:pt x="5111" y="0"/>
                </a:lnTo>
                <a:lnTo>
                  <a:pt x="5111" y="336"/>
                </a:lnTo>
                <a:lnTo>
                  <a:pt x="3071" y="336"/>
                </a:lnTo>
                <a:lnTo>
                  <a:pt x="3071" y="0"/>
                </a:lnTo>
                <a:lnTo>
                  <a:pt x="1368" y="0"/>
                </a:lnTo>
                <a:lnTo>
                  <a:pt x="1368" y="336"/>
                </a:lnTo>
                <a:lnTo>
                  <a:pt x="0" y="336"/>
                </a:ln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37">
            <a:extLst>
              <a:ext uri="{FF2B5EF4-FFF2-40B4-BE49-F238E27FC236}">
                <a16:creationId xmlns:a16="http://schemas.microsoft.com/office/drawing/2014/main" id="{90DF1F11-4206-4FD8-AD1D-B9C47E95A6DB}"/>
              </a:ext>
            </a:extLst>
          </p:cNvPr>
          <p:cNvSpPr>
            <a:spLocks/>
          </p:cNvSpPr>
          <p:nvPr/>
        </p:nvSpPr>
        <p:spPr bwMode="auto">
          <a:xfrm>
            <a:off x="3316288" y="2749550"/>
            <a:ext cx="5675312" cy="266700"/>
          </a:xfrm>
          <a:custGeom>
            <a:avLst/>
            <a:gdLst>
              <a:gd name="T0" fmla="*/ 2147483646 w 7150"/>
              <a:gd name="T1" fmla="*/ 0 h 335"/>
              <a:gd name="T2" fmla="*/ 2147483646 w 7150"/>
              <a:gd name="T3" fmla="*/ 0 h 335"/>
              <a:gd name="T4" fmla="*/ 2147483646 w 7150"/>
              <a:gd name="T5" fmla="*/ 2147483646 h 335"/>
              <a:gd name="T6" fmla="*/ 2147483646 w 7150"/>
              <a:gd name="T7" fmla="*/ 2147483646 h 335"/>
              <a:gd name="T8" fmla="*/ 2147483646 w 7150"/>
              <a:gd name="T9" fmla="*/ 0 h 335"/>
              <a:gd name="T10" fmla="*/ 2147483646 w 7150"/>
              <a:gd name="T11" fmla="*/ 0 h 335"/>
              <a:gd name="T12" fmla="*/ 2147483646 w 7150"/>
              <a:gd name="T13" fmla="*/ 2147483646 h 335"/>
              <a:gd name="T14" fmla="*/ 0 w 7150"/>
              <a:gd name="T15" fmla="*/ 2147483646 h 33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50"/>
              <a:gd name="T25" fmla="*/ 0 h 335"/>
              <a:gd name="T26" fmla="*/ 7150 w 7150"/>
              <a:gd name="T27" fmla="*/ 335 h 33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50" h="335">
                <a:moveTo>
                  <a:pt x="7150" y="0"/>
                </a:moveTo>
                <a:lnTo>
                  <a:pt x="6118" y="0"/>
                </a:lnTo>
                <a:lnTo>
                  <a:pt x="6118" y="335"/>
                </a:lnTo>
                <a:lnTo>
                  <a:pt x="4079" y="335"/>
                </a:lnTo>
                <a:lnTo>
                  <a:pt x="4079" y="0"/>
                </a:lnTo>
                <a:lnTo>
                  <a:pt x="2040" y="0"/>
                </a:lnTo>
                <a:lnTo>
                  <a:pt x="2040" y="335"/>
                </a:lnTo>
                <a:lnTo>
                  <a:pt x="0" y="335"/>
                </a:ln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Rectangle 43">
            <a:extLst>
              <a:ext uri="{FF2B5EF4-FFF2-40B4-BE49-F238E27FC236}">
                <a16:creationId xmlns:a16="http://schemas.microsoft.com/office/drawing/2014/main" id="{4B60ACE9-0C7C-4318-A260-1AC203823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1752600"/>
            <a:ext cx="2444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3" name="Rectangle 44">
            <a:extLst>
              <a:ext uri="{FF2B5EF4-FFF2-40B4-BE49-F238E27FC236}">
                <a16:creationId xmlns:a16="http://schemas.microsoft.com/office/drawing/2014/main" id="{63395C4E-18A4-4B94-ACF5-07AD500D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1162050"/>
            <a:ext cx="54292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Clock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4" name="Rectangle 45">
            <a:extLst>
              <a:ext uri="{FF2B5EF4-FFF2-40B4-BE49-F238E27FC236}">
                <a16:creationId xmlns:a16="http://schemas.microsoft.com/office/drawing/2014/main" id="{16E1DAB2-92E5-4296-BE5E-B9C71039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217738"/>
            <a:ext cx="244475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5" name="Rectangle 46">
            <a:extLst>
              <a:ext uri="{FF2B5EF4-FFF2-40B4-BE49-F238E27FC236}">
                <a16:creationId xmlns:a16="http://schemas.microsoft.com/office/drawing/2014/main" id="{5741D5F7-C00E-4855-A167-5DE4ABAED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305050"/>
            <a:ext cx="19843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m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6" name="Rectangle 47">
            <a:extLst>
              <a:ext uri="{FF2B5EF4-FFF2-40B4-BE49-F238E27FC236}">
                <a16:creationId xmlns:a16="http://schemas.microsoft.com/office/drawing/2014/main" id="{E6C43B37-C9FB-4825-BBBE-78495E27C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2768600"/>
            <a:ext cx="2444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7" name="Rectangle 48">
            <a:extLst>
              <a:ext uri="{FF2B5EF4-FFF2-40B4-BE49-F238E27FC236}">
                <a16:creationId xmlns:a16="http://schemas.microsoft.com/office/drawing/2014/main" id="{10AD6987-1C62-401B-95AB-A2CD2DBAE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2768600"/>
            <a:ext cx="2444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8" name="Rectangle 49">
            <a:extLst>
              <a:ext uri="{FF2B5EF4-FFF2-40B4-BE49-F238E27FC236}">
                <a16:creationId xmlns:a16="http://schemas.microsoft.com/office/drawing/2014/main" id="{3967EEF1-E604-443A-87D7-B325F7200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0" y="2857500"/>
            <a:ext cx="1460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s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9" name="Rectangle 51">
            <a:extLst>
              <a:ext uri="{FF2B5EF4-FFF2-40B4-BE49-F238E27FC236}">
                <a16:creationId xmlns:a16="http://schemas.microsoft.com/office/drawing/2014/main" id="{64DE9E04-45A4-4889-9C8D-14F0774D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2768600"/>
            <a:ext cx="2159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=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4391800-07AC-4B4A-85A4-A24509984B1A}"/>
              </a:ext>
            </a:extLst>
          </p:cNvPr>
          <p:cNvSpPr/>
          <p:nvPr/>
        </p:nvSpPr>
        <p:spPr>
          <a:xfrm>
            <a:off x="4122737" y="2133600"/>
            <a:ext cx="2735263" cy="1139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8048E3B-1094-4218-94D0-AF08304B30C5}"/>
              </a:ext>
            </a:extLst>
          </p:cNvPr>
          <p:cNvSpPr/>
          <p:nvPr/>
        </p:nvSpPr>
        <p:spPr>
          <a:xfrm>
            <a:off x="4965700" y="2133600"/>
            <a:ext cx="1585913" cy="1139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E043E96-12FC-4C3B-B4BF-A1C74BA8DF98}"/>
              </a:ext>
            </a:extLst>
          </p:cNvPr>
          <p:cNvSpPr/>
          <p:nvPr/>
        </p:nvSpPr>
        <p:spPr>
          <a:xfrm>
            <a:off x="6577806" y="2096660"/>
            <a:ext cx="2425700" cy="1139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62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37" name="Group 37">
            <a:extLst>
              <a:ext uri="{FF2B5EF4-FFF2-40B4-BE49-F238E27FC236}">
                <a16:creationId xmlns:a16="http://schemas.microsoft.com/office/drawing/2014/main" id="{0104312A-EF70-4C13-9907-29AFCB4F4CC9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4050282"/>
            <a:ext cx="6273800" cy="2274318"/>
            <a:chOff x="1981200" y="2311400"/>
            <a:chExt cx="5588000" cy="2003426"/>
          </a:xfrm>
        </p:grpSpPr>
        <p:sp>
          <p:nvSpPr>
            <p:cNvPr id="91152" name="Rectangle 5">
              <a:extLst>
                <a:ext uri="{FF2B5EF4-FFF2-40B4-BE49-F238E27FC236}">
                  <a16:creationId xmlns:a16="http://schemas.microsoft.com/office/drawing/2014/main" id="{498A17D3-11AE-4B8F-9ED2-AAB9FC8A8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362" y="2563813"/>
              <a:ext cx="66675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53" name="Rectangle 6">
              <a:extLst>
                <a:ext uri="{FF2B5EF4-FFF2-40B4-BE49-F238E27FC236}">
                  <a16:creationId xmlns:a16="http://schemas.microsoft.com/office/drawing/2014/main" id="{09B0121A-B72D-4ECF-88FB-99E638CF6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54" name="Rectangle 7">
              <a:extLst>
                <a:ext uri="{FF2B5EF4-FFF2-40B4-BE49-F238E27FC236}">
                  <a16:creationId xmlns:a16="http://schemas.microsoft.com/office/drawing/2014/main" id="{AA367E35-A613-4DD8-831E-82B23254F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7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55" name="Line 8">
              <a:extLst>
                <a:ext uri="{FF2B5EF4-FFF2-40B4-BE49-F238E27FC236}">
                  <a16:creationId xmlns:a16="http://schemas.microsoft.com/office/drawing/2014/main" id="{82E14E70-DB14-4732-90C1-36162D58A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7612" y="326866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6" name="Freeform 9">
              <a:extLst>
                <a:ext uri="{FF2B5EF4-FFF2-40B4-BE49-F238E27FC236}">
                  <a16:creationId xmlns:a16="http://schemas.microsoft.com/office/drawing/2014/main" id="{0FA11026-A9BA-4D67-B9BA-F466BD3B3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12" y="3363913"/>
              <a:ext cx="1065213" cy="817563"/>
            </a:xfrm>
            <a:custGeom>
              <a:avLst/>
              <a:gdLst>
                <a:gd name="T0" fmla="*/ 2147483646 w 1344"/>
                <a:gd name="T1" fmla="*/ 0 h 1031"/>
                <a:gd name="T2" fmla="*/ 2147483646 w 1344"/>
                <a:gd name="T3" fmla="*/ 0 h 1031"/>
                <a:gd name="T4" fmla="*/ 2147483646 w 1344"/>
                <a:gd name="T5" fmla="*/ 2147483646 h 1031"/>
                <a:gd name="T6" fmla="*/ 0 w 134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4"/>
                <a:gd name="T13" fmla="*/ 0 h 1031"/>
                <a:gd name="T14" fmla="*/ 1344 w 134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4" h="1031">
                  <a:moveTo>
                    <a:pt x="1344" y="0"/>
                  </a:moveTo>
                  <a:lnTo>
                    <a:pt x="1008" y="0"/>
                  </a:lnTo>
                  <a:lnTo>
                    <a:pt x="1008" y="1031"/>
                  </a:lnTo>
                  <a:lnTo>
                    <a:pt x="0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7" name="Freeform 10">
              <a:extLst>
                <a:ext uri="{FF2B5EF4-FFF2-40B4-BE49-F238E27FC236}">
                  <a16:creationId xmlns:a16="http://schemas.microsoft.com/office/drawing/2014/main" id="{66E2373D-41BC-4E09-8CC6-C6CAFE5ED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212" y="3363913"/>
              <a:ext cx="1352550" cy="817563"/>
            </a:xfrm>
            <a:custGeom>
              <a:avLst/>
              <a:gdLst>
                <a:gd name="T0" fmla="*/ 0 w 1704"/>
                <a:gd name="T1" fmla="*/ 0 h 1031"/>
                <a:gd name="T2" fmla="*/ 2147483646 w 1704"/>
                <a:gd name="T3" fmla="*/ 0 h 1031"/>
                <a:gd name="T4" fmla="*/ 2147483646 w 1704"/>
                <a:gd name="T5" fmla="*/ 2147483646 h 1031"/>
                <a:gd name="T6" fmla="*/ 2147483646 w 170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4"/>
                <a:gd name="T13" fmla="*/ 0 h 1031"/>
                <a:gd name="T14" fmla="*/ 1704 w 170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4" h="1031">
                  <a:moveTo>
                    <a:pt x="0" y="0"/>
                  </a:moveTo>
                  <a:lnTo>
                    <a:pt x="696" y="0"/>
                  </a:lnTo>
                  <a:lnTo>
                    <a:pt x="696" y="1031"/>
                  </a:lnTo>
                  <a:lnTo>
                    <a:pt x="1704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8" name="Line 11">
              <a:extLst>
                <a:ext uri="{FF2B5EF4-FFF2-40B4-BE49-F238E27FC236}">
                  <a16:creationId xmlns:a16="http://schemas.microsoft.com/office/drawing/2014/main" id="{FC3BB49D-5737-44B3-AD7C-78F0D7B13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4662" y="3365500"/>
              <a:ext cx="2667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9" name="Line 12">
              <a:extLst>
                <a:ext uri="{FF2B5EF4-FFF2-40B4-BE49-F238E27FC236}">
                  <a16:creationId xmlns:a16="http://schemas.microsoft.com/office/drawing/2014/main" id="{3D86311B-78A4-4EC4-AECC-184753FD4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212" y="2830513"/>
              <a:ext cx="8191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0" name="Line 13">
              <a:extLst>
                <a:ext uri="{FF2B5EF4-FFF2-40B4-BE49-F238E27FC236}">
                  <a16:creationId xmlns:a16="http://schemas.microsoft.com/office/drawing/2014/main" id="{9EBF32B2-2778-4C78-885F-FAC1A7F4BC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112" y="2830513"/>
              <a:ext cx="1751013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1" name="Line 14">
              <a:extLst>
                <a:ext uri="{FF2B5EF4-FFF2-40B4-BE49-F238E27FC236}">
                  <a16:creationId xmlns:a16="http://schemas.microsoft.com/office/drawing/2014/main" id="{5D84258C-D4D3-4B78-A23A-B76A3415D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2830513"/>
              <a:ext cx="8001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2" name="Line 15">
              <a:extLst>
                <a:ext uri="{FF2B5EF4-FFF2-40B4-BE49-F238E27FC236}">
                  <a16:creationId xmlns:a16="http://schemas.microsoft.com/office/drawing/2014/main" id="{C7B6596D-D457-4291-8684-03588EA8C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3365500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3" name="Rectangle 17">
              <a:extLst>
                <a:ext uri="{FF2B5EF4-FFF2-40B4-BE49-F238E27FC236}">
                  <a16:creationId xmlns:a16="http://schemas.microsoft.com/office/drawing/2014/main" id="{37F79490-D590-4D01-942F-EFD351A3D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325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4" name="Rectangle 18">
              <a:extLst>
                <a:ext uri="{FF2B5EF4-FFF2-40B4-BE49-F238E27FC236}">
                  <a16:creationId xmlns:a16="http://schemas.microsoft.com/office/drawing/2014/main" id="{425373AB-E3AB-4651-B0BD-AA1D44FA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200" y="2311400"/>
              <a:ext cx="565150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Master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5" name="Rectangle 19">
              <a:extLst>
                <a:ext uri="{FF2B5EF4-FFF2-40B4-BE49-F238E27FC236}">
                  <a16:creationId xmlns:a16="http://schemas.microsoft.com/office/drawing/2014/main" id="{86EF13D0-3635-4ADE-B453-97C43CBD4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4700" y="2311400"/>
              <a:ext cx="512763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Slave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6" name="Rectangle 20">
              <a:extLst>
                <a:ext uri="{FF2B5EF4-FFF2-40B4-BE49-F238E27FC236}">
                  <a16:creationId xmlns:a16="http://schemas.microsoft.com/office/drawing/2014/main" id="{0D0DAC62-9A2C-401D-96A0-3362D4DBD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687" y="27479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7" name="Rectangle 21">
              <a:extLst>
                <a:ext uri="{FF2B5EF4-FFF2-40B4-BE49-F238E27FC236}">
                  <a16:creationId xmlns:a16="http://schemas.microsoft.com/office/drawing/2014/main" id="{AA88E556-0699-4553-B999-8EE071487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3275013"/>
              <a:ext cx="54292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8" name="Rectangle 22">
              <a:extLst>
                <a:ext uri="{FF2B5EF4-FFF2-40B4-BE49-F238E27FC236}">
                  <a16:creationId xmlns:a16="http://schemas.microsoft.com/office/drawing/2014/main" id="{145A8237-EF92-47F6-BDE1-A5D628E54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27463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9" name="Line 23">
              <a:extLst>
                <a:ext uri="{FF2B5EF4-FFF2-40B4-BE49-F238E27FC236}">
                  <a16:creationId xmlns:a16="http://schemas.microsoft.com/office/drawing/2014/main" id="{D2ED62EA-2A78-42C6-8C3B-2A4D25DE88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37425" y="328771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0" name="Line 24">
              <a:extLst>
                <a:ext uri="{FF2B5EF4-FFF2-40B4-BE49-F238E27FC236}">
                  <a16:creationId xmlns:a16="http://schemas.microsoft.com/office/drawing/2014/main" id="{9C292886-8F2C-43AC-928B-EC8792889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4362" y="4181475"/>
              <a:ext cx="2095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1" name="Line 25">
              <a:extLst>
                <a:ext uri="{FF2B5EF4-FFF2-40B4-BE49-F238E27FC236}">
                  <a16:creationId xmlns:a16="http://schemas.microsoft.com/office/drawing/2014/main" id="{E6E61E98-03C6-454F-94A8-55D93A2C7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4762" y="4181475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2" name="Freeform 26">
              <a:extLst>
                <a:ext uri="{FF2B5EF4-FFF2-40B4-BE49-F238E27FC236}">
                  <a16:creationId xmlns:a16="http://schemas.microsoft.com/office/drawing/2014/main" id="{DD2A4450-43B7-466A-BB52-CCA9F82E9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462" y="4049713"/>
              <a:ext cx="285750" cy="265113"/>
            </a:xfrm>
            <a:custGeom>
              <a:avLst/>
              <a:gdLst>
                <a:gd name="T0" fmla="*/ 2147483646 w 360"/>
                <a:gd name="T1" fmla="*/ 2147483646 h 336"/>
                <a:gd name="T2" fmla="*/ 0 w 360"/>
                <a:gd name="T3" fmla="*/ 2147483646 h 336"/>
                <a:gd name="T4" fmla="*/ 0 w 360"/>
                <a:gd name="T5" fmla="*/ 0 h 336"/>
                <a:gd name="T6" fmla="*/ 2147483646 w 3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"/>
                <a:gd name="T13" fmla="*/ 0 h 336"/>
                <a:gd name="T14" fmla="*/ 360 w 3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" h="336">
                  <a:moveTo>
                    <a:pt x="360" y="168"/>
                  </a:moveTo>
                  <a:lnTo>
                    <a:pt x="0" y="336"/>
                  </a:lnTo>
                  <a:lnTo>
                    <a:pt x="0" y="0"/>
                  </a:lnTo>
                  <a:lnTo>
                    <a:pt x="360" y="16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173" name="Freeform 28">
              <a:extLst>
                <a:ext uri="{FF2B5EF4-FFF2-40B4-BE49-F238E27FC236}">
                  <a16:creationId xmlns:a16="http://schemas.microsoft.com/office/drawing/2014/main" id="{A6869432-193B-4ED4-BF49-7B4FB7D9A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975" y="4138613"/>
              <a:ext cx="85725" cy="87313"/>
            </a:xfrm>
            <a:custGeom>
              <a:avLst/>
              <a:gdLst>
                <a:gd name="T0" fmla="*/ 2147483646 w 109"/>
                <a:gd name="T1" fmla="*/ 0 h 109"/>
                <a:gd name="T2" fmla="*/ 2147483646 w 109"/>
                <a:gd name="T3" fmla="*/ 2147483646 h 109"/>
                <a:gd name="T4" fmla="*/ 2147483646 w 109"/>
                <a:gd name="T5" fmla="*/ 2147483646 h 109"/>
                <a:gd name="T6" fmla="*/ 2147483646 w 109"/>
                <a:gd name="T7" fmla="*/ 2147483646 h 109"/>
                <a:gd name="T8" fmla="*/ 2147483646 w 109"/>
                <a:gd name="T9" fmla="*/ 2147483646 h 109"/>
                <a:gd name="T10" fmla="*/ 2147483646 w 109"/>
                <a:gd name="T11" fmla="*/ 2147483646 h 109"/>
                <a:gd name="T12" fmla="*/ 2147483646 w 109"/>
                <a:gd name="T13" fmla="*/ 2147483646 h 109"/>
                <a:gd name="T14" fmla="*/ 2147483646 w 109"/>
                <a:gd name="T15" fmla="*/ 2147483646 h 109"/>
                <a:gd name="T16" fmla="*/ 0 w 109"/>
                <a:gd name="T17" fmla="*/ 2147483646 h 109"/>
                <a:gd name="T18" fmla="*/ 0 w 109"/>
                <a:gd name="T19" fmla="*/ 2147483646 h 109"/>
                <a:gd name="T20" fmla="*/ 0 w 109"/>
                <a:gd name="T21" fmla="*/ 2147483646 h 109"/>
                <a:gd name="T22" fmla="*/ 0 w 109"/>
                <a:gd name="T23" fmla="*/ 2147483646 h 109"/>
                <a:gd name="T24" fmla="*/ 0 w 109"/>
                <a:gd name="T25" fmla="*/ 2147483646 h 109"/>
                <a:gd name="T26" fmla="*/ 2147483646 w 109"/>
                <a:gd name="T27" fmla="*/ 2147483646 h 109"/>
                <a:gd name="T28" fmla="*/ 2147483646 w 109"/>
                <a:gd name="T29" fmla="*/ 2147483646 h 109"/>
                <a:gd name="T30" fmla="*/ 2147483646 w 109"/>
                <a:gd name="T31" fmla="*/ 2147483646 h 109"/>
                <a:gd name="T32" fmla="*/ 2147483646 w 109"/>
                <a:gd name="T33" fmla="*/ 2147483646 h 109"/>
                <a:gd name="T34" fmla="*/ 2147483646 w 109"/>
                <a:gd name="T35" fmla="*/ 2147483646 h 109"/>
                <a:gd name="T36" fmla="*/ 2147483646 w 109"/>
                <a:gd name="T37" fmla="*/ 2147483646 h 109"/>
                <a:gd name="T38" fmla="*/ 2147483646 w 109"/>
                <a:gd name="T39" fmla="*/ 2147483646 h 109"/>
                <a:gd name="T40" fmla="*/ 2147483646 w 109"/>
                <a:gd name="T41" fmla="*/ 2147483646 h 109"/>
                <a:gd name="T42" fmla="*/ 2147483646 w 109"/>
                <a:gd name="T43" fmla="*/ 2147483646 h 109"/>
                <a:gd name="T44" fmla="*/ 2147483646 w 109"/>
                <a:gd name="T45" fmla="*/ 2147483646 h 109"/>
                <a:gd name="T46" fmla="*/ 2147483646 w 109"/>
                <a:gd name="T47" fmla="*/ 2147483646 h 109"/>
                <a:gd name="T48" fmla="*/ 2147483646 w 109"/>
                <a:gd name="T49" fmla="*/ 2147483646 h 109"/>
                <a:gd name="T50" fmla="*/ 2147483646 w 109"/>
                <a:gd name="T51" fmla="*/ 2147483646 h 109"/>
                <a:gd name="T52" fmla="*/ 2147483646 w 109"/>
                <a:gd name="T53" fmla="*/ 2147483646 h 109"/>
                <a:gd name="T54" fmla="*/ 2147483646 w 109"/>
                <a:gd name="T55" fmla="*/ 2147483646 h 109"/>
                <a:gd name="T56" fmla="*/ 2147483646 w 109"/>
                <a:gd name="T57" fmla="*/ 2147483646 h 109"/>
                <a:gd name="T58" fmla="*/ 2147483646 w 109"/>
                <a:gd name="T59" fmla="*/ 2147483646 h 109"/>
                <a:gd name="T60" fmla="*/ 2147483646 w 109"/>
                <a:gd name="T61" fmla="*/ 2147483646 h 109"/>
                <a:gd name="T62" fmla="*/ 2147483646 w 109"/>
                <a:gd name="T63" fmla="*/ 2147483646 h 109"/>
                <a:gd name="T64" fmla="*/ 2147483646 w 109"/>
                <a:gd name="T65" fmla="*/ 2147483646 h 109"/>
                <a:gd name="T66" fmla="*/ 2147483646 w 109"/>
                <a:gd name="T67" fmla="*/ 2147483646 h 109"/>
                <a:gd name="T68" fmla="*/ 2147483646 w 109"/>
                <a:gd name="T69" fmla="*/ 2147483646 h 109"/>
                <a:gd name="T70" fmla="*/ 2147483646 w 109"/>
                <a:gd name="T71" fmla="*/ 2147483646 h 109"/>
                <a:gd name="T72" fmla="*/ 2147483646 w 109"/>
                <a:gd name="T73" fmla="*/ 2147483646 h 109"/>
                <a:gd name="T74" fmla="*/ 2147483646 w 109"/>
                <a:gd name="T75" fmla="*/ 2147483646 h 109"/>
                <a:gd name="T76" fmla="*/ 2147483646 w 109"/>
                <a:gd name="T77" fmla="*/ 2147483646 h 109"/>
                <a:gd name="T78" fmla="*/ 2147483646 w 109"/>
                <a:gd name="T79" fmla="*/ 2147483646 h 109"/>
                <a:gd name="T80" fmla="*/ 2147483646 w 109"/>
                <a:gd name="T81" fmla="*/ 2147483646 h 109"/>
                <a:gd name="T82" fmla="*/ 2147483646 w 109"/>
                <a:gd name="T83" fmla="*/ 2147483646 h 109"/>
                <a:gd name="T84" fmla="*/ 2147483646 w 109"/>
                <a:gd name="T85" fmla="*/ 0 h 109"/>
                <a:gd name="T86" fmla="*/ 2147483646 w 109"/>
                <a:gd name="T87" fmla="*/ 0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09"/>
                <a:gd name="T133" fmla="*/ 0 h 109"/>
                <a:gd name="T134" fmla="*/ 109 w 109"/>
                <a:gd name="T135" fmla="*/ 109 h 10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09" h="109">
                  <a:moveTo>
                    <a:pt x="54" y="0"/>
                  </a:moveTo>
                  <a:lnTo>
                    <a:pt x="52" y="0"/>
                  </a:lnTo>
                  <a:lnTo>
                    <a:pt x="49" y="0"/>
                  </a:lnTo>
                  <a:lnTo>
                    <a:pt x="46" y="0"/>
                  </a:lnTo>
                  <a:lnTo>
                    <a:pt x="43" y="1"/>
                  </a:lnTo>
                  <a:lnTo>
                    <a:pt x="41" y="1"/>
                  </a:lnTo>
                  <a:lnTo>
                    <a:pt x="39" y="2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1" y="4"/>
                  </a:lnTo>
                  <a:lnTo>
                    <a:pt x="29" y="6"/>
                  </a:lnTo>
                  <a:lnTo>
                    <a:pt x="27" y="7"/>
                  </a:lnTo>
                  <a:lnTo>
                    <a:pt x="24" y="9"/>
                  </a:lnTo>
                  <a:lnTo>
                    <a:pt x="22" y="10"/>
                  </a:lnTo>
                  <a:lnTo>
                    <a:pt x="19" y="12"/>
                  </a:lnTo>
                  <a:lnTo>
                    <a:pt x="18" y="14"/>
                  </a:lnTo>
                  <a:lnTo>
                    <a:pt x="16" y="15"/>
                  </a:lnTo>
                  <a:lnTo>
                    <a:pt x="15" y="18"/>
                  </a:lnTo>
                  <a:lnTo>
                    <a:pt x="12" y="19"/>
                  </a:lnTo>
                  <a:lnTo>
                    <a:pt x="11" y="21"/>
                  </a:lnTo>
                  <a:lnTo>
                    <a:pt x="10" y="24"/>
                  </a:lnTo>
                  <a:lnTo>
                    <a:pt x="7" y="26"/>
                  </a:lnTo>
                  <a:lnTo>
                    <a:pt x="6" y="28"/>
                  </a:lnTo>
                  <a:lnTo>
                    <a:pt x="5" y="31"/>
                  </a:lnTo>
                  <a:lnTo>
                    <a:pt x="4" y="33"/>
                  </a:lnTo>
                  <a:lnTo>
                    <a:pt x="4" y="36"/>
                  </a:lnTo>
                  <a:lnTo>
                    <a:pt x="3" y="38"/>
                  </a:lnTo>
                  <a:lnTo>
                    <a:pt x="1" y="40"/>
                  </a:lnTo>
                  <a:lnTo>
                    <a:pt x="1" y="43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1" y="64"/>
                  </a:lnTo>
                  <a:lnTo>
                    <a:pt x="1" y="68"/>
                  </a:lnTo>
                  <a:lnTo>
                    <a:pt x="3" y="70"/>
                  </a:lnTo>
                  <a:lnTo>
                    <a:pt x="4" y="73"/>
                  </a:lnTo>
                  <a:lnTo>
                    <a:pt x="4" y="75"/>
                  </a:lnTo>
                  <a:lnTo>
                    <a:pt x="5" y="78"/>
                  </a:lnTo>
                  <a:lnTo>
                    <a:pt x="6" y="80"/>
                  </a:lnTo>
                  <a:lnTo>
                    <a:pt x="7" y="82"/>
                  </a:lnTo>
                  <a:lnTo>
                    <a:pt x="10" y="85"/>
                  </a:lnTo>
                  <a:lnTo>
                    <a:pt x="11" y="86"/>
                  </a:lnTo>
                  <a:lnTo>
                    <a:pt x="12" y="88"/>
                  </a:lnTo>
                  <a:lnTo>
                    <a:pt x="15" y="91"/>
                  </a:lnTo>
                  <a:lnTo>
                    <a:pt x="16" y="92"/>
                  </a:lnTo>
                  <a:lnTo>
                    <a:pt x="18" y="94"/>
                  </a:lnTo>
                  <a:lnTo>
                    <a:pt x="19" y="96"/>
                  </a:lnTo>
                  <a:lnTo>
                    <a:pt x="22" y="98"/>
                  </a:lnTo>
                  <a:lnTo>
                    <a:pt x="24" y="99"/>
                  </a:lnTo>
                  <a:lnTo>
                    <a:pt x="27" y="100"/>
                  </a:lnTo>
                  <a:lnTo>
                    <a:pt x="29" y="102"/>
                  </a:lnTo>
                  <a:lnTo>
                    <a:pt x="31" y="103"/>
                  </a:lnTo>
                  <a:lnTo>
                    <a:pt x="34" y="104"/>
                  </a:lnTo>
                  <a:lnTo>
                    <a:pt x="36" y="105"/>
                  </a:lnTo>
                  <a:lnTo>
                    <a:pt x="39" y="106"/>
                  </a:lnTo>
                  <a:lnTo>
                    <a:pt x="41" y="106"/>
                  </a:lnTo>
                  <a:lnTo>
                    <a:pt x="43" y="108"/>
                  </a:lnTo>
                  <a:lnTo>
                    <a:pt x="46" y="108"/>
                  </a:lnTo>
                  <a:lnTo>
                    <a:pt x="49" y="108"/>
                  </a:lnTo>
                  <a:lnTo>
                    <a:pt x="52" y="109"/>
                  </a:lnTo>
                  <a:lnTo>
                    <a:pt x="54" y="109"/>
                  </a:lnTo>
                  <a:lnTo>
                    <a:pt x="58" y="109"/>
                  </a:lnTo>
                  <a:lnTo>
                    <a:pt x="60" y="108"/>
                  </a:lnTo>
                  <a:lnTo>
                    <a:pt x="63" y="108"/>
                  </a:lnTo>
                  <a:lnTo>
                    <a:pt x="65" y="108"/>
                  </a:lnTo>
                  <a:lnTo>
                    <a:pt x="69" y="106"/>
                  </a:lnTo>
                  <a:lnTo>
                    <a:pt x="71" y="106"/>
                  </a:lnTo>
                  <a:lnTo>
                    <a:pt x="73" y="105"/>
                  </a:lnTo>
                  <a:lnTo>
                    <a:pt x="76" y="104"/>
                  </a:lnTo>
                  <a:lnTo>
                    <a:pt x="78" y="103"/>
                  </a:lnTo>
                  <a:lnTo>
                    <a:pt x="81" y="102"/>
                  </a:lnTo>
                  <a:lnTo>
                    <a:pt x="83" y="100"/>
                  </a:lnTo>
                  <a:lnTo>
                    <a:pt x="85" y="99"/>
                  </a:lnTo>
                  <a:lnTo>
                    <a:pt x="87" y="98"/>
                  </a:lnTo>
                  <a:lnTo>
                    <a:pt x="89" y="96"/>
                  </a:lnTo>
                  <a:lnTo>
                    <a:pt x="91" y="94"/>
                  </a:lnTo>
                  <a:lnTo>
                    <a:pt x="93" y="92"/>
                  </a:lnTo>
                  <a:lnTo>
                    <a:pt x="95" y="91"/>
                  </a:lnTo>
                  <a:lnTo>
                    <a:pt x="96" y="88"/>
                  </a:lnTo>
                  <a:lnTo>
                    <a:pt x="99" y="86"/>
                  </a:lnTo>
                  <a:lnTo>
                    <a:pt x="100" y="85"/>
                  </a:lnTo>
                  <a:lnTo>
                    <a:pt x="101" y="82"/>
                  </a:lnTo>
                  <a:lnTo>
                    <a:pt x="102" y="80"/>
                  </a:lnTo>
                  <a:lnTo>
                    <a:pt x="103" y="78"/>
                  </a:lnTo>
                  <a:lnTo>
                    <a:pt x="105" y="75"/>
                  </a:lnTo>
                  <a:lnTo>
                    <a:pt x="106" y="73"/>
                  </a:lnTo>
                  <a:lnTo>
                    <a:pt x="107" y="70"/>
                  </a:lnTo>
                  <a:lnTo>
                    <a:pt x="107" y="68"/>
                  </a:lnTo>
                  <a:lnTo>
                    <a:pt x="108" y="64"/>
                  </a:lnTo>
                  <a:lnTo>
                    <a:pt x="108" y="62"/>
                  </a:lnTo>
                  <a:lnTo>
                    <a:pt x="108" y="60"/>
                  </a:lnTo>
                  <a:lnTo>
                    <a:pt x="109" y="57"/>
                  </a:lnTo>
                  <a:lnTo>
                    <a:pt x="109" y="54"/>
                  </a:lnTo>
                  <a:lnTo>
                    <a:pt x="109" y="51"/>
                  </a:lnTo>
                  <a:lnTo>
                    <a:pt x="108" y="49"/>
                  </a:lnTo>
                  <a:lnTo>
                    <a:pt x="108" y="45"/>
                  </a:lnTo>
                  <a:lnTo>
                    <a:pt x="108" y="43"/>
                  </a:lnTo>
                  <a:lnTo>
                    <a:pt x="107" y="40"/>
                  </a:lnTo>
                  <a:lnTo>
                    <a:pt x="107" y="38"/>
                  </a:lnTo>
                  <a:lnTo>
                    <a:pt x="106" y="36"/>
                  </a:lnTo>
                  <a:lnTo>
                    <a:pt x="105" y="33"/>
                  </a:lnTo>
                  <a:lnTo>
                    <a:pt x="103" y="31"/>
                  </a:lnTo>
                  <a:lnTo>
                    <a:pt x="102" y="28"/>
                  </a:lnTo>
                  <a:lnTo>
                    <a:pt x="101" y="26"/>
                  </a:lnTo>
                  <a:lnTo>
                    <a:pt x="100" y="24"/>
                  </a:lnTo>
                  <a:lnTo>
                    <a:pt x="99" y="21"/>
                  </a:lnTo>
                  <a:lnTo>
                    <a:pt x="96" y="19"/>
                  </a:lnTo>
                  <a:lnTo>
                    <a:pt x="95" y="18"/>
                  </a:lnTo>
                  <a:lnTo>
                    <a:pt x="93" y="15"/>
                  </a:lnTo>
                  <a:lnTo>
                    <a:pt x="91" y="14"/>
                  </a:lnTo>
                  <a:lnTo>
                    <a:pt x="89" y="12"/>
                  </a:lnTo>
                  <a:lnTo>
                    <a:pt x="87" y="10"/>
                  </a:lnTo>
                  <a:lnTo>
                    <a:pt x="85" y="9"/>
                  </a:lnTo>
                  <a:lnTo>
                    <a:pt x="83" y="7"/>
                  </a:lnTo>
                  <a:lnTo>
                    <a:pt x="81" y="6"/>
                  </a:lnTo>
                  <a:lnTo>
                    <a:pt x="78" y="4"/>
                  </a:lnTo>
                  <a:lnTo>
                    <a:pt x="76" y="3"/>
                  </a:lnTo>
                  <a:lnTo>
                    <a:pt x="73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5" y="1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8" y="0"/>
                  </a:lnTo>
                  <a:lnTo>
                    <a:pt x="54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174" name="Rectangle 29">
              <a:extLst>
                <a:ext uri="{FF2B5EF4-FFF2-40B4-BE49-F238E27FC236}">
                  <a16:creationId xmlns:a16="http://schemas.microsoft.com/office/drawing/2014/main" id="{7CD897C7-128A-4394-877E-04903B10B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9125" y="2563813"/>
              <a:ext cx="6858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75" name="Rectangle 30">
              <a:extLst>
                <a:ext uri="{FF2B5EF4-FFF2-40B4-BE49-F238E27FC236}">
                  <a16:creationId xmlns:a16="http://schemas.microsoft.com/office/drawing/2014/main" id="{7BA008BD-88EF-41EF-8B9E-1EBCC6A26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32893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76" name="Rectangle 31">
              <a:extLst>
                <a:ext uri="{FF2B5EF4-FFF2-40B4-BE49-F238E27FC236}">
                  <a16:creationId xmlns:a16="http://schemas.microsoft.com/office/drawing/2014/main" id="{342CCA80-D81F-4039-B160-9F6808848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77" name="Rectangle 32">
              <a:extLst>
                <a:ext uri="{FF2B5EF4-FFF2-40B4-BE49-F238E27FC236}">
                  <a16:creationId xmlns:a16="http://schemas.microsoft.com/office/drawing/2014/main" id="{443AD6D5-2B66-4503-9639-A80A754D6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612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dirty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91178" name="Line 33">
              <a:extLst>
                <a:ext uri="{FF2B5EF4-FFF2-40B4-BE49-F238E27FC236}">
                  <a16:creationId xmlns:a16="http://schemas.microsoft.com/office/drawing/2014/main" id="{C13D3A83-AE75-4969-B5DB-2B68A4560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4425" y="3268663"/>
              <a:ext cx="762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9" name="Rectangle 38">
              <a:extLst>
                <a:ext uri="{FF2B5EF4-FFF2-40B4-BE49-F238E27FC236}">
                  <a16:creationId xmlns:a16="http://schemas.microsoft.com/office/drawing/2014/main" id="{6E62EF31-A4C3-474A-9511-FE022EA97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0" name="Rectangle 39">
              <a:extLst>
                <a:ext uri="{FF2B5EF4-FFF2-40B4-BE49-F238E27FC236}">
                  <a16:creationId xmlns:a16="http://schemas.microsoft.com/office/drawing/2014/main" id="{71661B01-3406-4560-B895-870217800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7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1" name="Rectangle 40">
              <a:extLst>
                <a:ext uri="{FF2B5EF4-FFF2-40B4-BE49-F238E27FC236}">
                  <a16:creationId xmlns:a16="http://schemas.microsoft.com/office/drawing/2014/main" id="{DAA217C6-30ED-4AB7-84F1-99E14E0B6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912" y="2665413"/>
              <a:ext cx="198438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m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2" name="Rectangle 41">
              <a:extLst>
                <a:ext uri="{FF2B5EF4-FFF2-40B4-BE49-F238E27FC236}">
                  <a16:creationId xmlns:a16="http://schemas.microsoft.com/office/drawing/2014/main" id="{91BE8B4C-D952-47C3-B77D-B7E56333F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900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3" name="Rectangle 42">
              <a:extLst>
                <a:ext uri="{FF2B5EF4-FFF2-40B4-BE49-F238E27FC236}">
                  <a16:creationId xmlns:a16="http://schemas.microsoft.com/office/drawing/2014/main" id="{645AD679-5EF9-43A6-994E-9FE12B29D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6075" y="2665413"/>
              <a:ext cx="14605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4" name="Rectangle 66">
              <a:extLst>
                <a:ext uri="{FF2B5EF4-FFF2-40B4-BE49-F238E27FC236}">
                  <a16:creationId xmlns:a16="http://schemas.microsoft.com/office/drawing/2014/main" id="{A5EF5F44-AFF9-4920-B96B-E88755863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5" name="Rectangle 67">
              <a:extLst>
                <a:ext uri="{FF2B5EF4-FFF2-40B4-BE49-F238E27FC236}">
                  <a16:creationId xmlns:a16="http://schemas.microsoft.com/office/drawing/2014/main" id="{A9AED690-0178-4699-8AF2-A771DD5C1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6" name="Oval 68">
              <a:extLst>
                <a:ext uri="{FF2B5EF4-FFF2-40B4-BE49-F238E27FC236}">
                  <a16:creationId xmlns:a16="http://schemas.microsoft.com/office/drawing/2014/main" id="{94E3E9E3-064E-4A7F-A34B-3890BD8C5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150" y="3330575"/>
              <a:ext cx="74613" cy="730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91138" name="TextBox 125">
            <a:extLst>
              <a:ext uri="{FF2B5EF4-FFF2-40B4-BE49-F238E27FC236}">
                <a16:creationId xmlns:a16="http://schemas.microsoft.com/office/drawing/2014/main" id="{A7FDB7C3-0265-428A-A3B1-C3386113D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78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5.9a,b from the textbook ]</a:t>
            </a:r>
          </a:p>
        </p:txBody>
      </p:sp>
      <p:sp>
        <p:nvSpPr>
          <p:cNvPr id="91139" name="Title 1">
            <a:extLst>
              <a:ext uri="{FF2B5EF4-FFF2-40B4-BE49-F238E27FC236}">
                <a16:creationId xmlns:a16="http://schemas.microsoft.com/office/drawing/2014/main" id="{42FD01CD-73B9-4DE9-B31F-79AA60958482}"/>
              </a:ext>
            </a:extLst>
          </p:cNvPr>
          <p:cNvSpPr txBox="1">
            <a:spLocks/>
          </p:cNvSpPr>
          <p:nvPr/>
        </p:nvSpPr>
        <p:spPr bwMode="auto">
          <a:xfrm>
            <a:off x="0" y="87696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Timing Diagram for the Master-Slave D Flip-Flop</a:t>
            </a:r>
          </a:p>
        </p:txBody>
      </p:sp>
      <p:sp>
        <p:nvSpPr>
          <p:cNvPr id="58" name="Freeform 34">
            <a:extLst>
              <a:ext uri="{FF2B5EF4-FFF2-40B4-BE49-F238E27FC236}">
                <a16:creationId xmlns:a16="http://schemas.microsoft.com/office/drawing/2014/main" id="{391B5F6A-6FA5-4FAF-B0AB-C4D9960BCE32}"/>
              </a:ext>
            </a:extLst>
          </p:cNvPr>
          <p:cNvSpPr>
            <a:spLocks/>
          </p:cNvSpPr>
          <p:nvPr/>
        </p:nvSpPr>
        <p:spPr bwMode="auto">
          <a:xfrm>
            <a:off x="3316288" y="1130300"/>
            <a:ext cx="5675312" cy="266700"/>
          </a:xfrm>
          <a:custGeom>
            <a:avLst/>
            <a:gdLst>
              <a:gd name="T0" fmla="*/ 2147483646 w 7150"/>
              <a:gd name="T1" fmla="*/ 2147483646 h 336"/>
              <a:gd name="T2" fmla="*/ 2147483646 w 7150"/>
              <a:gd name="T3" fmla="*/ 2147483646 h 336"/>
              <a:gd name="T4" fmla="*/ 2147483646 w 7150"/>
              <a:gd name="T5" fmla="*/ 0 h 336"/>
              <a:gd name="T6" fmla="*/ 2147483646 w 7150"/>
              <a:gd name="T7" fmla="*/ 0 h 336"/>
              <a:gd name="T8" fmla="*/ 2147483646 w 7150"/>
              <a:gd name="T9" fmla="*/ 2147483646 h 336"/>
              <a:gd name="T10" fmla="*/ 2147483646 w 7150"/>
              <a:gd name="T11" fmla="*/ 2147483646 h 336"/>
              <a:gd name="T12" fmla="*/ 2147483646 w 7150"/>
              <a:gd name="T13" fmla="*/ 0 h 336"/>
              <a:gd name="T14" fmla="*/ 2147483646 w 7150"/>
              <a:gd name="T15" fmla="*/ 0 h 336"/>
              <a:gd name="T16" fmla="*/ 2147483646 w 7150"/>
              <a:gd name="T17" fmla="*/ 2147483646 h 336"/>
              <a:gd name="T18" fmla="*/ 2147483646 w 7150"/>
              <a:gd name="T19" fmla="*/ 2147483646 h 336"/>
              <a:gd name="T20" fmla="*/ 2147483646 w 7150"/>
              <a:gd name="T21" fmla="*/ 0 h 336"/>
              <a:gd name="T22" fmla="*/ 2147483646 w 7150"/>
              <a:gd name="T23" fmla="*/ 0 h 336"/>
              <a:gd name="T24" fmla="*/ 2147483646 w 7150"/>
              <a:gd name="T25" fmla="*/ 2147483646 h 336"/>
              <a:gd name="T26" fmla="*/ 0 w 7150"/>
              <a:gd name="T27" fmla="*/ 2147483646 h 3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150"/>
              <a:gd name="T43" fmla="*/ 0 h 336"/>
              <a:gd name="T44" fmla="*/ 7150 w 7150"/>
              <a:gd name="T45" fmla="*/ 336 h 3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150" h="336">
                <a:moveTo>
                  <a:pt x="7150" y="336"/>
                </a:moveTo>
                <a:lnTo>
                  <a:pt x="6118" y="336"/>
                </a:lnTo>
                <a:lnTo>
                  <a:pt x="6118" y="0"/>
                </a:lnTo>
                <a:lnTo>
                  <a:pt x="5111" y="0"/>
                </a:lnTo>
                <a:lnTo>
                  <a:pt x="5111" y="336"/>
                </a:lnTo>
                <a:lnTo>
                  <a:pt x="4079" y="336"/>
                </a:lnTo>
                <a:lnTo>
                  <a:pt x="4079" y="0"/>
                </a:lnTo>
                <a:lnTo>
                  <a:pt x="3071" y="0"/>
                </a:lnTo>
                <a:lnTo>
                  <a:pt x="3071" y="336"/>
                </a:lnTo>
                <a:lnTo>
                  <a:pt x="2040" y="336"/>
                </a:lnTo>
                <a:lnTo>
                  <a:pt x="2040" y="0"/>
                </a:lnTo>
                <a:lnTo>
                  <a:pt x="1032" y="0"/>
                </a:lnTo>
                <a:lnTo>
                  <a:pt x="1032" y="336"/>
                </a:lnTo>
                <a:lnTo>
                  <a:pt x="0" y="336"/>
                </a:ln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Freeform 35">
            <a:extLst>
              <a:ext uri="{FF2B5EF4-FFF2-40B4-BE49-F238E27FC236}">
                <a16:creationId xmlns:a16="http://schemas.microsoft.com/office/drawing/2014/main" id="{4C31085A-3F8B-4760-81BA-ACCACFE6E2CD}"/>
              </a:ext>
            </a:extLst>
          </p:cNvPr>
          <p:cNvSpPr>
            <a:spLocks/>
          </p:cNvSpPr>
          <p:nvPr/>
        </p:nvSpPr>
        <p:spPr bwMode="auto">
          <a:xfrm>
            <a:off x="3316288" y="1663700"/>
            <a:ext cx="5675312" cy="266700"/>
          </a:xfrm>
          <a:custGeom>
            <a:avLst/>
            <a:gdLst>
              <a:gd name="T0" fmla="*/ 2147483646 w 7150"/>
              <a:gd name="T1" fmla="*/ 0 h 336"/>
              <a:gd name="T2" fmla="*/ 2147483646 w 7150"/>
              <a:gd name="T3" fmla="*/ 0 h 336"/>
              <a:gd name="T4" fmla="*/ 2147483646 w 7150"/>
              <a:gd name="T5" fmla="*/ 2147483646 h 336"/>
              <a:gd name="T6" fmla="*/ 2147483646 w 7150"/>
              <a:gd name="T7" fmla="*/ 2147483646 h 336"/>
              <a:gd name="T8" fmla="*/ 2147483646 w 7150"/>
              <a:gd name="T9" fmla="*/ 0 h 336"/>
              <a:gd name="T10" fmla="*/ 2147483646 w 7150"/>
              <a:gd name="T11" fmla="*/ 0 h 336"/>
              <a:gd name="T12" fmla="*/ 2147483646 w 7150"/>
              <a:gd name="T13" fmla="*/ 2147483646 h 336"/>
              <a:gd name="T14" fmla="*/ 0 w 7150"/>
              <a:gd name="T15" fmla="*/ 2147483646 h 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50"/>
              <a:gd name="T25" fmla="*/ 0 h 336"/>
              <a:gd name="T26" fmla="*/ 7150 w 7150"/>
              <a:gd name="T27" fmla="*/ 336 h 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50" h="336">
                <a:moveTo>
                  <a:pt x="7150" y="0"/>
                </a:moveTo>
                <a:lnTo>
                  <a:pt x="4583" y="0"/>
                </a:lnTo>
                <a:lnTo>
                  <a:pt x="4583" y="336"/>
                </a:lnTo>
                <a:lnTo>
                  <a:pt x="2376" y="336"/>
                </a:lnTo>
                <a:lnTo>
                  <a:pt x="2376" y="0"/>
                </a:lnTo>
                <a:lnTo>
                  <a:pt x="1368" y="0"/>
                </a:lnTo>
                <a:lnTo>
                  <a:pt x="1368" y="336"/>
                </a:lnTo>
                <a:lnTo>
                  <a:pt x="0" y="33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Freeform 36">
            <a:extLst>
              <a:ext uri="{FF2B5EF4-FFF2-40B4-BE49-F238E27FC236}">
                <a16:creationId xmlns:a16="http://schemas.microsoft.com/office/drawing/2014/main" id="{EC4BFBB8-2623-45A1-AB42-8AB1BC5FD33B}"/>
              </a:ext>
            </a:extLst>
          </p:cNvPr>
          <p:cNvSpPr>
            <a:spLocks/>
          </p:cNvSpPr>
          <p:nvPr/>
        </p:nvSpPr>
        <p:spPr bwMode="auto">
          <a:xfrm>
            <a:off x="3316288" y="2197100"/>
            <a:ext cx="5675312" cy="266700"/>
          </a:xfrm>
          <a:custGeom>
            <a:avLst/>
            <a:gdLst>
              <a:gd name="T0" fmla="*/ 2147483646 w 7150"/>
              <a:gd name="T1" fmla="*/ 0 h 336"/>
              <a:gd name="T2" fmla="*/ 2147483646 w 7150"/>
              <a:gd name="T3" fmla="*/ 0 h 336"/>
              <a:gd name="T4" fmla="*/ 2147483646 w 7150"/>
              <a:gd name="T5" fmla="*/ 2147483646 h 336"/>
              <a:gd name="T6" fmla="*/ 2147483646 w 7150"/>
              <a:gd name="T7" fmla="*/ 2147483646 h 336"/>
              <a:gd name="T8" fmla="*/ 2147483646 w 7150"/>
              <a:gd name="T9" fmla="*/ 0 h 336"/>
              <a:gd name="T10" fmla="*/ 2147483646 w 7150"/>
              <a:gd name="T11" fmla="*/ 0 h 336"/>
              <a:gd name="T12" fmla="*/ 2147483646 w 7150"/>
              <a:gd name="T13" fmla="*/ 2147483646 h 336"/>
              <a:gd name="T14" fmla="*/ 0 w 7150"/>
              <a:gd name="T15" fmla="*/ 2147483646 h 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50"/>
              <a:gd name="T25" fmla="*/ 0 h 336"/>
              <a:gd name="T26" fmla="*/ 7150 w 7150"/>
              <a:gd name="T27" fmla="*/ 336 h 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50" h="336">
                <a:moveTo>
                  <a:pt x="7150" y="0"/>
                </a:moveTo>
                <a:lnTo>
                  <a:pt x="5111" y="0"/>
                </a:lnTo>
                <a:lnTo>
                  <a:pt x="5111" y="336"/>
                </a:lnTo>
                <a:lnTo>
                  <a:pt x="3071" y="336"/>
                </a:lnTo>
                <a:lnTo>
                  <a:pt x="3071" y="0"/>
                </a:lnTo>
                <a:lnTo>
                  <a:pt x="1368" y="0"/>
                </a:lnTo>
                <a:lnTo>
                  <a:pt x="1368" y="336"/>
                </a:lnTo>
                <a:lnTo>
                  <a:pt x="0" y="336"/>
                </a:ln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37">
            <a:extLst>
              <a:ext uri="{FF2B5EF4-FFF2-40B4-BE49-F238E27FC236}">
                <a16:creationId xmlns:a16="http://schemas.microsoft.com/office/drawing/2014/main" id="{90DF1F11-4206-4FD8-AD1D-B9C47E95A6DB}"/>
              </a:ext>
            </a:extLst>
          </p:cNvPr>
          <p:cNvSpPr>
            <a:spLocks/>
          </p:cNvSpPr>
          <p:nvPr/>
        </p:nvSpPr>
        <p:spPr bwMode="auto">
          <a:xfrm>
            <a:off x="3316288" y="2749550"/>
            <a:ext cx="5675312" cy="266700"/>
          </a:xfrm>
          <a:custGeom>
            <a:avLst/>
            <a:gdLst>
              <a:gd name="T0" fmla="*/ 2147483646 w 7150"/>
              <a:gd name="T1" fmla="*/ 0 h 335"/>
              <a:gd name="T2" fmla="*/ 2147483646 w 7150"/>
              <a:gd name="T3" fmla="*/ 0 h 335"/>
              <a:gd name="T4" fmla="*/ 2147483646 w 7150"/>
              <a:gd name="T5" fmla="*/ 2147483646 h 335"/>
              <a:gd name="T6" fmla="*/ 2147483646 w 7150"/>
              <a:gd name="T7" fmla="*/ 2147483646 h 335"/>
              <a:gd name="T8" fmla="*/ 2147483646 w 7150"/>
              <a:gd name="T9" fmla="*/ 0 h 335"/>
              <a:gd name="T10" fmla="*/ 2147483646 w 7150"/>
              <a:gd name="T11" fmla="*/ 0 h 335"/>
              <a:gd name="T12" fmla="*/ 2147483646 w 7150"/>
              <a:gd name="T13" fmla="*/ 2147483646 h 335"/>
              <a:gd name="T14" fmla="*/ 0 w 7150"/>
              <a:gd name="T15" fmla="*/ 2147483646 h 33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50"/>
              <a:gd name="T25" fmla="*/ 0 h 335"/>
              <a:gd name="T26" fmla="*/ 7150 w 7150"/>
              <a:gd name="T27" fmla="*/ 335 h 33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50" h="335">
                <a:moveTo>
                  <a:pt x="7150" y="0"/>
                </a:moveTo>
                <a:lnTo>
                  <a:pt x="6118" y="0"/>
                </a:lnTo>
                <a:lnTo>
                  <a:pt x="6118" y="335"/>
                </a:lnTo>
                <a:lnTo>
                  <a:pt x="4079" y="335"/>
                </a:lnTo>
                <a:lnTo>
                  <a:pt x="4079" y="0"/>
                </a:lnTo>
                <a:lnTo>
                  <a:pt x="2040" y="0"/>
                </a:lnTo>
                <a:lnTo>
                  <a:pt x="2040" y="335"/>
                </a:lnTo>
                <a:lnTo>
                  <a:pt x="0" y="335"/>
                </a:ln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Rectangle 43">
            <a:extLst>
              <a:ext uri="{FF2B5EF4-FFF2-40B4-BE49-F238E27FC236}">
                <a16:creationId xmlns:a16="http://schemas.microsoft.com/office/drawing/2014/main" id="{4B60ACE9-0C7C-4318-A260-1AC203823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1752600"/>
            <a:ext cx="2444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3" name="Rectangle 44">
            <a:extLst>
              <a:ext uri="{FF2B5EF4-FFF2-40B4-BE49-F238E27FC236}">
                <a16:creationId xmlns:a16="http://schemas.microsoft.com/office/drawing/2014/main" id="{63395C4E-18A4-4B94-ACF5-07AD500D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1162050"/>
            <a:ext cx="54292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Clock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4" name="Rectangle 45">
            <a:extLst>
              <a:ext uri="{FF2B5EF4-FFF2-40B4-BE49-F238E27FC236}">
                <a16:creationId xmlns:a16="http://schemas.microsoft.com/office/drawing/2014/main" id="{16E1DAB2-92E5-4296-BE5E-B9C71039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217738"/>
            <a:ext cx="244475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5" name="Rectangle 46">
            <a:extLst>
              <a:ext uri="{FF2B5EF4-FFF2-40B4-BE49-F238E27FC236}">
                <a16:creationId xmlns:a16="http://schemas.microsoft.com/office/drawing/2014/main" id="{5741D5F7-C00E-4855-A167-5DE4ABAED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305050"/>
            <a:ext cx="19843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m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6" name="Rectangle 47">
            <a:extLst>
              <a:ext uri="{FF2B5EF4-FFF2-40B4-BE49-F238E27FC236}">
                <a16:creationId xmlns:a16="http://schemas.microsoft.com/office/drawing/2014/main" id="{E6C43B37-C9FB-4825-BBBE-78495E27C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2768600"/>
            <a:ext cx="2444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7" name="Rectangle 48">
            <a:extLst>
              <a:ext uri="{FF2B5EF4-FFF2-40B4-BE49-F238E27FC236}">
                <a16:creationId xmlns:a16="http://schemas.microsoft.com/office/drawing/2014/main" id="{10AD6987-1C62-401B-95AB-A2CD2DBAE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2768600"/>
            <a:ext cx="2444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8" name="Rectangle 49">
            <a:extLst>
              <a:ext uri="{FF2B5EF4-FFF2-40B4-BE49-F238E27FC236}">
                <a16:creationId xmlns:a16="http://schemas.microsoft.com/office/drawing/2014/main" id="{3967EEF1-E604-443A-87D7-B325F7200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0" y="2857500"/>
            <a:ext cx="1460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s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9" name="Rectangle 51">
            <a:extLst>
              <a:ext uri="{FF2B5EF4-FFF2-40B4-BE49-F238E27FC236}">
                <a16:creationId xmlns:a16="http://schemas.microsoft.com/office/drawing/2014/main" id="{64DE9E04-45A4-4889-9C8D-14F0774D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2768600"/>
            <a:ext cx="2159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= </a:t>
            </a: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5FE4836-E15C-4D6F-8652-8911E69C481A}"/>
              </a:ext>
            </a:extLst>
          </p:cNvPr>
          <p:cNvCxnSpPr>
            <a:cxnSpLocks/>
          </p:cNvCxnSpPr>
          <p:nvPr/>
        </p:nvCxnSpPr>
        <p:spPr bwMode="auto">
          <a:xfrm>
            <a:off x="4933950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F5E57E0-B8BC-4182-9D4E-78E064A02975}"/>
              </a:ext>
            </a:extLst>
          </p:cNvPr>
          <p:cNvCxnSpPr>
            <a:cxnSpLocks/>
          </p:cNvCxnSpPr>
          <p:nvPr/>
        </p:nvCxnSpPr>
        <p:spPr bwMode="auto">
          <a:xfrm>
            <a:off x="6553200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4391800-07AC-4B4A-85A4-A24509984B1A}"/>
              </a:ext>
            </a:extLst>
          </p:cNvPr>
          <p:cNvSpPr/>
          <p:nvPr/>
        </p:nvSpPr>
        <p:spPr>
          <a:xfrm>
            <a:off x="4122737" y="2133600"/>
            <a:ext cx="758825" cy="1139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8048E3B-1094-4218-94D0-AF08304B30C5}"/>
              </a:ext>
            </a:extLst>
          </p:cNvPr>
          <p:cNvSpPr/>
          <p:nvPr/>
        </p:nvSpPr>
        <p:spPr>
          <a:xfrm>
            <a:off x="4965700" y="2133600"/>
            <a:ext cx="1585913" cy="1139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E043E96-12FC-4C3B-B4BF-A1C74BA8DF98}"/>
              </a:ext>
            </a:extLst>
          </p:cNvPr>
          <p:cNvSpPr/>
          <p:nvPr/>
        </p:nvSpPr>
        <p:spPr>
          <a:xfrm>
            <a:off x="6577806" y="2096660"/>
            <a:ext cx="2425700" cy="1139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561E1C7-7BED-4D7E-9E68-4A46CF83C783}"/>
              </a:ext>
            </a:extLst>
          </p:cNvPr>
          <p:cNvCxnSpPr>
            <a:cxnSpLocks/>
          </p:cNvCxnSpPr>
          <p:nvPr/>
        </p:nvCxnSpPr>
        <p:spPr bwMode="auto">
          <a:xfrm>
            <a:off x="4122737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DB9B300-7ADA-4D21-BE18-717F969B1582}"/>
              </a:ext>
            </a:extLst>
          </p:cNvPr>
          <p:cNvCxnSpPr>
            <a:cxnSpLocks/>
          </p:cNvCxnSpPr>
          <p:nvPr/>
        </p:nvCxnSpPr>
        <p:spPr bwMode="auto">
          <a:xfrm>
            <a:off x="5715000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8E0A8BF-7F34-4A08-AC97-358012963132}"/>
              </a:ext>
            </a:extLst>
          </p:cNvPr>
          <p:cNvCxnSpPr>
            <a:cxnSpLocks/>
          </p:cNvCxnSpPr>
          <p:nvPr/>
        </p:nvCxnSpPr>
        <p:spPr bwMode="auto">
          <a:xfrm>
            <a:off x="7391400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3B1F5E-5287-44F8-8FF2-CA8BC9E3ADCF}"/>
              </a:ext>
            </a:extLst>
          </p:cNvPr>
          <p:cNvCxnSpPr>
            <a:cxnSpLocks/>
          </p:cNvCxnSpPr>
          <p:nvPr/>
        </p:nvCxnSpPr>
        <p:spPr bwMode="auto">
          <a:xfrm>
            <a:off x="8153400" y="642705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3BEFAB-EE49-414B-9903-E78A7E760B9A}"/>
              </a:ext>
            </a:extLst>
          </p:cNvPr>
          <p:cNvSpPr txBox="1"/>
          <p:nvPr/>
        </p:nvSpPr>
        <p:spPr>
          <a:xfrm>
            <a:off x="4122737" y="510254"/>
            <a:ext cx="410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1      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2         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26414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37" name="Group 37">
            <a:extLst>
              <a:ext uri="{FF2B5EF4-FFF2-40B4-BE49-F238E27FC236}">
                <a16:creationId xmlns:a16="http://schemas.microsoft.com/office/drawing/2014/main" id="{0104312A-EF70-4C13-9907-29AFCB4F4CC9}"/>
              </a:ext>
            </a:extLst>
          </p:cNvPr>
          <p:cNvGrpSpPr>
            <a:grpSpLocks/>
          </p:cNvGrpSpPr>
          <p:nvPr/>
        </p:nvGrpSpPr>
        <p:grpSpPr bwMode="auto">
          <a:xfrm>
            <a:off x="2717800" y="4104892"/>
            <a:ext cx="6273800" cy="2274318"/>
            <a:chOff x="1981200" y="2311400"/>
            <a:chExt cx="5588000" cy="2003426"/>
          </a:xfrm>
        </p:grpSpPr>
        <p:sp>
          <p:nvSpPr>
            <p:cNvPr id="91152" name="Rectangle 5">
              <a:extLst>
                <a:ext uri="{FF2B5EF4-FFF2-40B4-BE49-F238E27FC236}">
                  <a16:creationId xmlns:a16="http://schemas.microsoft.com/office/drawing/2014/main" id="{498A17D3-11AE-4B8F-9ED2-AAB9FC8A8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362" y="2563813"/>
              <a:ext cx="66675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53" name="Rectangle 6">
              <a:extLst>
                <a:ext uri="{FF2B5EF4-FFF2-40B4-BE49-F238E27FC236}">
                  <a16:creationId xmlns:a16="http://schemas.microsoft.com/office/drawing/2014/main" id="{09B0121A-B72D-4ECF-88FB-99E638CF6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54" name="Rectangle 7">
              <a:extLst>
                <a:ext uri="{FF2B5EF4-FFF2-40B4-BE49-F238E27FC236}">
                  <a16:creationId xmlns:a16="http://schemas.microsoft.com/office/drawing/2014/main" id="{AA367E35-A613-4DD8-831E-82B23254F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7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55" name="Line 8">
              <a:extLst>
                <a:ext uri="{FF2B5EF4-FFF2-40B4-BE49-F238E27FC236}">
                  <a16:creationId xmlns:a16="http://schemas.microsoft.com/office/drawing/2014/main" id="{82E14E70-DB14-4732-90C1-36162D58A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7612" y="326866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6" name="Freeform 9">
              <a:extLst>
                <a:ext uri="{FF2B5EF4-FFF2-40B4-BE49-F238E27FC236}">
                  <a16:creationId xmlns:a16="http://schemas.microsoft.com/office/drawing/2014/main" id="{0FA11026-A9BA-4D67-B9BA-F466BD3B3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12" y="3363913"/>
              <a:ext cx="1065213" cy="817563"/>
            </a:xfrm>
            <a:custGeom>
              <a:avLst/>
              <a:gdLst>
                <a:gd name="T0" fmla="*/ 2147483646 w 1344"/>
                <a:gd name="T1" fmla="*/ 0 h 1031"/>
                <a:gd name="T2" fmla="*/ 2147483646 w 1344"/>
                <a:gd name="T3" fmla="*/ 0 h 1031"/>
                <a:gd name="T4" fmla="*/ 2147483646 w 1344"/>
                <a:gd name="T5" fmla="*/ 2147483646 h 1031"/>
                <a:gd name="T6" fmla="*/ 0 w 134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4"/>
                <a:gd name="T13" fmla="*/ 0 h 1031"/>
                <a:gd name="T14" fmla="*/ 1344 w 134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4" h="1031">
                  <a:moveTo>
                    <a:pt x="1344" y="0"/>
                  </a:moveTo>
                  <a:lnTo>
                    <a:pt x="1008" y="0"/>
                  </a:lnTo>
                  <a:lnTo>
                    <a:pt x="1008" y="1031"/>
                  </a:lnTo>
                  <a:lnTo>
                    <a:pt x="0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7" name="Freeform 10">
              <a:extLst>
                <a:ext uri="{FF2B5EF4-FFF2-40B4-BE49-F238E27FC236}">
                  <a16:creationId xmlns:a16="http://schemas.microsoft.com/office/drawing/2014/main" id="{66E2373D-41BC-4E09-8CC6-C6CAFE5ED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212" y="3363913"/>
              <a:ext cx="1352550" cy="817563"/>
            </a:xfrm>
            <a:custGeom>
              <a:avLst/>
              <a:gdLst>
                <a:gd name="T0" fmla="*/ 0 w 1704"/>
                <a:gd name="T1" fmla="*/ 0 h 1031"/>
                <a:gd name="T2" fmla="*/ 2147483646 w 1704"/>
                <a:gd name="T3" fmla="*/ 0 h 1031"/>
                <a:gd name="T4" fmla="*/ 2147483646 w 1704"/>
                <a:gd name="T5" fmla="*/ 2147483646 h 1031"/>
                <a:gd name="T6" fmla="*/ 2147483646 w 170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4"/>
                <a:gd name="T13" fmla="*/ 0 h 1031"/>
                <a:gd name="T14" fmla="*/ 1704 w 170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4" h="1031">
                  <a:moveTo>
                    <a:pt x="0" y="0"/>
                  </a:moveTo>
                  <a:lnTo>
                    <a:pt x="696" y="0"/>
                  </a:lnTo>
                  <a:lnTo>
                    <a:pt x="696" y="1031"/>
                  </a:lnTo>
                  <a:lnTo>
                    <a:pt x="1704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8" name="Line 11">
              <a:extLst>
                <a:ext uri="{FF2B5EF4-FFF2-40B4-BE49-F238E27FC236}">
                  <a16:creationId xmlns:a16="http://schemas.microsoft.com/office/drawing/2014/main" id="{FC3BB49D-5737-44B3-AD7C-78F0D7B13D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4662" y="3365500"/>
              <a:ext cx="2667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9" name="Line 12">
              <a:extLst>
                <a:ext uri="{FF2B5EF4-FFF2-40B4-BE49-F238E27FC236}">
                  <a16:creationId xmlns:a16="http://schemas.microsoft.com/office/drawing/2014/main" id="{3D86311B-78A4-4EC4-AECC-184753FD4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212" y="2830513"/>
              <a:ext cx="8191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0" name="Line 13">
              <a:extLst>
                <a:ext uri="{FF2B5EF4-FFF2-40B4-BE49-F238E27FC236}">
                  <a16:creationId xmlns:a16="http://schemas.microsoft.com/office/drawing/2014/main" id="{9EBF32B2-2778-4C78-885F-FAC1A7F4BC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112" y="2830513"/>
              <a:ext cx="1751013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1" name="Line 14">
              <a:extLst>
                <a:ext uri="{FF2B5EF4-FFF2-40B4-BE49-F238E27FC236}">
                  <a16:creationId xmlns:a16="http://schemas.microsoft.com/office/drawing/2014/main" id="{5D84258C-D4D3-4B78-A23A-B76A3415D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2830513"/>
              <a:ext cx="8001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2" name="Line 15">
              <a:extLst>
                <a:ext uri="{FF2B5EF4-FFF2-40B4-BE49-F238E27FC236}">
                  <a16:creationId xmlns:a16="http://schemas.microsoft.com/office/drawing/2014/main" id="{C7B6596D-D457-4291-8684-03588EA8C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3365500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63" name="Rectangle 17">
              <a:extLst>
                <a:ext uri="{FF2B5EF4-FFF2-40B4-BE49-F238E27FC236}">
                  <a16:creationId xmlns:a16="http://schemas.microsoft.com/office/drawing/2014/main" id="{37F79490-D590-4D01-942F-EFD351A3D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325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4" name="Rectangle 18">
              <a:extLst>
                <a:ext uri="{FF2B5EF4-FFF2-40B4-BE49-F238E27FC236}">
                  <a16:creationId xmlns:a16="http://schemas.microsoft.com/office/drawing/2014/main" id="{425373AB-E3AB-4651-B0BD-AA1D44FA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200" y="2311400"/>
              <a:ext cx="565150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Master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5" name="Rectangle 19">
              <a:extLst>
                <a:ext uri="{FF2B5EF4-FFF2-40B4-BE49-F238E27FC236}">
                  <a16:creationId xmlns:a16="http://schemas.microsoft.com/office/drawing/2014/main" id="{86EF13D0-3635-4ADE-B453-97C43CBD4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4700" y="2311400"/>
              <a:ext cx="512763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Slave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6" name="Rectangle 20">
              <a:extLst>
                <a:ext uri="{FF2B5EF4-FFF2-40B4-BE49-F238E27FC236}">
                  <a16:creationId xmlns:a16="http://schemas.microsoft.com/office/drawing/2014/main" id="{0D0DAC62-9A2C-401D-96A0-3362D4DBD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687" y="27479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7" name="Rectangle 21">
              <a:extLst>
                <a:ext uri="{FF2B5EF4-FFF2-40B4-BE49-F238E27FC236}">
                  <a16:creationId xmlns:a16="http://schemas.microsoft.com/office/drawing/2014/main" id="{AA88E556-0699-4553-B999-8EE071487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3275013"/>
              <a:ext cx="54292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8" name="Rectangle 22">
              <a:extLst>
                <a:ext uri="{FF2B5EF4-FFF2-40B4-BE49-F238E27FC236}">
                  <a16:creationId xmlns:a16="http://schemas.microsoft.com/office/drawing/2014/main" id="{145A8237-EF92-47F6-BDE1-A5D628E54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27463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69" name="Line 23">
              <a:extLst>
                <a:ext uri="{FF2B5EF4-FFF2-40B4-BE49-F238E27FC236}">
                  <a16:creationId xmlns:a16="http://schemas.microsoft.com/office/drawing/2014/main" id="{D2ED62EA-2A78-42C6-8C3B-2A4D25DE88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37425" y="328771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0" name="Line 24">
              <a:extLst>
                <a:ext uri="{FF2B5EF4-FFF2-40B4-BE49-F238E27FC236}">
                  <a16:creationId xmlns:a16="http://schemas.microsoft.com/office/drawing/2014/main" id="{9C292886-8F2C-43AC-928B-EC8792889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4362" y="4181475"/>
              <a:ext cx="2095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1" name="Line 25">
              <a:extLst>
                <a:ext uri="{FF2B5EF4-FFF2-40B4-BE49-F238E27FC236}">
                  <a16:creationId xmlns:a16="http://schemas.microsoft.com/office/drawing/2014/main" id="{E6E61E98-03C6-454F-94A8-55D93A2C7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4762" y="4181475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2" name="Freeform 26">
              <a:extLst>
                <a:ext uri="{FF2B5EF4-FFF2-40B4-BE49-F238E27FC236}">
                  <a16:creationId xmlns:a16="http://schemas.microsoft.com/office/drawing/2014/main" id="{DD2A4450-43B7-466A-BB52-CCA9F82E9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462" y="4049713"/>
              <a:ext cx="285750" cy="265113"/>
            </a:xfrm>
            <a:custGeom>
              <a:avLst/>
              <a:gdLst>
                <a:gd name="T0" fmla="*/ 2147483646 w 360"/>
                <a:gd name="T1" fmla="*/ 2147483646 h 336"/>
                <a:gd name="T2" fmla="*/ 0 w 360"/>
                <a:gd name="T3" fmla="*/ 2147483646 h 336"/>
                <a:gd name="T4" fmla="*/ 0 w 360"/>
                <a:gd name="T5" fmla="*/ 0 h 336"/>
                <a:gd name="T6" fmla="*/ 2147483646 w 3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"/>
                <a:gd name="T13" fmla="*/ 0 h 336"/>
                <a:gd name="T14" fmla="*/ 360 w 3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" h="336">
                  <a:moveTo>
                    <a:pt x="360" y="168"/>
                  </a:moveTo>
                  <a:lnTo>
                    <a:pt x="0" y="336"/>
                  </a:lnTo>
                  <a:lnTo>
                    <a:pt x="0" y="0"/>
                  </a:lnTo>
                  <a:lnTo>
                    <a:pt x="360" y="16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173" name="Freeform 28">
              <a:extLst>
                <a:ext uri="{FF2B5EF4-FFF2-40B4-BE49-F238E27FC236}">
                  <a16:creationId xmlns:a16="http://schemas.microsoft.com/office/drawing/2014/main" id="{A6869432-193B-4ED4-BF49-7B4FB7D9A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975" y="4138613"/>
              <a:ext cx="85725" cy="87313"/>
            </a:xfrm>
            <a:custGeom>
              <a:avLst/>
              <a:gdLst>
                <a:gd name="T0" fmla="*/ 2147483646 w 109"/>
                <a:gd name="T1" fmla="*/ 0 h 109"/>
                <a:gd name="T2" fmla="*/ 2147483646 w 109"/>
                <a:gd name="T3" fmla="*/ 2147483646 h 109"/>
                <a:gd name="T4" fmla="*/ 2147483646 w 109"/>
                <a:gd name="T5" fmla="*/ 2147483646 h 109"/>
                <a:gd name="T6" fmla="*/ 2147483646 w 109"/>
                <a:gd name="T7" fmla="*/ 2147483646 h 109"/>
                <a:gd name="T8" fmla="*/ 2147483646 w 109"/>
                <a:gd name="T9" fmla="*/ 2147483646 h 109"/>
                <a:gd name="T10" fmla="*/ 2147483646 w 109"/>
                <a:gd name="T11" fmla="*/ 2147483646 h 109"/>
                <a:gd name="T12" fmla="*/ 2147483646 w 109"/>
                <a:gd name="T13" fmla="*/ 2147483646 h 109"/>
                <a:gd name="T14" fmla="*/ 2147483646 w 109"/>
                <a:gd name="T15" fmla="*/ 2147483646 h 109"/>
                <a:gd name="T16" fmla="*/ 0 w 109"/>
                <a:gd name="T17" fmla="*/ 2147483646 h 109"/>
                <a:gd name="T18" fmla="*/ 0 w 109"/>
                <a:gd name="T19" fmla="*/ 2147483646 h 109"/>
                <a:gd name="T20" fmla="*/ 0 w 109"/>
                <a:gd name="T21" fmla="*/ 2147483646 h 109"/>
                <a:gd name="T22" fmla="*/ 0 w 109"/>
                <a:gd name="T23" fmla="*/ 2147483646 h 109"/>
                <a:gd name="T24" fmla="*/ 0 w 109"/>
                <a:gd name="T25" fmla="*/ 2147483646 h 109"/>
                <a:gd name="T26" fmla="*/ 2147483646 w 109"/>
                <a:gd name="T27" fmla="*/ 2147483646 h 109"/>
                <a:gd name="T28" fmla="*/ 2147483646 w 109"/>
                <a:gd name="T29" fmla="*/ 2147483646 h 109"/>
                <a:gd name="T30" fmla="*/ 2147483646 w 109"/>
                <a:gd name="T31" fmla="*/ 2147483646 h 109"/>
                <a:gd name="T32" fmla="*/ 2147483646 w 109"/>
                <a:gd name="T33" fmla="*/ 2147483646 h 109"/>
                <a:gd name="T34" fmla="*/ 2147483646 w 109"/>
                <a:gd name="T35" fmla="*/ 2147483646 h 109"/>
                <a:gd name="T36" fmla="*/ 2147483646 w 109"/>
                <a:gd name="T37" fmla="*/ 2147483646 h 109"/>
                <a:gd name="T38" fmla="*/ 2147483646 w 109"/>
                <a:gd name="T39" fmla="*/ 2147483646 h 109"/>
                <a:gd name="T40" fmla="*/ 2147483646 w 109"/>
                <a:gd name="T41" fmla="*/ 2147483646 h 109"/>
                <a:gd name="T42" fmla="*/ 2147483646 w 109"/>
                <a:gd name="T43" fmla="*/ 2147483646 h 109"/>
                <a:gd name="T44" fmla="*/ 2147483646 w 109"/>
                <a:gd name="T45" fmla="*/ 2147483646 h 109"/>
                <a:gd name="T46" fmla="*/ 2147483646 w 109"/>
                <a:gd name="T47" fmla="*/ 2147483646 h 109"/>
                <a:gd name="T48" fmla="*/ 2147483646 w 109"/>
                <a:gd name="T49" fmla="*/ 2147483646 h 109"/>
                <a:gd name="T50" fmla="*/ 2147483646 w 109"/>
                <a:gd name="T51" fmla="*/ 2147483646 h 109"/>
                <a:gd name="T52" fmla="*/ 2147483646 w 109"/>
                <a:gd name="T53" fmla="*/ 2147483646 h 109"/>
                <a:gd name="T54" fmla="*/ 2147483646 w 109"/>
                <a:gd name="T55" fmla="*/ 2147483646 h 109"/>
                <a:gd name="T56" fmla="*/ 2147483646 w 109"/>
                <a:gd name="T57" fmla="*/ 2147483646 h 109"/>
                <a:gd name="T58" fmla="*/ 2147483646 w 109"/>
                <a:gd name="T59" fmla="*/ 2147483646 h 109"/>
                <a:gd name="T60" fmla="*/ 2147483646 w 109"/>
                <a:gd name="T61" fmla="*/ 2147483646 h 109"/>
                <a:gd name="T62" fmla="*/ 2147483646 w 109"/>
                <a:gd name="T63" fmla="*/ 2147483646 h 109"/>
                <a:gd name="T64" fmla="*/ 2147483646 w 109"/>
                <a:gd name="T65" fmla="*/ 2147483646 h 109"/>
                <a:gd name="T66" fmla="*/ 2147483646 w 109"/>
                <a:gd name="T67" fmla="*/ 2147483646 h 109"/>
                <a:gd name="T68" fmla="*/ 2147483646 w 109"/>
                <a:gd name="T69" fmla="*/ 2147483646 h 109"/>
                <a:gd name="T70" fmla="*/ 2147483646 w 109"/>
                <a:gd name="T71" fmla="*/ 2147483646 h 109"/>
                <a:gd name="T72" fmla="*/ 2147483646 w 109"/>
                <a:gd name="T73" fmla="*/ 2147483646 h 109"/>
                <a:gd name="T74" fmla="*/ 2147483646 w 109"/>
                <a:gd name="T75" fmla="*/ 2147483646 h 109"/>
                <a:gd name="T76" fmla="*/ 2147483646 w 109"/>
                <a:gd name="T77" fmla="*/ 2147483646 h 109"/>
                <a:gd name="T78" fmla="*/ 2147483646 w 109"/>
                <a:gd name="T79" fmla="*/ 2147483646 h 109"/>
                <a:gd name="T80" fmla="*/ 2147483646 w 109"/>
                <a:gd name="T81" fmla="*/ 2147483646 h 109"/>
                <a:gd name="T82" fmla="*/ 2147483646 w 109"/>
                <a:gd name="T83" fmla="*/ 2147483646 h 109"/>
                <a:gd name="T84" fmla="*/ 2147483646 w 109"/>
                <a:gd name="T85" fmla="*/ 0 h 109"/>
                <a:gd name="T86" fmla="*/ 2147483646 w 109"/>
                <a:gd name="T87" fmla="*/ 0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09"/>
                <a:gd name="T133" fmla="*/ 0 h 109"/>
                <a:gd name="T134" fmla="*/ 109 w 109"/>
                <a:gd name="T135" fmla="*/ 109 h 10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09" h="109">
                  <a:moveTo>
                    <a:pt x="54" y="0"/>
                  </a:moveTo>
                  <a:lnTo>
                    <a:pt x="52" y="0"/>
                  </a:lnTo>
                  <a:lnTo>
                    <a:pt x="49" y="0"/>
                  </a:lnTo>
                  <a:lnTo>
                    <a:pt x="46" y="0"/>
                  </a:lnTo>
                  <a:lnTo>
                    <a:pt x="43" y="1"/>
                  </a:lnTo>
                  <a:lnTo>
                    <a:pt x="41" y="1"/>
                  </a:lnTo>
                  <a:lnTo>
                    <a:pt x="39" y="2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1" y="4"/>
                  </a:lnTo>
                  <a:lnTo>
                    <a:pt x="29" y="6"/>
                  </a:lnTo>
                  <a:lnTo>
                    <a:pt x="27" y="7"/>
                  </a:lnTo>
                  <a:lnTo>
                    <a:pt x="24" y="9"/>
                  </a:lnTo>
                  <a:lnTo>
                    <a:pt x="22" y="10"/>
                  </a:lnTo>
                  <a:lnTo>
                    <a:pt x="19" y="12"/>
                  </a:lnTo>
                  <a:lnTo>
                    <a:pt x="18" y="14"/>
                  </a:lnTo>
                  <a:lnTo>
                    <a:pt x="16" y="15"/>
                  </a:lnTo>
                  <a:lnTo>
                    <a:pt x="15" y="18"/>
                  </a:lnTo>
                  <a:lnTo>
                    <a:pt x="12" y="19"/>
                  </a:lnTo>
                  <a:lnTo>
                    <a:pt x="11" y="21"/>
                  </a:lnTo>
                  <a:lnTo>
                    <a:pt x="10" y="24"/>
                  </a:lnTo>
                  <a:lnTo>
                    <a:pt x="7" y="26"/>
                  </a:lnTo>
                  <a:lnTo>
                    <a:pt x="6" y="28"/>
                  </a:lnTo>
                  <a:lnTo>
                    <a:pt x="5" y="31"/>
                  </a:lnTo>
                  <a:lnTo>
                    <a:pt x="4" y="33"/>
                  </a:lnTo>
                  <a:lnTo>
                    <a:pt x="4" y="36"/>
                  </a:lnTo>
                  <a:lnTo>
                    <a:pt x="3" y="38"/>
                  </a:lnTo>
                  <a:lnTo>
                    <a:pt x="1" y="40"/>
                  </a:lnTo>
                  <a:lnTo>
                    <a:pt x="1" y="43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1" y="64"/>
                  </a:lnTo>
                  <a:lnTo>
                    <a:pt x="1" y="68"/>
                  </a:lnTo>
                  <a:lnTo>
                    <a:pt x="3" y="70"/>
                  </a:lnTo>
                  <a:lnTo>
                    <a:pt x="4" y="73"/>
                  </a:lnTo>
                  <a:lnTo>
                    <a:pt x="4" y="75"/>
                  </a:lnTo>
                  <a:lnTo>
                    <a:pt x="5" y="78"/>
                  </a:lnTo>
                  <a:lnTo>
                    <a:pt x="6" y="80"/>
                  </a:lnTo>
                  <a:lnTo>
                    <a:pt x="7" y="82"/>
                  </a:lnTo>
                  <a:lnTo>
                    <a:pt x="10" y="85"/>
                  </a:lnTo>
                  <a:lnTo>
                    <a:pt x="11" y="86"/>
                  </a:lnTo>
                  <a:lnTo>
                    <a:pt x="12" y="88"/>
                  </a:lnTo>
                  <a:lnTo>
                    <a:pt x="15" y="91"/>
                  </a:lnTo>
                  <a:lnTo>
                    <a:pt x="16" y="92"/>
                  </a:lnTo>
                  <a:lnTo>
                    <a:pt x="18" y="94"/>
                  </a:lnTo>
                  <a:lnTo>
                    <a:pt x="19" y="96"/>
                  </a:lnTo>
                  <a:lnTo>
                    <a:pt x="22" y="98"/>
                  </a:lnTo>
                  <a:lnTo>
                    <a:pt x="24" y="99"/>
                  </a:lnTo>
                  <a:lnTo>
                    <a:pt x="27" y="100"/>
                  </a:lnTo>
                  <a:lnTo>
                    <a:pt x="29" y="102"/>
                  </a:lnTo>
                  <a:lnTo>
                    <a:pt x="31" y="103"/>
                  </a:lnTo>
                  <a:lnTo>
                    <a:pt x="34" y="104"/>
                  </a:lnTo>
                  <a:lnTo>
                    <a:pt x="36" y="105"/>
                  </a:lnTo>
                  <a:lnTo>
                    <a:pt x="39" y="106"/>
                  </a:lnTo>
                  <a:lnTo>
                    <a:pt x="41" y="106"/>
                  </a:lnTo>
                  <a:lnTo>
                    <a:pt x="43" y="108"/>
                  </a:lnTo>
                  <a:lnTo>
                    <a:pt x="46" y="108"/>
                  </a:lnTo>
                  <a:lnTo>
                    <a:pt x="49" y="108"/>
                  </a:lnTo>
                  <a:lnTo>
                    <a:pt x="52" y="109"/>
                  </a:lnTo>
                  <a:lnTo>
                    <a:pt x="54" y="109"/>
                  </a:lnTo>
                  <a:lnTo>
                    <a:pt x="58" y="109"/>
                  </a:lnTo>
                  <a:lnTo>
                    <a:pt x="60" y="108"/>
                  </a:lnTo>
                  <a:lnTo>
                    <a:pt x="63" y="108"/>
                  </a:lnTo>
                  <a:lnTo>
                    <a:pt x="65" y="108"/>
                  </a:lnTo>
                  <a:lnTo>
                    <a:pt x="69" y="106"/>
                  </a:lnTo>
                  <a:lnTo>
                    <a:pt x="71" y="106"/>
                  </a:lnTo>
                  <a:lnTo>
                    <a:pt x="73" y="105"/>
                  </a:lnTo>
                  <a:lnTo>
                    <a:pt x="76" y="104"/>
                  </a:lnTo>
                  <a:lnTo>
                    <a:pt x="78" y="103"/>
                  </a:lnTo>
                  <a:lnTo>
                    <a:pt x="81" y="102"/>
                  </a:lnTo>
                  <a:lnTo>
                    <a:pt x="83" y="100"/>
                  </a:lnTo>
                  <a:lnTo>
                    <a:pt x="85" y="99"/>
                  </a:lnTo>
                  <a:lnTo>
                    <a:pt x="87" y="98"/>
                  </a:lnTo>
                  <a:lnTo>
                    <a:pt x="89" y="96"/>
                  </a:lnTo>
                  <a:lnTo>
                    <a:pt x="91" y="94"/>
                  </a:lnTo>
                  <a:lnTo>
                    <a:pt x="93" y="92"/>
                  </a:lnTo>
                  <a:lnTo>
                    <a:pt x="95" y="91"/>
                  </a:lnTo>
                  <a:lnTo>
                    <a:pt x="96" y="88"/>
                  </a:lnTo>
                  <a:lnTo>
                    <a:pt x="99" y="86"/>
                  </a:lnTo>
                  <a:lnTo>
                    <a:pt x="100" y="85"/>
                  </a:lnTo>
                  <a:lnTo>
                    <a:pt x="101" y="82"/>
                  </a:lnTo>
                  <a:lnTo>
                    <a:pt x="102" y="80"/>
                  </a:lnTo>
                  <a:lnTo>
                    <a:pt x="103" y="78"/>
                  </a:lnTo>
                  <a:lnTo>
                    <a:pt x="105" y="75"/>
                  </a:lnTo>
                  <a:lnTo>
                    <a:pt x="106" y="73"/>
                  </a:lnTo>
                  <a:lnTo>
                    <a:pt x="107" y="70"/>
                  </a:lnTo>
                  <a:lnTo>
                    <a:pt x="107" y="68"/>
                  </a:lnTo>
                  <a:lnTo>
                    <a:pt x="108" y="64"/>
                  </a:lnTo>
                  <a:lnTo>
                    <a:pt x="108" y="62"/>
                  </a:lnTo>
                  <a:lnTo>
                    <a:pt x="108" y="60"/>
                  </a:lnTo>
                  <a:lnTo>
                    <a:pt x="109" y="57"/>
                  </a:lnTo>
                  <a:lnTo>
                    <a:pt x="109" y="54"/>
                  </a:lnTo>
                  <a:lnTo>
                    <a:pt x="109" y="51"/>
                  </a:lnTo>
                  <a:lnTo>
                    <a:pt x="108" y="49"/>
                  </a:lnTo>
                  <a:lnTo>
                    <a:pt x="108" y="45"/>
                  </a:lnTo>
                  <a:lnTo>
                    <a:pt x="108" y="43"/>
                  </a:lnTo>
                  <a:lnTo>
                    <a:pt x="107" y="40"/>
                  </a:lnTo>
                  <a:lnTo>
                    <a:pt x="107" y="38"/>
                  </a:lnTo>
                  <a:lnTo>
                    <a:pt x="106" y="36"/>
                  </a:lnTo>
                  <a:lnTo>
                    <a:pt x="105" y="33"/>
                  </a:lnTo>
                  <a:lnTo>
                    <a:pt x="103" y="31"/>
                  </a:lnTo>
                  <a:lnTo>
                    <a:pt x="102" y="28"/>
                  </a:lnTo>
                  <a:lnTo>
                    <a:pt x="101" y="26"/>
                  </a:lnTo>
                  <a:lnTo>
                    <a:pt x="100" y="24"/>
                  </a:lnTo>
                  <a:lnTo>
                    <a:pt x="99" y="21"/>
                  </a:lnTo>
                  <a:lnTo>
                    <a:pt x="96" y="19"/>
                  </a:lnTo>
                  <a:lnTo>
                    <a:pt x="95" y="18"/>
                  </a:lnTo>
                  <a:lnTo>
                    <a:pt x="93" y="15"/>
                  </a:lnTo>
                  <a:lnTo>
                    <a:pt x="91" y="14"/>
                  </a:lnTo>
                  <a:lnTo>
                    <a:pt x="89" y="12"/>
                  </a:lnTo>
                  <a:lnTo>
                    <a:pt x="87" y="10"/>
                  </a:lnTo>
                  <a:lnTo>
                    <a:pt x="85" y="9"/>
                  </a:lnTo>
                  <a:lnTo>
                    <a:pt x="83" y="7"/>
                  </a:lnTo>
                  <a:lnTo>
                    <a:pt x="81" y="6"/>
                  </a:lnTo>
                  <a:lnTo>
                    <a:pt x="78" y="4"/>
                  </a:lnTo>
                  <a:lnTo>
                    <a:pt x="76" y="3"/>
                  </a:lnTo>
                  <a:lnTo>
                    <a:pt x="73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5" y="1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8" y="0"/>
                  </a:lnTo>
                  <a:lnTo>
                    <a:pt x="54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174" name="Rectangle 29">
              <a:extLst>
                <a:ext uri="{FF2B5EF4-FFF2-40B4-BE49-F238E27FC236}">
                  <a16:creationId xmlns:a16="http://schemas.microsoft.com/office/drawing/2014/main" id="{7CD897C7-128A-4394-877E-04903B10B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9125" y="2563813"/>
              <a:ext cx="6858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75" name="Rectangle 30">
              <a:extLst>
                <a:ext uri="{FF2B5EF4-FFF2-40B4-BE49-F238E27FC236}">
                  <a16:creationId xmlns:a16="http://schemas.microsoft.com/office/drawing/2014/main" id="{7BA008BD-88EF-41EF-8B9E-1EBCC6A26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32893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76" name="Rectangle 31">
              <a:extLst>
                <a:ext uri="{FF2B5EF4-FFF2-40B4-BE49-F238E27FC236}">
                  <a16:creationId xmlns:a16="http://schemas.microsoft.com/office/drawing/2014/main" id="{342CCA80-D81F-4039-B160-9F6808848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77" name="Rectangle 32">
              <a:extLst>
                <a:ext uri="{FF2B5EF4-FFF2-40B4-BE49-F238E27FC236}">
                  <a16:creationId xmlns:a16="http://schemas.microsoft.com/office/drawing/2014/main" id="{443AD6D5-2B66-4503-9639-A80A754D6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612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dirty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91178" name="Line 33">
              <a:extLst>
                <a:ext uri="{FF2B5EF4-FFF2-40B4-BE49-F238E27FC236}">
                  <a16:creationId xmlns:a16="http://schemas.microsoft.com/office/drawing/2014/main" id="{C13D3A83-AE75-4969-B5DB-2B68A4560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4425" y="3268663"/>
              <a:ext cx="762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79" name="Rectangle 38">
              <a:extLst>
                <a:ext uri="{FF2B5EF4-FFF2-40B4-BE49-F238E27FC236}">
                  <a16:creationId xmlns:a16="http://schemas.microsoft.com/office/drawing/2014/main" id="{6E62EF31-A4C3-474A-9511-FE022EA97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0" name="Rectangle 39">
              <a:extLst>
                <a:ext uri="{FF2B5EF4-FFF2-40B4-BE49-F238E27FC236}">
                  <a16:creationId xmlns:a16="http://schemas.microsoft.com/office/drawing/2014/main" id="{71661B01-3406-4560-B895-870217800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7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1" name="Rectangle 40">
              <a:extLst>
                <a:ext uri="{FF2B5EF4-FFF2-40B4-BE49-F238E27FC236}">
                  <a16:creationId xmlns:a16="http://schemas.microsoft.com/office/drawing/2014/main" id="{DAA217C6-30ED-4AB7-84F1-99E14E0B6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912" y="2665413"/>
              <a:ext cx="198438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m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2" name="Rectangle 41">
              <a:extLst>
                <a:ext uri="{FF2B5EF4-FFF2-40B4-BE49-F238E27FC236}">
                  <a16:creationId xmlns:a16="http://schemas.microsoft.com/office/drawing/2014/main" id="{91BE8B4C-D952-47C3-B77D-B7E56333F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900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3" name="Rectangle 42">
              <a:extLst>
                <a:ext uri="{FF2B5EF4-FFF2-40B4-BE49-F238E27FC236}">
                  <a16:creationId xmlns:a16="http://schemas.microsoft.com/office/drawing/2014/main" id="{645AD679-5EF9-43A6-994E-9FE12B29D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6075" y="2665413"/>
              <a:ext cx="14605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4" name="Rectangle 66">
              <a:extLst>
                <a:ext uri="{FF2B5EF4-FFF2-40B4-BE49-F238E27FC236}">
                  <a16:creationId xmlns:a16="http://schemas.microsoft.com/office/drawing/2014/main" id="{A5EF5F44-AFF9-4920-B96B-E88755863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5" name="Rectangle 67">
              <a:extLst>
                <a:ext uri="{FF2B5EF4-FFF2-40B4-BE49-F238E27FC236}">
                  <a16:creationId xmlns:a16="http://schemas.microsoft.com/office/drawing/2014/main" id="{A9AED690-0178-4699-8AF2-A771DD5C1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1186" name="Oval 68">
              <a:extLst>
                <a:ext uri="{FF2B5EF4-FFF2-40B4-BE49-F238E27FC236}">
                  <a16:creationId xmlns:a16="http://schemas.microsoft.com/office/drawing/2014/main" id="{94E3E9E3-064E-4A7F-A34B-3890BD8C5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150" y="3330575"/>
              <a:ext cx="74613" cy="730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91138" name="TextBox 125">
            <a:extLst>
              <a:ext uri="{FF2B5EF4-FFF2-40B4-BE49-F238E27FC236}">
                <a16:creationId xmlns:a16="http://schemas.microsoft.com/office/drawing/2014/main" id="{A7FDB7C3-0265-428A-A3B1-C3386113D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78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5.9a,b from the textbook ]</a:t>
            </a:r>
          </a:p>
        </p:txBody>
      </p:sp>
      <p:sp>
        <p:nvSpPr>
          <p:cNvPr id="91139" name="Title 1">
            <a:extLst>
              <a:ext uri="{FF2B5EF4-FFF2-40B4-BE49-F238E27FC236}">
                <a16:creationId xmlns:a16="http://schemas.microsoft.com/office/drawing/2014/main" id="{42FD01CD-73B9-4DE9-B31F-79AA60958482}"/>
              </a:ext>
            </a:extLst>
          </p:cNvPr>
          <p:cNvSpPr txBox="1">
            <a:spLocks/>
          </p:cNvSpPr>
          <p:nvPr/>
        </p:nvSpPr>
        <p:spPr bwMode="auto">
          <a:xfrm>
            <a:off x="0" y="87696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Timing Diagram for the Master-Slave D Flip-Flop</a:t>
            </a:r>
          </a:p>
        </p:txBody>
      </p:sp>
      <p:sp>
        <p:nvSpPr>
          <p:cNvPr id="58" name="Freeform 34">
            <a:extLst>
              <a:ext uri="{FF2B5EF4-FFF2-40B4-BE49-F238E27FC236}">
                <a16:creationId xmlns:a16="http://schemas.microsoft.com/office/drawing/2014/main" id="{391B5F6A-6FA5-4FAF-B0AB-C4D9960BCE32}"/>
              </a:ext>
            </a:extLst>
          </p:cNvPr>
          <p:cNvSpPr>
            <a:spLocks/>
          </p:cNvSpPr>
          <p:nvPr/>
        </p:nvSpPr>
        <p:spPr bwMode="auto">
          <a:xfrm>
            <a:off x="3316288" y="1130300"/>
            <a:ext cx="5675312" cy="266700"/>
          </a:xfrm>
          <a:custGeom>
            <a:avLst/>
            <a:gdLst>
              <a:gd name="T0" fmla="*/ 2147483646 w 7150"/>
              <a:gd name="T1" fmla="*/ 2147483646 h 336"/>
              <a:gd name="T2" fmla="*/ 2147483646 w 7150"/>
              <a:gd name="T3" fmla="*/ 2147483646 h 336"/>
              <a:gd name="T4" fmla="*/ 2147483646 w 7150"/>
              <a:gd name="T5" fmla="*/ 0 h 336"/>
              <a:gd name="T6" fmla="*/ 2147483646 w 7150"/>
              <a:gd name="T7" fmla="*/ 0 h 336"/>
              <a:gd name="T8" fmla="*/ 2147483646 w 7150"/>
              <a:gd name="T9" fmla="*/ 2147483646 h 336"/>
              <a:gd name="T10" fmla="*/ 2147483646 w 7150"/>
              <a:gd name="T11" fmla="*/ 2147483646 h 336"/>
              <a:gd name="T12" fmla="*/ 2147483646 w 7150"/>
              <a:gd name="T13" fmla="*/ 0 h 336"/>
              <a:gd name="T14" fmla="*/ 2147483646 w 7150"/>
              <a:gd name="T15" fmla="*/ 0 h 336"/>
              <a:gd name="T16" fmla="*/ 2147483646 w 7150"/>
              <a:gd name="T17" fmla="*/ 2147483646 h 336"/>
              <a:gd name="T18" fmla="*/ 2147483646 w 7150"/>
              <a:gd name="T19" fmla="*/ 2147483646 h 336"/>
              <a:gd name="T20" fmla="*/ 2147483646 w 7150"/>
              <a:gd name="T21" fmla="*/ 0 h 336"/>
              <a:gd name="T22" fmla="*/ 2147483646 w 7150"/>
              <a:gd name="T23" fmla="*/ 0 h 336"/>
              <a:gd name="T24" fmla="*/ 2147483646 w 7150"/>
              <a:gd name="T25" fmla="*/ 2147483646 h 336"/>
              <a:gd name="T26" fmla="*/ 0 w 7150"/>
              <a:gd name="T27" fmla="*/ 2147483646 h 3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150"/>
              <a:gd name="T43" fmla="*/ 0 h 336"/>
              <a:gd name="T44" fmla="*/ 7150 w 7150"/>
              <a:gd name="T45" fmla="*/ 336 h 3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150" h="336">
                <a:moveTo>
                  <a:pt x="7150" y="336"/>
                </a:moveTo>
                <a:lnTo>
                  <a:pt x="6118" y="336"/>
                </a:lnTo>
                <a:lnTo>
                  <a:pt x="6118" y="0"/>
                </a:lnTo>
                <a:lnTo>
                  <a:pt x="5111" y="0"/>
                </a:lnTo>
                <a:lnTo>
                  <a:pt x="5111" y="336"/>
                </a:lnTo>
                <a:lnTo>
                  <a:pt x="4079" y="336"/>
                </a:lnTo>
                <a:lnTo>
                  <a:pt x="4079" y="0"/>
                </a:lnTo>
                <a:lnTo>
                  <a:pt x="3071" y="0"/>
                </a:lnTo>
                <a:lnTo>
                  <a:pt x="3071" y="336"/>
                </a:lnTo>
                <a:lnTo>
                  <a:pt x="2040" y="336"/>
                </a:lnTo>
                <a:lnTo>
                  <a:pt x="2040" y="0"/>
                </a:lnTo>
                <a:lnTo>
                  <a:pt x="1032" y="0"/>
                </a:lnTo>
                <a:lnTo>
                  <a:pt x="1032" y="336"/>
                </a:lnTo>
                <a:lnTo>
                  <a:pt x="0" y="336"/>
                </a:ln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Freeform 35">
            <a:extLst>
              <a:ext uri="{FF2B5EF4-FFF2-40B4-BE49-F238E27FC236}">
                <a16:creationId xmlns:a16="http://schemas.microsoft.com/office/drawing/2014/main" id="{4C31085A-3F8B-4760-81BA-ACCACFE6E2CD}"/>
              </a:ext>
            </a:extLst>
          </p:cNvPr>
          <p:cNvSpPr>
            <a:spLocks/>
          </p:cNvSpPr>
          <p:nvPr/>
        </p:nvSpPr>
        <p:spPr bwMode="auto">
          <a:xfrm>
            <a:off x="3316288" y="1663700"/>
            <a:ext cx="5675312" cy="266700"/>
          </a:xfrm>
          <a:custGeom>
            <a:avLst/>
            <a:gdLst>
              <a:gd name="T0" fmla="*/ 2147483646 w 7150"/>
              <a:gd name="T1" fmla="*/ 0 h 336"/>
              <a:gd name="T2" fmla="*/ 2147483646 w 7150"/>
              <a:gd name="T3" fmla="*/ 0 h 336"/>
              <a:gd name="T4" fmla="*/ 2147483646 w 7150"/>
              <a:gd name="T5" fmla="*/ 2147483646 h 336"/>
              <a:gd name="T6" fmla="*/ 2147483646 w 7150"/>
              <a:gd name="T7" fmla="*/ 2147483646 h 336"/>
              <a:gd name="T8" fmla="*/ 2147483646 w 7150"/>
              <a:gd name="T9" fmla="*/ 0 h 336"/>
              <a:gd name="T10" fmla="*/ 2147483646 w 7150"/>
              <a:gd name="T11" fmla="*/ 0 h 336"/>
              <a:gd name="T12" fmla="*/ 2147483646 w 7150"/>
              <a:gd name="T13" fmla="*/ 2147483646 h 336"/>
              <a:gd name="T14" fmla="*/ 0 w 7150"/>
              <a:gd name="T15" fmla="*/ 2147483646 h 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50"/>
              <a:gd name="T25" fmla="*/ 0 h 336"/>
              <a:gd name="T26" fmla="*/ 7150 w 7150"/>
              <a:gd name="T27" fmla="*/ 336 h 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50" h="336">
                <a:moveTo>
                  <a:pt x="7150" y="0"/>
                </a:moveTo>
                <a:lnTo>
                  <a:pt x="4583" y="0"/>
                </a:lnTo>
                <a:lnTo>
                  <a:pt x="4583" y="336"/>
                </a:lnTo>
                <a:lnTo>
                  <a:pt x="2376" y="336"/>
                </a:lnTo>
                <a:lnTo>
                  <a:pt x="2376" y="0"/>
                </a:lnTo>
                <a:lnTo>
                  <a:pt x="1368" y="0"/>
                </a:lnTo>
                <a:lnTo>
                  <a:pt x="1368" y="336"/>
                </a:lnTo>
                <a:lnTo>
                  <a:pt x="0" y="33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Freeform 36">
            <a:extLst>
              <a:ext uri="{FF2B5EF4-FFF2-40B4-BE49-F238E27FC236}">
                <a16:creationId xmlns:a16="http://schemas.microsoft.com/office/drawing/2014/main" id="{EC4BFBB8-2623-45A1-AB42-8AB1BC5FD33B}"/>
              </a:ext>
            </a:extLst>
          </p:cNvPr>
          <p:cNvSpPr>
            <a:spLocks/>
          </p:cNvSpPr>
          <p:nvPr/>
        </p:nvSpPr>
        <p:spPr bwMode="auto">
          <a:xfrm>
            <a:off x="3316288" y="2197100"/>
            <a:ext cx="5675312" cy="266700"/>
          </a:xfrm>
          <a:custGeom>
            <a:avLst/>
            <a:gdLst>
              <a:gd name="T0" fmla="*/ 2147483646 w 7150"/>
              <a:gd name="T1" fmla="*/ 0 h 336"/>
              <a:gd name="T2" fmla="*/ 2147483646 w 7150"/>
              <a:gd name="T3" fmla="*/ 0 h 336"/>
              <a:gd name="T4" fmla="*/ 2147483646 w 7150"/>
              <a:gd name="T5" fmla="*/ 2147483646 h 336"/>
              <a:gd name="T6" fmla="*/ 2147483646 w 7150"/>
              <a:gd name="T7" fmla="*/ 2147483646 h 336"/>
              <a:gd name="T8" fmla="*/ 2147483646 w 7150"/>
              <a:gd name="T9" fmla="*/ 0 h 336"/>
              <a:gd name="T10" fmla="*/ 2147483646 w 7150"/>
              <a:gd name="T11" fmla="*/ 0 h 336"/>
              <a:gd name="T12" fmla="*/ 2147483646 w 7150"/>
              <a:gd name="T13" fmla="*/ 2147483646 h 336"/>
              <a:gd name="T14" fmla="*/ 0 w 7150"/>
              <a:gd name="T15" fmla="*/ 2147483646 h 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50"/>
              <a:gd name="T25" fmla="*/ 0 h 336"/>
              <a:gd name="T26" fmla="*/ 7150 w 7150"/>
              <a:gd name="T27" fmla="*/ 336 h 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50" h="336">
                <a:moveTo>
                  <a:pt x="7150" y="0"/>
                </a:moveTo>
                <a:lnTo>
                  <a:pt x="5111" y="0"/>
                </a:lnTo>
                <a:lnTo>
                  <a:pt x="5111" y="336"/>
                </a:lnTo>
                <a:lnTo>
                  <a:pt x="3071" y="336"/>
                </a:lnTo>
                <a:lnTo>
                  <a:pt x="3071" y="0"/>
                </a:lnTo>
                <a:lnTo>
                  <a:pt x="1368" y="0"/>
                </a:lnTo>
                <a:lnTo>
                  <a:pt x="1368" y="336"/>
                </a:lnTo>
                <a:lnTo>
                  <a:pt x="0" y="336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37">
            <a:extLst>
              <a:ext uri="{FF2B5EF4-FFF2-40B4-BE49-F238E27FC236}">
                <a16:creationId xmlns:a16="http://schemas.microsoft.com/office/drawing/2014/main" id="{90DF1F11-4206-4FD8-AD1D-B9C47E95A6DB}"/>
              </a:ext>
            </a:extLst>
          </p:cNvPr>
          <p:cNvSpPr>
            <a:spLocks/>
          </p:cNvSpPr>
          <p:nvPr/>
        </p:nvSpPr>
        <p:spPr bwMode="auto">
          <a:xfrm>
            <a:off x="3316288" y="2749550"/>
            <a:ext cx="5675312" cy="266700"/>
          </a:xfrm>
          <a:custGeom>
            <a:avLst/>
            <a:gdLst>
              <a:gd name="T0" fmla="*/ 2147483646 w 7150"/>
              <a:gd name="T1" fmla="*/ 0 h 335"/>
              <a:gd name="T2" fmla="*/ 2147483646 w 7150"/>
              <a:gd name="T3" fmla="*/ 0 h 335"/>
              <a:gd name="T4" fmla="*/ 2147483646 w 7150"/>
              <a:gd name="T5" fmla="*/ 2147483646 h 335"/>
              <a:gd name="T6" fmla="*/ 2147483646 w 7150"/>
              <a:gd name="T7" fmla="*/ 2147483646 h 335"/>
              <a:gd name="T8" fmla="*/ 2147483646 w 7150"/>
              <a:gd name="T9" fmla="*/ 0 h 335"/>
              <a:gd name="T10" fmla="*/ 2147483646 w 7150"/>
              <a:gd name="T11" fmla="*/ 0 h 335"/>
              <a:gd name="T12" fmla="*/ 2147483646 w 7150"/>
              <a:gd name="T13" fmla="*/ 2147483646 h 335"/>
              <a:gd name="T14" fmla="*/ 0 w 7150"/>
              <a:gd name="T15" fmla="*/ 2147483646 h 33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150"/>
              <a:gd name="T25" fmla="*/ 0 h 335"/>
              <a:gd name="T26" fmla="*/ 7150 w 7150"/>
              <a:gd name="T27" fmla="*/ 335 h 33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150" h="335">
                <a:moveTo>
                  <a:pt x="7150" y="0"/>
                </a:moveTo>
                <a:lnTo>
                  <a:pt x="6118" y="0"/>
                </a:lnTo>
                <a:lnTo>
                  <a:pt x="6118" y="335"/>
                </a:lnTo>
                <a:lnTo>
                  <a:pt x="4079" y="335"/>
                </a:lnTo>
                <a:lnTo>
                  <a:pt x="4079" y="0"/>
                </a:lnTo>
                <a:lnTo>
                  <a:pt x="2040" y="0"/>
                </a:lnTo>
                <a:lnTo>
                  <a:pt x="2040" y="335"/>
                </a:lnTo>
                <a:lnTo>
                  <a:pt x="0" y="335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62" name="Rectangle 43">
            <a:extLst>
              <a:ext uri="{FF2B5EF4-FFF2-40B4-BE49-F238E27FC236}">
                <a16:creationId xmlns:a16="http://schemas.microsoft.com/office/drawing/2014/main" id="{4B60ACE9-0C7C-4318-A260-1AC203823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1752600"/>
            <a:ext cx="2444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3" name="Rectangle 44">
            <a:extLst>
              <a:ext uri="{FF2B5EF4-FFF2-40B4-BE49-F238E27FC236}">
                <a16:creationId xmlns:a16="http://schemas.microsoft.com/office/drawing/2014/main" id="{63395C4E-18A4-4B94-ACF5-07AD500D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1162050"/>
            <a:ext cx="54292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Clock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4" name="Rectangle 45">
            <a:extLst>
              <a:ext uri="{FF2B5EF4-FFF2-40B4-BE49-F238E27FC236}">
                <a16:creationId xmlns:a16="http://schemas.microsoft.com/office/drawing/2014/main" id="{16E1DAB2-92E5-4296-BE5E-B9C71039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217738"/>
            <a:ext cx="244475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5" name="Rectangle 46">
            <a:extLst>
              <a:ext uri="{FF2B5EF4-FFF2-40B4-BE49-F238E27FC236}">
                <a16:creationId xmlns:a16="http://schemas.microsoft.com/office/drawing/2014/main" id="{5741D5F7-C00E-4855-A167-5DE4ABAED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305050"/>
            <a:ext cx="198437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m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6" name="Rectangle 47">
            <a:extLst>
              <a:ext uri="{FF2B5EF4-FFF2-40B4-BE49-F238E27FC236}">
                <a16:creationId xmlns:a16="http://schemas.microsoft.com/office/drawing/2014/main" id="{E6C43B37-C9FB-4825-BBBE-78495E27C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2768600"/>
            <a:ext cx="2444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7" name="Rectangle 48">
            <a:extLst>
              <a:ext uri="{FF2B5EF4-FFF2-40B4-BE49-F238E27FC236}">
                <a16:creationId xmlns:a16="http://schemas.microsoft.com/office/drawing/2014/main" id="{10AD6987-1C62-401B-95AB-A2CD2DBAE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2768600"/>
            <a:ext cx="2444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8" name="Rectangle 49">
            <a:extLst>
              <a:ext uri="{FF2B5EF4-FFF2-40B4-BE49-F238E27FC236}">
                <a16:creationId xmlns:a16="http://schemas.microsoft.com/office/drawing/2014/main" id="{3967EEF1-E604-443A-87D7-B325F7200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0" y="2857500"/>
            <a:ext cx="1460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s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9" name="Rectangle 51">
            <a:extLst>
              <a:ext uri="{FF2B5EF4-FFF2-40B4-BE49-F238E27FC236}">
                <a16:creationId xmlns:a16="http://schemas.microsoft.com/office/drawing/2014/main" id="{64DE9E04-45A4-4889-9C8D-14F0774D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2768600"/>
            <a:ext cx="215900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= </a:t>
            </a: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5FE4836-E15C-4D6F-8652-8911E69C481A}"/>
              </a:ext>
            </a:extLst>
          </p:cNvPr>
          <p:cNvCxnSpPr>
            <a:cxnSpLocks/>
          </p:cNvCxnSpPr>
          <p:nvPr/>
        </p:nvCxnSpPr>
        <p:spPr bwMode="auto">
          <a:xfrm>
            <a:off x="4933950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F5E57E0-B8BC-4182-9D4E-78E064A02975}"/>
              </a:ext>
            </a:extLst>
          </p:cNvPr>
          <p:cNvCxnSpPr>
            <a:cxnSpLocks/>
          </p:cNvCxnSpPr>
          <p:nvPr/>
        </p:nvCxnSpPr>
        <p:spPr bwMode="auto">
          <a:xfrm>
            <a:off x="6553200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561E1C7-7BED-4D7E-9E68-4A46CF83C783}"/>
              </a:ext>
            </a:extLst>
          </p:cNvPr>
          <p:cNvCxnSpPr>
            <a:cxnSpLocks/>
          </p:cNvCxnSpPr>
          <p:nvPr/>
        </p:nvCxnSpPr>
        <p:spPr bwMode="auto">
          <a:xfrm>
            <a:off x="4122737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DB9B300-7ADA-4D21-BE18-717F969B1582}"/>
              </a:ext>
            </a:extLst>
          </p:cNvPr>
          <p:cNvCxnSpPr>
            <a:cxnSpLocks/>
          </p:cNvCxnSpPr>
          <p:nvPr/>
        </p:nvCxnSpPr>
        <p:spPr bwMode="auto">
          <a:xfrm>
            <a:off x="5715000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8E0A8BF-7F34-4A08-AC97-358012963132}"/>
              </a:ext>
            </a:extLst>
          </p:cNvPr>
          <p:cNvCxnSpPr>
            <a:cxnSpLocks/>
          </p:cNvCxnSpPr>
          <p:nvPr/>
        </p:nvCxnSpPr>
        <p:spPr bwMode="auto">
          <a:xfrm>
            <a:off x="7391400" y="609600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3B1F5E-5287-44F8-8FF2-CA8BC9E3ADCF}"/>
              </a:ext>
            </a:extLst>
          </p:cNvPr>
          <p:cNvCxnSpPr>
            <a:cxnSpLocks/>
          </p:cNvCxnSpPr>
          <p:nvPr/>
        </p:nvCxnSpPr>
        <p:spPr bwMode="auto">
          <a:xfrm>
            <a:off x="8153400" y="642705"/>
            <a:ext cx="0" cy="28956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3BEFAB-EE49-414B-9903-E78A7E760B9A}"/>
              </a:ext>
            </a:extLst>
          </p:cNvPr>
          <p:cNvSpPr txBox="1"/>
          <p:nvPr/>
        </p:nvSpPr>
        <p:spPr>
          <a:xfrm>
            <a:off x="4122737" y="510254"/>
            <a:ext cx="410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1      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2         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70489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3">
            <a:extLst>
              <a:ext uri="{FF2B5EF4-FFF2-40B4-BE49-F238E27FC236}">
                <a16:creationId xmlns:a16="http://schemas.microsoft.com/office/drawing/2014/main" id="{CB234DE9-70D1-44A6-AF98-A002719EE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Edge-Triggered D Flip-Flops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5D1A47CA-38E9-774A-865D-FC8F1ED79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Motivation</a:t>
            </a:r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C1CFB7AC-123E-42D1-B286-D3A8F40F84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1447800"/>
            <a:ext cx="8991600" cy="914400"/>
          </a:xfrm>
        </p:spPr>
        <p:txBody>
          <a:bodyPr/>
          <a:lstStyle/>
          <a:p>
            <a:pPr marL="0" indent="0" algn="just" eaLnBrk="1" hangingPunct="1">
              <a:buFontTx/>
              <a:buNone/>
            </a:pPr>
            <a:r>
              <a:rPr lang="en-US" altLang="en-US" sz="2700" dirty="0"/>
              <a:t>In some cases we need to use a memory storage device that can </a:t>
            </a:r>
            <a:r>
              <a:rPr lang="en-US" altLang="en-US" sz="2700" dirty="0">
                <a:solidFill>
                  <a:srgbClr val="0070C0"/>
                </a:solidFill>
              </a:rPr>
              <a:t>change its state no more than once during each clock cycle.</a:t>
            </a:r>
            <a:endParaRPr lang="en-US" altLang="en-US" sz="2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>
            <a:extLst>
              <a:ext uri="{FF2B5EF4-FFF2-40B4-BE49-F238E27FC236}">
                <a16:creationId xmlns:a16="http://schemas.microsoft.com/office/drawing/2014/main" id="{DF438B97-4611-465C-86F1-FDDE7C12B7F8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Negative-Edge-Triggered Master-Slave D Flip-Flop</a:t>
            </a:r>
          </a:p>
        </p:txBody>
      </p:sp>
      <p:sp>
        <p:nvSpPr>
          <p:cNvPr id="95234" name="Title 1">
            <a:extLst>
              <a:ext uri="{FF2B5EF4-FFF2-40B4-BE49-F238E27FC236}">
                <a16:creationId xmlns:a16="http://schemas.microsoft.com/office/drawing/2014/main" id="{8BD3D752-5645-4A81-B166-0E5321C3F837}"/>
              </a:ext>
            </a:extLst>
          </p:cNvPr>
          <p:cNvSpPr txBox="1">
            <a:spLocks/>
          </p:cNvSpPr>
          <p:nvPr/>
        </p:nvSpPr>
        <p:spPr bwMode="auto">
          <a:xfrm>
            <a:off x="-20638" y="2822575"/>
            <a:ext cx="91440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Master-Slave D Flip-Flop</a:t>
            </a:r>
          </a:p>
        </p:txBody>
      </p:sp>
      <p:grpSp>
        <p:nvGrpSpPr>
          <p:cNvPr id="95235" name="Group 12">
            <a:extLst>
              <a:ext uri="{FF2B5EF4-FFF2-40B4-BE49-F238E27FC236}">
                <a16:creationId xmlns:a16="http://schemas.microsoft.com/office/drawing/2014/main" id="{5A37D05C-0C24-4FF3-A4D9-DDAABB6E4BED}"/>
              </a:ext>
            </a:extLst>
          </p:cNvPr>
          <p:cNvGrpSpPr>
            <a:grpSpLocks/>
          </p:cNvGrpSpPr>
          <p:nvPr/>
        </p:nvGrpSpPr>
        <p:grpSpPr bwMode="auto">
          <a:xfrm>
            <a:off x="3544888" y="1295400"/>
            <a:ext cx="1485900" cy="1063625"/>
            <a:chOff x="3848100" y="3200400"/>
            <a:chExt cx="1485900" cy="1063625"/>
          </a:xfrm>
        </p:grpSpPr>
        <p:sp>
          <p:nvSpPr>
            <p:cNvPr id="95247" name="Rectangle 50">
              <a:extLst>
                <a:ext uri="{FF2B5EF4-FFF2-40B4-BE49-F238E27FC236}">
                  <a16:creationId xmlns:a16="http://schemas.microsoft.com/office/drawing/2014/main" id="{7D4793B4-93E6-42B5-83FC-F008C93C8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8150" y="3200400"/>
              <a:ext cx="666750" cy="10636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5248" name="Rectangle 52">
              <a:extLst>
                <a:ext uri="{FF2B5EF4-FFF2-40B4-BE49-F238E27FC236}">
                  <a16:creationId xmlns:a16="http://schemas.microsoft.com/office/drawing/2014/main" id="{68E7BA69-516C-4E1C-A8B0-D1AFDDF2E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337343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5249" name="Rectangle 53">
              <a:extLst>
                <a:ext uri="{FF2B5EF4-FFF2-40B4-BE49-F238E27FC236}">
                  <a16:creationId xmlns:a16="http://schemas.microsoft.com/office/drawing/2014/main" id="{DB39705B-21A1-41C4-B3EF-84DE29A9F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1700" y="336708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5250" name="Line 54">
              <a:extLst>
                <a:ext uri="{FF2B5EF4-FFF2-40B4-BE49-F238E27FC236}">
                  <a16:creationId xmlns:a16="http://schemas.microsoft.com/office/drawing/2014/main" id="{078C3D44-8F24-43E6-85CF-02DB1D4C8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4400" y="3902075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51" name="Freeform 55">
              <a:extLst>
                <a:ext uri="{FF2B5EF4-FFF2-40B4-BE49-F238E27FC236}">
                  <a16:creationId xmlns:a16="http://schemas.microsoft.com/office/drawing/2014/main" id="{EB550BD1-1B42-40F2-9BB8-CF7A177DB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3940175"/>
              <a:ext cx="133350" cy="133350"/>
            </a:xfrm>
            <a:custGeom>
              <a:avLst/>
              <a:gdLst>
                <a:gd name="T0" fmla="*/ 0 w 167"/>
                <a:gd name="T1" fmla="*/ 2147483646 h 168"/>
                <a:gd name="T2" fmla="*/ 2147483646 w 167"/>
                <a:gd name="T3" fmla="*/ 2147483646 h 168"/>
                <a:gd name="T4" fmla="*/ 0 w 167"/>
                <a:gd name="T5" fmla="*/ 0 h 168"/>
                <a:gd name="T6" fmla="*/ 0 60000 65536"/>
                <a:gd name="T7" fmla="*/ 0 60000 65536"/>
                <a:gd name="T8" fmla="*/ 0 60000 65536"/>
                <a:gd name="T9" fmla="*/ 0 w 167"/>
                <a:gd name="T10" fmla="*/ 0 h 168"/>
                <a:gd name="T11" fmla="*/ 167 w 167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168">
                  <a:moveTo>
                    <a:pt x="0" y="168"/>
                  </a:moveTo>
                  <a:lnTo>
                    <a:pt x="167" y="7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52" name="Freeform 57">
              <a:extLst>
                <a:ext uri="{FF2B5EF4-FFF2-40B4-BE49-F238E27FC236}">
                  <a16:creationId xmlns:a16="http://schemas.microsoft.com/office/drawing/2014/main" id="{46116D42-D3BD-4DFC-9F4F-9BBE9DE15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313" y="3957638"/>
              <a:ext cx="85725" cy="87313"/>
            </a:xfrm>
            <a:custGeom>
              <a:avLst/>
              <a:gdLst>
                <a:gd name="T0" fmla="*/ 2147483646 w 109"/>
                <a:gd name="T1" fmla="*/ 0 h 109"/>
                <a:gd name="T2" fmla="*/ 2147483646 w 109"/>
                <a:gd name="T3" fmla="*/ 2147483646 h 109"/>
                <a:gd name="T4" fmla="*/ 2147483646 w 109"/>
                <a:gd name="T5" fmla="*/ 2147483646 h 109"/>
                <a:gd name="T6" fmla="*/ 2147483646 w 109"/>
                <a:gd name="T7" fmla="*/ 2147483646 h 109"/>
                <a:gd name="T8" fmla="*/ 2147483646 w 109"/>
                <a:gd name="T9" fmla="*/ 2147483646 h 109"/>
                <a:gd name="T10" fmla="*/ 2147483646 w 109"/>
                <a:gd name="T11" fmla="*/ 2147483646 h 109"/>
                <a:gd name="T12" fmla="*/ 2147483646 w 109"/>
                <a:gd name="T13" fmla="*/ 2147483646 h 109"/>
                <a:gd name="T14" fmla="*/ 2147483646 w 109"/>
                <a:gd name="T15" fmla="*/ 2147483646 h 109"/>
                <a:gd name="T16" fmla="*/ 0 w 109"/>
                <a:gd name="T17" fmla="*/ 2147483646 h 109"/>
                <a:gd name="T18" fmla="*/ 0 w 109"/>
                <a:gd name="T19" fmla="*/ 2147483646 h 109"/>
                <a:gd name="T20" fmla="*/ 0 w 109"/>
                <a:gd name="T21" fmla="*/ 2147483646 h 109"/>
                <a:gd name="T22" fmla="*/ 0 w 109"/>
                <a:gd name="T23" fmla="*/ 2147483646 h 109"/>
                <a:gd name="T24" fmla="*/ 0 w 109"/>
                <a:gd name="T25" fmla="*/ 2147483646 h 109"/>
                <a:gd name="T26" fmla="*/ 2147483646 w 109"/>
                <a:gd name="T27" fmla="*/ 2147483646 h 109"/>
                <a:gd name="T28" fmla="*/ 2147483646 w 109"/>
                <a:gd name="T29" fmla="*/ 2147483646 h 109"/>
                <a:gd name="T30" fmla="*/ 2147483646 w 109"/>
                <a:gd name="T31" fmla="*/ 2147483646 h 109"/>
                <a:gd name="T32" fmla="*/ 2147483646 w 109"/>
                <a:gd name="T33" fmla="*/ 2147483646 h 109"/>
                <a:gd name="T34" fmla="*/ 2147483646 w 109"/>
                <a:gd name="T35" fmla="*/ 2147483646 h 109"/>
                <a:gd name="T36" fmla="*/ 2147483646 w 109"/>
                <a:gd name="T37" fmla="*/ 2147483646 h 109"/>
                <a:gd name="T38" fmla="*/ 2147483646 w 109"/>
                <a:gd name="T39" fmla="*/ 2147483646 h 109"/>
                <a:gd name="T40" fmla="*/ 2147483646 w 109"/>
                <a:gd name="T41" fmla="*/ 2147483646 h 109"/>
                <a:gd name="T42" fmla="*/ 2147483646 w 109"/>
                <a:gd name="T43" fmla="*/ 2147483646 h 109"/>
                <a:gd name="T44" fmla="*/ 2147483646 w 109"/>
                <a:gd name="T45" fmla="*/ 2147483646 h 109"/>
                <a:gd name="T46" fmla="*/ 2147483646 w 109"/>
                <a:gd name="T47" fmla="*/ 2147483646 h 109"/>
                <a:gd name="T48" fmla="*/ 2147483646 w 109"/>
                <a:gd name="T49" fmla="*/ 2147483646 h 109"/>
                <a:gd name="T50" fmla="*/ 2147483646 w 109"/>
                <a:gd name="T51" fmla="*/ 2147483646 h 109"/>
                <a:gd name="T52" fmla="*/ 2147483646 w 109"/>
                <a:gd name="T53" fmla="*/ 2147483646 h 109"/>
                <a:gd name="T54" fmla="*/ 2147483646 w 109"/>
                <a:gd name="T55" fmla="*/ 2147483646 h 109"/>
                <a:gd name="T56" fmla="*/ 2147483646 w 109"/>
                <a:gd name="T57" fmla="*/ 2147483646 h 109"/>
                <a:gd name="T58" fmla="*/ 2147483646 w 109"/>
                <a:gd name="T59" fmla="*/ 2147483646 h 109"/>
                <a:gd name="T60" fmla="*/ 2147483646 w 109"/>
                <a:gd name="T61" fmla="*/ 2147483646 h 109"/>
                <a:gd name="T62" fmla="*/ 2147483646 w 109"/>
                <a:gd name="T63" fmla="*/ 2147483646 h 109"/>
                <a:gd name="T64" fmla="*/ 2147483646 w 109"/>
                <a:gd name="T65" fmla="*/ 2147483646 h 109"/>
                <a:gd name="T66" fmla="*/ 2147483646 w 109"/>
                <a:gd name="T67" fmla="*/ 2147483646 h 109"/>
                <a:gd name="T68" fmla="*/ 2147483646 w 109"/>
                <a:gd name="T69" fmla="*/ 2147483646 h 109"/>
                <a:gd name="T70" fmla="*/ 2147483646 w 109"/>
                <a:gd name="T71" fmla="*/ 2147483646 h 109"/>
                <a:gd name="T72" fmla="*/ 2147483646 w 109"/>
                <a:gd name="T73" fmla="*/ 2147483646 h 109"/>
                <a:gd name="T74" fmla="*/ 2147483646 w 109"/>
                <a:gd name="T75" fmla="*/ 2147483646 h 109"/>
                <a:gd name="T76" fmla="*/ 2147483646 w 109"/>
                <a:gd name="T77" fmla="*/ 2147483646 h 109"/>
                <a:gd name="T78" fmla="*/ 2147483646 w 109"/>
                <a:gd name="T79" fmla="*/ 2147483646 h 109"/>
                <a:gd name="T80" fmla="*/ 2147483646 w 109"/>
                <a:gd name="T81" fmla="*/ 2147483646 h 109"/>
                <a:gd name="T82" fmla="*/ 2147483646 w 109"/>
                <a:gd name="T83" fmla="*/ 2147483646 h 109"/>
                <a:gd name="T84" fmla="*/ 2147483646 w 109"/>
                <a:gd name="T85" fmla="*/ 0 h 109"/>
                <a:gd name="T86" fmla="*/ 2147483646 w 109"/>
                <a:gd name="T87" fmla="*/ 0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09"/>
                <a:gd name="T133" fmla="*/ 0 h 109"/>
                <a:gd name="T134" fmla="*/ 109 w 109"/>
                <a:gd name="T135" fmla="*/ 109 h 10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09" h="109">
                  <a:moveTo>
                    <a:pt x="54" y="0"/>
                  </a:moveTo>
                  <a:lnTo>
                    <a:pt x="52" y="0"/>
                  </a:lnTo>
                  <a:lnTo>
                    <a:pt x="49" y="0"/>
                  </a:lnTo>
                  <a:lnTo>
                    <a:pt x="46" y="0"/>
                  </a:lnTo>
                  <a:lnTo>
                    <a:pt x="43" y="2"/>
                  </a:lnTo>
                  <a:lnTo>
                    <a:pt x="41" y="2"/>
                  </a:lnTo>
                  <a:lnTo>
                    <a:pt x="39" y="3"/>
                  </a:lnTo>
                  <a:lnTo>
                    <a:pt x="36" y="4"/>
                  </a:lnTo>
                  <a:lnTo>
                    <a:pt x="34" y="4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8"/>
                  </a:lnTo>
                  <a:lnTo>
                    <a:pt x="24" y="10"/>
                  </a:lnTo>
                  <a:lnTo>
                    <a:pt x="22" y="11"/>
                  </a:lnTo>
                  <a:lnTo>
                    <a:pt x="19" y="12"/>
                  </a:lnTo>
                  <a:lnTo>
                    <a:pt x="18" y="15"/>
                  </a:lnTo>
                  <a:lnTo>
                    <a:pt x="16" y="16"/>
                  </a:lnTo>
                  <a:lnTo>
                    <a:pt x="15" y="18"/>
                  </a:lnTo>
                  <a:lnTo>
                    <a:pt x="12" y="20"/>
                  </a:lnTo>
                  <a:lnTo>
                    <a:pt x="11" y="22"/>
                  </a:lnTo>
                  <a:lnTo>
                    <a:pt x="10" y="24"/>
                  </a:lnTo>
                  <a:lnTo>
                    <a:pt x="7" y="27"/>
                  </a:lnTo>
                  <a:lnTo>
                    <a:pt x="6" y="29"/>
                  </a:lnTo>
                  <a:lnTo>
                    <a:pt x="5" y="32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3" y="39"/>
                  </a:lnTo>
                  <a:lnTo>
                    <a:pt x="1" y="41"/>
                  </a:lnTo>
                  <a:lnTo>
                    <a:pt x="1" y="44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1" y="69"/>
                  </a:lnTo>
                  <a:lnTo>
                    <a:pt x="3" y="71"/>
                  </a:lnTo>
                  <a:lnTo>
                    <a:pt x="4" y="74"/>
                  </a:lnTo>
                  <a:lnTo>
                    <a:pt x="4" y="76"/>
                  </a:lnTo>
                  <a:lnTo>
                    <a:pt x="5" y="78"/>
                  </a:lnTo>
                  <a:lnTo>
                    <a:pt x="6" y="81"/>
                  </a:lnTo>
                  <a:lnTo>
                    <a:pt x="7" y="83"/>
                  </a:lnTo>
                  <a:lnTo>
                    <a:pt x="10" y="86"/>
                  </a:lnTo>
                  <a:lnTo>
                    <a:pt x="11" y="87"/>
                  </a:lnTo>
                  <a:lnTo>
                    <a:pt x="12" y="89"/>
                  </a:lnTo>
                  <a:lnTo>
                    <a:pt x="15" y="92"/>
                  </a:lnTo>
                  <a:lnTo>
                    <a:pt x="16" y="93"/>
                  </a:lnTo>
                  <a:lnTo>
                    <a:pt x="18" y="95"/>
                  </a:lnTo>
                  <a:lnTo>
                    <a:pt x="19" y="96"/>
                  </a:lnTo>
                  <a:lnTo>
                    <a:pt x="22" y="99"/>
                  </a:lnTo>
                  <a:lnTo>
                    <a:pt x="24" y="100"/>
                  </a:lnTo>
                  <a:lnTo>
                    <a:pt x="27" y="101"/>
                  </a:lnTo>
                  <a:lnTo>
                    <a:pt x="29" y="102"/>
                  </a:lnTo>
                  <a:lnTo>
                    <a:pt x="31" y="103"/>
                  </a:lnTo>
                  <a:lnTo>
                    <a:pt x="34" y="105"/>
                  </a:lnTo>
                  <a:lnTo>
                    <a:pt x="36" y="106"/>
                  </a:lnTo>
                  <a:lnTo>
                    <a:pt x="39" y="107"/>
                  </a:lnTo>
                  <a:lnTo>
                    <a:pt x="41" y="107"/>
                  </a:lnTo>
                  <a:lnTo>
                    <a:pt x="43" y="108"/>
                  </a:lnTo>
                  <a:lnTo>
                    <a:pt x="46" y="108"/>
                  </a:lnTo>
                  <a:lnTo>
                    <a:pt x="49" y="108"/>
                  </a:lnTo>
                  <a:lnTo>
                    <a:pt x="52" y="109"/>
                  </a:lnTo>
                  <a:lnTo>
                    <a:pt x="54" y="109"/>
                  </a:lnTo>
                  <a:lnTo>
                    <a:pt x="58" y="109"/>
                  </a:lnTo>
                  <a:lnTo>
                    <a:pt x="60" y="108"/>
                  </a:lnTo>
                  <a:lnTo>
                    <a:pt x="63" y="108"/>
                  </a:lnTo>
                  <a:lnTo>
                    <a:pt x="65" y="108"/>
                  </a:lnTo>
                  <a:lnTo>
                    <a:pt x="69" y="107"/>
                  </a:lnTo>
                  <a:lnTo>
                    <a:pt x="71" y="107"/>
                  </a:lnTo>
                  <a:lnTo>
                    <a:pt x="73" y="106"/>
                  </a:lnTo>
                  <a:lnTo>
                    <a:pt x="76" y="105"/>
                  </a:lnTo>
                  <a:lnTo>
                    <a:pt x="78" y="103"/>
                  </a:lnTo>
                  <a:lnTo>
                    <a:pt x="81" y="102"/>
                  </a:lnTo>
                  <a:lnTo>
                    <a:pt x="83" y="101"/>
                  </a:lnTo>
                  <a:lnTo>
                    <a:pt x="85" y="100"/>
                  </a:lnTo>
                  <a:lnTo>
                    <a:pt x="87" y="99"/>
                  </a:lnTo>
                  <a:lnTo>
                    <a:pt x="89" y="96"/>
                  </a:lnTo>
                  <a:lnTo>
                    <a:pt x="91" y="95"/>
                  </a:lnTo>
                  <a:lnTo>
                    <a:pt x="93" y="93"/>
                  </a:lnTo>
                  <a:lnTo>
                    <a:pt x="95" y="92"/>
                  </a:lnTo>
                  <a:lnTo>
                    <a:pt x="96" y="89"/>
                  </a:lnTo>
                  <a:lnTo>
                    <a:pt x="99" y="87"/>
                  </a:lnTo>
                  <a:lnTo>
                    <a:pt x="100" y="86"/>
                  </a:lnTo>
                  <a:lnTo>
                    <a:pt x="101" y="83"/>
                  </a:lnTo>
                  <a:lnTo>
                    <a:pt x="102" y="81"/>
                  </a:lnTo>
                  <a:lnTo>
                    <a:pt x="103" y="78"/>
                  </a:lnTo>
                  <a:lnTo>
                    <a:pt x="105" y="76"/>
                  </a:lnTo>
                  <a:lnTo>
                    <a:pt x="106" y="74"/>
                  </a:lnTo>
                  <a:lnTo>
                    <a:pt x="107" y="71"/>
                  </a:lnTo>
                  <a:lnTo>
                    <a:pt x="107" y="69"/>
                  </a:lnTo>
                  <a:lnTo>
                    <a:pt x="108" y="65"/>
                  </a:lnTo>
                  <a:lnTo>
                    <a:pt x="108" y="63"/>
                  </a:lnTo>
                  <a:lnTo>
                    <a:pt x="108" y="60"/>
                  </a:lnTo>
                  <a:lnTo>
                    <a:pt x="109" y="58"/>
                  </a:lnTo>
                  <a:lnTo>
                    <a:pt x="109" y="54"/>
                  </a:lnTo>
                  <a:lnTo>
                    <a:pt x="109" y="52"/>
                  </a:lnTo>
                  <a:lnTo>
                    <a:pt x="108" y="50"/>
                  </a:lnTo>
                  <a:lnTo>
                    <a:pt x="108" y="46"/>
                  </a:lnTo>
                  <a:lnTo>
                    <a:pt x="108" y="44"/>
                  </a:lnTo>
                  <a:lnTo>
                    <a:pt x="107" y="41"/>
                  </a:lnTo>
                  <a:lnTo>
                    <a:pt x="107" y="39"/>
                  </a:lnTo>
                  <a:lnTo>
                    <a:pt x="106" y="36"/>
                  </a:lnTo>
                  <a:lnTo>
                    <a:pt x="105" y="34"/>
                  </a:lnTo>
                  <a:lnTo>
                    <a:pt x="103" y="32"/>
                  </a:lnTo>
                  <a:lnTo>
                    <a:pt x="102" y="29"/>
                  </a:lnTo>
                  <a:lnTo>
                    <a:pt x="101" y="27"/>
                  </a:lnTo>
                  <a:lnTo>
                    <a:pt x="100" y="24"/>
                  </a:lnTo>
                  <a:lnTo>
                    <a:pt x="99" y="22"/>
                  </a:lnTo>
                  <a:lnTo>
                    <a:pt x="96" y="20"/>
                  </a:lnTo>
                  <a:lnTo>
                    <a:pt x="95" y="18"/>
                  </a:lnTo>
                  <a:lnTo>
                    <a:pt x="93" y="16"/>
                  </a:lnTo>
                  <a:lnTo>
                    <a:pt x="91" y="15"/>
                  </a:lnTo>
                  <a:lnTo>
                    <a:pt x="89" y="12"/>
                  </a:lnTo>
                  <a:lnTo>
                    <a:pt x="87" y="11"/>
                  </a:lnTo>
                  <a:lnTo>
                    <a:pt x="85" y="10"/>
                  </a:lnTo>
                  <a:lnTo>
                    <a:pt x="83" y="8"/>
                  </a:lnTo>
                  <a:lnTo>
                    <a:pt x="81" y="6"/>
                  </a:lnTo>
                  <a:lnTo>
                    <a:pt x="78" y="5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3"/>
                  </a:lnTo>
                  <a:lnTo>
                    <a:pt x="69" y="2"/>
                  </a:lnTo>
                  <a:lnTo>
                    <a:pt x="65" y="2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8" y="0"/>
                  </a:lnTo>
                  <a:lnTo>
                    <a:pt x="5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53" name="Line 58">
              <a:extLst>
                <a:ext uri="{FF2B5EF4-FFF2-40B4-BE49-F238E27FC236}">
                  <a16:creationId xmlns:a16="http://schemas.microsoft.com/office/drawing/2014/main" id="{70A7B976-3D7C-41FF-AC8D-7918B7739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100" y="3997325"/>
              <a:ext cx="3032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54" name="Line 59">
              <a:extLst>
                <a:ext uri="{FF2B5EF4-FFF2-40B4-BE49-F238E27FC236}">
                  <a16:creationId xmlns:a16="http://schemas.microsoft.com/office/drawing/2014/main" id="{6EA1A4F6-0BC9-46CE-A4E9-50C26B814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100" y="3467100"/>
              <a:ext cx="4000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55" name="Line 60">
              <a:extLst>
                <a:ext uri="{FF2B5EF4-FFF2-40B4-BE49-F238E27FC236}">
                  <a16:creationId xmlns:a16="http://schemas.microsoft.com/office/drawing/2014/main" id="{34BD2453-3016-4E07-8DA8-3D6A939F8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4900" y="3467100"/>
              <a:ext cx="419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56" name="Line 61">
              <a:extLst>
                <a:ext uri="{FF2B5EF4-FFF2-40B4-BE49-F238E27FC236}">
                  <a16:creationId xmlns:a16="http://schemas.microsoft.com/office/drawing/2014/main" id="{45DA225B-A8BB-4300-A922-A96745339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4900" y="3997325"/>
              <a:ext cx="4191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57" name="Rectangle 62">
              <a:extLst>
                <a:ext uri="{FF2B5EF4-FFF2-40B4-BE49-F238E27FC236}">
                  <a16:creationId xmlns:a16="http://schemas.microsoft.com/office/drawing/2014/main" id="{AE45BFFB-26AD-4BDF-BE5E-F6F8B180E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8" y="3911600"/>
              <a:ext cx="2444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grpSp>
        <p:nvGrpSpPr>
          <p:cNvPr id="95236" name="Group 3">
            <a:extLst>
              <a:ext uri="{FF2B5EF4-FFF2-40B4-BE49-F238E27FC236}">
                <a16:creationId xmlns:a16="http://schemas.microsoft.com/office/drawing/2014/main" id="{1D3457A7-C6A9-402A-A2E6-181AF4FB70A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813175"/>
            <a:ext cx="1485900" cy="1063625"/>
            <a:chOff x="3581400" y="4936682"/>
            <a:chExt cx="1485900" cy="1063625"/>
          </a:xfrm>
        </p:grpSpPr>
        <p:sp>
          <p:nvSpPr>
            <p:cNvPr id="95237" name="Rectangle 50">
              <a:extLst>
                <a:ext uri="{FF2B5EF4-FFF2-40B4-BE49-F238E27FC236}">
                  <a16:creationId xmlns:a16="http://schemas.microsoft.com/office/drawing/2014/main" id="{C6E5CEAB-BE9C-4467-8396-226CCEAD1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450" y="4936682"/>
              <a:ext cx="666750" cy="10636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5238" name="Rectangle 52">
              <a:extLst>
                <a:ext uri="{FF2B5EF4-FFF2-40B4-BE49-F238E27FC236}">
                  <a16:creationId xmlns:a16="http://schemas.microsoft.com/office/drawing/2014/main" id="{7DF8EEA5-AEA4-4A20-B4C9-5B5E01B50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713" y="510972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5239" name="Rectangle 53">
              <a:extLst>
                <a:ext uri="{FF2B5EF4-FFF2-40B4-BE49-F238E27FC236}">
                  <a16:creationId xmlns:a16="http://schemas.microsoft.com/office/drawing/2014/main" id="{2D0C4C1C-E885-41D0-9A1E-BBCA4AA16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000" y="510337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5240" name="Line 54">
              <a:extLst>
                <a:ext uri="{FF2B5EF4-FFF2-40B4-BE49-F238E27FC236}">
                  <a16:creationId xmlns:a16="http://schemas.microsoft.com/office/drawing/2014/main" id="{06F5A6D4-7A7C-4A31-97B7-719C5FB4C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7700" y="5638357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1" name="Freeform 55">
              <a:extLst>
                <a:ext uri="{FF2B5EF4-FFF2-40B4-BE49-F238E27FC236}">
                  <a16:creationId xmlns:a16="http://schemas.microsoft.com/office/drawing/2014/main" id="{20E123B1-FE06-48FA-B6BA-9C1105A92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450" y="5676457"/>
              <a:ext cx="133350" cy="133350"/>
            </a:xfrm>
            <a:custGeom>
              <a:avLst/>
              <a:gdLst>
                <a:gd name="T0" fmla="*/ 0 w 167"/>
                <a:gd name="T1" fmla="*/ 2147483646 h 168"/>
                <a:gd name="T2" fmla="*/ 2147483646 w 167"/>
                <a:gd name="T3" fmla="*/ 2147483646 h 168"/>
                <a:gd name="T4" fmla="*/ 0 w 167"/>
                <a:gd name="T5" fmla="*/ 0 h 168"/>
                <a:gd name="T6" fmla="*/ 0 60000 65536"/>
                <a:gd name="T7" fmla="*/ 0 60000 65536"/>
                <a:gd name="T8" fmla="*/ 0 60000 65536"/>
                <a:gd name="T9" fmla="*/ 0 w 167"/>
                <a:gd name="T10" fmla="*/ 0 h 168"/>
                <a:gd name="T11" fmla="*/ 167 w 167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168">
                  <a:moveTo>
                    <a:pt x="0" y="168"/>
                  </a:moveTo>
                  <a:lnTo>
                    <a:pt x="167" y="7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2" name="Line 58">
              <a:extLst>
                <a:ext uri="{FF2B5EF4-FFF2-40B4-BE49-F238E27FC236}">
                  <a16:creationId xmlns:a16="http://schemas.microsoft.com/office/drawing/2014/main" id="{60AD7337-5901-46F1-92B4-73475CB24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5733607"/>
              <a:ext cx="410152" cy="45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3" name="Line 59">
              <a:extLst>
                <a:ext uri="{FF2B5EF4-FFF2-40B4-BE49-F238E27FC236}">
                  <a16:creationId xmlns:a16="http://schemas.microsoft.com/office/drawing/2014/main" id="{3179AC0B-9AA7-4479-9350-C3BB552CF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5203382"/>
              <a:ext cx="4000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4" name="Line 60">
              <a:extLst>
                <a:ext uri="{FF2B5EF4-FFF2-40B4-BE49-F238E27FC236}">
                  <a16:creationId xmlns:a16="http://schemas.microsoft.com/office/drawing/2014/main" id="{07F91726-44D9-4C8D-8B96-ED456E989C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200" y="5203382"/>
              <a:ext cx="419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5" name="Line 61">
              <a:extLst>
                <a:ext uri="{FF2B5EF4-FFF2-40B4-BE49-F238E27FC236}">
                  <a16:creationId xmlns:a16="http://schemas.microsoft.com/office/drawing/2014/main" id="{8BBC4C95-AC4C-4AAA-858B-B0DD42F07D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200" y="5733607"/>
              <a:ext cx="4191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6" name="Rectangle 62">
              <a:extLst>
                <a:ext uri="{FF2B5EF4-FFF2-40B4-BE49-F238E27FC236}">
                  <a16:creationId xmlns:a16="http://schemas.microsoft.com/office/drawing/2014/main" id="{0A756841-2DE3-40D1-B887-807060F2C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588" y="5647882"/>
              <a:ext cx="2444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27" name="TextBox 1">
            <a:extLst>
              <a:ext uri="{FF2B5EF4-FFF2-40B4-BE49-F238E27FC236}">
                <a16:creationId xmlns:a16="http://schemas.microsoft.com/office/drawing/2014/main" id="{E44CDF05-AAAC-4995-ACDE-BEF185B18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5556" y="5553022"/>
            <a:ext cx="63642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The &gt; means that this is edge-triggered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The small circle means that is </a:t>
            </a:r>
            <a:r>
              <a:rPr lang="en-US" altLang="en-US" b="0" dirty="0" err="1">
                <a:solidFill>
                  <a:srgbClr val="FF0000"/>
                </a:solidFill>
                <a:latin typeface="Times" panose="02020603050405020304" pitchFamily="18" charset="0"/>
              </a:rPr>
              <a:t>is</a:t>
            </a:r>
            <a:r>
              <a:rPr lang="en-US" altLang="en-US" b="0" dirty="0">
                <a:solidFill>
                  <a:srgbClr val="FF0000"/>
                </a:solidFill>
                <a:latin typeface="Times" panose="02020603050405020304" pitchFamily="18" charset="0"/>
              </a:rPr>
              <a:t> the negative edge</a:t>
            </a:r>
          </a:p>
        </p:txBody>
      </p:sp>
      <p:sp>
        <p:nvSpPr>
          <p:cNvPr id="28" name="Oval 1">
            <a:extLst>
              <a:ext uri="{FF2B5EF4-FFF2-40B4-BE49-F238E27FC236}">
                <a16:creationId xmlns:a16="http://schemas.microsoft.com/office/drawing/2014/main" id="{0BF4339F-9E43-40DE-8BE3-1CF7ED3AF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828800"/>
            <a:ext cx="5334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09" name="Group 37">
            <a:extLst>
              <a:ext uri="{FF2B5EF4-FFF2-40B4-BE49-F238E27FC236}">
                <a16:creationId xmlns:a16="http://schemas.microsoft.com/office/drawing/2014/main" id="{FCB588C0-A538-4CF2-B5DB-06611DE3080D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990600"/>
            <a:ext cx="5588000" cy="2003425"/>
            <a:chOff x="1981200" y="2311400"/>
            <a:chExt cx="5588000" cy="2003426"/>
          </a:xfrm>
        </p:grpSpPr>
        <p:sp>
          <p:nvSpPr>
            <p:cNvPr id="94249" name="Rectangle 5">
              <a:extLst>
                <a:ext uri="{FF2B5EF4-FFF2-40B4-BE49-F238E27FC236}">
                  <a16:creationId xmlns:a16="http://schemas.microsoft.com/office/drawing/2014/main" id="{11991304-274D-4807-8710-8B1DE3C50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362" y="2563813"/>
              <a:ext cx="66675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50" name="Rectangle 6">
              <a:extLst>
                <a:ext uri="{FF2B5EF4-FFF2-40B4-BE49-F238E27FC236}">
                  <a16:creationId xmlns:a16="http://schemas.microsoft.com/office/drawing/2014/main" id="{2E6F86DE-2239-4DBC-A8D4-178435E58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51" name="Rectangle 7">
              <a:extLst>
                <a:ext uri="{FF2B5EF4-FFF2-40B4-BE49-F238E27FC236}">
                  <a16:creationId xmlns:a16="http://schemas.microsoft.com/office/drawing/2014/main" id="{47D0CE7A-1390-49D3-BF40-69B8466C3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7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52" name="Line 8">
              <a:extLst>
                <a:ext uri="{FF2B5EF4-FFF2-40B4-BE49-F238E27FC236}">
                  <a16:creationId xmlns:a16="http://schemas.microsoft.com/office/drawing/2014/main" id="{370F7D43-B8A5-4C60-8723-DD09BBA06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7612" y="326866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3" name="Freeform 9">
              <a:extLst>
                <a:ext uri="{FF2B5EF4-FFF2-40B4-BE49-F238E27FC236}">
                  <a16:creationId xmlns:a16="http://schemas.microsoft.com/office/drawing/2014/main" id="{09177B30-2134-45F1-A737-86095BE08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12" y="3363913"/>
              <a:ext cx="1065213" cy="817563"/>
            </a:xfrm>
            <a:custGeom>
              <a:avLst/>
              <a:gdLst>
                <a:gd name="T0" fmla="*/ 2147483646 w 1344"/>
                <a:gd name="T1" fmla="*/ 0 h 1031"/>
                <a:gd name="T2" fmla="*/ 2147483646 w 1344"/>
                <a:gd name="T3" fmla="*/ 0 h 1031"/>
                <a:gd name="T4" fmla="*/ 2147483646 w 1344"/>
                <a:gd name="T5" fmla="*/ 2147483646 h 1031"/>
                <a:gd name="T6" fmla="*/ 0 w 134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4"/>
                <a:gd name="T13" fmla="*/ 0 h 1031"/>
                <a:gd name="T14" fmla="*/ 1344 w 134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4" h="1031">
                  <a:moveTo>
                    <a:pt x="1344" y="0"/>
                  </a:moveTo>
                  <a:lnTo>
                    <a:pt x="1008" y="0"/>
                  </a:lnTo>
                  <a:lnTo>
                    <a:pt x="1008" y="1031"/>
                  </a:lnTo>
                  <a:lnTo>
                    <a:pt x="0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4" name="Freeform 10">
              <a:extLst>
                <a:ext uri="{FF2B5EF4-FFF2-40B4-BE49-F238E27FC236}">
                  <a16:creationId xmlns:a16="http://schemas.microsoft.com/office/drawing/2014/main" id="{B51C66C5-3F85-48D3-B4F2-6479F0A34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212" y="3363913"/>
              <a:ext cx="1352550" cy="817563"/>
            </a:xfrm>
            <a:custGeom>
              <a:avLst/>
              <a:gdLst>
                <a:gd name="T0" fmla="*/ 0 w 1704"/>
                <a:gd name="T1" fmla="*/ 0 h 1031"/>
                <a:gd name="T2" fmla="*/ 2147483646 w 1704"/>
                <a:gd name="T3" fmla="*/ 0 h 1031"/>
                <a:gd name="T4" fmla="*/ 2147483646 w 1704"/>
                <a:gd name="T5" fmla="*/ 2147483646 h 1031"/>
                <a:gd name="T6" fmla="*/ 2147483646 w 170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4"/>
                <a:gd name="T13" fmla="*/ 0 h 1031"/>
                <a:gd name="T14" fmla="*/ 1704 w 170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4" h="1031">
                  <a:moveTo>
                    <a:pt x="0" y="0"/>
                  </a:moveTo>
                  <a:lnTo>
                    <a:pt x="696" y="0"/>
                  </a:lnTo>
                  <a:lnTo>
                    <a:pt x="696" y="1031"/>
                  </a:lnTo>
                  <a:lnTo>
                    <a:pt x="1704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5" name="Line 11">
              <a:extLst>
                <a:ext uri="{FF2B5EF4-FFF2-40B4-BE49-F238E27FC236}">
                  <a16:creationId xmlns:a16="http://schemas.microsoft.com/office/drawing/2014/main" id="{76E789D7-023E-4976-8C87-8D18E3752E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4662" y="3365500"/>
              <a:ext cx="2667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6" name="Line 12">
              <a:extLst>
                <a:ext uri="{FF2B5EF4-FFF2-40B4-BE49-F238E27FC236}">
                  <a16:creationId xmlns:a16="http://schemas.microsoft.com/office/drawing/2014/main" id="{B31B7EFB-8B2C-4387-B375-DADF6A4D4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212" y="2830513"/>
              <a:ext cx="8191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7" name="Line 13">
              <a:extLst>
                <a:ext uri="{FF2B5EF4-FFF2-40B4-BE49-F238E27FC236}">
                  <a16:creationId xmlns:a16="http://schemas.microsoft.com/office/drawing/2014/main" id="{6A033345-62DC-4D87-B3D3-A855516837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112" y="2830513"/>
              <a:ext cx="1751013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8" name="Line 14">
              <a:extLst>
                <a:ext uri="{FF2B5EF4-FFF2-40B4-BE49-F238E27FC236}">
                  <a16:creationId xmlns:a16="http://schemas.microsoft.com/office/drawing/2014/main" id="{78E925FB-C64F-4894-A740-BB4961E3A4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2830513"/>
              <a:ext cx="8001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9" name="Line 15">
              <a:extLst>
                <a:ext uri="{FF2B5EF4-FFF2-40B4-BE49-F238E27FC236}">
                  <a16:creationId xmlns:a16="http://schemas.microsoft.com/office/drawing/2014/main" id="{0321EA0B-F836-4C3E-9A21-E427C470C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3365500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0" name="Rectangle 17">
              <a:extLst>
                <a:ext uri="{FF2B5EF4-FFF2-40B4-BE49-F238E27FC236}">
                  <a16:creationId xmlns:a16="http://schemas.microsoft.com/office/drawing/2014/main" id="{825B762B-F4A7-4FDB-8789-A7E5A7935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325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1" name="Rectangle 18">
              <a:extLst>
                <a:ext uri="{FF2B5EF4-FFF2-40B4-BE49-F238E27FC236}">
                  <a16:creationId xmlns:a16="http://schemas.microsoft.com/office/drawing/2014/main" id="{BD77478E-4926-40A1-9753-61D94D4C3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200" y="2311400"/>
              <a:ext cx="565150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Master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2" name="Rectangle 19">
              <a:extLst>
                <a:ext uri="{FF2B5EF4-FFF2-40B4-BE49-F238E27FC236}">
                  <a16:creationId xmlns:a16="http://schemas.microsoft.com/office/drawing/2014/main" id="{A6765276-FCB8-4ADB-AF24-CF84A1423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4700" y="2311400"/>
              <a:ext cx="512763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Slave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3" name="Rectangle 20">
              <a:extLst>
                <a:ext uri="{FF2B5EF4-FFF2-40B4-BE49-F238E27FC236}">
                  <a16:creationId xmlns:a16="http://schemas.microsoft.com/office/drawing/2014/main" id="{37600CD1-667D-42DB-BAFF-B91570B2E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687" y="27479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4" name="Rectangle 21">
              <a:extLst>
                <a:ext uri="{FF2B5EF4-FFF2-40B4-BE49-F238E27FC236}">
                  <a16:creationId xmlns:a16="http://schemas.microsoft.com/office/drawing/2014/main" id="{CC553B48-FC61-4A72-A05A-8B732427F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3275013"/>
              <a:ext cx="54292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5" name="Rectangle 22">
              <a:extLst>
                <a:ext uri="{FF2B5EF4-FFF2-40B4-BE49-F238E27FC236}">
                  <a16:creationId xmlns:a16="http://schemas.microsoft.com/office/drawing/2014/main" id="{440F1F89-7C88-41D1-84A6-4A4F419DA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27463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6" name="Line 23">
              <a:extLst>
                <a:ext uri="{FF2B5EF4-FFF2-40B4-BE49-F238E27FC236}">
                  <a16:creationId xmlns:a16="http://schemas.microsoft.com/office/drawing/2014/main" id="{CA1CAC99-DB67-4A62-A44F-31C81CA0FC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37425" y="328771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7" name="Line 24">
              <a:extLst>
                <a:ext uri="{FF2B5EF4-FFF2-40B4-BE49-F238E27FC236}">
                  <a16:creationId xmlns:a16="http://schemas.microsoft.com/office/drawing/2014/main" id="{D302A520-E425-4E91-8BFC-65532C0F41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4362" y="4181475"/>
              <a:ext cx="2095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8" name="Line 25">
              <a:extLst>
                <a:ext uri="{FF2B5EF4-FFF2-40B4-BE49-F238E27FC236}">
                  <a16:creationId xmlns:a16="http://schemas.microsoft.com/office/drawing/2014/main" id="{8AD53AC1-42BC-4C46-9E55-86192F709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4762" y="4181475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9" name="Freeform 26">
              <a:extLst>
                <a:ext uri="{FF2B5EF4-FFF2-40B4-BE49-F238E27FC236}">
                  <a16:creationId xmlns:a16="http://schemas.microsoft.com/office/drawing/2014/main" id="{87A6FA6D-8EAC-4DC9-944F-D44030D4F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462" y="4049713"/>
              <a:ext cx="285750" cy="265113"/>
            </a:xfrm>
            <a:custGeom>
              <a:avLst/>
              <a:gdLst>
                <a:gd name="T0" fmla="*/ 2147483646 w 360"/>
                <a:gd name="T1" fmla="*/ 2147483646 h 336"/>
                <a:gd name="T2" fmla="*/ 0 w 360"/>
                <a:gd name="T3" fmla="*/ 2147483646 h 336"/>
                <a:gd name="T4" fmla="*/ 0 w 360"/>
                <a:gd name="T5" fmla="*/ 0 h 336"/>
                <a:gd name="T6" fmla="*/ 2147483646 w 3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"/>
                <a:gd name="T13" fmla="*/ 0 h 336"/>
                <a:gd name="T14" fmla="*/ 360 w 3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" h="336">
                  <a:moveTo>
                    <a:pt x="360" y="168"/>
                  </a:moveTo>
                  <a:lnTo>
                    <a:pt x="0" y="336"/>
                  </a:lnTo>
                  <a:lnTo>
                    <a:pt x="0" y="0"/>
                  </a:lnTo>
                  <a:lnTo>
                    <a:pt x="360" y="16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270" name="Freeform 28">
              <a:extLst>
                <a:ext uri="{FF2B5EF4-FFF2-40B4-BE49-F238E27FC236}">
                  <a16:creationId xmlns:a16="http://schemas.microsoft.com/office/drawing/2014/main" id="{FD77A40A-5A12-460E-A3AE-C495A0045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975" y="4138613"/>
              <a:ext cx="85725" cy="87313"/>
            </a:xfrm>
            <a:custGeom>
              <a:avLst/>
              <a:gdLst>
                <a:gd name="T0" fmla="*/ 2147483646 w 109"/>
                <a:gd name="T1" fmla="*/ 0 h 109"/>
                <a:gd name="T2" fmla="*/ 2147483646 w 109"/>
                <a:gd name="T3" fmla="*/ 2147483646 h 109"/>
                <a:gd name="T4" fmla="*/ 2147483646 w 109"/>
                <a:gd name="T5" fmla="*/ 2147483646 h 109"/>
                <a:gd name="T6" fmla="*/ 2147483646 w 109"/>
                <a:gd name="T7" fmla="*/ 2147483646 h 109"/>
                <a:gd name="T8" fmla="*/ 2147483646 w 109"/>
                <a:gd name="T9" fmla="*/ 2147483646 h 109"/>
                <a:gd name="T10" fmla="*/ 2147483646 w 109"/>
                <a:gd name="T11" fmla="*/ 2147483646 h 109"/>
                <a:gd name="T12" fmla="*/ 2147483646 w 109"/>
                <a:gd name="T13" fmla="*/ 2147483646 h 109"/>
                <a:gd name="T14" fmla="*/ 2147483646 w 109"/>
                <a:gd name="T15" fmla="*/ 2147483646 h 109"/>
                <a:gd name="T16" fmla="*/ 0 w 109"/>
                <a:gd name="T17" fmla="*/ 2147483646 h 109"/>
                <a:gd name="T18" fmla="*/ 0 w 109"/>
                <a:gd name="T19" fmla="*/ 2147483646 h 109"/>
                <a:gd name="T20" fmla="*/ 0 w 109"/>
                <a:gd name="T21" fmla="*/ 2147483646 h 109"/>
                <a:gd name="T22" fmla="*/ 0 w 109"/>
                <a:gd name="T23" fmla="*/ 2147483646 h 109"/>
                <a:gd name="T24" fmla="*/ 0 w 109"/>
                <a:gd name="T25" fmla="*/ 2147483646 h 109"/>
                <a:gd name="T26" fmla="*/ 2147483646 w 109"/>
                <a:gd name="T27" fmla="*/ 2147483646 h 109"/>
                <a:gd name="T28" fmla="*/ 2147483646 w 109"/>
                <a:gd name="T29" fmla="*/ 2147483646 h 109"/>
                <a:gd name="T30" fmla="*/ 2147483646 w 109"/>
                <a:gd name="T31" fmla="*/ 2147483646 h 109"/>
                <a:gd name="T32" fmla="*/ 2147483646 w 109"/>
                <a:gd name="T33" fmla="*/ 2147483646 h 109"/>
                <a:gd name="T34" fmla="*/ 2147483646 w 109"/>
                <a:gd name="T35" fmla="*/ 2147483646 h 109"/>
                <a:gd name="T36" fmla="*/ 2147483646 w 109"/>
                <a:gd name="T37" fmla="*/ 2147483646 h 109"/>
                <a:gd name="T38" fmla="*/ 2147483646 w 109"/>
                <a:gd name="T39" fmla="*/ 2147483646 h 109"/>
                <a:gd name="T40" fmla="*/ 2147483646 w 109"/>
                <a:gd name="T41" fmla="*/ 2147483646 h 109"/>
                <a:gd name="T42" fmla="*/ 2147483646 w 109"/>
                <a:gd name="T43" fmla="*/ 2147483646 h 109"/>
                <a:gd name="T44" fmla="*/ 2147483646 w 109"/>
                <a:gd name="T45" fmla="*/ 2147483646 h 109"/>
                <a:gd name="T46" fmla="*/ 2147483646 w 109"/>
                <a:gd name="T47" fmla="*/ 2147483646 h 109"/>
                <a:gd name="T48" fmla="*/ 2147483646 w 109"/>
                <a:gd name="T49" fmla="*/ 2147483646 h 109"/>
                <a:gd name="T50" fmla="*/ 2147483646 w 109"/>
                <a:gd name="T51" fmla="*/ 2147483646 h 109"/>
                <a:gd name="T52" fmla="*/ 2147483646 w 109"/>
                <a:gd name="T53" fmla="*/ 2147483646 h 109"/>
                <a:gd name="T54" fmla="*/ 2147483646 w 109"/>
                <a:gd name="T55" fmla="*/ 2147483646 h 109"/>
                <a:gd name="T56" fmla="*/ 2147483646 w 109"/>
                <a:gd name="T57" fmla="*/ 2147483646 h 109"/>
                <a:gd name="T58" fmla="*/ 2147483646 w 109"/>
                <a:gd name="T59" fmla="*/ 2147483646 h 109"/>
                <a:gd name="T60" fmla="*/ 2147483646 w 109"/>
                <a:gd name="T61" fmla="*/ 2147483646 h 109"/>
                <a:gd name="T62" fmla="*/ 2147483646 w 109"/>
                <a:gd name="T63" fmla="*/ 2147483646 h 109"/>
                <a:gd name="T64" fmla="*/ 2147483646 w 109"/>
                <a:gd name="T65" fmla="*/ 2147483646 h 109"/>
                <a:gd name="T66" fmla="*/ 2147483646 w 109"/>
                <a:gd name="T67" fmla="*/ 2147483646 h 109"/>
                <a:gd name="T68" fmla="*/ 2147483646 w 109"/>
                <a:gd name="T69" fmla="*/ 2147483646 h 109"/>
                <a:gd name="T70" fmla="*/ 2147483646 w 109"/>
                <a:gd name="T71" fmla="*/ 2147483646 h 109"/>
                <a:gd name="T72" fmla="*/ 2147483646 w 109"/>
                <a:gd name="T73" fmla="*/ 2147483646 h 109"/>
                <a:gd name="T74" fmla="*/ 2147483646 w 109"/>
                <a:gd name="T75" fmla="*/ 2147483646 h 109"/>
                <a:gd name="T76" fmla="*/ 2147483646 w 109"/>
                <a:gd name="T77" fmla="*/ 2147483646 h 109"/>
                <a:gd name="T78" fmla="*/ 2147483646 w 109"/>
                <a:gd name="T79" fmla="*/ 2147483646 h 109"/>
                <a:gd name="T80" fmla="*/ 2147483646 w 109"/>
                <a:gd name="T81" fmla="*/ 2147483646 h 109"/>
                <a:gd name="T82" fmla="*/ 2147483646 w 109"/>
                <a:gd name="T83" fmla="*/ 2147483646 h 109"/>
                <a:gd name="T84" fmla="*/ 2147483646 w 109"/>
                <a:gd name="T85" fmla="*/ 0 h 109"/>
                <a:gd name="T86" fmla="*/ 2147483646 w 109"/>
                <a:gd name="T87" fmla="*/ 0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09"/>
                <a:gd name="T133" fmla="*/ 0 h 109"/>
                <a:gd name="T134" fmla="*/ 109 w 109"/>
                <a:gd name="T135" fmla="*/ 109 h 10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09" h="109">
                  <a:moveTo>
                    <a:pt x="54" y="0"/>
                  </a:moveTo>
                  <a:lnTo>
                    <a:pt x="52" y="0"/>
                  </a:lnTo>
                  <a:lnTo>
                    <a:pt x="49" y="0"/>
                  </a:lnTo>
                  <a:lnTo>
                    <a:pt x="46" y="0"/>
                  </a:lnTo>
                  <a:lnTo>
                    <a:pt x="43" y="1"/>
                  </a:lnTo>
                  <a:lnTo>
                    <a:pt x="41" y="1"/>
                  </a:lnTo>
                  <a:lnTo>
                    <a:pt x="39" y="2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1" y="4"/>
                  </a:lnTo>
                  <a:lnTo>
                    <a:pt x="29" y="6"/>
                  </a:lnTo>
                  <a:lnTo>
                    <a:pt x="27" y="7"/>
                  </a:lnTo>
                  <a:lnTo>
                    <a:pt x="24" y="9"/>
                  </a:lnTo>
                  <a:lnTo>
                    <a:pt x="22" y="10"/>
                  </a:lnTo>
                  <a:lnTo>
                    <a:pt x="19" y="12"/>
                  </a:lnTo>
                  <a:lnTo>
                    <a:pt x="18" y="14"/>
                  </a:lnTo>
                  <a:lnTo>
                    <a:pt x="16" y="15"/>
                  </a:lnTo>
                  <a:lnTo>
                    <a:pt x="15" y="18"/>
                  </a:lnTo>
                  <a:lnTo>
                    <a:pt x="12" y="19"/>
                  </a:lnTo>
                  <a:lnTo>
                    <a:pt x="11" y="21"/>
                  </a:lnTo>
                  <a:lnTo>
                    <a:pt x="10" y="24"/>
                  </a:lnTo>
                  <a:lnTo>
                    <a:pt x="7" y="26"/>
                  </a:lnTo>
                  <a:lnTo>
                    <a:pt x="6" y="28"/>
                  </a:lnTo>
                  <a:lnTo>
                    <a:pt x="5" y="31"/>
                  </a:lnTo>
                  <a:lnTo>
                    <a:pt x="4" y="33"/>
                  </a:lnTo>
                  <a:lnTo>
                    <a:pt x="4" y="36"/>
                  </a:lnTo>
                  <a:lnTo>
                    <a:pt x="3" y="38"/>
                  </a:lnTo>
                  <a:lnTo>
                    <a:pt x="1" y="40"/>
                  </a:lnTo>
                  <a:lnTo>
                    <a:pt x="1" y="43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1" y="64"/>
                  </a:lnTo>
                  <a:lnTo>
                    <a:pt x="1" y="68"/>
                  </a:lnTo>
                  <a:lnTo>
                    <a:pt x="3" y="70"/>
                  </a:lnTo>
                  <a:lnTo>
                    <a:pt x="4" y="73"/>
                  </a:lnTo>
                  <a:lnTo>
                    <a:pt x="4" y="75"/>
                  </a:lnTo>
                  <a:lnTo>
                    <a:pt x="5" y="78"/>
                  </a:lnTo>
                  <a:lnTo>
                    <a:pt x="6" y="80"/>
                  </a:lnTo>
                  <a:lnTo>
                    <a:pt x="7" y="82"/>
                  </a:lnTo>
                  <a:lnTo>
                    <a:pt x="10" y="85"/>
                  </a:lnTo>
                  <a:lnTo>
                    <a:pt x="11" y="86"/>
                  </a:lnTo>
                  <a:lnTo>
                    <a:pt x="12" y="88"/>
                  </a:lnTo>
                  <a:lnTo>
                    <a:pt x="15" y="91"/>
                  </a:lnTo>
                  <a:lnTo>
                    <a:pt x="16" y="92"/>
                  </a:lnTo>
                  <a:lnTo>
                    <a:pt x="18" y="94"/>
                  </a:lnTo>
                  <a:lnTo>
                    <a:pt x="19" y="96"/>
                  </a:lnTo>
                  <a:lnTo>
                    <a:pt x="22" y="98"/>
                  </a:lnTo>
                  <a:lnTo>
                    <a:pt x="24" y="99"/>
                  </a:lnTo>
                  <a:lnTo>
                    <a:pt x="27" y="100"/>
                  </a:lnTo>
                  <a:lnTo>
                    <a:pt x="29" y="102"/>
                  </a:lnTo>
                  <a:lnTo>
                    <a:pt x="31" y="103"/>
                  </a:lnTo>
                  <a:lnTo>
                    <a:pt x="34" y="104"/>
                  </a:lnTo>
                  <a:lnTo>
                    <a:pt x="36" y="105"/>
                  </a:lnTo>
                  <a:lnTo>
                    <a:pt x="39" y="106"/>
                  </a:lnTo>
                  <a:lnTo>
                    <a:pt x="41" y="106"/>
                  </a:lnTo>
                  <a:lnTo>
                    <a:pt x="43" y="108"/>
                  </a:lnTo>
                  <a:lnTo>
                    <a:pt x="46" y="108"/>
                  </a:lnTo>
                  <a:lnTo>
                    <a:pt x="49" y="108"/>
                  </a:lnTo>
                  <a:lnTo>
                    <a:pt x="52" y="109"/>
                  </a:lnTo>
                  <a:lnTo>
                    <a:pt x="54" y="109"/>
                  </a:lnTo>
                  <a:lnTo>
                    <a:pt x="58" y="109"/>
                  </a:lnTo>
                  <a:lnTo>
                    <a:pt x="60" y="108"/>
                  </a:lnTo>
                  <a:lnTo>
                    <a:pt x="63" y="108"/>
                  </a:lnTo>
                  <a:lnTo>
                    <a:pt x="65" y="108"/>
                  </a:lnTo>
                  <a:lnTo>
                    <a:pt x="69" y="106"/>
                  </a:lnTo>
                  <a:lnTo>
                    <a:pt x="71" y="106"/>
                  </a:lnTo>
                  <a:lnTo>
                    <a:pt x="73" y="105"/>
                  </a:lnTo>
                  <a:lnTo>
                    <a:pt x="76" y="104"/>
                  </a:lnTo>
                  <a:lnTo>
                    <a:pt x="78" y="103"/>
                  </a:lnTo>
                  <a:lnTo>
                    <a:pt x="81" y="102"/>
                  </a:lnTo>
                  <a:lnTo>
                    <a:pt x="83" y="100"/>
                  </a:lnTo>
                  <a:lnTo>
                    <a:pt x="85" y="99"/>
                  </a:lnTo>
                  <a:lnTo>
                    <a:pt x="87" y="98"/>
                  </a:lnTo>
                  <a:lnTo>
                    <a:pt x="89" y="96"/>
                  </a:lnTo>
                  <a:lnTo>
                    <a:pt x="91" y="94"/>
                  </a:lnTo>
                  <a:lnTo>
                    <a:pt x="93" y="92"/>
                  </a:lnTo>
                  <a:lnTo>
                    <a:pt x="95" y="91"/>
                  </a:lnTo>
                  <a:lnTo>
                    <a:pt x="96" y="88"/>
                  </a:lnTo>
                  <a:lnTo>
                    <a:pt x="99" y="86"/>
                  </a:lnTo>
                  <a:lnTo>
                    <a:pt x="100" y="85"/>
                  </a:lnTo>
                  <a:lnTo>
                    <a:pt x="101" y="82"/>
                  </a:lnTo>
                  <a:lnTo>
                    <a:pt x="102" y="80"/>
                  </a:lnTo>
                  <a:lnTo>
                    <a:pt x="103" y="78"/>
                  </a:lnTo>
                  <a:lnTo>
                    <a:pt x="105" y="75"/>
                  </a:lnTo>
                  <a:lnTo>
                    <a:pt x="106" y="73"/>
                  </a:lnTo>
                  <a:lnTo>
                    <a:pt x="107" y="70"/>
                  </a:lnTo>
                  <a:lnTo>
                    <a:pt x="107" y="68"/>
                  </a:lnTo>
                  <a:lnTo>
                    <a:pt x="108" y="64"/>
                  </a:lnTo>
                  <a:lnTo>
                    <a:pt x="108" y="62"/>
                  </a:lnTo>
                  <a:lnTo>
                    <a:pt x="108" y="60"/>
                  </a:lnTo>
                  <a:lnTo>
                    <a:pt x="109" y="57"/>
                  </a:lnTo>
                  <a:lnTo>
                    <a:pt x="109" y="54"/>
                  </a:lnTo>
                  <a:lnTo>
                    <a:pt x="109" y="51"/>
                  </a:lnTo>
                  <a:lnTo>
                    <a:pt x="108" y="49"/>
                  </a:lnTo>
                  <a:lnTo>
                    <a:pt x="108" y="45"/>
                  </a:lnTo>
                  <a:lnTo>
                    <a:pt x="108" y="43"/>
                  </a:lnTo>
                  <a:lnTo>
                    <a:pt x="107" y="40"/>
                  </a:lnTo>
                  <a:lnTo>
                    <a:pt x="107" y="38"/>
                  </a:lnTo>
                  <a:lnTo>
                    <a:pt x="106" y="36"/>
                  </a:lnTo>
                  <a:lnTo>
                    <a:pt x="105" y="33"/>
                  </a:lnTo>
                  <a:lnTo>
                    <a:pt x="103" y="31"/>
                  </a:lnTo>
                  <a:lnTo>
                    <a:pt x="102" y="28"/>
                  </a:lnTo>
                  <a:lnTo>
                    <a:pt x="101" y="26"/>
                  </a:lnTo>
                  <a:lnTo>
                    <a:pt x="100" y="24"/>
                  </a:lnTo>
                  <a:lnTo>
                    <a:pt x="99" y="21"/>
                  </a:lnTo>
                  <a:lnTo>
                    <a:pt x="96" y="19"/>
                  </a:lnTo>
                  <a:lnTo>
                    <a:pt x="95" y="18"/>
                  </a:lnTo>
                  <a:lnTo>
                    <a:pt x="93" y="15"/>
                  </a:lnTo>
                  <a:lnTo>
                    <a:pt x="91" y="14"/>
                  </a:lnTo>
                  <a:lnTo>
                    <a:pt x="89" y="12"/>
                  </a:lnTo>
                  <a:lnTo>
                    <a:pt x="87" y="10"/>
                  </a:lnTo>
                  <a:lnTo>
                    <a:pt x="85" y="9"/>
                  </a:lnTo>
                  <a:lnTo>
                    <a:pt x="83" y="7"/>
                  </a:lnTo>
                  <a:lnTo>
                    <a:pt x="81" y="6"/>
                  </a:lnTo>
                  <a:lnTo>
                    <a:pt x="78" y="4"/>
                  </a:lnTo>
                  <a:lnTo>
                    <a:pt x="76" y="3"/>
                  </a:lnTo>
                  <a:lnTo>
                    <a:pt x="73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5" y="1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8" y="0"/>
                  </a:lnTo>
                  <a:lnTo>
                    <a:pt x="54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271" name="Rectangle 29">
              <a:extLst>
                <a:ext uri="{FF2B5EF4-FFF2-40B4-BE49-F238E27FC236}">
                  <a16:creationId xmlns:a16="http://schemas.microsoft.com/office/drawing/2014/main" id="{6C0FA3C9-B01E-4F6F-996C-6B69032AD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9125" y="2563813"/>
              <a:ext cx="6858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2" name="Rectangle 30">
              <a:extLst>
                <a:ext uri="{FF2B5EF4-FFF2-40B4-BE49-F238E27FC236}">
                  <a16:creationId xmlns:a16="http://schemas.microsoft.com/office/drawing/2014/main" id="{8DE96EA2-A3F4-4CBE-9778-4B8634FE9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32893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3" name="Rectangle 31">
              <a:extLst>
                <a:ext uri="{FF2B5EF4-FFF2-40B4-BE49-F238E27FC236}">
                  <a16:creationId xmlns:a16="http://schemas.microsoft.com/office/drawing/2014/main" id="{FD4F793E-B57E-4977-B89A-874CE0D1B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4" name="Rectangle 32">
              <a:extLst>
                <a:ext uri="{FF2B5EF4-FFF2-40B4-BE49-F238E27FC236}">
                  <a16:creationId xmlns:a16="http://schemas.microsoft.com/office/drawing/2014/main" id="{AD5A4651-FC20-468F-A8F6-3137228A2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612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5" name="Line 33">
              <a:extLst>
                <a:ext uri="{FF2B5EF4-FFF2-40B4-BE49-F238E27FC236}">
                  <a16:creationId xmlns:a16="http://schemas.microsoft.com/office/drawing/2014/main" id="{C997B414-E010-4793-A546-89B8FE17A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4425" y="3268663"/>
              <a:ext cx="762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76" name="Rectangle 38">
              <a:extLst>
                <a:ext uri="{FF2B5EF4-FFF2-40B4-BE49-F238E27FC236}">
                  <a16:creationId xmlns:a16="http://schemas.microsoft.com/office/drawing/2014/main" id="{1CBD6958-ADF2-4635-8AD9-F44B8D38F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7" name="Rectangle 39">
              <a:extLst>
                <a:ext uri="{FF2B5EF4-FFF2-40B4-BE49-F238E27FC236}">
                  <a16:creationId xmlns:a16="http://schemas.microsoft.com/office/drawing/2014/main" id="{FCAFB4EC-F4D6-45E7-82B3-AE1443037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7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8" name="Rectangle 40">
              <a:extLst>
                <a:ext uri="{FF2B5EF4-FFF2-40B4-BE49-F238E27FC236}">
                  <a16:creationId xmlns:a16="http://schemas.microsoft.com/office/drawing/2014/main" id="{B35A86A0-2C2F-4A8D-B683-658ACE015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912" y="2665413"/>
              <a:ext cx="198438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m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9" name="Rectangle 41">
              <a:extLst>
                <a:ext uri="{FF2B5EF4-FFF2-40B4-BE49-F238E27FC236}">
                  <a16:creationId xmlns:a16="http://schemas.microsoft.com/office/drawing/2014/main" id="{25C3B491-CF43-4400-ACC9-90A58C247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900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80" name="Rectangle 42">
              <a:extLst>
                <a:ext uri="{FF2B5EF4-FFF2-40B4-BE49-F238E27FC236}">
                  <a16:creationId xmlns:a16="http://schemas.microsoft.com/office/drawing/2014/main" id="{6B4478ED-8923-4B78-AA81-2DDAC1803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6075" y="2665413"/>
              <a:ext cx="14605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81" name="Rectangle 66">
              <a:extLst>
                <a:ext uri="{FF2B5EF4-FFF2-40B4-BE49-F238E27FC236}">
                  <a16:creationId xmlns:a16="http://schemas.microsoft.com/office/drawing/2014/main" id="{E3513051-76CB-4BF4-9C5E-1DBB611D8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82" name="Rectangle 67">
              <a:extLst>
                <a:ext uri="{FF2B5EF4-FFF2-40B4-BE49-F238E27FC236}">
                  <a16:creationId xmlns:a16="http://schemas.microsoft.com/office/drawing/2014/main" id="{241525E2-4AEA-419F-83A5-3A8E0599F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83" name="Oval 68">
              <a:extLst>
                <a:ext uri="{FF2B5EF4-FFF2-40B4-BE49-F238E27FC236}">
                  <a16:creationId xmlns:a16="http://schemas.microsoft.com/office/drawing/2014/main" id="{69CFCF4F-7CBD-4170-AEFD-29E610049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150" y="3330575"/>
              <a:ext cx="74613" cy="730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94210" name="Title 1">
            <a:extLst>
              <a:ext uri="{FF2B5EF4-FFF2-40B4-BE49-F238E27FC236}">
                <a16:creationId xmlns:a16="http://schemas.microsoft.com/office/drawing/2014/main" id="{3C5B5A42-0FF7-415E-904D-D569EF5F0703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Negative-Edge-Triggered Master-Slave D Flip-Flop</a:t>
            </a:r>
          </a:p>
        </p:txBody>
      </p:sp>
      <p:sp>
        <p:nvSpPr>
          <p:cNvPr id="94211" name="Title 1">
            <a:extLst>
              <a:ext uri="{FF2B5EF4-FFF2-40B4-BE49-F238E27FC236}">
                <a16:creationId xmlns:a16="http://schemas.microsoft.com/office/drawing/2014/main" id="{73D1C218-72CA-42CF-930D-2F2544E48A90}"/>
              </a:ext>
            </a:extLst>
          </p:cNvPr>
          <p:cNvSpPr txBox="1">
            <a:spLocks/>
          </p:cNvSpPr>
          <p:nvPr/>
        </p:nvSpPr>
        <p:spPr bwMode="auto">
          <a:xfrm>
            <a:off x="-20638" y="3733800"/>
            <a:ext cx="91440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Positive-Edge-Triggered Master-Slave D Flip-Flop</a:t>
            </a:r>
          </a:p>
        </p:txBody>
      </p:sp>
      <p:grpSp>
        <p:nvGrpSpPr>
          <p:cNvPr id="94212" name="Group 2">
            <a:extLst>
              <a:ext uri="{FF2B5EF4-FFF2-40B4-BE49-F238E27FC236}">
                <a16:creationId xmlns:a16="http://schemas.microsoft.com/office/drawing/2014/main" id="{14CDA10A-8C88-4F8A-983C-0E539A139E20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473575"/>
            <a:ext cx="6194425" cy="1876425"/>
            <a:chOff x="1371600" y="4473575"/>
            <a:chExt cx="6194880" cy="1876950"/>
          </a:xfrm>
        </p:grpSpPr>
        <p:sp>
          <p:nvSpPr>
            <p:cNvPr id="94213" name="Rectangle 5">
              <a:extLst>
                <a:ext uri="{FF2B5EF4-FFF2-40B4-BE49-F238E27FC236}">
                  <a16:creationId xmlns:a16="http://schemas.microsoft.com/office/drawing/2014/main" id="{E48DF679-4BF7-4843-8480-26DF71FAF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8642" y="4725988"/>
              <a:ext cx="666750" cy="106679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14" name="Rectangle 6">
              <a:extLst>
                <a:ext uri="{FF2B5EF4-FFF2-40B4-BE49-F238E27FC236}">
                  <a16:creationId xmlns:a16="http://schemas.microsoft.com/office/drawing/2014/main" id="{1BF41810-F5EA-4A94-A23D-D351CFC26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730" y="490537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15" name="Rectangle 7">
              <a:extLst>
                <a:ext uri="{FF2B5EF4-FFF2-40B4-BE49-F238E27FC236}">
                  <a16:creationId xmlns:a16="http://schemas.microsoft.com/office/drawing/2014/main" id="{D78330BF-8E8C-4407-9548-5C6BDCCFD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017" y="489902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16" name="Line 8">
              <a:extLst>
                <a:ext uri="{FF2B5EF4-FFF2-40B4-BE49-F238E27FC236}">
                  <a16:creationId xmlns:a16="http://schemas.microsoft.com/office/drawing/2014/main" id="{80A72E4B-8A5B-43C9-9A34-01BA1EEB4F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4892" y="5430838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17" name="Freeform 9">
              <a:extLst>
                <a:ext uri="{FF2B5EF4-FFF2-40B4-BE49-F238E27FC236}">
                  <a16:creationId xmlns:a16="http://schemas.microsoft.com/office/drawing/2014/main" id="{0A6BD654-B5DC-49C3-AC57-F83071255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192" y="5526087"/>
              <a:ext cx="1065213" cy="824438"/>
            </a:xfrm>
            <a:custGeom>
              <a:avLst/>
              <a:gdLst>
                <a:gd name="T0" fmla="*/ 2147483646 w 1344"/>
                <a:gd name="T1" fmla="*/ 0 h 1031"/>
                <a:gd name="T2" fmla="*/ 2147483646 w 1344"/>
                <a:gd name="T3" fmla="*/ 0 h 1031"/>
                <a:gd name="T4" fmla="*/ 2147483646 w 1344"/>
                <a:gd name="T5" fmla="*/ 2147483646 h 1031"/>
                <a:gd name="T6" fmla="*/ 0 w 134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4"/>
                <a:gd name="T13" fmla="*/ 0 h 1031"/>
                <a:gd name="T14" fmla="*/ 1344 w 134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4" h="1031">
                  <a:moveTo>
                    <a:pt x="1344" y="0"/>
                  </a:moveTo>
                  <a:lnTo>
                    <a:pt x="1008" y="0"/>
                  </a:lnTo>
                  <a:lnTo>
                    <a:pt x="1008" y="1031"/>
                  </a:lnTo>
                  <a:lnTo>
                    <a:pt x="0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18" name="Freeform 10">
              <a:extLst>
                <a:ext uri="{FF2B5EF4-FFF2-40B4-BE49-F238E27FC236}">
                  <a16:creationId xmlns:a16="http://schemas.microsoft.com/office/drawing/2014/main" id="{B02F69FC-F554-4206-92E4-7324969DB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908" y="5543959"/>
              <a:ext cx="1123950" cy="806566"/>
            </a:xfrm>
            <a:custGeom>
              <a:avLst/>
              <a:gdLst>
                <a:gd name="T0" fmla="*/ 0 w 1704"/>
                <a:gd name="T1" fmla="*/ 0 h 1031"/>
                <a:gd name="T2" fmla="*/ 2147483646 w 1704"/>
                <a:gd name="T3" fmla="*/ 0 h 1031"/>
                <a:gd name="T4" fmla="*/ 2147483646 w 1704"/>
                <a:gd name="T5" fmla="*/ 2147483646 h 1031"/>
                <a:gd name="T6" fmla="*/ 2147483646 w 170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4"/>
                <a:gd name="T13" fmla="*/ 0 h 1031"/>
                <a:gd name="T14" fmla="*/ 1704 w 170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4" h="1031">
                  <a:moveTo>
                    <a:pt x="0" y="0"/>
                  </a:moveTo>
                  <a:lnTo>
                    <a:pt x="696" y="0"/>
                  </a:lnTo>
                  <a:lnTo>
                    <a:pt x="696" y="1031"/>
                  </a:lnTo>
                  <a:lnTo>
                    <a:pt x="1704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19" name="Line 11">
              <a:extLst>
                <a:ext uri="{FF2B5EF4-FFF2-40B4-BE49-F238E27FC236}">
                  <a16:creationId xmlns:a16="http://schemas.microsoft.com/office/drawing/2014/main" id="{FA57819C-033F-495E-89AC-DE3C90078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1942" y="5527674"/>
              <a:ext cx="2667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0" name="Line 12">
              <a:extLst>
                <a:ext uri="{FF2B5EF4-FFF2-40B4-BE49-F238E27FC236}">
                  <a16:creationId xmlns:a16="http://schemas.microsoft.com/office/drawing/2014/main" id="{AD76D9D7-2C28-4969-8237-E0D567C90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9492" y="4992688"/>
              <a:ext cx="8191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1" name="Line 13">
              <a:extLst>
                <a:ext uri="{FF2B5EF4-FFF2-40B4-BE49-F238E27FC236}">
                  <a16:creationId xmlns:a16="http://schemas.microsoft.com/office/drawing/2014/main" id="{90CB2C46-CA67-4016-BE9A-BB5E40E65E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5392" y="4992688"/>
              <a:ext cx="1751013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2" name="Line 14">
              <a:extLst>
                <a:ext uri="{FF2B5EF4-FFF2-40B4-BE49-F238E27FC236}">
                  <a16:creationId xmlns:a16="http://schemas.microsoft.com/office/drawing/2014/main" id="{7D658B40-EFE8-4324-80CA-B1E1ED9BE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2205" y="4992688"/>
              <a:ext cx="8001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3" name="Line 15">
              <a:extLst>
                <a:ext uri="{FF2B5EF4-FFF2-40B4-BE49-F238E27FC236}">
                  <a16:creationId xmlns:a16="http://schemas.microsoft.com/office/drawing/2014/main" id="{FBCA95CC-FA39-485E-8E58-CD9629B3E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2205" y="5527674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4" name="Rectangle 17">
              <a:extLst>
                <a:ext uri="{FF2B5EF4-FFF2-40B4-BE49-F238E27FC236}">
                  <a16:creationId xmlns:a16="http://schemas.microsoft.com/office/drawing/2014/main" id="{343B3C09-C975-482B-9FE4-A198AE335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605" y="544353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5" name="Rectangle 18">
              <a:extLst>
                <a:ext uri="{FF2B5EF4-FFF2-40B4-BE49-F238E27FC236}">
                  <a16:creationId xmlns:a16="http://schemas.microsoft.com/office/drawing/2014/main" id="{2ABEEF0F-2A6A-4CB6-B9A0-32CFEC6F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5480" y="4473575"/>
              <a:ext cx="565150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Master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6" name="Rectangle 19">
              <a:extLst>
                <a:ext uri="{FF2B5EF4-FFF2-40B4-BE49-F238E27FC236}">
                  <a16:creationId xmlns:a16="http://schemas.microsoft.com/office/drawing/2014/main" id="{D9996261-8941-42F3-AC2A-56F2A5F9E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1980" y="4473575"/>
              <a:ext cx="512763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Slave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7" name="Rectangle 20">
              <a:extLst>
                <a:ext uri="{FF2B5EF4-FFF2-40B4-BE49-F238E27FC236}">
                  <a16:creationId xmlns:a16="http://schemas.microsoft.com/office/drawing/2014/main" id="{4B9C5B87-A786-4FD1-9A04-FE395DD5E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967" y="491013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8" name="Rectangle 21">
              <a:extLst>
                <a:ext uri="{FF2B5EF4-FFF2-40B4-BE49-F238E27FC236}">
                  <a16:creationId xmlns:a16="http://schemas.microsoft.com/office/drawing/2014/main" id="{3B52EF0E-4B69-4F51-9ED0-928D405C6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5437188"/>
              <a:ext cx="54292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9" name="Rectangle 22">
              <a:extLst>
                <a:ext uri="{FF2B5EF4-FFF2-40B4-BE49-F238E27FC236}">
                  <a16:creationId xmlns:a16="http://schemas.microsoft.com/office/drawing/2014/main" id="{B68DEB7C-5D8A-41B7-AA76-100B3320D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2005" y="4908550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0" name="Line 23">
              <a:extLst>
                <a:ext uri="{FF2B5EF4-FFF2-40B4-BE49-F238E27FC236}">
                  <a16:creationId xmlns:a16="http://schemas.microsoft.com/office/drawing/2014/main" id="{070F1AA0-274A-491B-9548-9B0066DC65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34705" y="5449888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31" name="Line 25">
              <a:extLst>
                <a:ext uri="{FF2B5EF4-FFF2-40B4-BE49-F238E27FC236}">
                  <a16:creationId xmlns:a16="http://schemas.microsoft.com/office/drawing/2014/main" id="{7E7DCDE8-5C95-4377-A4D7-E8BAC8F1D7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4381" y="6350525"/>
              <a:ext cx="164424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4232" name="Group 1">
              <a:extLst>
                <a:ext uri="{FF2B5EF4-FFF2-40B4-BE49-F238E27FC236}">
                  <a16:creationId xmlns:a16="http://schemas.microsoft.com/office/drawing/2014/main" id="{E0115E49-FECB-4874-B405-A313C07713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4847" y="5400656"/>
              <a:ext cx="376238" cy="265113"/>
              <a:chOff x="990600" y="5638800"/>
              <a:chExt cx="376238" cy="265113"/>
            </a:xfrm>
          </p:grpSpPr>
          <p:sp>
            <p:nvSpPr>
              <p:cNvPr id="94247" name="Freeform 26">
                <a:extLst>
                  <a:ext uri="{FF2B5EF4-FFF2-40B4-BE49-F238E27FC236}">
                    <a16:creationId xmlns:a16="http://schemas.microsoft.com/office/drawing/2014/main" id="{1628D1C8-88D2-4A12-9694-CFA7011ED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600" y="5638800"/>
                <a:ext cx="285750" cy="265113"/>
              </a:xfrm>
              <a:custGeom>
                <a:avLst/>
                <a:gdLst>
                  <a:gd name="T0" fmla="*/ 2147483646 w 360"/>
                  <a:gd name="T1" fmla="*/ 2147483646 h 336"/>
                  <a:gd name="T2" fmla="*/ 0 w 360"/>
                  <a:gd name="T3" fmla="*/ 2147483646 h 336"/>
                  <a:gd name="T4" fmla="*/ 0 w 360"/>
                  <a:gd name="T5" fmla="*/ 0 h 336"/>
                  <a:gd name="T6" fmla="*/ 2147483646 w 360"/>
                  <a:gd name="T7" fmla="*/ 2147483646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0"/>
                  <a:gd name="T13" fmla="*/ 0 h 336"/>
                  <a:gd name="T14" fmla="*/ 360 w 360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0" h="336">
                    <a:moveTo>
                      <a:pt x="360" y="168"/>
                    </a:moveTo>
                    <a:lnTo>
                      <a:pt x="0" y="336"/>
                    </a:lnTo>
                    <a:lnTo>
                      <a:pt x="0" y="0"/>
                    </a:lnTo>
                    <a:lnTo>
                      <a:pt x="360" y="168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48" name="Freeform 28">
                <a:extLst>
                  <a:ext uri="{FF2B5EF4-FFF2-40B4-BE49-F238E27FC236}">
                    <a16:creationId xmlns:a16="http://schemas.microsoft.com/office/drawing/2014/main" id="{6C2AE4DF-7EEE-4244-838E-52AA015F2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1113" y="5727700"/>
                <a:ext cx="85725" cy="87313"/>
              </a:xfrm>
              <a:custGeom>
                <a:avLst/>
                <a:gdLst>
                  <a:gd name="T0" fmla="*/ 2147483646 w 109"/>
                  <a:gd name="T1" fmla="*/ 0 h 109"/>
                  <a:gd name="T2" fmla="*/ 2147483646 w 109"/>
                  <a:gd name="T3" fmla="*/ 2147483646 h 109"/>
                  <a:gd name="T4" fmla="*/ 2147483646 w 109"/>
                  <a:gd name="T5" fmla="*/ 2147483646 h 109"/>
                  <a:gd name="T6" fmla="*/ 2147483646 w 109"/>
                  <a:gd name="T7" fmla="*/ 2147483646 h 109"/>
                  <a:gd name="T8" fmla="*/ 2147483646 w 109"/>
                  <a:gd name="T9" fmla="*/ 2147483646 h 109"/>
                  <a:gd name="T10" fmla="*/ 2147483646 w 109"/>
                  <a:gd name="T11" fmla="*/ 2147483646 h 109"/>
                  <a:gd name="T12" fmla="*/ 2147483646 w 109"/>
                  <a:gd name="T13" fmla="*/ 2147483646 h 109"/>
                  <a:gd name="T14" fmla="*/ 2147483646 w 109"/>
                  <a:gd name="T15" fmla="*/ 2147483646 h 109"/>
                  <a:gd name="T16" fmla="*/ 0 w 109"/>
                  <a:gd name="T17" fmla="*/ 2147483646 h 109"/>
                  <a:gd name="T18" fmla="*/ 0 w 109"/>
                  <a:gd name="T19" fmla="*/ 2147483646 h 109"/>
                  <a:gd name="T20" fmla="*/ 0 w 109"/>
                  <a:gd name="T21" fmla="*/ 2147483646 h 109"/>
                  <a:gd name="T22" fmla="*/ 0 w 109"/>
                  <a:gd name="T23" fmla="*/ 2147483646 h 109"/>
                  <a:gd name="T24" fmla="*/ 0 w 109"/>
                  <a:gd name="T25" fmla="*/ 2147483646 h 109"/>
                  <a:gd name="T26" fmla="*/ 2147483646 w 109"/>
                  <a:gd name="T27" fmla="*/ 2147483646 h 109"/>
                  <a:gd name="T28" fmla="*/ 2147483646 w 109"/>
                  <a:gd name="T29" fmla="*/ 2147483646 h 109"/>
                  <a:gd name="T30" fmla="*/ 2147483646 w 109"/>
                  <a:gd name="T31" fmla="*/ 2147483646 h 109"/>
                  <a:gd name="T32" fmla="*/ 2147483646 w 109"/>
                  <a:gd name="T33" fmla="*/ 2147483646 h 109"/>
                  <a:gd name="T34" fmla="*/ 2147483646 w 109"/>
                  <a:gd name="T35" fmla="*/ 2147483646 h 109"/>
                  <a:gd name="T36" fmla="*/ 2147483646 w 109"/>
                  <a:gd name="T37" fmla="*/ 2147483646 h 109"/>
                  <a:gd name="T38" fmla="*/ 2147483646 w 109"/>
                  <a:gd name="T39" fmla="*/ 2147483646 h 109"/>
                  <a:gd name="T40" fmla="*/ 2147483646 w 109"/>
                  <a:gd name="T41" fmla="*/ 2147483646 h 109"/>
                  <a:gd name="T42" fmla="*/ 2147483646 w 109"/>
                  <a:gd name="T43" fmla="*/ 2147483646 h 109"/>
                  <a:gd name="T44" fmla="*/ 2147483646 w 109"/>
                  <a:gd name="T45" fmla="*/ 2147483646 h 109"/>
                  <a:gd name="T46" fmla="*/ 2147483646 w 109"/>
                  <a:gd name="T47" fmla="*/ 2147483646 h 109"/>
                  <a:gd name="T48" fmla="*/ 2147483646 w 109"/>
                  <a:gd name="T49" fmla="*/ 2147483646 h 109"/>
                  <a:gd name="T50" fmla="*/ 2147483646 w 109"/>
                  <a:gd name="T51" fmla="*/ 2147483646 h 109"/>
                  <a:gd name="T52" fmla="*/ 2147483646 w 109"/>
                  <a:gd name="T53" fmla="*/ 2147483646 h 109"/>
                  <a:gd name="T54" fmla="*/ 2147483646 w 109"/>
                  <a:gd name="T55" fmla="*/ 2147483646 h 109"/>
                  <a:gd name="T56" fmla="*/ 2147483646 w 109"/>
                  <a:gd name="T57" fmla="*/ 2147483646 h 109"/>
                  <a:gd name="T58" fmla="*/ 2147483646 w 109"/>
                  <a:gd name="T59" fmla="*/ 2147483646 h 109"/>
                  <a:gd name="T60" fmla="*/ 2147483646 w 109"/>
                  <a:gd name="T61" fmla="*/ 2147483646 h 109"/>
                  <a:gd name="T62" fmla="*/ 2147483646 w 109"/>
                  <a:gd name="T63" fmla="*/ 2147483646 h 109"/>
                  <a:gd name="T64" fmla="*/ 2147483646 w 109"/>
                  <a:gd name="T65" fmla="*/ 2147483646 h 109"/>
                  <a:gd name="T66" fmla="*/ 2147483646 w 109"/>
                  <a:gd name="T67" fmla="*/ 2147483646 h 109"/>
                  <a:gd name="T68" fmla="*/ 2147483646 w 109"/>
                  <a:gd name="T69" fmla="*/ 2147483646 h 109"/>
                  <a:gd name="T70" fmla="*/ 2147483646 w 109"/>
                  <a:gd name="T71" fmla="*/ 2147483646 h 109"/>
                  <a:gd name="T72" fmla="*/ 2147483646 w 109"/>
                  <a:gd name="T73" fmla="*/ 2147483646 h 109"/>
                  <a:gd name="T74" fmla="*/ 2147483646 w 109"/>
                  <a:gd name="T75" fmla="*/ 2147483646 h 109"/>
                  <a:gd name="T76" fmla="*/ 2147483646 w 109"/>
                  <a:gd name="T77" fmla="*/ 2147483646 h 109"/>
                  <a:gd name="T78" fmla="*/ 2147483646 w 109"/>
                  <a:gd name="T79" fmla="*/ 2147483646 h 109"/>
                  <a:gd name="T80" fmla="*/ 2147483646 w 109"/>
                  <a:gd name="T81" fmla="*/ 2147483646 h 109"/>
                  <a:gd name="T82" fmla="*/ 2147483646 w 109"/>
                  <a:gd name="T83" fmla="*/ 2147483646 h 109"/>
                  <a:gd name="T84" fmla="*/ 2147483646 w 109"/>
                  <a:gd name="T85" fmla="*/ 0 h 109"/>
                  <a:gd name="T86" fmla="*/ 2147483646 w 109"/>
                  <a:gd name="T87" fmla="*/ 0 h 10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09"/>
                  <a:gd name="T133" fmla="*/ 0 h 109"/>
                  <a:gd name="T134" fmla="*/ 109 w 109"/>
                  <a:gd name="T135" fmla="*/ 109 h 10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09" h="109">
                    <a:moveTo>
                      <a:pt x="54" y="0"/>
                    </a:moveTo>
                    <a:lnTo>
                      <a:pt x="52" y="0"/>
                    </a:lnTo>
                    <a:lnTo>
                      <a:pt x="49" y="0"/>
                    </a:lnTo>
                    <a:lnTo>
                      <a:pt x="46" y="0"/>
                    </a:lnTo>
                    <a:lnTo>
                      <a:pt x="43" y="1"/>
                    </a:lnTo>
                    <a:lnTo>
                      <a:pt x="41" y="1"/>
                    </a:lnTo>
                    <a:lnTo>
                      <a:pt x="39" y="2"/>
                    </a:lnTo>
                    <a:lnTo>
                      <a:pt x="36" y="3"/>
                    </a:lnTo>
                    <a:lnTo>
                      <a:pt x="34" y="3"/>
                    </a:lnTo>
                    <a:lnTo>
                      <a:pt x="31" y="4"/>
                    </a:lnTo>
                    <a:lnTo>
                      <a:pt x="29" y="6"/>
                    </a:lnTo>
                    <a:lnTo>
                      <a:pt x="27" y="7"/>
                    </a:lnTo>
                    <a:lnTo>
                      <a:pt x="24" y="9"/>
                    </a:lnTo>
                    <a:lnTo>
                      <a:pt x="22" y="10"/>
                    </a:lnTo>
                    <a:lnTo>
                      <a:pt x="19" y="12"/>
                    </a:lnTo>
                    <a:lnTo>
                      <a:pt x="18" y="14"/>
                    </a:lnTo>
                    <a:lnTo>
                      <a:pt x="16" y="15"/>
                    </a:lnTo>
                    <a:lnTo>
                      <a:pt x="15" y="18"/>
                    </a:lnTo>
                    <a:lnTo>
                      <a:pt x="12" y="19"/>
                    </a:lnTo>
                    <a:lnTo>
                      <a:pt x="11" y="21"/>
                    </a:lnTo>
                    <a:lnTo>
                      <a:pt x="10" y="24"/>
                    </a:lnTo>
                    <a:lnTo>
                      <a:pt x="7" y="26"/>
                    </a:lnTo>
                    <a:lnTo>
                      <a:pt x="6" y="28"/>
                    </a:lnTo>
                    <a:lnTo>
                      <a:pt x="5" y="31"/>
                    </a:lnTo>
                    <a:lnTo>
                      <a:pt x="4" y="33"/>
                    </a:lnTo>
                    <a:lnTo>
                      <a:pt x="4" y="36"/>
                    </a:lnTo>
                    <a:lnTo>
                      <a:pt x="3" y="38"/>
                    </a:lnTo>
                    <a:lnTo>
                      <a:pt x="1" y="40"/>
                    </a:lnTo>
                    <a:lnTo>
                      <a:pt x="1" y="43"/>
                    </a:lnTo>
                    <a:lnTo>
                      <a:pt x="0" y="45"/>
                    </a:lnTo>
                    <a:lnTo>
                      <a:pt x="0" y="49"/>
                    </a:lnTo>
                    <a:lnTo>
                      <a:pt x="0" y="51"/>
                    </a:lnTo>
                    <a:lnTo>
                      <a:pt x="0" y="54"/>
                    </a:lnTo>
                    <a:lnTo>
                      <a:pt x="0" y="57"/>
                    </a:lnTo>
                    <a:lnTo>
                      <a:pt x="0" y="60"/>
                    </a:lnTo>
                    <a:lnTo>
                      <a:pt x="0" y="62"/>
                    </a:lnTo>
                    <a:lnTo>
                      <a:pt x="1" y="64"/>
                    </a:lnTo>
                    <a:lnTo>
                      <a:pt x="1" y="68"/>
                    </a:lnTo>
                    <a:lnTo>
                      <a:pt x="3" y="70"/>
                    </a:lnTo>
                    <a:lnTo>
                      <a:pt x="4" y="73"/>
                    </a:lnTo>
                    <a:lnTo>
                      <a:pt x="4" y="75"/>
                    </a:lnTo>
                    <a:lnTo>
                      <a:pt x="5" y="78"/>
                    </a:lnTo>
                    <a:lnTo>
                      <a:pt x="6" y="80"/>
                    </a:lnTo>
                    <a:lnTo>
                      <a:pt x="7" y="82"/>
                    </a:lnTo>
                    <a:lnTo>
                      <a:pt x="10" y="85"/>
                    </a:lnTo>
                    <a:lnTo>
                      <a:pt x="11" y="86"/>
                    </a:lnTo>
                    <a:lnTo>
                      <a:pt x="12" y="88"/>
                    </a:lnTo>
                    <a:lnTo>
                      <a:pt x="15" y="91"/>
                    </a:lnTo>
                    <a:lnTo>
                      <a:pt x="16" y="92"/>
                    </a:lnTo>
                    <a:lnTo>
                      <a:pt x="18" y="94"/>
                    </a:lnTo>
                    <a:lnTo>
                      <a:pt x="19" y="96"/>
                    </a:lnTo>
                    <a:lnTo>
                      <a:pt x="22" y="98"/>
                    </a:lnTo>
                    <a:lnTo>
                      <a:pt x="24" y="99"/>
                    </a:lnTo>
                    <a:lnTo>
                      <a:pt x="27" y="100"/>
                    </a:lnTo>
                    <a:lnTo>
                      <a:pt x="29" y="102"/>
                    </a:lnTo>
                    <a:lnTo>
                      <a:pt x="31" y="103"/>
                    </a:lnTo>
                    <a:lnTo>
                      <a:pt x="34" y="104"/>
                    </a:lnTo>
                    <a:lnTo>
                      <a:pt x="36" y="105"/>
                    </a:lnTo>
                    <a:lnTo>
                      <a:pt x="39" y="106"/>
                    </a:lnTo>
                    <a:lnTo>
                      <a:pt x="41" y="106"/>
                    </a:lnTo>
                    <a:lnTo>
                      <a:pt x="43" y="108"/>
                    </a:lnTo>
                    <a:lnTo>
                      <a:pt x="46" y="108"/>
                    </a:lnTo>
                    <a:lnTo>
                      <a:pt x="49" y="108"/>
                    </a:lnTo>
                    <a:lnTo>
                      <a:pt x="52" y="109"/>
                    </a:lnTo>
                    <a:lnTo>
                      <a:pt x="54" y="109"/>
                    </a:lnTo>
                    <a:lnTo>
                      <a:pt x="58" y="109"/>
                    </a:lnTo>
                    <a:lnTo>
                      <a:pt x="60" y="108"/>
                    </a:lnTo>
                    <a:lnTo>
                      <a:pt x="63" y="108"/>
                    </a:lnTo>
                    <a:lnTo>
                      <a:pt x="65" y="108"/>
                    </a:lnTo>
                    <a:lnTo>
                      <a:pt x="69" y="106"/>
                    </a:lnTo>
                    <a:lnTo>
                      <a:pt x="71" y="106"/>
                    </a:lnTo>
                    <a:lnTo>
                      <a:pt x="73" y="105"/>
                    </a:lnTo>
                    <a:lnTo>
                      <a:pt x="76" y="104"/>
                    </a:lnTo>
                    <a:lnTo>
                      <a:pt x="78" y="103"/>
                    </a:lnTo>
                    <a:lnTo>
                      <a:pt x="81" y="102"/>
                    </a:lnTo>
                    <a:lnTo>
                      <a:pt x="83" y="100"/>
                    </a:lnTo>
                    <a:lnTo>
                      <a:pt x="85" y="99"/>
                    </a:lnTo>
                    <a:lnTo>
                      <a:pt x="87" y="98"/>
                    </a:lnTo>
                    <a:lnTo>
                      <a:pt x="89" y="96"/>
                    </a:lnTo>
                    <a:lnTo>
                      <a:pt x="91" y="94"/>
                    </a:lnTo>
                    <a:lnTo>
                      <a:pt x="93" y="92"/>
                    </a:lnTo>
                    <a:lnTo>
                      <a:pt x="95" y="91"/>
                    </a:lnTo>
                    <a:lnTo>
                      <a:pt x="96" y="88"/>
                    </a:lnTo>
                    <a:lnTo>
                      <a:pt x="99" y="86"/>
                    </a:lnTo>
                    <a:lnTo>
                      <a:pt x="100" y="85"/>
                    </a:lnTo>
                    <a:lnTo>
                      <a:pt x="101" y="82"/>
                    </a:lnTo>
                    <a:lnTo>
                      <a:pt x="102" y="80"/>
                    </a:lnTo>
                    <a:lnTo>
                      <a:pt x="103" y="78"/>
                    </a:lnTo>
                    <a:lnTo>
                      <a:pt x="105" y="75"/>
                    </a:lnTo>
                    <a:lnTo>
                      <a:pt x="106" y="73"/>
                    </a:lnTo>
                    <a:lnTo>
                      <a:pt x="107" y="70"/>
                    </a:lnTo>
                    <a:lnTo>
                      <a:pt x="107" y="68"/>
                    </a:lnTo>
                    <a:lnTo>
                      <a:pt x="108" y="64"/>
                    </a:lnTo>
                    <a:lnTo>
                      <a:pt x="108" y="62"/>
                    </a:lnTo>
                    <a:lnTo>
                      <a:pt x="108" y="60"/>
                    </a:lnTo>
                    <a:lnTo>
                      <a:pt x="109" y="57"/>
                    </a:lnTo>
                    <a:lnTo>
                      <a:pt x="109" y="54"/>
                    </a:lnTo>
                    <a:lnTo>
                      <a:pt x="109" y="51"/>
                    </a:lnTo>
                    <a:lnTo>
                      <a:pt x="108" y="49"/>
                    </a:lnTo>
                    <a:lnTo>
                      <a:pt x="108" y="45"/>
                    </a:lnTo>
                    <a:lnTo>
                      <a:pt x="108" y="43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6" y="36"/>
                    </a:lnTo>
                    <a:lnTo>
                      <a:pt x="105" y="33"/>
                    </a:lnTo>
                    <a:lnTo>
                      <a:pt x="103" y="31"/>
                    </a:lnTo>
                    <a:lnTo>
                      <a:pt x="102" y="28"/>
                    </a:lnTo>
                    <a:lnTo>
                      <a:pt x="101" y="26"/>
                    </a:lnTo>
                    <a:lnTo>
                      <a:pt x="100" y="24"/>
                    </a:lnTo>
                    <a:lnTo>
                      <a:pt x="99" y="21"/>
                    </a:lnTo>
                    <a:lnTo>
                      <a:pt x="96" y="19"/>
                    </a:lnTo>
                    <a:lnTo>
                      <a:pt x="95" y="18"/>
                    </a:lnTo>
                    <a:lnTo>
                      <a:pt x="93" y="15"/>
                    </a:lnTo>
                    <a:lnTo>
                      <a:pt x="91" y="14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5" y="9"/>
                    </a:lnTo>
                    <a:lnTo>
                      <a:pt x="83" y="7"/>
                    </a:lnTo>
                    <a:lnTo>
                      <a:pt x="81" y="6"/>
                    </a:lnTo>
                    <a:lnTo>
                      <a:pt x="78" y="4"/>
                    </a:lnTo>
                    <a:lnTo>
                      <a:pt x="76" y="3"/>
                    </a:lnTo>
                    <a:lnTo>
                      <a:pt x="73" y="3"/>
                    </a:lnTo>
                    <a:lnTo>
                      <a:pt x="71" y="2"/>
                    </a:lnTo>
                    <a:lnTo>
                      <a:pt x="69" y="1"/>
                    </a:lnTo>
                    <a:lnTo>
                      <a:pt x="65" y="1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54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4233" name="Rectangle 29">
              <a:extLst>
                <a:ext uri="{FF2B5EF4-FFF2-40B4-BE49-F238E27FC236}">
                  <a16:creationId xmlns:a16="http://schemas.microsoft.com/office/drawing/2014/main" id="{18BBA3E2-49DB-4C60-B879-937005F3B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6405" y="4725988"/>
              <a:ext cx="685800" cy="106679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4" name="Rectangle 30">
              <a:extLst>
                <a:ext uri="{FF2B5EF4-FFF2-40B4-BE49-F238E27FC236}">
                  <a16:creationId xmlns:a16="http://schemas.microsoft.com/office/drawing/2014/main" id="{91241C3D-8C09-4B2E-A05D-93B4BB0F6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2005" y="545147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5" name="Rectangle 31">
              <a:extLst>
                <a:ext uri="{FF2B5EF4-FFF2-40B4-BE49-F238E27FC236}">
                  <a16:creationId xmlns:a16="http://schemas.microsoft.com/office/drawing/2014/main" id="{893F7692-3BD6-4F96-A3CA-32FC55705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605" y="490537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6" name="Rectangle 32">
              <a:extLst>
                <a:ext uri="{FF2B5EF4-FFF2-40B4-BE49-F238E27FC236}">
                  <a16:creationId xmlns:a16="http://schemas.microsoft.com/office/drawing/2014/main" id="{612BC242-B3CB-443F-B3AB-DC4896FA9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7892" y="489902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7" name="Line 33">
              <a:extLst>
                <a:ext uri="{FF2B5EF4-FFF2-40B4-BE49-F238E27FC236}">
                  <a16:creationId xmlns:a16="http://schemas.microsoft.com/office/drawing/2014/main" id="{868A98A8-BF64-493B-8CB3-5907B0909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1705" y="5430838"/>
              <a:ext cx="762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38" name="Rectangle 38">
              <a:extLst>
                <a:ext uri="{FF2B5EF4-FFF2-40B4-BE49-F238E27FC236}">
                  <a16:creationId xmlns:a16="http://schemas.microsoft.com/office/drawing/2014/main" id="{3C85B91E-222D-4FF4-A723-1A6C05EE0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9480" y="544353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9" name="Rectangle 39">
              <a:extLst>
                <a:ext uri="{FF2B5EF4-FFF2-40B4-BE49-F238E27FC236}">
                  <a16:creationId xmlns:a16="http://schemas.microsoft.com/office/drawing/2014/main" id="{1B8183D9-3DB8-4740-9B7B-D29920D6D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0017" y="4743450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0" name="Rectangle 40">
              <a:extLst>
                <a:ext uri="{FF2B5EF4-FFF2-40B4-BE49-F238E27FC236}">
                  <a16:creationId xmlns:a16="http://schemas.microsoft.com/office/drawing/2014/main" id="{1BF9AC2B-162A-47EB-9D41-2F51A0B08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192" y="4827588"/>
              <a:ext cx="198438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m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1" name="Rectangle 41">
              <a:extLst>
                <a:ext uri="{FF2B5EF4-FFF2-40B4-BE49-F238E27FC236}">
                  <a16:creationId xmlns:a16="http://schemas.microsoft.com/office/drawing/2014/main" id="{96CECFBA-5498-4610-8AC1-A8B168549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180" y="4743450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2" name="Rectangle 42">
              <a:extLst>
                <a:ext uri="{FF2B5EF4-FFF2-40B4-BE49-F238E27FC236}">
                  <a16:creationId xmlns:a16="http://schemas.microsoft.com/office/drawing/2014/main" id="{3D0A7B1E-0932-4DCE-827D-ED207ED3A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3355" y="4827588"/>
              <a:ext cx="14605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3" name="Rectangle 66">
              <a:extLst>
                <a:ext uri="{FF2B5EF4-FFF2-40B4-BE49-F238E27FC236}">
                  <a16:creationId xmlns:a16="http://schemas.microsoft.com/office/drawing/2014/main" id="{0DD6F787-8861-46C1-BB48-1AF10E694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605" y="5435600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4" name="Rectangle 67">
              <a:extLst>
                <a:ext uri="{FF2B5EF4-FFF2-40B4-BE49-F238E27FC236}">
                  <a16:creationId xmlns:a16="http://schemas.microsoft.com/office/drawing/2014/main" id="{DC8F963F-7FD0-469D-BDBA-C4CBF3655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730" y="5435600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5" name="Oval 68">
              <a:extLst>
                <a:ext uri="{FF2B5EF4-FFF2-40B4-BE49-F238E27FC236}">
                  <a16:creationId xmlns:a16="http://schemas.microsoft.com/office/drawing/2014/main" id="{AE494747-0077-43A7-A209-3C8987E3F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4380" y="5512255"/>
              <a:ext cx="74613" cy="730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6" name="Line 11">
              <a:extLst>
                <a:ext uri="{FF2B5EF4-FFF2-40B4-BE49-F238E27FC236}">
                  <a16:creationId xmlns:a16="http://schemas.microsoft.com/office/drawing/2014/main" id="{40A6A629-B181-43B6-A798-C3640BA0F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7889" y="5543991"/>
              <a:ext cx="2667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3">
            <a:extLst>
              <a:ext uri="{FF2B5EF4-FFF2-40B4-BE49-F238E27FC236}">
                <a16:creationId xmlns:a16="http://schemas.microsoft.com/office/drawing/2014/main" id="{4C0B921A-17A0-4CCD-A11E-8CC607E55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000000"/>
                </a:solidFill>
              </a:rPr>
              <a:t>D Flip-Flop: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000000"/>
                </a:solidFill>
              </a:rPr>
              <a:t>A Double Door Analogy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>
            <a:extLst>
              <a:ext uri="{FF2B5EF4-FFF2-40B4-BE49-F238E27FC236}">
                <a16:creationId xmlns:a16="http://schemas.microsoft.com/office/drawing/2014/main" id="{1F95369B-A576-4D27-BA9B-57ABFCBB5AE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Positive-Edge-Triggered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Master-Slave D Flip-Flop</a:t>
            </a:r>
          </a:p>
        </p:txBody>
      </p:sp>
      <p:grpSp>
        <p:nvGrpSpPr>
          <p:cNvPr id="97282" name="Group 132">
            <a:extLst>
              <a:ext uri="{FF2B5EF4-FFF2-40B4-BE49-F238E27FC236}">
                <a16:creationId xmlns:a16="http://schemas.microsoft.com/office/drawing/2014/main" id="{4497182E-5AB6-4B9C-A45A-2E20F5341EFF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638800"/>
            <a:ext cx="5105400" cy="369888"/>
            <a:chOff x="1752600" y="5638800"/>
            <a:chExt cx="5105399" cy="369332"/>
          </a:xfrm>
        </p:grpSpPr>
        <p:sp>
          <p:nvSpPr>
            <p:cNvPr id="97324" name="Freeform 13">
              <a:extLst>
                <a:ext uri="{FF2B5EF4-FFF2-40B4-BE49-F238E27FC236}">
                  <a16:creationId xmlns:a16="http://schemas.microsoft.com/office/drawing/2014/main" id="{B6206EFF-9C89-4954-BCE6-945743D65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458" y="5638800"/>
              <a:ext cx="4175541" cy="268288"/>
            </a:xfrm>
            <a:custGeom>
              <a:avLst/>
              <a:gdLst>
                <a:gd name="T0" fmla="*/ 2147483646 w 1873"/>
                <a:gd name="T1" fmla="*/ 2147483646 h 336"/>
                <a:gd name="T2" fmla="*/ 2147483646 w 1873"/>
                <a:gd name="T3" fmla="*/ 0 h 336"/>
                <a:gd name="T4" fmla="*/ 2147483646 w 1873"/>
                <a:gd name="T5" fmla="*/ 0 h 336"/>
                <a:gd name="T6" fmla="*/ 2147483646 w 1873"/>
                <a:gd name="T7" fmla="*/ 2147483646 h 336"/>
                <a:gd name="T8" fmla="*/ 2147483646 w 1873"/>
                <a:gd name="T9" fmla="*/ 2147483646 h 336"/>
                <a:gd name="T10" fmla="*/ 2147483646 w 1873"/>
                <a:gd name="T11" fmla="*/ 0 h 336"/>
                <a:gd name="T12" fmla="*/ 2147483646 w 1873"/>
                <a:gd name="T13" fmla="*/ 0 h 336"/>
                <a:gd name="T14" fmla="*/ 2147483646 w 1873"/>
                <a:gd name="T15" fmla="*/ 2147483646 h 336"/>
                <a:gd name="T16" fmla="*/ 0 w 1873"/>
                <a:gd name="T17" fmla="*/ 2147483646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73"/>
                <a:gd name="T28" fmla="*/ 0 h 336"/>
                <a:gd name="T29" fmla="*/ 1873 w 1873"/>
                <a:gd name="T30" fmla="*/ 336 h 3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73" h="336">
                  <a:moveTo>
                    <a:pt x="1873" y="336"/>
                  </a:moveTo>
                  <a:lnTo>
                    <a:pt x="1873" y="0"/>
                  </a:lnTo>
                  <a:lnTo>
                    <a:pt x="1393" y="0"/>
                  </a:lnTo>
                  <a:lnTo>
                    <a:pt x="1393" y="336"/>
                  </a:lnTo>
                  <a:lnTo>
                    <a:pt x="936" y="336"/>
                  </a:lnTo>
                  <a:lnTo>
                    <a:pt x="936" y="0"/>
                  </a:lnTo>
                  <a:lnTo>
                    <a:pt x="480" y="0"/>
                  </a:lnTo>
                  <a:lnTo>
                    <a:pt x="480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25" name="TextBox 134">
              <a:extLst>
                <a:ext uri="{FF2B5EF4-FFF2-40B4-BE49-F238E27FC236}">
                  <a16:creationId xmlns:a16="http://schemas.microsoft.com/office/drawing/2014/main" id="{518FA2CB-A94B-4B35-8B4B-2A241A0E1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638800"/>
              <a:ext cx="7360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97283" name="Oval 135">
            <a:extLst>
              <a:ext uri="{FF2B5EF4-FFF2-40B4-BE49-F238E27FC236}">
                <a16:creationId xmlns:a16="http://schemas.microsoft.com/office/drawing/2014/main" id="{8F0F5023-8242-4457-BF3A-AA5E08F23F4A}"/>
              </a:ext>
            </a:extLst>
          </p:cNvPr>
          <p:cNvSpPr>
            <a:spLocks noChangeAspect="1"/>
          </p:cNvSpPr>
          <p:nvPr/>
        </p:nvSpPr>
        <p:spPr bwMode="auto">
          <a:xfrm>
            <a:off x="3638550" y="5862638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97284" name="Group 3">
            <a:extLst>
              <a:ext uri="{FF2B5EF4-FFF2-40B4-BE49-F238E27FC236}">
                <a16:creationId xmlns:a16="http://schemas.microsoft.com/office/drawing/2014/main" id="{3A821790-FEF2-4D63-B1DC-483C47BB3F7C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085975"/>
            <a:ext cx="6194425" cy="1876425"/>
            <a:chOff x="1600200" y="1863363"/>
            <a:chExt cx="6194425" cy="1876425"/>
          </a:xfrm>
        </p:grpSpPr>
        <p:grpSp>
          <p:nvGrpSpPr>
            <p:cNvPr id="97285" name="Group 2">
              <a:extLst>
                <a:ext uri="{FF2B5EF4-FFF2-40B4-BE49-F238E27FC236}">
                  <a16:creationId xmlns:a16="http://schemas.microsoft.com/office/drawing/2014/main" id="{168EEA8F-8275-4888-8764-B2D7ED342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0200" y="1863363"/>
              <a:ext cx="6194425" cy="1876425"/>
              <a:chOff x="1371600" y="4473575"/>
              <a:chExt cx="6194880" cy="1876950"/>
            </a:xfrm>
          </p:grpSpPr>
          <p:sp>
            <p:nvSpPr>
              <p:cNvPr id="97288" name="Rectangle 5">
                <a:extLst>
                  <a:ext uri="{FF2B5EF4-FFF2-40B4-BE49-F238E27FC236}">
                    <a16:creationId xmlns:a16="http://schemas.microsoft.com/office/drawing/2014/main" id="{596F56DF-1B40-4526-9C09-7E7BB985F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642" y="4725988"/>
                <a:ext cx="666750" cy="106679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289" name="Rectangle 6">
                <a:extLst>
                  <a:ext uri="{FF2B5EF4-FFF2-40B4-BE49-F238E27FC236}">
                    <a16:creationId xmlns:a16="http://schemas.microsoft.com/office/drawing/2014/main" id="{BFAF0A30-3E2A-472C-AE65-AE574DF5B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730" y="49053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290" name="Rectangle 7">
                <a:extLst>
                  <a:ext uri="{FF2B5EF4-FFF2-40B4-BE49-F238E27FC236}">
                    <a16:creationId xmlns:a16="http://schemas.microsoft.com/office/drawing/2014/main" id="{38CAFB28-5E95-4478-8006-D8CE26147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9017" y="489902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291" name="Line 8">
                <a:extLst>
                  <a:ext uri="{FF2B5EF4-FFF2-40B4-BE49-F238E27FC236}">
                    <a16:creationId xmlns:a16="http://schemas.microsoft.com/office/drawing/2014/main" id="{C49CCD26-49F3-4F0E-BA97-667FBDA47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54892" y="5430838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2" name="Freeform 9">
                <a:extLst>
                  <a:ext uri="{FF2B5EF4-FFF2-40B4-BE49-F238E27FC236}">
                    <a16:creationId xmlns:a16="http://schemas.microsoft.com/office/drawing/2014/main" id="{59F179B5-E5DE-4948-A337-50631CCF9F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1192" y="5526087"/>
                <a:ext cx="1065213" cy="824438"/>
              </a:xfrm>
              <a:custGeom>
                <a:avLst/>
                <a:gdLst>
                  <a:gd name="T0" fmla="*/ 2147483646 w 1344"/>
                  <a:gd name="T1" fmla="*/ 0 h 1031"/>
                  <a:gd name="T2" fmla="*/ 2147483646 w 1344"/>
                  <a:gd name="T3" fmla="*/ 0 h 1031"/>
                  <a:gd name="T4" fmla="*/ 2147483646 w 1344"/>
                  <a:gd name="T5" fmla="*/ 2147483646 h 1031"/>
                  <a:gd name="T6" fmla="*/ 0 w 134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1031"/>
                  <a:gd name="T14" fmla="*/ 1344 w 134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1031">
                    <a:moveTo>
                      <a:pt x="1344" y="0"/>
                    </a:moveTo>
                    <a:lnTo>
                      <a:pt x="1008" y="0"/>
                    </a:lnTo>
                    <a:lnTo>
                      <a:pt x="1008" y="1031"/>
                    </a:lnTo>
                    <a:lnTo>
                      <a:pt x="0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3" name="Freeform 10">
                <a:extLst>
                  <a:ext uri="{FF2B5EF4-FFF2-40B4-BE49-F238E27FC236}">
                    <a16:creationId xmlns:a16="http://schemas.microsoft.com/office/drawing/2014/main" id="{7F1F15CD-4328-4688-A1D4-A1A3D4499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908" y="5543959"/>
                <a:ext cx="1123950" cy="806566"/>
              </a:xfrm>
              <a:custGeom>
                <a:avLst/>
                <a:gdLst>
                  <a:gd name="T0" fmla="*/ 0 w 1704"/>
                  <a:gd name="T1" fmla="*/ 0 h 1031"/>
                  <a:gd name="T2" fmla="*/ 2147483646 w 1704"/>
                  <a:gd name="T3" fmla="*/ 0 h 1031"/>
                  <a:gd name="T4" fmla="*/ 2147483646 w 1704"/>
                  <a:gd name="T5" fmla="*/ 2147483646 h 1031"/>
                  <a:gd name="T6" fmla="*/ 2147483646 w 170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04"/>
                  <a:gd name="T13" fmla="*/ 0 h 1031"/>
                  <a:gd name="T14" fmla="*/ 1704 w 170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04" h="1031">
                    <a:moveTo>
                      <a:pt x="0" y="0"/>
                    </a:moveTo>
                    <a:lnTo>
                      <a:pt x="696" y="0"/>
                    </a:lnTo>
                    <a:lnTo>
                      <a:pt x="696" y="1031"/>
                    </a:lnTo>
                    <a:lnTo>
                      <a:pt x="1704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4" name="Line 11">
                <a:extLst>
                  <a:ext uri="{FF2B5EF4-FFF2-40B4-BE49-F238E27FC236}">
                    <a16:creationId xmlns:a16="http://schemas.microsoft.com/office/drawing/2014/main" id="{DF079D9D-88CD-42CC-9B7C-C90F77631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1942" y="5527674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5" name="Line 12">
                <a:extLst>
                  <a:ext uri="{FF2B5EF4-FFF2-40B4-BE49-F238E27FC236}">
                    <a16:creationId xmlns:a16="http://schemas.microsoft.com/office/drawing/2014/main" id="{B030A9C9-1511-4E10-9483-D58E9B9E2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492" y="4992688"/>
                <a:ext cx="8191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6" name="Line 13">
                <a:extLst>
                  <a:ext uri="{FF2B5EF4-FFF2-40B4-BE49-F238E27FC236}">
                    <a16:creationId xmlns:a16="http://schemas.microsoft.com/office/drawing/2014/main" id="{76235611-EF80-4693-A360-DC662E280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5392" y="4992688"/>
                <a:ext cx="1751013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7" name="Line 14">
                <a:extLst>
                  <a:ext uri="{FF2B5EF4-FFF2-40B4-BE49-F238E27FC236}">
                    <a16:creationId xmlns:a16="http://schemas.microsoft.com/office/drawing/2014/main" id="{4F87ACD9-3E97-4818-B1B3-C8B0CC6BB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2205" y="4992688"/>
                <a:ext cx="8001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8" name="Line 15">
                <a:extLst>
                  <a:ext uri="{FF2B5EF4-FFF2-40B4-BE49-F238E27FC236}">
                    <a16:creationId xmlns:a16="http://schemas.microsoft.com/office/drawing/2014/main" id="{50FFBEEF-38F3-484D-B36A-81D550B3B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2205" y="5527674"/>
                <a:ext cx="8001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9" name="Rectangle 17">
                <a:extLst>
                  <a:ext uri="{FF2B5EF4-FFF2-40B4-BE49-F238E27FC236}">
                    <a16:creationId xmlns:a16="http://schemas.microsoft.com/office/drawing/2014/main" id="{8E6FB885-14FD-4E29-9A6D-369B6F154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605" y="54435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00" name="Rectangle 18">
                <a:extLst>
                  <a:ext uri="{FF2B5EF4-FFF2-40B4-BE49-F238E27FC236}">
                    <a16:creationId xmlns:a16="http://schemas.microsoft.com/office/drawing/2014/main" id="{4C686EBA-45C0-4F6A-82B5-76EE8C05A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5480" y="4473575"/>
                <a:ext cx="565150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Master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01" name="Rectangle 19">
                <a:extLst>
                  <a:ext uri="{FF2B5EF4-FFF2-40B4-BE49-F238E27FC236}">
                    <a16:creationId xmlns:a16="http://schemas.microsoft.com/office/drawing/2014/main" id="{B51826BA-AD50-4930-9200-E128A914E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1980" y="4473575"/>
                <a:ext cx="512763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Slave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02" name="Rectangle 20">
                <a:extLst>
                  <a:ext uri="{FF2B5EF4-FFF2-40B4-BE49-F238E27FC236}">
                    <a16:creationId xmlns:a16="http://schemas.microsoft.com/office/drawing/2014/main" id="{B34E90DA-9571-4FD2-A12C-837B670BB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5967" y="49101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03" name="Rectangle 21">
                <a:extLst>
                  <a:ext uri="{FF2B5EF4-FFF2-40B4-BE49-F238E27FC236}">
                    <a16:creationId xmlns:a16="http://schemas.microsoft.com/office/drawing/2014/main" id="{BF00B1B5-0030-4CBE-8F78-93ACB4E70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600" y="5437188"/>
                <a:ext cx="54292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04" name="Rectangle 22">
                <a:extLst>
                  <a:ext uri="{FF2B5EF4-FFF2-40B4-BE49-F238E27FC236}">
                    <a16:creationId xmlns:a16="http://schemas.microsoft.com/office/drawing/2014/main" id="{5100AF6E-EE68-4A02-A42F-68055BC28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2005" y="49085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05" name="Line 23">
                <a:extLst>
                  <a:ext uri="{FF2B5EF4-FFF2-40B4-BE49-F238E27FC236}">
                    <a16:creationId xmlns:a16="http://schemas.microsoft.com/office/drawing/2014/main" id="{B6989724-E6A3-4089-8A82-084699078D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34705" y="5449888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06" name="Line 25">
                <a:extLst>
                  <a:ext uri="{FF2B5EF4-FFF2-40B4-BE49-F238E27FC236}">
                    <a16:creationId xmlns:a16="http://schemas.microsoft.com/office/drawing/2014/main" id="{7562A034-0277-4760-B0B0-84E1A6F14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4381" y="6350525"/>
                <a:ext cx="164424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7307" name="Group 1">
                <a:extLst>
                  <a:ext uri="{FF2B5EF4-FFF2-40B4-BE49-F238E27FC236}">
                    <a16:creationId xmlns:a16="http://schemas.microsoft.com/office/drawing/2014/main" id="{B6778104-1BCE-40D2-A332-314EB4CC37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34847" y="5400656"/>
                <a:ext cx="376238" cy="265113"/>
                <a:chOff x="990600" y="5638800"/>
                <a:chExt cx="376238" cy="265113"/>
              </a:xfrm>
            </p:grpSpPr>
            <p:sp>
              <p:nvSpPr>
                <p:cNvPr id="97322" name="Freeform 26">
                  <a:extLst>
                    <a:ext uri="{FF2B5EF4-FFF2-40B4-BE49-F238E27FC236}">
                      <a16:creationId xmlns:a16="http://schemas.microsoft.com/office/drawing/2014/main" id="{6BB9B331-2D2E-4515-A0FA-E6BDBCD691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0600" y="5638800"/>
                  <a:ext cx="285750" cy="265113"/>
                </a:xfrm>
                <a:custGeom>
                  <a:avLst/>
                  <a:gdLst>
                    <a:gd name="T0" fmla="*/ 2147483646 w 360"/>
                    <a:gd name="T1" fmla="*/ 2147483646 h 336"/>
                    <a:gd name="T2" fmla="*/ 0 w 360"/>
                    <a:gd name="T3" fmla="*/ 2147483646 h 336"/>
                    <a:gd name="T4" fmla="*/ 0 w 360"/>
                    <a:gd name="T5" fmla="*/ 0 h 336"/>
                    <a:gd name="T6" fmla="*/ 2147483646 w 360"/>
                    <a:gd name="T7" fmla="*/ 2147483646 h 3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0"/>
                    <a:gd name="T13" fmla="*/ 0 h 336"/>
                    <a:gd name="T14" fmla="*/ 360 w 360"/>
                    <a:gd name="T15" fmla="*/ 336 h 3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0" h="336">
                      <a:moveTo>
                        <a:pt x="360" y="168"/>
                      </a:moveTo>
                      <a:lnTo>
                        <a:pt x="0" y="336"/>
                      </a:lnTo>
                      <a:lnTo>
                        <a:pt x="0" y="0"/>
                      </a:lnTo>
                      <a:lnTo>
                        <a:pt x="360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323" name="Freeform 28">
                  <a:extLst>
                    <a:ext uri="{FF2B5EF4-FFF2-40B4-BE49-F238E27FC236}">
                      <a16:creationId xmlns:a16="http://schemas.microsoft.com/office/drawing/2014/main" id="{A0085BC5-EC34-44DD-8916-E5F6F2BE25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1113" y="5727700"/>
                  <a:ext cx="85725" cy="87313"/>
                </a:xfrm>
                <a:custGeom>
                  <a:avLst/>
                  <a:gdLst>
                    <a:gd name="T0" fmla="*/ 2147483646 w 109"/>
                    <a:gd name="T1" fmla="*/ 0 h 109"/>
                    <a:gd name="T2" fmla="*/ 2147483646 w 109"/>
                    <a:gd name="T3" fmla="*/ 2147483646 h 109"/>
                    <a:gd name="T4" fmla="*/ 2147483646 w 109"/>
                    <a:gd name="T5" fmla="*/ 2147483646 h 109"/>
                    <a:gd name="T6" fmla="*/ 2147483646 w 109"/>
                    <a:gd name="T7" fmla="*/ 2147483646 h 109"/>
                    <a:gd name="T8" fmla="*/ 2147483646 w 109"/>
                    <a:gd name="T9" fmla="*/ 2147483646 h 109"/>
                    <a:gd name="T10" fmla="*/ 2147483646 w 109"/>
                    <a:gd name="T11" fmla="*/ 2147483646 h 109"/>
                    <a:gd name="T12" fmla="*/ 2147483646 w 109"/>
                    <a:gd name="T13" fmla="*/ 2147483646 h 109"/>
                    <a:gd name="T14" fmla="*/ 2147483646 w 109"/>
                    <a:gd name="T15" fmla="*/ 2147483646 h 109"/>
                    <a:gd name="T16" fmla="*/ 0 w 109"/>
                    <a:gd name="T17" fmla="*/ 2147483646 h 109"/>
                    <a:gd name="T18" fmla="*/ 0 w 109"/>
                    <a:gd name="T19" fmla="*/ 2147483646 h 109"/>
                    <a:gd name="T20" fmla="*/ 0 w 109"/>
                    <a:gd name="T21" fmla="*/ 2147483646 h 109"/>
                    <a:gd name="T22" fmla="*/ 0 w 109"/>
                    <a:gd name="T23" fmla="*/ 2147483646 h 109"/>
                    <a:gd name="T24" fmla="*/ 0 w 109"/>
                    <a:gd name="T25" fmla="*/ 2147483646 h 109"/>
                    <a:gd name="T26" fmla="*/ 2147483646 w 109"/>
                    <a:gd name="T27" fmla="*/ 2147483646 h 109"/>
                    <a:gd name="T28" fmla="*/ 2147483646 w 109"/>
                    <a:gd name="T29" fmla="*/ 2147483646 h 109"/>
                    <a:gd name="T30" fmla="*/ 2147483646 w 109"/>
                    <a:gd name="T31" fmla="*/ 2147483646 h 109"/>
                    <a:gd name="T32" fmla="*/ 2147483646 w 109"/>
                    <a:gd name="T33" fmla="*/ 2147483646 h 109"/>
                    <a:gd name="T34" fmla="*/ 2147483646 w 109"/>
                    <a:gd name="T35" fmla="*/ 2147483646 h 109"/>
                    <a:gd name="T36" fmla="*/ 2147483646 w 109"/>
                    <a:gd name="T37" fmla="*/ 2147483646 h 109"/>
                    <a:gd name="T38" fmla="*/ 2147483646 w 109"/>
                    <a:gd name="T39" fmla="*/ 2147483646 h 109"/>
                    <a:gd name="T40" fmla="*/ 2147483646 w 109"/>
                    <a:gd name="T41" fmla="*/ 2147483646 h 109"/>
                    <a:gd name="T42" fmla="*/ 2147483646 w 109"/>
                    <a:gd name="T43" fmla="*/ 2147483646 h 109"/>
                    <a:gd name="T44" fmla="*/ 2147483646 w 109"/>
                    <a:gd name="T45" fmla="*/ 2147483646 h 109"/>
                    <a:gd name="T46" fmla="*/ 2147483646 w 109"/>
                    <a:gd name="T47" fmla="*/ 2147483646 h 109"/>
                    <a:gd name="T48" fmla="*/ 2147483646 w 109"/>
                    <a:gd name="T49" fmla="*/ 2147483646 h 109"/>
                    <a:gd name="T50" fmla="*/ 2147483646 w 109"/>
                    <a:gd name="T51" fmla="*/ 2147483646 h 109"/>
                    <a:gd name="T52" fmla="*/ 2147483646 w 109"/>
                    <a:gd name="T53" fmla="*/ 2147483646 h 109"/>
                    <a:gd name="T54" fmla="*/ 2147483646 w 109"/>
                    <a:gd name="T55" fmla="*/ 2147483646 h 109"/>
                    <a:gd name="T56" fmla="*/ 2147483646 w 109"/>
                    <a:gd name="T57" fmla="*/ 2147483646 h 109"/>
                    <a:gd name="T58" fmla="*/ 2147483646 w 109"/>
                    <a:gd name="T59" fmla="*/ 2147483646 h 109"/>
                    <a:gd name="T60" fmla="*/ 2147483646 w 109"/>
                    <a:gd name="T61" fmla="*/ 2147483646 h 109"/>
                    <a:gd name="T62" fmla="*/ 2147483646 w 109"/>
                    <a:gd name="T63" fmla="*/ 2147483646 h 109"/>
                    <a:gd name="T64" fmla="*/ 2147483646 w 109"/>
                    <a:gd name="T65" fmla="*/ 2147483646 h 109"/>
                    <a:gd name="T66" fmla="*/ 2147483646 w 109"/>
                    <a:gd name="T67" fmla="*/ 2147483646 h 109"/>
                    <a:gd name="T68" fmla="*/ 2147483646 w 109"/>
                    <a:gd name="T69" fmla="*/ 2147483646 h 109"/>
                    <a:gd name="T70" fmla="*/ 2147483646 w 109"/>
                    <a:gd name="T71" fmla="*/ 2147483646 h 109"/>
                    <a:gd name="T72" fmla="*/ 2147483646 w 109"/>
                    <a:gd name="T73" fmla="*/ 2147483646 h 109"/>
                    <a:gd name="T74" fmla="*/ 2147483646 w 109"/>
                    <a:gd name="T75" fmla="*/ 2147483646 h 109"/>
                    <a:gd name="T76" fmla="*/ 2147483646 w 109"/>
                    <a:gd name="T77" fmla="*/ 2147483646 h 109"/>
                    <a:gd name="T78" fmla="*/ 2147483646 w 109"/>
                    <a:gd name="T79" fmla="*/ 2147483646 h 109"/>
                    <a:gd name="T80" fmla="*/ 2147483646 w 109"/>
                    <a:gd name="T81" fmla="*/ 2147483646 h 109"/>
                    <a:gd name="T82" fmla="*/ 2147483646 w 109"/>
                    <a:gd name="T83" fmla="*/ 2147483646 h 109"/>
                    <a:gd name="T84" fmla="*/ 2147483646 w 109"/>
                    <a:gd name="T85" fmla="*/ 0 h 109"/>
                    <a:gd name="T86" fmla="*/ 2147483646 w 109"/>
                    <a:gd name="T87" fmla="*/ 0 h 10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09"/>
                    <a:gd name="T133" fmla="*/ 0 h 109"/>
                    <a:gd name="T134" fmla="*/ 109 w 109"/>
                    <a:gd name="T135" fmla="*/ 109 h 10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09" h="109">
                      <a:moveTo>
                        <a:pt x="54" y="0"/>
                      </a:moveTo>
                      <a:lnTo>
                        <a:pt x="52" y="0"/>
                      </a:lnTo>
                      <a:lnTo>
                        <a:pt x="49" y="0"/>
                      </a:lnTo>
                      <a:lnTo>
                        <a:pt x="46" y="0"/>
                      </a:lnTo>
                      <a:lnTo>
                        <a:pt x="43" y="1"/>
                      </a:lnTo>
                      <a:lnTo>
                        <a:pt x="41" y="1"/>
                      </a:lnTo>
                      <a:lnTo>
                        <a:pt x="39" y="2"/>
                      </a:lnTo>
                      <a:lnTo>
                        <a:pt x="36" y="3"/>
                      </a:lnTo>
                      <a:lnTo>
                        <a:pt x="34" y="3"/>
                      </a:lnTo>
                      <a:lnTo>
                        <a:pt x="31" y="4"/>
                      </a:lnTo>
                      <a:lnTo>
                        <a:pt x="29" y="6"/>
                      </a:lnTo>
                      <a:lnTo>
                        <a:pt x="27" y="7"/>
                      </a:lnTo>
                      <a:lnTo>
                        <a:pt x="24" y="9"/>
                      </a:lnTo>
                      <a:lnTo>
                        <a:pt x="22" y="10"/>
                      </a:lnTo>
                      <a:lnTo>
                        <a:pt x="19" y="12"/>
                      </a:lnTo>
                      <a:lnTo>
                        <a:pt x="18" y="14"/>
                      </a:lnTo>
                      <a:lnTo>
                        <a:pt x="16" y="15"/>
                      </a:lnTo>
                      <a:lnTo>
                        <a:pt x="15" y="18"/>
                      </a:lnTo>
                      <a:lnTo>
                        <a:pt x="12" y="19"/>
                      </a:lnTo>
                      <a:lnTo>
                        <a:pt x="11" y="21"/>
                      </a:lnTo>
                      <a:lnTo>
                        <a:pt x="10" y="24"/>
                      </a:lnTo>
                      <a:lnTo>
                        <a:pt x="7" y="26"/>
                      </a:lnTo>
                      <a:lnTo>
                        <a:pt x="6" y="28"/>
                      </a:lnTo>
                      <a:lnTo>
                        <a:pt x="5" y="31"/>
                      </a:lnTo>
                      <a:lnTo>
                        <a:pt x="4" y="33"/>
                      </a:lnTo>
                      <a:lnTo>
                        <a:pt x="4" y="36"/>
                      </a:lnTo>
                      <a:lnTo>
                        <a:pt x="3" y="38"/>
                      </a:lnTo>
                      <a:lnTo>
                        <a:pt x="1" y="40"/>
                      </a:lnTo>
                      <a:lnTo>
                        <a:pt x="1" y="43"/>
                      </a:lnTo>
                      <a:lnTo>
                        <a:pt x="0" y="45"/>
                      </a:lnTo>
                      <a:lnTo>
                        <a:pt x="0" y="49"/>
                      </a:lnTo>
                      <a:lnTo>
                        <a:pt x="0" y="51"/>
                      </a:lnTo>
                      <a:lnTo>
                        <a:pt x="0" y="54"/>
                      </a:lnTo>
                      <a:lnTo>
                        <a:pt x="0" y="57"/>
                      </a:lnTo>
                      <a:lnTo>
                        <a:pt x="0" y="60"/>
                      </a:lnTo>
                      <a:lnTo>
                        <a:pt x="0" y="62"/>
                      </a:lnTo>
                      <a:lnTo>
                        <a:pt x="1" y="64"/>
                      </a:lnTo>
                      <a:lnTo>
                        <a:pt x="1" y="68"/>
                      </a:lnTo>
                      <a:lnTo>
                        <a:pt x="3" y="70"/>
                      </a:lnTo>
                      <a:lnTo>
                        <a:pt x="4" y="73"/>
                      </a:lnTo>
                      <a:lnTo>
                        <a:pt x="4" y="75"/>
                      </a:lnTo>
                      <a:lnTo>
                        <a:pt x="5" y="78"/>
                      </a:lnTo>
                      <a:lnTo>
                        <a:pt x="6" y="80"/>
                      </a:lnTo>
                      <a:lnTo>
                        <a:pt x="7" y="82"/>
                      </a:lnTo>
                      <a:lnTo>
                        <a:pt x="10" y="85"/>
                      </a:lnTo>
                      <a:lnTo>
                        <a:pt x="11" y="86"/>
                      </a:lnTo>
                      <a:lnTo>
                        <a:pt x="12" y="88"/>
                      </a:lnTo>
                      <a:lnTo>
                        <a:pt x="15" y="91"/>
                      </a:lnTo>
                      <a:lnTo>
                        <a:pt x="16" y="92"/>
                      </a:lnTo>
                      <a:lnTo>
                        <a:pt x="18" y="94"/>
                      </a:lnTo>
                      <a:lnTo>
                        <a:pt x="19" y="96"/>
                      </a:lnTo>
                      <a:lnTo>
                        <a:pt x="22" y="98"/>
                      </a:lnTo>
                      <a:lnTo>
                        <a:pt x="24" y="99"/>
                      </a:lnTo>
                      <a:lnTo>
                        <a:pt x="27" y="100"/>
                      </a:lnTo>
                      <a:lnTo>
                        <a:pt x="29" y="102"/>
                      </a:lnTo>
                      <a:lnTo>
                        <a:pt x="31" y="103"/>
                      </a:lnTo>
                      <a:lnTo>
                        <a:pt x="34" y="104"/>
                      </a:lnTo>
                      <a:lnTo>
                        <a:pt x="36" y="105"/>
                      </a:lnTo>
                      <a:lnTo>
                        <a:pt x="39" y="106"/>
                      </a:lnTo>
                      <a:lnTo>
                        <a:pt x="41" y="106"/>
                      </a:lnTo>
                      <a:lnTo>
                        <a:pt x="43" y="108"/>
                      </a:lnTo>
                      <a:lnTo>
                        <a:pt x="46" y="108"/>
                      </a:lnTo>
                      <a:lnTo>
                        <a:pt x="49" y="108"/>
                      </a:lnTo>
                      <a:lnTo>
                        <a:pt x="52" y="109"/>
                      </a:lnTo>
                      <a:lnTo>
                        <a:pt x="54" y="109"/>
                      </a:lnTo>
                      <a:lnTo>
                        <a:pt x="58" y="109"/>
                      </a:lnTo>
                      <a:lnTo>
                        <a:pt x="60" y="108"/>
                      </a:lnTo>
                      <a:lnTo>
                        <a:pt x="63" y="108"/>
                      </a:lnTo>
                      <a:lnTo>
                        <a:pt x="65" y="108"/>
                      </a:lnTo>
                      <a:lnTo>
                        <a:pt x="69" y="106"/>
                      </a:lnTo>
                      <a:lnTo>
                        <a:pt x="71" y="106"/>
                      </a:lnTo>
                      <a:lnTo>
                        <a:pt x="73" y="105"/>
                      </a:lnTo>
                      <a:lnTo>
                        <a:pt x="76" y="104"/>
                      </a:lnTo>
                      <a:lnTo>
                        <a:pt x="78" y="103"/>
                      </a:lnTo>
                      <a:lnTo>
                        <a:pt x="81" y="102"/>
                      </a:lnTo>
                      <a:lnTo>
                        <a:pt x="83" y="100"/>
                      </a:lnTo>
                      <a:lnTo>
                        <a:pt x="85" y="99"/>
                      </a:lnTo>
                      <a:lnTo>
                        <a:pt x="87" y="98"/>
                      </a:lnTo>
                      <a:lnTo>
                        <a:pt x="89" y="96"/>
                      </a:lnTo>
                      <a:lnTo>
                        <a:pt x="91" y="94"/>
                      </a:lnTo>
                      <a:lnTo>
                        <a:pt x="93" y="92"/>
                      </a:lnTo>
                      <a:lnTo>
                        <a:pt x="95" y="91"/>
                      </a:lnTo>
                      <a:lnTo>
                        <a:pt x="96" y="88"/>
                      </a:lnTo>
                      <a:lnTo>
                        <a:pt x="99" y="86"/>
                      </a:lnTo>
                      <a:lnTo>
                        <a:pt x="100" y="85"/>
                      </a:lnTo>
                      <a:lnTo>
                        <a:pt x="101" y="82"/>
                      </a:lnTo>
                      <a:lnTo>
                        <a:pt x="102" y="80"/>
                      </a:lnTo>
                      <a:lnTo>
                        <a:pt x="103" y="78"/>
                      </a:lnTo>
                      <a:lnTo>
                        <a:pt x="105" y="75"/>
                      </a:lnTo>
                      <a:lnTo>
                        <a:pt x="106" y="73"/>
                      </a:lnTo>
                      <a:lnTo>
                        <a:pt x="107" y="70"/>
                      </a:lnTo>
                      <a:lnTo>
                        <a:pt x="107" y="68"/>
                      </a:lnTo>
                      <a:lnTo>
                        <a:pt x="108" y="64"/>
                      </a:lnTo>
                      <a:lnTo>
                        <a:pt x="108" y="62"/>
                      </a:lnTo>
                      <a:lnTo>
                        <a:pt x="108" y="60"/>
                      </a:lnTo>
                      <a:lnTo>
                        <a:pt x="109" y="57"/>
                      </a:lnTo>
                      <a:lnTo>
                        <a:pt x="109" y="54"/>
                      </a:lnTo>
                      <a:lnTo>
                        <a:pt x="109" y="51"/>
                      </a:lnTo>
                      <a:lnTo>
                        <a:pt x="108" y="49"/>
                      </a:lnTo>
                      <a:lnTo>
                        <a:pt x="108" y="45"/>
                      </a:lnTo>
                      <a:lnTo>
                        <a:pt x="108" y="43"/>
                      </a:lnTo>
                      <a:lnTo>
                        <a:pt x="107" y="40"/>
                      </a:lnTo>
                      <a:lnTo>
                        <a:pt x="107" y="38"/>
                      </a:lnTo>
                      <a:lnTo>
                        <a:pt x="106" y="36"/>
                      </a:lnTo>
                      <a:lnTo>
                        <a:pt x="105" y="33"/>
                      </a:lnTo>
                      <a:lnTo>
                        <a:pt x="103" y="31"/>
                      </a:lnTo>
                      <a:lnTo>
                        <a:pt x="102" y="28"/>
                      </a:lnTo>
                      <a:lnTo>
                        <a:pt x="101" y="26"/>
                      </a:lnTo>
                      <a:lnTo>
                        <a:pt x="100" y="24"/>
                      </a:lnTo>
                      <a:lnTo>
                        <a:pt x="99" y="21"/>
                      </a:lnTo>
                      <a:lnTo>
                        <a:pt x="96" y="19"/>
                      </a:lnTo>
                      <a:lnTo>
                        <a:pt x="95" y="18"/>
                      </a:lnTo>
                      <a:lnTo>
                        <a:pt x="93" y="15"/>
                      </a:lnTo>
                      <a:lnTo>
                        <a:pt x="91" y="14"/>
                      </a:lnTo>
                      <a:lnTo>
                        <a:pt x="89" y="12"/>
                      </a:lnTo>
                      <a:lnTo>
                        <a:pt x="87" y="10"/>
                      </a:lnTo>
                      <a:lnTo>
                        <a:pt x="85" y="9"/>
                      </a:lnTo>
                      <a:lnTo>
                        <a:pt x="83" y="7"/>
                      </a:lnTo>
                      <a:lnTo>
                        <a:pt x="81" y="6"/>
                      </a:lnTo>
                      <a:lnTo>
                        <a:pt x="78" y="4"/>
                      </a:lnTo>
                      <a:lnTo>
                        <a:pt x="76" y="3"/>
                      </a:lnTo>
                      <a:lnTo>
                        <a:pt x="73" y="3"/>
                      </a:lnTo>
                      <a:lnTo>
                        <a:pt x="71" y="2"/>
                      </a:lnTo>
                      <a:lnTo>
                        <a:pt x="69" y="1"/>
                      </a:lnTo>
                      <a:lnTo>
                        <a:pt x="65" y="1"/>
                      </a:lnTo>
                      <a:lnTo>
                        <a:pt x="63" y="0"/>
                      </a:lnTo>
                      <a:lnTo>
                        <a:pt x="60" y="0"/>
                      </a:lnTo>
                      <a:lnTo>
                        <a:pt x="58" y="0"/>
                      </a:lnTo>
                      <a:lnTo>
                        <a:pt x="54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7308" name="Rectangle 29">
                <a:extLst>
                  <a:ext uri="{FF2B5EF4-FFF2-40B4-BE49-F238E27FC236}">
                    <a16:creationId xmlns:a16="http://schemas.microsoft.com/office/drawing/2014/main" id="{A7FD59CD-E3BE-4F87-B905-11158919CF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6405" y="4725988"/>
                <a:ext cx="685800" cy="106679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09" name="Rectangle 30">
                <a:extLst>
                  <a:ext uri="{FF2B5EF4-FFF2-40B4-BE49-F238E27FC236}">
                    <a16:creationId xmlns:a16="http://schemas.microsoft.com/office/drawing/2014/main" id="{98069D6D-AA8B-42EC-9D33-1B6359BC3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2005" y="54514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10" name="Rectangle 31">
                <a:extLst>
                  <a:ext uri="{FF2B5EF4-FFF2-40B4-BE49-F238E27FC236}">
                    <a16:creationId xmlns:a16="http://schemas.microsoft.com/office/drawing/2014/main" id="{403B34D0-B33C-4B77-AA41-370AE8496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605" y="49053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11" name="Rectangle 32">
                <a:extLst>
                  <a:ext uri="{FF2B5EF4-FFF2-40B4-BE49-F238E27FC236}">
                    <a16:creationId xmlns:a16="http://schemas.microsoft.com/office/drawing/2014/main" id="{E50C0E82-5815-4E55-AF8A-79EA2259C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7892" y="489902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12" name="Line 33">
                <a:extLst>
                  <a:ext uri="{FF2B5EF4-FFF2-40B4-BE49-F238E27FC236}">
                    <a16:creationId xmlns:a16="http://schemas.microsoft.com/office/drawing/2014/main" id="{98596588-D51F-4A75-B4C2-3DDF1EC28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91705" y="5430838"/>
                <a:ext cx="762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13" name="Rectangle 38">
                <a:extLst>
                  <a:ext uri="{FF2B5EF4-FFF2-40B4-BE49-F238E27FC236}">
                    <a16:creationId xmlns:a16="http://schemas.microsoft.com/office/drawing/2014/main" id="{5D4D1944-3F1A-4DE0-A61A-70D265ADE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9480" y="54435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14" name="Rectangle 39">
                <a:extLst>
                  <a:ext uri="{FF2B5EF4-FFF2-40B4-BE49-F238E27FC236}">
                    <a16:creationId xmlns:a16="http://schemas.microsoft.com/office/drawing/2014/main" id="{A4DE72E0-BCF0-4872-B67D-8565412B6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0017" y="47434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15" name="Rectangle 40">
                <a:extLst>
                  <a:ext uri="{FF2B5EF4-FFF2-40B4-BE49-F238E27FC236}">
                    <a16:creationId xmlns:a16="http://schemas.microsoft.com/office/drawing/2014/main" id="{1B909EE7-277F-4754-B087-8BEDCC18C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0192" y="4827588"/>
                <a:ext cx="198438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m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16" name="Rectangle 41">
                <a:extLst>
                  <a:ext uri="{FF2B5EF4-FFF2-40B4-BE49-F238E27FC236}">
                    <a16:creationId xmlns:a16="http://schemas.microsoft.com/office/drawing/2014/main" id="{57C38BF5-656F-4387-B718-F55344F51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3180" y="47434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17" name="Rectangle 42">
                <a:extLst>
                  <a:ext uri="{FF2B5EF4-FFF2-40B4-BE49-F238E27FC236}">
                    <a16:creationId xmlns:a16="http://schemas.microsoft.com/office/drawing/2014/main" id="{A6ECC39D-4A70-412E-B40A-42FF93C9E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3355" y="4827588"/>
                <a:ext cx="146050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s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18" name="Rectangle 66">
                <a:extLst>
                  <a:ext uri="{FF2B5EF4-FFF2-40B4-BE49-F238E27FC236}">
                    <a16:creationId xmlns:a16="http://schemas.microsoft.com/office/drawing/2014/main" id="{F8F6D9DA-25F5-4CCD-943D-4580EBE4C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605" y="5435600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19" name="Rectangle 67">
                <a:extLst>
                  <a:ext uri="{FF2B5EF4-FFF2-40B4-BE49-F238E27FC236}">
                    <a16:creationId xmlns:a16="http://schemas.microsoft.com/office/drawing/2014/main" id="{2E7678F9-ABD6-4FF0-89F1-5BE5831D9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730" y="5435600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20" name="Oval 68">
                <a:extLst>
                  <a:ext uri="{FF2B5EF4-FFF2-40B4-BE49-F238E27FC236}">
                    <a16:creationId xmlns:a16="http://schemas.microsoft.com/office/drawing/2014/main" id="{356F51F8-7ABC-4CA0-88A0-42519B287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380" y="5512255"/>
                <a:ext cx="74613" cy="7302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7321" name="Line 11">
                <a:extLst>
                  <a:ext uri="{FF2B5EF4-FFF2-40B4-BE49-F238E27FC236}">
                    <a16:creationId xmlns:a16="http://schemas.microsoft.com/office/drawing/2014/main" id="{3063ADD4-6DBB-4C9A-9C3A-B37D175EC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47889" y="5543991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7286" name="Straight Connector 205">
              <a:extLst>
                <a:ext uri="{FF2B5EF4-FFF2-40B4-BE49-F238E27FC236}">
                  <a16:creationId xmlns:a16="http://schemas.microsoft.com/office/drawing/2014/main" id="{0DCA6FA9-2274-40A8-A21B-035970D655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67627" y="2124857"/>
              <a:ext cx="647173" cy="1103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287" name="Straight Connector 206">
              <a:extLst>
                <a:ext uri="{FF2B5EF4-FFF2-40B4-BE49-F238E27FC236}">
                  <a16:creationId xmlns:a16="http://schemas.microsoft.com/office/drawing/2014/main" id="{CACB6A7A-CC72-40F5-A513-7EC929FD7E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84893" y="2135017"/>
              <a:ext cx="815" cy="5690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05" name="Group 125">
            <a:extLst>
              <a:ext uri="{FF2B5EF4-FFF2-40B4-BE49-F238E27FC236}">
                <a16:creationId xmlns:a16="http://schemas.microsoft.com/office/drawing/2014/main" id="{B1368618-7B1F-4202-B181-F84FAC5C5E7A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638800"/>
            <a:ext cx="5105400" cy="369888"/>
            <a:chOff x="1752600" y="5638800"/>
            <a:chExt cx="5105399" cy="369332"/>
          </a:xfrm>
        </p:grpSpPr>
        <p:sp>
          <p:nvSpPr>
            <p:cNvPr id="98348" name="Freeform 13">
              <a:extLst>
                <a:ext uri="{FF2B5EF4-FFF2-40B4-BE49-F238E27FC236}">
                  <a16:creationId xmlns:a16="http://schemas.microsoft.com/office/drawing/2014/main" id="{129758D2-788E-4125-82C6-49A26BB38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458" y="5638800"/>
              <a:ext cx="4175541" cy="268288"/>
            </a:xfrm>
            <a:custGeom>
              <a:avLst/>
              <a:gdLst>
                <a:gd name="T0" fmla="*/ 2147483646 w 1873"/>
                <a:gd name="T1" fmla="*/ 2147483646 h 336"/>
                <a:gd name="T2" fmla="*/ 2147483646 w 1873"/>
                <a:gd name="T3" fmla="*/ 0 h 336"/>
                <a:gd name="T4" fmla="*/ 2147483646 w 1873"/>
                <a:gd name="T5" fmla="*/ 0 h 336"/>
                <a:gd name="T6" fmla="*/ 2147483646 w 1873"/>
                <a:gd name="T7" fmla="*/ 2147483646 h 336"/>
                <a:gd name="T8" fmla="*/ 2147483646 w 1873"/>
                <a:gd name="T9" fmla="*/ 2147483646 h 336"/>
                <a:gd name="T10" fmla="*/ 2147483646 w 1873"/>
                <a:gd name="T11" fmla="*/ 0 h 336"/>
                <a:gd name="T12" fmla="*/ 2147483646 w 1873"/>
                <a:gd name="T13" fmla="*/ 0 h 336"/>
                <a:gd name="T14" fmla="*/ 2147483646 w 1873"/>
                <a:gd name="T15" fmla="*/ 2147483646 h 336"/>
                <a:gd name="T16" fmla="*/ 0 w 1873"/>
                <a:gd name="T17" fmla="*/ 2147483646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73"/>
                <a:gd name="T28" fmla="*/ 0 h 336"/>
                <a:gd name="T29" fmla="*/ 1873 w 1873"/>
                <a:gd name="T30" fmla="*/ 336 h 3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73" h="336">
                  <a:moveTo>
                    <a:pt x="1873" y="336"/>
                  </a:moveTo>
                  <a:lnTo>
                    <a:pt x="1873" y="0"/>
                  </a:lnTo>
                  <a:lnTo>
                    <a:pt x="1393" y="0"/>
                  </a:lnTo>
                  <a:lnTo>
                    <a:pt x="1393" y="336"/>
                  </a:lnTo>
                  <a:lnTo>
                    <a:pt x="936" y="336"/>
                  </a:lnTo>
                  <a:lnTo>
                    <a:pt x="936" y="0"/>
                  </a:lnTo>
                  <a:lnTo>
                    <a:pt x="480" y="0"/>
                  </a:lnTo>
                  <a:lnTo>
                    <a:pt x="480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49" name="TextBox 131">
              <a:extLst>
                <a:ext uri="{FF2B5EF4-FFF2-40B4-BE49-F238E27FC236}">
                  <a16:creationId xmlns:a16="http://schemas.microsoft.com/office/drawing/2014/main" id="{2E4FD4FF-7B77-4E09-83CA-DE44ED626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638800"/>
              <a:ext cx="7360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98306" name="Oval 132">
            <a:extLst>
              <a:ext uri="{FF2B5EF4-FFF2-40B4-BE49-F238E27FC236}">
                <a16:creationId xmlns:a16="http://schemas.microsoft.com/office/drawing/2014/main" id="{041F17AB-837B-4534-A531-90DE1141A473}"/>
              </a:ext>
            </a:extLst>
          </p:cNvPr>
          <p:cNvSpPr>
            <a:spLocks noChangeAspect="1"/>
          </p:cNvSpPr>
          <p:nvPr/>
        </p:nvSpPr>
        <p:spPr bwMode="auto">
          <a:xfrm>
            <a:off x="3775075" y="5595938"/>
            <a:ext cx="85725" cy="87312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98307" name="Group 167">
            <a:extLst>
              <a:ext uri="{FF2B5EF4-FFF2-40B4-BE49-F238E27FC236}">
                <a16:creationId xmlns:a16="http://schemas.microsoft.com/office/drawing/2014/main" id="{1707ED24-62A5-473E-871C-455206BFB048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085975"/>
            <a:ext cx="6194425" cy="1876425"/>
            <a:chOff x="1600200" y="1863363"/>
            <a:chExt cx="6194425" cy="1876425"/>
          </a:xfrm>
        </p:grpSpPr>
        <p:grpSp>
          <p:nvGrpSpPr>
            <p:cNvPr id="98309" name="Group 168">
              <a:extLst>
                <a:ext uri="{FF2B5EF4-FFF2-40B4-BE49-F238E27FC236}">
                  <a16:creationId xmlns:a16="http://schemas.microsoft.com/office/drawing/2014/main" id="{29B0C6AB-8E6E-4073-97CF-0E6752437E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0200" y="1863363"/>
              <a:ext cx="6194425" cy="1876425"/>
              <a:chOff x="1371600" y="4473575"/>
              <a:chExt cx="6194880" cy="1876950"/>
            </a:xfrm>
          </p:grpSpPr>
          <p:sp>
            <p:nvSpPr>
              <p:cNvPr id="98312" name="Rectangle 171">
                <a:extLst>
                  <a:ext uri="{FF2B5EF4-FFF2-40B4-BE49-F238E27FC236}">
                    <a16:creationId xmlns:a16="http://schemas.microsoft.com/office/drawing/2014/main" id="{26A034D5-FAE3-4702-AE3E-51F77ABB1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642" y="4725988"/>
                <a:ext cx="666750" cy="106679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13" name="Rectangle 172">
                <a:extLst>
                  <a:ext uri="{FF2B5EF4-FFF2-40B4-BE49-F238E27FC236}">
                    <a16:creationId xmlns:a16="http://schemas.microsoft.com/office/drawing/2014/main" id="{441FAC37-25BE-4ECF-B3F7-40B46477C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730" y="49053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14" name="Rectangle 173">
                <a:extLst>
                  <a:ext uri="{FF2B5EF4-FFF2-40B4-BE49-F238E27FC236}">
                    <a16:creationId xmlns:a16="http://schemas.microsoft.com/office/drawing/2014/main" id="{5BB476E9-54FD-4756-8260-95A65D2A2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9017" y="489902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15" name="Line 8">
                <a:extLst>
                  <a:ext uri="{FF2B5EF4-FFF2-40B4-BE49-F238E27FC236}">
                    <a16:creationId xmlns:a16="http://schemas.microsoft.com/office/drawing/2014/main" id="{9086CC6D-D5D0-43B1-98C9-1A0B7926F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54892" y="5430838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16" name="Freeform 175">
                <a:extLst>
                  <a:ext uri="{FF2B5EF4-FFF2-40B4-BE49-F238E27FC236}">
                    <a16:creationId xmlns:a16="http://schemas.microsoft.com/office/drawing/2014/main" id="{BDF650C8-7A38-458C-922C-F0085A00F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1192" y="5526087"/>
                <a:ext cx="1065213" cy="824438"/>
              </a:xfrm>
              <a:custGeom>
                <a:avLst/>
                <a:gdLst>
                  <a:gd name="T0" fmla="*/ 2147483646 w 1344"/>
                  <a:gd name="T1" fmla="*/ 0 h 1031"/>
                  <a:gd name="T2" fmla="*/ 2147483646 w 1344"/>
                  <a:gd name="T3" fmla="*/ 0 h 1031"/>
                  <a:gd name="T4" fmla="*/ 2147483646 w 1344"/>
                  <a:gd name="T5" fmla="*/ 2147483646 h 1031"/>
                  <a:gd name="T6" fmla="*/ 0 w 134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1031"/>
                  <a:gd name="T14" fmla="*/ 1344 w 134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1031">
                    <a:moveTo>
                      <a:pt x="1344" y="0"/>
                    </a:moveTo>
                    <a:lnTo>
                      <a:pt x="1008" y="0"/>
                    </a:lnTo>
                    <a:lnTo>
                      <a:pt x="1008" y="1031"/>
                    </a:lnTo>
                    <a:lnTo>
                      <a:pt x="0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17" name="Freeform 176">
                <a:extLst>
                  <a:ext uri="{FF2B5EF4-FFF2-40B4-BE49-F238E27FC236}">
                    <a16:creationId xmlns:a16="http://schemas.microsoft.com/office/drawing/2014/main" id="{761D7499-6CFA-42C4-B046-65D8E3F89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908" y="5543959"/>
                <a:ext cx="1123950" cy="806566"/>
              </a:xfrm>
              <a:custGeom>
                <a:avLst/>
                <a:gdLst>
                  <a:gd name="T0" fmla="*/ 0 w 1704"/>
                  <a:gd name="T1" fmla="*/ 0 h 1031"/>
                  <a:gd name="T2" fmla="*/ 2147483646 w 1704"/>
                  <a:gd name="T3" fmla="*/ 0 h 1031"/>
                  <a:gd name="T4" fmla="*/ 2147483646 w 1704"/>
                  <a:gd name="T5" fmla="*/ 2147483646 h 1031"/>
                  <a:gd name="T6" fmla="*/ 2147483646 w 170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04"/>
                  <a:gd name="T13" fmla="*/ 0 h 1031"/>
                  <a:gd name="T14" fmla="*/ 1704 w 170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04" h="1031">
                    <a:moveTo>
                      <a:pt x="0" y="0"/>
                    </a:moveTo>
                    <a:lnTo>
                      <a:pt x="696" y="0"/>
                    </a:lnTo>
                    <a:lnTo>
                      <a:pt x="696" y="1031"/>
                    </a:lnTo>
                    <a:lnTo>
                      <a:pt x="1704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18" name="Line 11">
                <a:extLst>
                  <a:ext uri="{FF2B5EF4-FFF2-40B4-BE49-F238E27FC236}">
                    <a16:creationId xmlns:a16="http://schemas.microsoft.com/office/drawing/2014/main" id="{8BE36798-8D68-4F23-AFCE-0FEDE8EE6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1942" y="5527674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19" name="Line 12">
                <a:extLst>
                  <a:ext uri="{FF2B5EF4-FFF2-40B4-BE49-F238E27FC236}">
                    <a16:creationId xmlns:a16="http://schemas.microsoft.com/office/drawing/2014/main" id="{306CB111-84BB-41D8-9838-DB8A7C8DA6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492" y="4992688"/>
                <a:ext cx="8191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20" name="Line 13">
                <a:extLst>
                  <a:ext uri="{FF2B5EF4-FFF2-40B4-BE49-F238E27FC236}">
                    <a16:creationId xmlns:a16="http://schemas.microsoft.com/office/drawing/2014/main" id="{4077148B-9B01-4737-99C1-7943DE0E5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5392" y="4992688"/>
                <a:ext cx="1751013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21" name="Line 14">
                <a:extLst>
                  <a:ext uri="{FF2B5EF4-FFF2-40B4-BE49-F238E27FC236}">
                    <a16:creationId xmlns:a16="http://schemas.microsoft.com/office/drawing/2014/main" id="{512573CA-4EC2-4F65-AC5C-32B609A4CE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2205" y="4992688"/>
                <a:ext cx="8001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22" name="Line 15">
                <a:extLst>
                  <a:ext uri="{FF2B5EF4-FFF2-40B4-BE49-F238E27FC236}">
                    <a16:creationId xmlns:a16="http://schemas.microsoft.com/office/drawing/2014/main" id="{9B079C2B-27F4-4F82-B088-1D8328AE9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2205" y="5527674"/>
                <a:ext cx="8001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23" name="Rectangle 17">
                <a:extLst>
                  <a:ext uri="{FF2B5EF4-FFF2-40B4-BE49-F238E27FC236}">
                    <a16:creationId xmlns:a16="http://schemas.microsoft.com/office/drawing/2014/main" id="{81456BCF-D533-47EC-9D24-A1555E55E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605" y="54435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24" name="Rectangle 18">
                <a:extLst>
                  <a:ext uri="{FF2B5EF4-FFF2-40B4-BE49-F238E27FC236}">
                    <a16:creationId xmlns:a16="http://schemas.microsoft.com/office/drawing/2014/main" id="{9CEBC5FB-CACE-47EC-B403-C6471EF1F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5480" y="4473575"/>
                <a:ext cx="565150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Master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25" name="Rectangle 19">
                <a:extLst>
                  <a:ext uri="{FF2B5EF4-FFF2-40B4-BE49-F238E27FC236}">
                    <a16:creationId xmlns:a16="http://schemas.microsoft.com/office/drawing/2014/main" id="{78749A1D-C4E7-46D7-9FA9-51D269390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1980" y="4473575"/>
                <a:ext cx="512763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Slave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26" name="Rectangle 20">
                <a:extLst>
                  <a:ext uri="{FF2B5EF4-FFF2-40B4-BE49-F238E27FC236}">
                    <a16:creationId xmlns:a16="http://schemas.microsoft.com/office/drawing/2014/main" id="{72B55378-79ED-49EA-A5A4-0B29D1B72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5967" y="49101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27" name="Rectangle 21">
                <a:extLst>
                  <a:ext uri="{FF2B5EF4-FFF2-40B4-BE49-F238E27FC236}">
                    <a16:creationId xmlns:a16="http://schemas.microsoft.com/office/drawing/2014/main" id="{FB079B0B-23BE-4CB4-9989-8292D1B8D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600" y="5437188"/>
                <a:ext cx="54292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28" name="Rectangle 22">
                <a:extLst>
                  <a:ext uri="{FF2B5EF4-FFF2-40B4-BE49-F238E27FC236}">
                    <a16:creationId xmlns:a16="http://schemas.microsoft.com/office/drawing/2014/main" id="{EBC78772-D68A-4077-9EE9-1C8F9033C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2005" y="49085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29" name="Line 23">
                <a:extLst>
                  <a:ext uri="{FF2B5EF4-FFF2-40B4-BE49-F238E27FC236}">
                    <a16:creationId xmlns:a16="http://schemas.microsoft.com/office/drawing/2014/main" id="{A5E3DF8A-3DDD-46B7-A3BF-85CD21123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34705" y="5449888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30" name="Line 25">
                <a:extLst>
                  <a:ext uri="{FF2B5EF4-FFF2-40B4-BE49-F238E27FC236}">
                    <a16:creationId xmlns:a16="http://schemas.microsoft.com/office/drawing/2014/main" id="{9F3D16C5-3E20-4555-AA51-B458F6FF1A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4381" y="6350525"/>
                <a:ext cx="164424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8331" name="Group 1">
                <a:extLst>
                  <a:ext uri="{FF2B5EF4-FFF2-40B4-BE49-F238E27FC236}">
                    <a16:creationId xmlns:a16="http://schemas.microsoft.com/office/drawing/2014/main" id="{B66850C0-AE35-4E2F-8A59-33C0E31A48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34847" y="5400656"/>
                <a:ext cx="376238" cy="265113"/>
                <a:chOff x="990600" y="5638800"/>
                <a:chExt cx="376238" cy="265113"/>
              </a:xfrm>
            </p:grpSpPr>
            <p:sp>
              <p:nvSpPr>
                <p:cNvPr id="98346" name="Freeform 26">
                  <a:extLst>
                    <a:ext uri="{FF2B5EF4-FFF2-40B4-BE49-F238E27FC236}">
                      <a16:creationId xmlns:a16="http://schemas.microsoft.com/office/drawing/2014/main" id="{76734D37-C64D-4BE2-9EA8-4DE9D2F662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0600" y="5638800"/>
                  <a:ext cx="285750" cy="265113"/>
                </a:xfrm>
                <a:custGeom>
                  <a:avLst/>
                  <a:gdLst>
                    <a:gd name="T0" fmla="*/ 2147483646 w 360"/>
                    <a:gd name="T1" fmla="*/ 2147483646 h 336"/>
                    <a:gd name="T2" fmla="*/ 0 w 360"/>
                    <a:gd name="T3" fmla="*/ 2147483646 h 336"/>
                    <a:gd name="T4" fmla="*/ 0 w 360"/>
                    <a:gd name="T5" fmla="*/ 0 h 336"/>
                    <a:gd name="T6" fmla="*/ 2147483646 w 360"/>
                    <a:gd name="T7" fmla="*/ 2147483646 h 3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0"/>
                    <a:gd name="T13" fmla="*/ 0 h 336"/>
                    <a:gd name="T14" fmla="*/ 360 w 360"/>
                    <a:gd name="T15" fmla="*/ 336 h 3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0" h="336">
                      <a:moveTo>
                        <a:pt x="360" y="168"/>
                      </a:moveTo>
                      <a:lnTo>
                        <a:pt x="0" y="336"/>
                      </a:lnTo>
                      <a:lnTo>
                        <a:pt x="0" y="0"/>
                      </a:lnTo>
                      <a:lnTo>
                        <a:pt x="360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347" name="Freeform 28">
                  <a:extLst>
                    <a:ext uri="{FF2B5EF4-FFF2-40B4-BE49-F238E27FC236}">
                      <a16:creationId xmlns:a16="http://schemas.microsoft.com/office/drawing/2014/main" id="{CAEBCB10-9652-4D80-84D1-9F300EAECF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1113" y="5727700"/>
                  <a:ext cx="85725" cy="87313"/>
                </a:xfrm>
                <a:custGeom>
                  <a:avLst/>
                  <a:gdLst>
                    <a:gd name="T0" fmla="*/ 2147483646 w 109"/>
                    <a:gd name="T1" fmla="*/ 0 h 109"/>
                    <a:gd name="T2" fmla="*/ 2147483646 w 109"/>
                    <a:gd name="T3" fmla="*/ 2147483646 h 109"/>
                    <a:gd name="T4" fmla="*/ 2147483646 w 109"/>
                    <a:gd name="T5" fmla="*/ 2147483646 h 109"/>
                    <a:gd name="T6" fmla="*/ 2147483646 w 109"/>
                    <a:gd name="T7" fmla="*/ 2147483646 h 109"/>
                    <a:gd name="T8" fmla="*/ 2147483646 w 109"/>
                    <a:gd name="T9" fmla="*/ 2147483646 h 109"/>
                    <a:gd name="T10" fmla="*/ 2147483646 w 109"/>
                    <a:gd name="T11" fmla="*/ 2147483646 h 109"/>
                    <a:gd name="T12" fmla="*/ 2147483646 w 109"/>
                    <a:gd name="T13" fmla="*/ 2147483646 h 109"/>
                    <a:gd name="T14" fmla="*/ 2147483646 w 109"/>
                    <a:gd name="T15" fmla="*/ 2147483646 h 109"/>
                    <a:gd name="T16" fmla="*/ 0 w 109"/>
                    <a:gd name="T17" fmla="*/ 2147483646 h 109"/>
                    <a:gd name="T18" fmla="*/ 0 w 109"/>
                    <a:gd name="T19" fmla="*/ 2147483646 h 109"/>
                    <a:gd name="T20" fmla="*/ 0 w 109"/>
                    <a:gd name="T21" fmla="*/ 2147483646 h 109"/>
                    <a:gd name="T22" fmla="*/ 0 w 109"/>
                    <a:gd name="T23" fmla="*/ 2147483646 h 109"/>
                    <a:gd name="T24" fmla="*/ 0 w 109"/>
                    <a:gd name="T25" fmla="*/ 2147483646 h 109"/>
                    <a:gd name="T26" fmla="*/ 2147483646 w 109"/>
                    <a:gd name="T27" fmla="*/ 2147483646 h 109"/>
                    <a:gd name="T28" fmla="*/ 2147483646 w 109"/>
                    <a:gd name="T29" fmla="*/ 2147483646 h 109"/>
                    <a:gd name="T30" fmla="*/ 2147483646 w 109"/>
                    <a:gd name="T31" fmla="*/ 2147483646 h 109"/>
                    <a:gd name="T32" fmla="*/ 2147483646 w 109"/>
                    <a:gd name="T33" fmla="*/ 2147483646 h 109"/>
                    <a:gd name="T34" fmla="*/ 2147483646 w 109"/>
                    <a:gd name="T35" fmla="*/ 2147483646 h 109"/>
                    <a:gd name="T36" fmla="*/ 2147483646 w 109"/>
                    <a:gd name="T37" fmla="*/ 2147483646 h 109"/>
                    <a:gd name="T38" fmla="*/ 2147483646 w 109"/>
                    <a:gd name="T39" fmla="*/ 2147483646 h 109"/>
                    <a:gd name="T40" fmla="*/ 2147483646 w 109"/>
                    <a:gd name="T41" fmla="*/ 2147483646 h 109"/>
                    <a:gd name="T42" fmla="*/ 2147483646 w 109"/>
                    <a:gd name="T43" fmla="*/ 2147483646 h 109"/>
                    <a:gd name="T44" fmla="*/ 2147483646 w 109"/>
                    <a:gd name="T45" fmla="*/ 2147483646 h 109"/>
                    <a:gd name="T46" fmla="*/ 2147483646 w 109"/>
                    <a:gd name="T47" fmla="*/ 2147483646 h 109"/>
                    <a:gd name="T48" fmla="*/ 2147483646 w 109"/>
                    <a:gd name="T49" fmla="*/ 2147483646 h 109"/>
                    <a:gd name="T50" fmla="*/ 2147483646 w 109"/>
                    <a:gd name="T51" fmla="*/ 2147483646 h 109"/>
                    <a:gd name="T52" fmla="*/ 2147483646 w 109"/>
                    <a:gd name="T53" fmla="*/ 2147483646 h 109"/>
                    <a:gd name="T54" fmla="*/ 2147483646 w 109"/>
                    <a:gd name="T55" fmla="*/ 2147483646 h 109"/>
                    <a:gd name="T56" fmla="*/ 2147483646 w 109"/>
                    <a:gd name="T57" fmla="*/ 2147483646 h 109"/>
                    <a:gd name="T58" fmla="*/ 2147483646 w 109"/>
                    <a:gd name="T59" fmla="*/ 2147483646 h 109"/>
                    <a:gd name="T60" fmla="*/ 2147483646 w 109"/>
                    <a:gd name="T61" fmla="*/ 2147483646 h 109"/>
                    <a:gd name="T62" fmla="*/ 2147483646 w 109"/>
                    <a:gd name="T63" fmla="*/ 2147483646 h 109"/>
                    <a:gd name="T64" fmla="*/ 2147483646 w 109"/>
                    <a:gd name="T65" fmla="*/ 2147483646 h 109"/>
                    <a:gd name="T66" fmla="*/ 2147483646 w 109"/>
                    <a:gd name="T67" fmla="*/ 2147483646 h 109"/>
                    <a:gd name="T68" fmla="*/ 2147483646 w 109"/>
                    <a:gd name="T69" fmla="*/ 2147483646 h 109"/>
                    <a:gd name="T70" fmla="*/ 2147483646 w 109"/>
                    <a:gd name="T71" fmla="*/ 2147483646 h 109"/>
                    <a:gd name="T72" fmla="*/ 2147483646 w 109"/>
                    <a:gd name="T73" fmla="*/ 2147483646 h 109"/>
                    <a:gd name="T74" fmla="*/ 2147483646 w 109"/>
                    <a:gd name="T75" fmla="*/ 2147483646 h 109"/>
                    <a:gd name="T76" fmla="*/ 2147483646 w 109"/>
                    <a:gd name="T77" fmla="*/ 2147483646 h 109"/>
                    <a:gd name="T78" fmla="*/ 2147483646 w 109"/>
                    <a:gd name="T79" fmla="*/ 2147483646 h 109"/>
                    <a:gd name="T80" fmla="*/ 2147483646 w 109"/>
                    <a:gd name="T81" fmla="*/ 2147483646 h 109"/>
                    <a:gd name="T82" fmla="*/ 2147483646 w 109"/>
                    <a:gd name="T83" fmla="*/ 2147483646 h 109"/>
                    <a:gd name="T84" fmla="*/ 2147483646 w 109"/>
                    <a:gd name="T85" fmla="*/ 0 h 109"/>
                    <a:gd name="T86" fmla="*/ 2147483646 w 109"/>
                    <a:gd name="T87" fmla="*/ 0 h 10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09"/>
                    <a:gd name="T133" fmla="*/ 0 h 109"/>
                    <a:gd name="T134" fmla="*/ 109 w 109"/>
                    <a:gd name="T135" fmla="*/ 109 h 10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09" h="109">
                      <a:moveTo>
                        <a:pt x="54" y="0"/>
                      </a:moveTo>
                      <a:lnTo>
                        <a:pt x="52" y="0"/>
                      </a:lnTo>
                      <a:lnTo>
                        <a:pt x="49" y="0"/>
                      </a:lnTo>
                      <a:lnTo>
                        <a:pt x="46" y="0"/>
                      </a:lnTo>
                      <a:lnTo>
                        <a:pt x="43" y="1"/>
                      </a:lnTo>
                      <a:lnTo>
                        <a:pt x="41" y="1"/>
                      </a:lnTo>
                      <a:lnTo>
                        <a:pt x="39" y="2"/>
                      </a:lnTo>
                      <a:lnTo>
                        <a:pt x="36" y="3"/>
                      </a:lnTo>
                      <a:lnTo>
                        <a:pt x="34" y="3"/>
                      </a:lnTo>
                      <a:lnTo>
                        <a:pt x="31" y="4"/>
                      </a:lnTo>
                      <a:lnTo>
                        <a:pt x="29" y="6"/>
                      </a:lnTo>
                      <a:lnTo>
                        <a:pt x="27" y="7"/>
                      </a:lnTo>
                      <a:lnTo>
                        <a:pt x="24" y="9"/>
                      </a:lnTo>
                      <a:lnTo>
                        <a:pt x="22" y="10"/>
                      </a:lnTo>
                      <a:lnTo>
                        <a:pt x="19" y="12"/>
                      </a:lnTo>
                      <a:lnTo>
                        <a:pt x="18" y="14"/>
                      </a:lnTo>
                      <a:lnTo>
                        <a:pt x="16" y="15"/>
                      </a:lnTo>
                      <a:lnTo>
                        <a:pt x="15" y="18"/>
                      </a:lnTo>
                      <a:lnTo>
                        <a:pt x="12" y="19"/>
                      </a:lnTo>
                      <a:lnTo>
                        <a:pt x="11" y="21"/>
                      </a:lnTo>
                      <a:lnTo>
                        <a:pt x="10" y="24"/>
                      </a:lnTo>
                      <a:lnTo>
                        <a:pt x="7" y="26"/>
                      </a:lnTo>
                      <a:lnTo>
                        <a:pt x="6" y="28"/>
                      </a:lnTo>
                      <a:lnTo>
                        <a:pt x="5" y="31"/>
                      </a:lnTo>
                      <a:lnTo>
                        <a:pt x="4" y="33"/>
                      </a:lnTo>
                      <a:lnTo>
                        <a:pt x="4" y="36"/>
                      </a:lnTo>
                      <a:lnTo>
                        <a:pt x="3" y="38"/>
                      </a:lnTo>
                      <a:lnTo>
                        <a:pt x="1" y="40"/>
                      </a:lnTo>
                      <a:lnTo>
                        <a:pt x="1" y="43"/>
                      </a:lnTo>
                      <a:lnTo>
                        <a:pt x="0" y="45"/>
                      </a:lnTo>
                      <a:lnTo>
                        <a:pt x="0" y="49"/>
                      </a:lnTo>
                      <a:lnTo>
                        <a:pt x="0" y="51"/>
                      </a:lnTo>
                      <a:lnTo>
                        <a:pt x="0" y="54"/>
                      </a:lnTo>
                      <a:lnTo>
                        <a:pt x="0" y="57"/>
                      </a:lnTo>
                      <a:lnTo>
                        <a:pt x="0" y="60"/>
                      </a:lnTo>
                      <a:lnTo>
                        <a:pt x="0" y="62"/>
                      </a:lnTo>
                      <a:lnTo>
                        <a:pt x="1" y="64"/>
                      </a:lnTo>
                      <a:lnTo>
                        <a:pt x="1" y="68"/>
                      </a:lnTo>
                      <a:lnTo>
                        <a:pt x="3" y="70"/>
                      </a:lnTo>
                      <a:lnTo>
                        <a:pt x="4" y="73"/>
                      </a:lnTo>
                      <a:lnTo>
                        <a:pt x="4" y="75"/>
                      </a:lnTo>
                      <a:lnTo>
                        <a:pt x="5" y="78"/>
                      </a:lnTo>
                      <a:lnTo>
                        <a:pt x="6" y="80"/>
                      </a:lnTo>
                      <a:lnTo>
                        <a:pt x="7" y="82"/>
                      </a:lnTo>
                      <a:lnTo>
                        <a:pt x="10" y="85"/>
                      </a:lnTo>
                      <a:lnTo>
                        <a:pt x="11" y="86"/>
                      </a:lnTo>
                      <a:lnTo>
                        <a:pt x="12" y="88"/>
                      </a:lnTo>
                      <a:lnTo>
                        <a:pt x="15" y="91"/>
                      </a:lnTo>
                      <a:lnTo>
                        <a:pt x="16" y="92"/>
                      </a:lnTo>
                      <a:lnTo>
                        <a:pt x="18" y="94"/>
                      </a:lnTo>
                      <a:lnTo>
                        <a:pt x="19" y="96"/>
                      </a:lnTo>
                      <a:lnTo>
                        <a:pt x="22" y="98"/>
                      </a:lnTo>
                      <a:lnTo>
                        <a:pt x="24" y="99"/>
                      </a:lnTo>
                      <a:lnTo>
                        <a:pt x="27" y="100"/>
                      </a:lnTo>
                      <a:lnTo>
                        <a:pt x="29" y="102"/>
                      </a:lnTo>
                      <a:lnTo>
                        <a:pt x="31" y="103"/>
                      </a:lnTo>
                      <a:lnTo>
                        <a:pt x="34" y="104"/>
                      </a:lnTo>
                      <a:lnTo>
                        <a:pt x="36" y="105"/>
                      </a:lnTo>
                      <a:lnTo>
                        <a:pt x="39" y="106"/>
                      </a:lnTo>
                      <a:lnTo>
                        <a:pt x="41" y="106"/>
                      </a:lnTo>
                      <a:lnTo>
                        <a:pt x="43" y="108"/>
                      </a:lnTo>
                      <a:lnTo>
                        <a:pt x="46" y="108"/>
                      </a:lnTo>
                      <a:lnTo>
                        <a:pt x="49" y="108"/>
                      </a:lnTo>
                      <a:lnTo>
                        <a:pt x="52" y="109"/>
                      </a:lnTo>
                      <a:lnTo>
                        <a:pt x="54" y="109"/>
                      </a:lnTo>
                      <a:lnTo>
                        <a:pt x="58" y="109"/>
                      </a:lnTo>
                      <a:lnTo>
                        <a:pt x="60" y="108"/>
                      </a:lnTo>
                      <a:lnTo>
                        <a:pt x="63" y="108"/>
                      </a:lnTo>
                      <a:lnTo>
                        <a:pt x="65" y="108"/>
                      </a:lnTo>
                      <a:lnTo>
                        <a:pt x="69" y="106"/>
                      </a:lnTo>
                      <a:lnTo>
                        <a:pt x="71" y="106"/>
                      </a:lnTo>
                      <a:lnTo>
                        <a:pt x="73" y="105"/>
                      </a:lnTo>
                      <a:lnTo>
                        <a:pt x="76" y="104"/>
                      </a:lnTo>
                      <a:lnTo>
                        <a:pt x="78" y="103"/>
                      </a:lnTo>
                      <a:lnTo>
                        <a:pt x="81" y="102"/>
                      </a:lnTo>
                      <a:lnTo>
                        <a:pt x="83" y="100"/>
                      </a:lnTo>
                      <a:lnTo>
                        <a:pt x="85" y="99"/>
                      </a:lnTo>
                      <a:lnTo>
                        <a:pt x="87" y="98"/>
                      </a:lnTo>
                      <a:lnTo>
                        <a:pt x="89" y="96"/>
                      </a:lnTo>
                      <a:lnTo>
                        <a:pt x="91" y="94"/>
                      </a:lnTo>
                      <a:lnTo>
                        <a:pt x="93" y="92"/>
                      </a:lnTo>
                      <a:lnTo>
                        <a:pt x="95" y="91"/>
                      </a:lnTo>
                      <a:lnTo>
                        <a:pt x="96" y="88"/>
                      </a:lnTo>
                      <a:lnTo>
                        <a:pt x="99" y="86"/>
                      </a:lnTo>
                      <a:lnTo>
                        <a:pt x="100" y="85"/>
                      </a:lnTo>
                      <a:lnTo>
                        <a:pt x="101" y="82"/>
                      </a:lnTo>
                      <a:lnTo>
                        <a:pt x="102" y="80"/>
                      </a:lnTo>
                      <a:lnTo>
                        <a:pt x="103" y="78"/>
                      </a:lnTo>
                      <a:lnTo>
                        <a:pt x="105" y="75"/>
                      </a:lnTo>
                      <a:lnTo>
                        <a:pt x="106" y="73"/>
                      </a:lnTo>
                      <a:lnTo>
                        <a:pt x="107" y="70"/>
                      </a:lnTo>
                      <a:lnTo>
                        <a:pt x="107" y="68"/>
                      </a:lnTo>
                      <a:lnTo>
                        <a:pt x="108" y="64"/>
                      </a:lnTo>
                      <a:lnTo>
                        <a:pt x="108" y="62"/>
                      </a:lnTo>
                      <a:lnTo>
                        <a:pt x="108" y="60"/>
                      </a:lnTo>
                      <a:lnTo>
                        <a:pt x="109" y="57"/>
                      </a:lnTo>
                      <a:lnTo>
                        <a:pt x="109" y="54"/>
                      </a:lnTo>
                      <a:lnTo>
                        <a:pt x="109" y="51"/>
                      </a:lnTo>
                      <a:lnTo>
                        <a:pt x="108" y="49"/>
                      </a:lnTo>
                      <a:lnTo>
                        <a:pt x="108" y="45"/>
                      </a:lnTo>
                      <a:lnTo>
                        <a:pt x="108" y="43"/>
                      </a:lnTo>
                      <a:lnTo>
                        <a:pt x="107" y="40"/>
                      </a:lnTo>
                      <a:lnTo>
                        <a:pt x="107" y="38"/>
                      </a:lnTo>
                      <a:lnTo>
                        <a:pt x="106" y="36"/>
                      </a:lnTo>
                      <a:lnTo>
                        <a:pt x="105" y="33"/>
                      </a:lnTo>
                      <a:lnTo>
                        <a:pt x="103" y="31"/>
                      </a:lnTo>
                      <a:lnTo>
                        <a:pt x="102" y="28"/>
                      </a:lnTo>
                      <a:lnTo>
                        <a:pt x="101" y="26"/>
                      </a:lnTo>
                      <a:lnTo>
                        <a:pt x="100" y="24"/>
                      </a:lnTo>
                      <a:lnTo>
                        <a:pt x="99" y="21"/>
                      </a:lnTo>
                      <a:lnTo>
                        <a:pt x="96" y="19"/>
                      </a:lnTo>
                      <a:lnTo>
                        <a:pt x="95" y="18"/>
                      </a:lnTo>
                      <a:lnTo>
                        <a:pt x="93" y="15"/>
                      </a:lnTo>
                      <a:lnTo>
                        <a:pt x="91" y="14"/>
                      </a:lnTo>
                      <a:lnTo>
                        <a:pt x="89" y="12"/>
                      </a:lnTo>
                      <a:lnTo>
                        <a:pt x="87" y="10"/>
                      </a:lnTo>
                      <a:lnTo>
                        <a:pt x="85" y="9"/>
                      </a:lnTo>
                      <a:lnTo>
                        <a:pt x="83" y="7"/>
                      </a:lnTo>
                      <a:lnTo>
                        <a:pt x="81" y="6"/>
                      </a:lnTo>
                      <a:lnTo>
                        <a:pt x="78" y="4"/>
                      </a:lnTo>
                      <a:lnTo>
                        <a:pt x="76" y="3"/>
                      </a:lnTo>
                      <a:lnTo>
                        <a:pt x="73" y="3"/>
                      </a:lnTo>
                      <a:lnTo>
                        <a:pt x="71" y="2"/>
                      </a:lnTo>
                      <a:lnTo>
                        <a:pt x="69" y="1"/>
                      </a:lnTo>
                      <a:lnTo>
                        <a:pt x="65" y="1"/>
                      </a:lnTo>
                      <a:lnTo>
                        <a:pt x="63" y="0"/>
                      </a:lnTo>
                      <a:lnTo>
                        <a:pt x="60" y="0"/>
                      </a:lnTo>
                      <a:lnTo>
                        <a:pt x="58" y="0"/>
                      </a:lnTo>
                      <a:lnTo>
                        <a:pt x="54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8332" name="Rectangle 29">
                <a:extLst>
                  <a:ext uri="{FF2B5EF4-FFF2-40B4-BE49-F238E27FC236}">
                    <a16:creationId xmlns:a16="http://schemas.microsoft.com/office/drawing/2014/main" id="{20B00F56-0297-4A1F-8A22-C17EF5AE5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6405" y="4725988"/>
                <a:ext cx="685800" cy="106679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33" name="Rectangle 30">
                <a:extLst>
                  <a:ext uri="{FF2B5EF4-FFF2-40B4-BE49-F238E27FC236}">
                    <a16:creationId xmlns:a16="http://schemas.microsoft.com/office/drawing/2014/main" id="{F8612322-785D-401C-9EBD-3E97FBBBB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2005" y="54514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34" name="Rectangle 31">
                <a:extLst>
                  <a:ext uri="{FF2B5EF4-FFF2-40B4-BE49-F238E27FC236}">
                    <a16:creationId xmlns:a16="http://schemas.microsoft.com/office/drawing/2014/main" id="{F334F727-EDA8-42C8-BBCA-04B144444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605" y="49053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35" name="Rectangle 32">
                <a:extLst>
                  <a:ext uri="{FF2B5EF4-FFF2-40B4-BE49-F238E27FC236}">
                    <a16:creationId xmlns:a16="http://schemas.microsoft.com/office/drawing/2014/main" id="{4FD4EF90-9BCB-4A27-BBD4-965E5E0CB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7892" y="489902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36" name="Line 33">
                <a:extLst>
                  <a:ext uri="{FF2B5EF4-FFF2-40B4-BE49-F238E27FC236}">
                    <a16:creationId xmlns:a16="http://schemas.microsoft.com/office/drawing/2014/main" id="{64261EF0-C14F-439E-BB2F-FBCC922F22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91705" y="5430838"/>
                <a:ext cx="762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37" name="Rectangle 38">
                <a:extLst>
                  <a:ext uri="{FF2B5EF4-FFF2-40B4-BE49-F238E27FC236}">
                    <a16:creationId xmlns:a16="http://schemas.microsoft.com/office/drawing/2014/main" id="{DA1F5719-2DB9-41EB-BCE1-51C408F56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9480" y="54435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38" name="Rectangle 39">
                <a:extLst>
                  <a:ext uri="{FF2B5EF4-FFF2-40B4-BE49-F238E27FC236}">
                    <a16:creationId xmlns:a16="http://schemas.microsoft.com/office/drawing/2014/main" id="{93E9B008-22CD-46AA-8F75-54A617CD4F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0017" y="47434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39" name="Rectangle 40">
                <a:extLst>
                  <a:ext uri="{FF2B5EF4-FFF2-40B4-BE49-F238E27FC236}">
                    <a16:creationId xmlns:a16="http://schemas.microsoft.com/office/drawing/2014/main" id="{F1C0972B-9450-4193-96D1-5EC8A6DF8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0192" y="4827588"/>
                <a:ext cx="198438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m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40" name="Rectangle 41">
                <a:extLst>
                  <a:ext uri="{FF2B5EF4-FFF2-40B4-BE49-F238E27FC236}">
                    <a16:creationId xmlns:a16="http://schemas.microsoft.com/office/drawing/2014/main" id="{A16BA713-6529-44DD-8CFD-42FB60312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3180" y="47434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41" name="Rectangle 42">
                <a:extLst>
                  <a:ext uri="{FF2B5EF4-FFF2-40B4-BE49-F238E27FC236}">
                    <a16:creationId xmlns:a16="http://schemas.microsoft.com/office/drawing/2014/main" id="{7ACA5D4F-E9D1-4FC3-B5A8-626E59C34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3355" y="4827588"/>
                <a:ext cx="146050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s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42" name="Rectangle 66">
                <a:extLst>
                  <a:ext uri="{FF2B5EF4-FFF2-40B4-BE49-F238E27FC236}">
                    <a16:creationId xmlns:a16="http://schemas.microsoft.com/office/drawing/2014/main" id="{4F3E969F-3179-4ABD-A193-3B6DD0777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605" y="5435600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43" name="Rectangle 67">
                <a:extLst>
                  <a:ext uri="{FF2B5EF4-FFF2-40B4-BE49-F238E27FC236}">
                    <a16:creationId xmlns:a16="http://schemas.microsoft.com/office/drawing/2014/main" id="{37D3ADE1-837F-4F2C-85BA-3B65C44FA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730" y="5435600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44" name="Oval 68">
                <a:extLst>
                  <a:ext uri="{FF2B5EF4-FFF2-40B4-BE49-F238E27FC236}">
                    <a16:creationId xmlns:a16="http://schemas.microsoft.com/office/drawing/2014/main" id="{27AAC9A8-1FB1-4DB3-AEDB-FFA58C1FDE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380" y="5512255"/>
                <a:ext cx="74613" cy="7302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8345" name="Line 11">
                <a:extLst>
                  <a:ext uri="{FF2B5EF4-FFF2-40B4-BE49-F238E27FC236}">
                    <a16:creationId xmlns:a16="http://schemas.microsoft.com/office/drawing/2014/main" id="{D322CEC2-12E8-4148-9371-148D471178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47889" y="5543991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8310" name="Straight Connector 169">
              <a:extLst>
                <a:ext uri="{FF2B5EF4-FFF2-40B4-BE49-F238E27FC236}">
                  <a16:creationId xmlns:a16="http://schemas.microsoft.com/office/drawing/2014/main" id="{19807236-6360-424F-98C0-B933973F96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462006" y="2124857"/>
              <a:ext cx="5622" cy="5498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311" name="Straight Connector 170">
              <a:extLst>
                <a:ext uri="{FF2B5EF4-FFF2-40B4-BE49-F238E27FC236}">
                  <a16:creationId xmlns:a16="http://schemas.microsoft.com/office/drawing/2014/main" id="{B3365A3C-9C56-4B8E-A8C5-6350A9089A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85707" y="2135017"/>
              <a:ext cx="647173" cy="1103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8308" name="Title 1">
            <a:extLst>
              <a:ext uri="{FF2B5EF4-FFF2-40B4-BE49-F238E27FC236}">
                <a16:creationId xmlns:a16="http://schemas.microsoft.com/office/drawing/2014/main" id="{38234B86-9D57-4076-BF18-A142C2CE2A8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Positive-Edge-Triggered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Master-Slave D Flip-Flop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29" name="Group 126">
            <a:extLst>
              <a:ext uri="{FF2B5EF4-FFF2-40B4-BE49-F238E27FC236}">
                <a16:creationId xmlns:a16="http://schemas.microsoft.com/office/drawing/2014/main" id="{8B879770-9B61-4FDE-933C-32F569BB2C94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638800"/>
            <a:ext cx="5105400" cy="369888"/>
            <a:chOff x="1752600" y="5638800"/>
            <a:chExt cx="5105399" cy="369332"/>
          </a:xfrm>
        </p:grpSpPr>
        <p:sp>
          <p:nvSpPr>
            <p:cNvPr id="99372" name="Freeform 13">
              <a:extLst>
                <a:ext uri="{FF2B5EF4-FFF2-40B4-BE49-F238E27FC236}">
                  <a16:creationId xmlns:a16="http://schemas.microsoft.com/office/drawing/2014/main" id="{F74B4E84-AE8D-4613-AE2A-94C28D2B0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458" y="5638800"/>
              <a:ext cx="4175541" cy="268288"/>
            </a:xfrm>
            <a:custGeom>
              <a:avLst/>
              <a:gdLst>
                <a:gd name="T0" fmla="*/ 2147483646 w 1873"/>
                <a:gd name="T1" fmla="*/ 2147483646 h 336"/>
                <a:gd name="T2" fmla="*/ 2147483646 w 1873"/>
                <a:gd name="T3" fmla="*/ 0 h 336"/>
                <a:gd name="T4" fmla="*/ 2147483646 w 1873"/>
                <a:gd name="T5" fmla="*/ 0 h 336"/>
                <a:gd name="T6" fmla="*/ 2147483646 w 1873"/>
                <a:gd name="T7" fmla="*/ 2147483646 h 336"/>
                <a:gd name="T8" fmla="*/ 2147483646 w 1873"/>
                <a:gd name="T9" fmla="*/ 2147483646 h 336"/>
                <a:gd name="T10" fmla="*/ 2147483646 w 1873"/>
                <a:gd name="T11" fmla="*/ 0 h 336"/>
                <a:gd name="T12" fmla="*/ 2147483646 w 1873"/>
                <a:gd name="T13" fmla="*/ 0 h 336"/>
                <a:gd name="T14" fmla="*/ 2147483646 w 1873"/>
                <a:gd name="T15" fmla="*/ 2147483646 h 336"/>
                <a:gd name="T16" fmla="*/ 0 w 1873"/>
                <a:gd name="T17" fmla="*/ 2147483646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73"/>
                <a:gd name="T28" fmla="*/ 0 h 336"/>
                <a:gd name="T29" fmla="*/ 1873 w 1873"/>
                <a:gd name="T30" fmla="*/ 336 h 3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73" h="336">
                  <a:moveTo>
                    <a:pt x="1873" y="336"/>
                  </a:moveTo>
                  <a:lnTo>
                    <a:pt x="1873" y="0"/>
                  </a:lnTo>
                  <a:lnTo>
                    <a:pt x="1393" y="0"/>
                  </a:lnTo>
                  <a:lnTo>
                    <a:pt x="1393" y="336"/>
                  </a:lnTo>
                  <a:lnTo>
                    <a:pt x="936" y="336"/>
                  </a:lnTo>
                  <a:lnTo>
                    <a:pt x="936" y="0"/>
                  </a:lnTo>
                  <a:lnTo>
                    <a:pt x="480" y="0"/>
                  </a:lnTo>
                  <a:lnTo>
                    <a:pt x="480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373" name="TextBox 133">
              <a:extLst>
                <a:ext uri="{FF2B5EF4-FFF2-40B4-BE49-F238E27FC236}">
                  <a16:creationId xmlns:a16="http://schemas.microsoft.com/office/drawing/2014/main" id="{6C30325C-27EF-4CFC-BC57-7F1D128EB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638800"/>
              <a:ext cx="7360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99330" name="Oval 134">
            <a:extLst>
              <a:ext uri="{FF2B5EF4-FFF2-40B4-BE49-F238E27FC236}">
                <a16:creationId xmlns:a16="http://schemas.microsoft.com/office/drawing/2014/main" id="{A6CB2795-DBB5-44A1-87FD-327DC1E0919D}"/>
              </a:ext>
            </a:extLst>
          </p:cNvPr>
          <p:cNvSpPr>
            <a:spLocks noChangeAspect="1"/>
          </p:cNvSpPr>
          <p:nvPr/>
        </p:nvSpPr>
        <p:spPr bwMode="auto">
          <a:xfrm>
            <a:off x="4800600" y="5862638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99331" name="Group 195">
            <a:extLst>
              <a:ext uri="{FF2B5EF4-FFF2-40B4-BE49-F238E27FC236}">
                <a16:creationId xmlns:a16="http://schemas.microsoft.com/office/drawing/2014/main" id="{560AFC64-9935-4041-AD95-FFC828CA4CBC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085975"/>
            <a:ext cx="6194425" cy="1876425"/>
            <a:chOff x="1600200" y="1863363"/>
            <a:chExt cx="6194425" cy="1876425"/>
          </a:xfrm>
        </p:grpSpPr>
        <p:grpSp>
          <p:nvGrpSpPr>
            <p:cNvPr id="99333" name="Group 196">
              <a:extLst>
                <a:ext uri="{FF2B5EF4-FFF2-40B4-BE49-F238E27FC236}">
                  <a16:creationId xmlns:a16="http://schemas.microsoft.com/office/drawing/2014/main" id="{01948E66-71BE-4E2F-8437-E3C60A9169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0200" y="1863363"/>
              <a:ext cx="6194425" cy="1876425"/>
              <a:chOff x="1371600" y="4473575"/>
              <a:chExt cx="6194880" cy="1876950"/>
            </a:xfrm>
          </p:grpSpPr>
          <p:sp>
            <p:nvSpPr>
              <p:cNvPr id="99336" name="Rectangle 199">
                <a:extLst>
                  <a:ext uri="{FF2B5EF4-FFF2-40B4-BE49-F238E27FC236}">
                    <a16:creationId xmlns:a16="http://schemas.microsoft.com/office/drawing/2014/main" id="{BDB44879-B282-4410-B84C-22723C76D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642" y="4725988"/>
                <a:ext cx="666750" cy="106679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37" name="Rectangle 200">
                <a:extLst>
                  <a:ext uri="{FF2B5EF4-FFF2-40B4-BE49-F238E27FC236}">
                    <a16:creationId xmlns:a16="http://schemas.microsoft.com/office/drawing/2014/main" id="{90690C0A-91D0-4614-A4B4-36AA70D8A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730" y="49053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38" name="Rectangle 201">
                <a:extLst>
                  <a:ext uri="{FF2B5EF4-FFF2-40B4-BE49-F238E27FC236}">
                    <a16:creationId xmlns:a16="http://schemas.microsoft.com/office/drawing/2014/main" id="{44513423-9C21-4736-A1E7-612787EFA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9017" y="489902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39" name="Line 8">
                <a:extLst>
                  <a:ext uri="{FF2B5EF4-FFF2-40B4-BE49-F238E27FC236}">
                    <a16:creationId xmlns:a16="http://schemas.microsoft.com/office/drawing/2014/main" id="{C8AC672F-D956-46B8-9DE2-5970B2DE5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54892" y="5430838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0" name="Freeform 203">
                <a:extLst>
                  <a:ext uri="{FF2B5EF4-FFF2-40B4-BE49-F238E27FC236}">
                    <a16:creationId xmlns:a16="http://schemas.microsoft.com/office/drawing/2014/main" id="{AF50DB84-0C5C-44D3-BB03-DDDB3E66A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1192" y="5526087"/>
                <a:ext cx="1065213" cy="824438"/>
              </a:xfrm>
              <a:custGeom>
                <a:avLst/>
                <a:gdLst>
                  <a:gd name="T0" fmla="*/ 2147483646 w 1344"/>
                  <a:gd name="T1" fmla="*/ 0 h 1031"/>
                  <a:gd name="T2" fmla="*/ 2147483646 w 1344"/>
                  <a:gd name="T3" fmla="*/ 0 h 1031"/>
                  <a:gd name="T4" fmla="*/ 2147483646 w 1344"/>
                  <a:gd name="T5" fmla="*/ 2147483646 h 1031"/>
                  <a:gd name="T6" fmla="*/ 0 w 134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1031"/>
                  <a:gd name="T14" fmla="*/ 1344 w 134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1031">
                    <a:moveTo>
                      <a:pt x="1344" y="0"/>
                    </a:moveTo>
                    <a:lnTo>
                      <a:pt x="1008" y="0"/>
                    </a:lnTo>
                    <a:lnTo>
                      <a:pt x="1008" y="1031"/>
                    </a:lnTo>
                    <a:lnTo>
                      <a:pt x="0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1" name="Freeform 204">
                <a:extLst>
                  <a:ext uri="{FF2B5EF4-FFF2-40B4-BE49-F238E27FC236}">
                    <a16:creationId xmlns:a16="http://schemas.microsoft.com/office/drawing/2014/main" id="{9BD3BA77-F876-47DB-959A-7A7C6C711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908" y="5543959"/>
                <a:ext cx="1123950" cy="806566"/>
              </a:xfrm>
              <a:custGeom>
                <a:avLst/>
                <a:gdLst>
                  <a:gd name="T0" fmla="*/ 0 w 1704"/>
                  <a:gd name="T1" fmla="*/ 0 h 1031"/>
                  <a:gd name="T2" fmla="*/ 2147483646 w 1704"/>
                  <a:gd name="T3" fmla="*/ 0 h 1031"/>
                  <a:gd name="T4" fmla="*/ 2147483646 w 1704"/>
                  <a:gd name="T5" fmla="*/ 2147483646 h 1031"/>
                  <a:gd name="T6" fmla="*/ 2147483646 w 170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04"/>
                  <a:gd name="T13" fmla="*/ 0 h 1031"/>
                  <a:gd name="T14" fmla="*/ 1704 w 170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04" h="1031">
                    <a:moveTo>
                      <a:pt x="0" y="0"/>
                    </a:moveTo>
                    <a:lnTo>
                      <a:pt x="696" y="0"/>
                    </a:lnTo>
                    <a:lnTo>
                      <a:pt x="696" y="1031"/>
                    </a:lnTo>
                    <a:lnTo>
                      <a:pt x="1704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2" name="Line 11">
                <a:extLst>
                  <a:ext uri="{FF2B5EF4-FFF2-40B4-BE49-F238E27FC236}">
                    <a16:creationId xmlns:a16="http://schemas.microsoft.com/office/drawing/2014/main" id="{382AADAB-2A01-4643-BFE9-33897D5C6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1942" y="5527674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3" name="Line 12">
                <a:extLst>
                  <a:ext uri="{FF2B5EF4-FFF2-40B4-BE49-F238E27FC236}">
                    <a16:creationId xmlns:a16="http://schemas.microsoft.com/office/drawing/2014/main" id="{CA1A491D-4DC3-46C2-BEEA-C772B8776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492" y="4992688"/>
                <a:ext cx="8191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4" name="Line 13">
                <a:extLst>
                  <a:ext uri="{FF2B5EF4-FFF2-40B4-BE49-F238E27FC236}">
                    <a16:creationId xmlns:a16="http://schemas.microsoft.com/office/drawing/2014/main" id="{6E2D389B-390E-4F4C-8FC0-9B9C117C5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5392" y="4992688"/>
                <a:ext cx="1751013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5" name="Line 14">
                <a:extLst>
                  <a:ext uri="{FF2B5EF4-FFF2-40B4-BE49-F238E27FC236}">
                    <a16:creationId xmlns:a16="http://schemas.microsoft.com/office/drawing/2014/main" id="{46A0421B-16A5-4E8D-A932-22D5BBC53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2205" y="4992688"/>
                <a:ext cx="8001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6" name="Line 15">
                <a:extLst>
                  <a:ext uri="{FF2B5EF4-FFF2-40B4-BE49-F238E27FC236}">
                    <a16:creationId xmlns:a16="http://schemas.microsoft.com/office/drawing/2014/main" id="{DCED8E20-6C19-459E-9AD3-8016647FAB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2205" y="5527674"/>
                <a:ext cx="8001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47" name="Rectangle 17">
                <a:extLst>
                  <a:ext uri="{FF2B5EF4-FFF2-40B4-BE49-F238E27FC236}">
                    <a16:creationId xmlns:a16="http://schemas.microsoft.com/office/drawing/2014/main" id="{479F8525-B3A1-4848-BC06-367656D47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605" y="54435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48" name="Rectangle 18">
                <a:extLst>
                  <a:ext uri="{FF2B5EF4-FFF2-40B4-BE49-F238E27FC236}">
                    <a16:creationId xmlns:a16="http://schemas.microsoft.com/office/drawing/2014/main" id="{19524AAB-2EC0-497E-8946-573FA03F4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5480" y="4473575"/>
                <a:ext cx="565150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Master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49" name="Rectangle 19">
                <a:extLst>
                  <a:ext uri="{FF2B5EF4-FFF2-40B4-BE49-F238E27FC236}">
                    <a16:creationId xmlns:a16="http://schemas.microsoft.com/office/drawing/2014/main" id="{BC7700F2-DE41-42D7-9038-014ACC61F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1980" y="4473575"/>
                <a:ext cx="512763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Slave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50" name="Rectangle 20">
                <a:extLst>
                  <a:ext uri="{FF2B5EF4-FFF2-40B4-BE49-F238E27FC236}">
                    <a16:creationId xmlns:a16="http://schemas.microsoft.com/office/drawing/2014/main" id="{7067A49D-E69A-4C0B-9E13-EC9BC6D3B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5967" y="49101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51" name="Rectangle 21">
                <a:extLst>
                  <a:ext uri="{FF2B5EF4-FFF2-40B4-BE49-F238E27FC236}">
                    <a16:creationId xmlns:a16="http://schemas.microsoft.com/office/drawing/2014/main" id="{02DEE69F-4A61-4C3D-BFB7-28D886B93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600" y="5437188"/>
                <a:ext cx="54292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52" name="Rectangle 22">
                <a:extLst>
                  <a:ext uri="{FF2B5EF4-FFF2-40B4-BE49-F238E27FC236}">
                    <a16:creationId xmlns:a16="http://schemas.microsoft.com/office/drawing/2014/main" id="{CE12DC3A-5AA6-4900-AB4F-A97B00F80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2005" y="49085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53" name="Line 23">
                <a:extLst>
                  <a:ext uri="{FF2B5EF4-FFF2-40B4-BE49-F238E27FC236}">
                    <a16:creationId xmlns:a16="http://schemas.microsoft.com/office/drawing/2014/main" id="{2BA5D96C-57B2-46FC-9871-138089B1E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34705" y="5449888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54" name="Line 25">
                <a:extLst>
                  <a:ext uri="{FF2B5EF4-FFF2-40B4-BE49-F238E27FC236}">
                    <a16:creationId xmlns:a16="http://schemas.microsoft.com/office/drawing/2014/main" id="{ABC3B95F-CC3F-4E9E-B780-D60052E15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4381" y="6350525"/>
                <a:ext cx="164424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9355" name="Group 1">
                <a:extLst>
                  <a:ext uri="{FF2B5EF4-FFF2-40B4-BE49-F238E27FC236}">
                    <a16:creationId xmlns:a16="http://schemas.microsoft.com/office/drawing/2014/main" id="{65925237-2B54-4C67-9310-1465C0E33C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34847" y="5400656"/>
                <a:ext cx="376238" cy="265113"/>
                <a:chOff x="990600" y="5638800"/>
                <a:chExt cx="376238" cy="265113"/>
              </a:xfrm>
            </p:grpSpPr>
            <p:sp>
              <p:nvSpPr>
                <p:cNvPr id="99370" name="Freeform 26">
                  <a:extLst>
                    <a:ext uri="{FF2B5EF4-FFF2-40B4-BE49-F238E27FC236}">
                      <a16:creationId xmlns:a16="http://schemas.microsoft.com/office/drawing/2014/main" id="{199F2839-9F76-4ACB-94E5-00BCF895AA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0600" y="5638800"/>
                  <a:ext cx="285750" cy="265113"/>
                </a:xfrm>
                <a:custGeom>
                  <a:avLst/>
                  <a:gdLst>
                    <a:gd name="T0" fmla="*/ 2147483646 w 360"/>
                    <a:gd name="T1" fmla="*/ 2147483646 h 336"/>
                    <a:gd name="T2" fmla="*/ 0 w 360"/>
                    <a:gd name="T3" fmla="*/ 2147483646 h 336"/>
                    <a:gd name="T4" fmla="*/ 0 w 360"/>
                    <a:gd name="T5" fmla="*/ 0 h 336"/>
                    <a:gd name="T6" fmla="*/ 2147483646 w 360"/>
                    <a:gd name="T7" fmla="*/ 2147483646 h 3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0"/>
                    <a:gd name="T13" fmla="*/ 0 h 336"/>
                    <a:gd name="T14" fmla="*/ 360 w 360"/>
                    <a:gd name="T15" fmla="*/ 336 h 3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0" h="336">
                      <a:moveTo>
                        <a:pt x="360" y="168"/>
                      </a:moveTo>
                      <a:lnTo>
                        <a:pt x="0" y="336"/>
                      </a:lnTo>
                      <a:lnTo>
                        <a:pt x="0" y="0"/>
                      </a:lnTo>
                      <a:lnTo>
                        <a:pt x="360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371" name="Freeform 28">
                  <a:extLst>
                    <a:ext uri="{FF2B5EF4-FFF2-40B4-BE49-F238E27FC236}">
                      <a16:creationId xmlns:a16="http://schemas.microsoft.com/office/drawing/2014/main" id="{ABCC4A81-2FD2-4971-8289-4F1618E815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1113" y="5727700"/>
                  <a:ext cx="85725" cy="87313"/>
                </a:xfrm>
                <a:custGeom>
                  <a:avLst/>
                  <a:gdLst>
                    <a:gd name="T0" fmla="*/ 2147483646 w 109"/>
                    <a:gd name="T1" fmla="*/ 0 h 109"/>
                    <a:gd name="T2" fmla="*/ 2147483646 w 109"/>
                    <a:gd name="T3" fmla="*/ 2147483646 h 109"/>
                    <a:gd name="T4" fmla="*/ 2147483646 w 109"/>
                    <a:gd name="T5" fmla="*/ 2147483646 h 109"/>
                    <a:gd name="T6" fmla="*/ 2147483646 w 109"/>
                    <a:gd name="T7" fmla="*/ 2147483646 h 109"/>
                    <a:gd name="T8" fmla="*/ 2147483646 w 109"/>
                    <a:gd name="T9" fmla="*/ 2147483646 h 109"/>
                    <a:gd name="T10" fmla="*/ 2147483646 w 109"/>
                    <a:gd name="T11" fmla="*/ 2147483646 h 109"/>
                    <a:gd name="T12" fmla="*/ 2147483646 w 109"/>
                    <a:gd name="T13" fmla="*/ 2147483646 h 109"/>
                    <a:gd name="T14" fmla="*/ 2147483646 w 109"/>
                    <a:gd name="T15" fmla="*/ 2147483646 h 109"/>
                    <a:gd name="T16" fmla="*/ 0 w 109"/>
                    <a:gd name="T17" fmla="*/ 2147483646 h 109"/>
                    <a:gd name="T18" fmla="*/ 0 w 109"/>
                    <a:gd name="T19" fmla="*/ 2147483646 h 109"/>
                    <a:gd name="T20" fmla="*/ 0 w 109"/>
                    <a:gd name="T21" fmla="*/ 2147483646 h 109"/>
                    <a:gd name="T22" fmla="*/ 0 w 109"/>
                    <a:gd name="T23" fmla="*/ 2147483646 h 109"/>
                    <a:gd name="T24" fmla="*/ 0 w 109"/>
                    <a:gd name="T25" fmla="*/ 2147483646 h 109"/>
                    <a:gd name="T26" fmla="*/ 2147483646 w 109"/>
                    <a:gd name="T27" fmla="*/ 2147483646 h 109"/>
                    <a:gd name="T28" fmla="*/ 2147483646 w 109"/>
                    <a:gd name="T29" fmla="*/ 2147483646 h 109"/>
                    <a:gd name="T30" fmla="*/ 2147483646 w 109"/>
                    <a:gd name="T31" fmla="*/ 2147483646 h 109"/>
                    <a:gd name="T32" fmla="*/ 2147483646 w 109"/>
                    <a:gd name="T33" fmla="*/ 2147483646 h 109"/>
                    <a:gd name="T34" fmla="*/ 2147483646 w 109"/>
                    <a:gd name="T35" fmla="*/ 2147483646 h 109"/>
                    <a:gd name="T36" fmla="*/ 2147483646 w 109"/>
                    <a:gd name="T37" fmla="*/ 2147483646 h 109"/>
                    <a:gd name="T38" fmla="*/ 2147483646 w 109"/>
                    <a:gd name="T39" fmla="*/ 2147483646 h 109"/>
                    <a:gd name="T40" fmla="*/ 2147483646 w 109"/>
                    <a:gd name="T41" fmla="*/ 2147483646 h 109"/>
                    <a:gd name="T42" fmla="*/ 2147483646 w 109"/>
                    <a:gd name="T43" fmla="*/ 2147483646 h 109"/>
                    <a:gd name="T44" fmla="*/ 2147483646 w 109"/>
                    <a:gd name="T45" fmla="*/ 2147483646 h 109"/>
                    <a:gd name="T46" fmla="*/ 2147483646 w 109"/>
                    <a:gd name="T47" fmla="*/ 2147483646 h 109"/>
                    <a:gd name="T48" fmla="*/ 2147483646 w 109"/>
                    <a:gd name="T49" fmla="*/ 2147483646 h 109"/>
                    <a:gd name="T50" fmla="*/ 2147483646 w 109"/>
                    <a:gd name="T51" fmla="*/ 2147483646 h 109"/>
                    <a:gd name="T52" fmla="*/ 2147483646 w 109"/>
                    <a:gd name="T53" fmla="*/ 2147483646 h 109"/>
                    <a:gd name="T54" fmla="*/ 2147483646 w 109"/>
                    <a:gd name="T55" fmla="*/ 2147483646 h 109"/>
                    <a:gd name="T56" fmla="*/ 2147483646 w 109"/>
                    <a:gd name="T57" fmla="*/ 2147483646 h 109"/>
                    <a:gd name="T58" fmla="*/ 2147483646 w 109"/>
                    <a:gd name="T59" fmla="*/ 2147483646 h 109"/>
                    <a:gd name="T60" fmla="*/ 2147483646 w 109"/>
                    <a:gd name="T61" fmla="*/ 2147483646 h 109"/>
                    <a:gd name="T62" fmla="*/ 2147483646 w 109"/>
                    <a:gd name="T63" fmla="*/ 2147483646 h 109"/>
                    <a:gd name="T64" fmla="*/ 2147483646 w 109"/>
                    <a:gd name="T65" fmla="*/ 2147483646 h 109"/>
                    <a:gd name="T66" fmla="*/ 2147483646 w 109"/>
                    <a:gd name="T67" fmla="*/ 2147483646 h 109"/>
                    <a:gd name="T68" fmla="*/ 2147483646 w 109"/>
                    <a:gd name="T69" fmla="*/ 2147483646 h 109"/>
                    <a:gd name="T70" fmla="*/ 2147483646 w 109"/>
                    <a:gd name="T71" fmla="*/ 2147483646 h 109"/>
                    <a:gd name="T72" fmla="*/ 2147483646 w 109"/>
                    <a:gd name="T73" fmla="*/ 2147483646 h 109"/>
                    <a:gd name="T74" fmla="*/ 2147483646 w 109"/>
                    <a:gd name="T75" fmla="*/ 2147483646 h 109"/>
                    <a:gd name="T76" fmla="*/ 2147483646 w 109"/>
                    <a:gd name="T77" fmla="*/ 2147483646 h 109"/>
                    <a:gd name="T78" fmla="*/ 2147483646 w 109"/>
                    <a:gd name="T79" fmla="*/ 2147483646 h 109"/>
                    <a:gd name="T80" fmla="*/ 2147483646 w 109"/>
                    <a:gd name="T81" fmla="*/ 2147483646 h 109"/>
                    <a:gd name="T82" fmla="*/ 2147483646 w 109"/>
                    <a:gd name="T83" fmla="*/ 2147483646 h 109"/>
                    <a:gd name="T84" fmla="*/ 2147483646 w 109"/>
                    <a:gd name="T85" fmla="*/ 0 h 109"/>
                    <a:gd name="T86" fmla="*/ 2147483646 w 109"/>
                    <a:gd name="T87" fmla="*/ 0 h 10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09"/>
                    <a:gd name="T133" fmla="*/ 0 h 109"/>
                    <a:gd name="T134" fmla="*/ 109 w 109"/>
                    <a:gd name="T135" fmla="*/ 109 h 10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09" h="109">
                      <a:moveTo>
                        <a:pt x="54" y="0"/>
                      </a:moveTo>
                      <a:lnTo>
                        <a:pt x="52" y="0"/>
                      </a:lnTo>
                      <a:lnTo>
                        <a:pt x="49" y="0"/>
                      </a:lnTo>
                      <a:lnTo>
                        <a:pt x="46" y="0"/>
                      </a:lnTo>
                      <a:lnTo>
                        <a:pt x="43" y="1"/>
                      </a:lnTo>
                      <a:lnTo>
                        <a:pt x="41" y="1"/>
                      </a:lnTo>
                      <a:lnTo>
                        <a:pt x="39" y="2"/>
                      </a:lnTo>
                      <a:lnTo>
                        <a:pt x="36" y="3"/>
                      </a:lnTo>
                      <a:lnTo>
                        <a:pt x="34" y="3"/>
                      </a:lnTo>
                      <a:lnTo>
                        <a:pt x="31" y="4"/>
                      </a:lnTo>
                      <a:lnTo>
                        <a:pt x="29" y="6"/>
                      </a:lnTo>
                      <a:lnTo>
                        <a:pt x="27" y="7"/>
                      </a:lnTo>
                      <a:lnTo>
                        <a:pt x="24" y="9"/>
                      </a:lnTo>
                      <a:lnTo>
                        <a:pt x="22" y="10"/>
                      </a:lnTo>
                      <a:lnTo>
                        <a:pt x="19" y="12"/>
                      </a:lnTo>
                      <a:lnTo>
                        <a:pt x="18" y="14"/>
                      </a:lnTo>
                      <a:lnTo>
                        <a:pt x="16" y="15"/>
                      </a:lnTo>
                      <a:lnTo>
                        <a:pt x="15" y="18"/>
                      </a:lnTo>
                      <a:lnTo>
                        <a:pt x="12" y="19"/>
                      </a:lnTo>
                      <a:lnTo>
                        <a:pt x="11" y="21"/>
                      </a:lnTo>
                      <a:lnTo>
                        <a:pt x="10" y="24"/>
                      </a:lnTo>
                      <a:lnTo>
                        <a:pt x="7" y="26"/>
                      </a:lnTo>
                      <a:lnTo>
                        <a:pt x="6" y="28"/>
                      </a:lnTo>
                      <a:lnTo>
                        <a:pt x="5" y="31"/>
                      </a:lnTo>
                      <a:lnTo>
                        <a:pt x="4" y="33"/>
                      </a:lnTo>
                      <a:lnTo>
                        <a:pt x="4" y="36"/>
                      </a:lnTo>
                      <a:lnTo>
                        <a:pt x="3" y="38"/>
                      </a:lnTo>
                      <a:lnTo>
                        <a:pt x="1" y="40"/>
                      </a:lnTo>
                      <a:lnTo>
                        <a:pt x="1" y="43"/>
                      </a:lnTo>
                      <a:lnTo>
                        <a:pt x="0" y="45"/>
                      </a:lnTo>
                      <a:lnTo>
                        <a:pt x="0" y="49"/>
                      </a:lnTo>
                      <a:lnTo>
                        <a:pt x="0" y="51"/>
                      </a:lnTo>
                      <a:lnTo>
                        <a:pt x="0" y="54"/>
                      </a:lnTo>
                      <a:lnTo>
                        <a:pt x="0" y="57"/>
                      </a:lnTo>
                      <a:lnTo>
                        <a:pt x="0" y="60"/>
                      </a:lnTo>
                      <a:lnTo>
                        <a:pt x="0" y="62"/>
                      </a:lnTo>
                      <a:lnTo>
                        <a:pt x="1" y="64"/>
                      </a:lnTo>
                      <a:lnTo>
                        <a:pt x="1" y="68"/>
                      </a:lnTo>
                      <a:lnTo>
                        <a:pt x="3" y="70"/>
                      </a:lnTo>
                      <a:lnTo>
                        <a:pt x="4" y="73"/>
                      </a:lnTo>
                      <a:lnTo>
                        <a:pt x="4" y="75"/>
                      </a:lnTo>
                      <a:lnTo>
                        <a:pt x="5" y="78"/>
                      </a:lnTo>
                      <a:lnTo>
                        <a:pt x="6" y="80"/>
                      </a:lnTo>
                      <a:lnTo>
                        <a:pt x="7" y="82"/>
                      </a:lnTo>
                      <a:lnTo>
                        <a:pt x="10" y="85"/>
                      </a:lnTo>
                      <a:lnTo>
                        <a:pt x="11" y="86"/>
                      </a:lnTo>
                      <a:lnTo>
                        <a:pt x="12" y="88"/>
                      </a:lnTo>
                      <a:lnTo>
                        <a:pt x="15" y="91"/>
                      </a:lnTo>
                      <a:lnTo>
                        <a:pt x="16" y="92"/>
                      </a:lnTo>
                      <a:lnTo>
                        <a:pt x="18" y="94"/>
                      </a:lnTo>
                      <a:lnTo>
                        <a:pt x="19" y="96"/>
                      </a:lnTo>
                      <a:lnTo>
                        <a:pt x="22" y="98"/>
                      </a:lnTo>
                      <a:lnTo>
                        <a:pt x="24" y="99"/>
                      </a:lnTo>
                      <a:lnTo>
                        <a:pt x="27" y="100"/>
                      </a:lnTo>
                      <a:lnTo>
                        <a:pt x="29" y="102"/>
                      </a:lnTo>
                      <a:lnTo>
                        <a:pt x="31" y="103"/>
                      </a:lnTo>
                      <a:lnTo>
                        <a:pt x="34" y="104"/>
                      </a:lnTo>
                      <a:lnTo>
                        <a:pt x="36" y="105"/>
                      </a:lnTo>
                      <a:lnTo>
                        <a:pt x="39" y="106"/>
                      </a:lnTo>
                      <a:lnTo>
                        <a:pt x="41" y="106"/>
                      </a:lnTo>
                      <a:lnTo>
                        <a:pt x="43" y="108"/>
                      </a:lnTo>
                      <a:lnTo>
                        <a:pt x="46" y="108"/>
                      </a:lnTo>
                      <a:lnTo>
                        <a:pt x="49" y="108"/>
                      </a:lnTo>
                      <a:lnTo>
                        <a:pt x="52" y="109"/>
                      </a:lnTo>
                      <a:lnTo>
                        <a:pt x="54" y="109"/>
                      </a:lnTo>
                      <a:lnTo>
                        <a:pt x="58" y="109"/>
                      </a:lnTo>
                      <a:lnTo>
                        <a:pt x="60" y="108"/>
                      </a:lnTo>
                      <a:lnTo>
                        <a:pt x="63" y="108"/>
                      </a:lnTo>
                      <a:lnTo>
                        <a:pt x="65" y="108"/>
                      </a:lnTo>
                      <a:lnTo>
                        <a:pt x="69" y="106"/>
                      </a:lnTo>
                      <a:lnTo>
                        <a:pt x="71" y="106"/>
                      </a:lnTo>
                      <a:lnTo>
                        <a:pt x="73" y="105"/>
                      </a:lnTo>
                      <a:lnTo>
                        <a:pt x="76" y="104"/>
                      </a:lnTo>
                      <a:lnTo>
                        <a:pt x="78" y="103"/>
                      </a:lnTo>
                      <a:lnTo>
                        <a:pt x="81" y="102"/>
                      </a:lnTo>
                      <a:lnTo>
                        <a:pt x="83" y="100"/>
                      </a:lnTo>
                      <a:lnTo>
                        <a:pt x="85" y="99"/>
                      </a:lnTo>
                      <a:lnTo>
                        <a:pt x="87" y="98"/>
                      </a:lnTo>
                      <a:lnTo>
                        <a:pt x="89" y="96"/>
                      </a:lnTo>
                      <a:lnTo>
                        <a:pt x="91" y="94"/>
                      </a:lnTo>
                      <a:lnTo>
                        <a:pt x="93" y="92"/>
                      </a:lnTo>
                      <a:lnTo>
                        <a:pt x="95" y="91"/>
                      </a:lnTo>
                      <a:lnTo>
                        <a:pt x="96" y="88"/>
                      </a:lnTo>
                      <a:lnTo>
                        <a:pt x="99" y="86"/>
                      </a:lnTo>
                      <a:lnTo>
                        <a:pt x="100" y="85"/>
                      </a:lnTo>
                      <a:lnTo>
                        <a:pt x="101" y="82"/>
                      </a:lnTo>
                      <a:lnTo>
                        <a:pt x="102" y="80"/>
                      </a:lnTo>
                      <a:lnTo>
                        <a:pt x="103" y="78"/>
                      </a:lnTo>
                      <a:lnTo>
                        <a:pt x="105" y="75"/>
                      </a:lnTo>
                      <a:lnTo>
                        <a:pt x="106" y="73"/>
                      </a:lnTo>
                      <a:lnTo>
                        <a:pt x="107" y="70"/>
                      </a:lnTo>
                      <a:lnTo>
                        <a:pt x="107" y="68"/>
                      </a:lnTo>
                      <a:lnTo>
                        <a:pt x="108" y="64"/>
                      </a:lnTo>
                      <a:lnTo>
                        <a:pt x="108" y="62"/>
                      </a:lnTo>
                      <a:lnTo>
                        <a:pt x="108" y="60"/>
                      </a:lnTo>
                      <a:lnTo>
                        <a:pt x="109" y="57"/>
                      </a:lnTo>
                      <a:lnTo>
                        <a:pt x="109" y="54"/>
                      </a:lnTo>
                      <a:lnTo>
                        <a:pt x="109" y="51"/>
                      </a:lnTo>
                      <a:lnTo>
                        <a:pt x="108" y="49"/>
                      </a:lnTo>
                      <a:lnTo>
                        <a:pt x="108" y="45"/>
                      </a:lnTo>
                      <a:lnTo>
                        <a:pt x="108" y="43"/>
                      </a:lnTo>
                      <a:lnTo>
                        <a:pt x="107" y="40"/>
                      </a:lnTo>
                      <a:lnTo>
                        <a:pt x="107" y="38"/>
                      </a:lnTo>
                      <a:lnTo>
                        <a:pt x="106" y="36"/>
                      </a:lnTo>
                      <a:lnTo>
                        <a:pt x="105" y="33"/>
                      </a:lnTo>
                      <a:lnTo>
                        <a:pt x="103" y="31"/>
                      </a:lnTo>
                      <a:lnTo>
                        <a:pt x="102" y="28"/>
                      </a:lnTo>
                      <a:lnTo>
                        <a:pt x="101" y="26"/>
                      </a:lnTo>
                      <a:lnTo>
                        <a:pt x="100" y="24"/>
                      </a:lnTo>
                      <a:lnTo>
                        <a:pt x="99" y="21"/>
                      </a:lnTo>
                      <a:lnTo>
                        <a:pt x="96" y="19"/>
                      </a:lnTo>
                      <a:lnTo>
                        <a:pt x="95" y="18"/>
                      </a:lnTo>
                      <a:lnTo>
                        <a:pt x="93" y="15"/>
                      </a:lnTo>
                      <a:lnTo>
                        <a:pt x="91" y="14"/>
                      </a:lnTo>
                      <a:lnTo>
                        <a:pt x="89" y="12"/>
                      </a:lnTo>
                      <a:lnTo>
                        <a:pt x="87" y="10"/>
                      </a:lnTo>
                      <a:lnTo>
                        <a:pt x="85" y="9"/>
                      </a:lnTo>
                      <a:lnTo>
                        <a:pt x="83" y="7"/>
                      </a:lnTo>
                      <a:lnTo>
                        <a:pt x="81" y="6"/>
                      </a:lnTo>
                      <a:lnTo>
                        <a:pt x="78" y="4"/>
                      </a:lnTo>
                      <a:lnTo>
                        <a:pt x="76" y="3"/>
                      </a:lnTo>
                      <a:lnTo>
                        <a:pt x="73" y="3"/>
                      </a:lnTo>
                      <a:lnTo>
                        <a:pt x="71" y="2"/>
                      </a:lnTo>
                      <a:lnTo>
                        <a:pt x="69" y="1"/>
                      </a:lnTo>
                      <a:lnTo>
                        <a:pt x="65" y="1"/>
                      </a:lnTo>
                      <a:lnTo>
                        <a:pt x="63" y="0"/>
                      </a:lnTo>
                      <a:lnTo>
                        <a:pt x="60" y="0"/>
                      </a:lnTo>
                      <a:lnTo>
                        <a:pt x="58" y="0"/>
                      </a:lnTo>
                      <a:lnTo>
                        <a:pt x="54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9356" name="Rectangle 29">
                <a:extLst>
                  <a:ext uri="{FF2B5EF4-FFF2-40B4-BE49-F238E27FC236}">
                    <a16:creationId xmlns:a16="http://schemas.microsoft.com/office/drawing/2014/main" id="{110FF3E5-3E0A-415C-8BB2-3FC669422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6405" y="4725988"/>
                <a:ext cx="685800" cy="106679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57" name="Rectangle 30">
                <a:extLst>
                  <a:ext uri="{FF2B5EF4-FFF2-40B4-BE49-F238E27FC236}">
                    <a16:creationId xmlns:a16="http://schemas.microsoft.com/office/drawing/2014/main" id="{90756D7E-15E9-4D44-A86C-513FC2AA5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2005" y="54514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58" name="Rectangle 31">
                <a:extLst>
                  <a:ext uri="{FF2B5EF4-FFF2-40B4-BE49-F238E27FC236}">
                    <a16:creationId xmlns:a16="http://schemas.microsoft.com/office/drawing/2014/main" id="{104DA98A-FFBA-4F06-8605-2A6FEFB51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605" y="49053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59" name="Rectangle 32">
                <a:extLst>
                  <a:ext uri="{FF2B5EF4-FFF2-40B4-BE49-F238E27FC236}">
                    <a16:creationId xmlns:a16="http://schemas.microsoft.com/office/drawing/2014/main" id="{0A5B6134-BA49-4768-8EEA-25AE42B134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7892" y="489902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60" name="Line 33">
                <a:extLst>
                  <a:ext uri="{FF2B5EF4-FFF2-40B4-BE49-F238E27FC236}">
                    <a16:creationId xmlns:a16="http://schemas.microsoft.com/office/drawing/2014/main" id="{E2C9DCEC-D0B2-47EA-9FF0-FA50CE793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91705" y="5430838"/>
                <a:ext cx="762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61" name="Rectangle 38">
                <a:extLst>
                  <a:ext uri="{FF2B5EF4-FFF2-40B4-BE49-F238E27FC236}">
                    <a16:creationId xmlns:a16="http://schemas.microsoft.com/office/drawing/2014/main" id="{E6FF67C8-5AD1-4616-A721-88D433FB9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9480" y="54435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62" name="Rectangle 39">
                <a:extLst>
                  <a:ext uri="{FF2B5EF4-FFF2-40B4-BE49-F238E27FC236}">
                    <a16:creationId xmlns:a16="http://schemas.microsoft.com/office/drawing/2014/main" id="{F19D2EC7-6CC8-4B68-BAC1-51B7ADED9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0017" y="47434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63" name="Rectangle 40">
                <a:extLst>
                  <a:ext uri="{FF2B5EF4-FFF2-40B4-BE49-F238E27FC236}">
                    <a16:creationId xmlns:a16="http://schemas.microsoft.com/office/drawing/2014/main" id="{423C684F-9D2F-41D5-9CE6-613042028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0192" y="4827588"/>
                <a:ext cx="198438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m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64" name="Rectangle 41">
                <a:extLst>
                  <a:ext uri="{FF2B5EF4-FFF2-40B4-BE49-F238E27FC236}">
                    <a16:creationId xmlns:a16="http://schemas.microsoft.com/office/drawing/2014/main" id="{975A36CF-ED79-4CD4-A0A5-82A80C8F6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3180" y="47434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65" name="Rectangle 42">
                <a:extLst>
                  <a:ext uri="{FF2B5EF4-FFF2-40B4-BE49-F238E27FC236}">
                    <a16:creationId xmlns:a16="http://schemas.microsoft.com/office/drawing/2014/main" id="{E67D6B49-8927-4BDB-B2EA-A624ED988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3355" y="4827588"/>
                <a:ext cx="146050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s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66" name="Rectangle 66">
                <a:extLst>
                  <a:ext uri="{FF2B5EF4-FFF2-40B4-BE49-F238E27FC236}">
                    <a16:creationId xmlns:a16="http://schemas.microsoft.com/office/drawing/2014/main" id="{0E29B626-7D39-48D8-83B8-65CE12387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605" y="5435600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67" name="Rectangle 67">
                <a:extLst>
                  <a:ext uri="{FF2B5EF4-FFF2-40B4-BE49-F238E27FC236}">
                    <a16:creationId xmlns:a16="http://schemas.microsoft.com/office/drawing/2014/main" id="{AF80C8B7-15BA-4720-948B-72D9276F0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730" y="5435600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68" name="Oval 68">
                <a:extLst>
                  <a:ext uri="{FF2B5EF4-FFF2-40B4-BE49-F238E27FC236}">
                    <a16:creationId xmlns:a16="http://schemas.microsoft.com/office/drawing/2014/main" id="{3385C518-4701-4F78-A254-C88EE36E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380" y="5512255"/>
                <a:ext cx="74613" cy="7302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99369" name="Line 11">
                <a:extLst>
                  <a:ext uri="{FF2B5EF4-FFF2-40B4-BE49-F238E27FC236}">
                    <a16:creationId xmlns:a16="http://schemas.microsoft.com/office/drawing/2014/main" id="{1E6205F6-BF45-4031-80E5-C726769C8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47889" y="5543991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9334" name="Straight Connector 197">
              <a:extLst>
                <a:ext uri="{FF2B5EF4-FFF2-40B4-BE49-F238E27FC236}">
                  <a16:creationId xmlns:a16="http://schemas.microsoft.com/office/drawing/2014/main" id="{444737F1-5B11-45C8-A3B9-54A44EA902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67627" y="2124857"/>
              <a:ext cx="647173" cy="1103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335" name="Straight Connector 198">
              <a:extLst>
                <a:ext uri="{FF2B5EF4-FFF2-40B4-BE49-F238E27FC236}">
                  <a16:creationId xmlns:a16="http://schemas.microsoft.com/office/drawing/2014/main" id="{3B81F189-06A2-4F3F-994B-58F035DFAB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84893" y="2135017"/>
              <a:ext cx="815" cy="5690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9332" name="Title 1">
            <a:extLst>
              <a:ext uri="{FF2B5EF4-FFF2-40B4-BE49-F238E27FC236}">
                <a16:creationId xmlns:a16="http://schemas.microsoft.com/office/drawing/2014/main" id="{EC289597-E4BC-48E7-8610-1BADDC8EA49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Positive-Edge-Triggered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Master-Slave D Flip-Flop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53" name="Group 6">
            <a:extLst>
              <a:ext uri="{FF2B5EF4-FFF2-40B4-BE49-F238E27FC236}">
                <a16:creationId xmlns:a16="http://schemas.microsoft.com/office/drawing/2014/main" id="{CA17D6EF-CB07-4632-82FD-4B63C788F6EF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638800"/>
            <a:ext cx="5105400" cy="369888"/>
            <a:chOff x="1752600" y="5638800"/>
            <a:chExt cx="5105399" cy="369332"/>
          </a:xfrm>
        </p:grpSpPr>
        <p:sp>
          <p:nvSpPr>
            <p:cNvPr id="100396" name="Freeform 13">
              <a:extLst>
                <a:ext uri="{FF2B5EF4-FFF2-40B4-BE49-F238E27FC236}">
                  <a16:creationId xmlns:a16="http://schemas.microsoft.com/office/drawing/2014/main" id="{B17E75FC-A165-45AE-B2E0-DDC2558AC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458" y="5638800"/>
              <a:ext cx="4175541" cy="268288"/>
            </a:xfrm>
            <a:custGeom>
              <a:avLst/>
              <a:gdLst>
                <a:gd name="T0" fmla="*/ 2147483646 w 1873"/>
                <a:gd name="T1" fmla="*/ 2147483646 h 336"/>
                <a:gd name="T2" fmla="*/ 2147483646 w 1873"/>
                <a:gd name="T3" fmla="*/ 0 h 336"/>
                <a:gd name="T4" fmla="*/ 2147483646 w 1873"/>
                <a:gd name="T5" fmla="*/ 0 h 336"/>
                <a:gd name="T6" fmla="*/ 2147483646 w 1873"/>
                <a:gd name="T7" fmla="*/ 2147483646 h 336"/>
                <a:gd name="T8" fmla="*/ 2147483646 w 1873"/>
                <a:gd name="T9" fmla="*/ 2147483646 h 336"/>
                <a:gd name="T10" fmla="*/ 2147483646 w 1873"/>
                <a:gd name="T11" fmla="*/ 0 h 336"/>
                <a:gd name="T12" fmla="*/ 2147483646 w 1873"/>
                <a:gd name="T13" fmla="*/ 0 h 336"/>
                <a:gd name="T14" fmla="*/ 2147483646 w 1873"/>
                <a:gd name="T15" fmla="*/ 2147483646 h 336"/>
                <a:gd name="T16" fmla="*/ 0 w 1873"/>
                <a:gd name="T17" fmla="*/ 2147483646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73"/>
                <a:gd name="T28" fmla="*/ 0 h 336"/>
                <a:gd name="T29" fmla="*/ 1873 w 1873"/>
                <a:gd name="T30" fmla="*/ 336 h 3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73" h="336">
                  <a:moveTo>
                    <a:pt x="1873" y="336"/>
                  </a:moveTo>
                  <a:lnTo>
                    <a:pt x="1873" y="0"/>
                  </a:lnTo>
                  <a:lnTo>
                    <a:pt x="1393" y="0"/>
                  </a:lnTo>
                  <a:lnTo>
                    <a:pt x="1393" y="336"/>
                  </a:lnTo>
                  <a:lnTo>
                    <a:pt x="936" y="336"/>
                  </a:lnTo>
                  <a:lnTo>
                    <a:pt x="936" y="0"/>
                  </a:lnTo>
                  <a:lnTo>
                    <a:pt x="480" y="0"/>
                  </a:lnTo>
                  <a:lnTo>
                    <a:pt x="480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97" name="TextBox 5">
              <a:extLst>
                <a:ext uri="{FF2B5EF4-FFF2-40B4-BE49-F238E27FC236}">
                  <a16:creationId xmlns:a16="http://schemas.microsoft.com/office/drawing/2014/main" id="{622181BD-9172-4E17-9084-B187CDAFA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638800"/>
              <a:ext cx="7360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100354" name="Oval 7">
            <a:extLst>
              <a:ext uri="{FF2B5EF4-FFF2-40B4-BE49-F238E27FC236}">
                <a16:creationId xmlns:a16="http://schemas.microsoft.com/office/drawing/2014/main" id="{D2FA5419-CC12-47AA-B76D-7E10182B6FFE}"/>
              </a:ext>
            </a:extLst>
          </p:cNvPr>
          <p:cNvSpPr>
            <a:spLocks noChangeAspect="1"/>
          </p:cNvSpPr>
          <p:nvPr/>
        </p:nvSpPr>
        <p:spPr bwMode="auto">
          <a:xfrm>
            <a:off x="5808663" y="5592763"/>
            <a:ext cx="85725" cy="87312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100355" name="Group 194">
            <a:extLst>
              <a:ext uri="{FF2B5EF4-FFF2-40B4-BE49-F238E27FC236}">
                <a16:creationId xmlns:a16="http://schemas.microsoft.com/office/drawing/2014/main" id="{F60D7C20-1E61-485A-8E39-95BEB82D2E4D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085975"/>
            <a:ext cx="6194425" cy="1876425"/>
            <a:chOff x="1600200" y="1863363"/>
            <a:chExt cx="6194425" cy="1876425"/>
          </a:xfrm>
        </p:grpSpPr>
        <p:grpSp>
          <p:nvGrpSpPr>
            <p:cNvPr id="100357" name="Group 195">
              <a:extLst>
                <a:ext uri="{FF2B5EF4-FFF2-40B4-BE49-F238E27FC236}">
                  <a16:creationId xmlns:a16="http://schemas.microsoft.com/office/drawing/2014/main" id="{5D1DECC6-E62E-4D80-B147-C9B75332DF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0200" y="1863363"/>
              <a:ext cx="6194425" cy="1876425"/>
              <a:chOff x="1371600" y="4473575"/>
              <a:chExt cx="6194880" cy="1876950"/>
            </a:xfrm>
          </p:grpSpPr>
          <p:sp>
            <p:nvSpPr>
              <p:cNvPr id="100360" name="Rectangle 198">
                <a:extLst>
                  <a:ext uri="{FF2B5EF4-FFF2-40B4-BE49-F238E27FC236}">
                    <a16:creationId xmlns:a16="http://schemas.microsoft.com/office/drawing/2014/main" id="{DDE91F0D-9FED-4FB8-B252-153D317EA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8642" y="4725988"/>
                <a:ext cx="666750" cy="106679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61" name="Rectangle 199">
                <a:extLst>
                  <a:ext uri="{FF2B5EF4-FFF2-40B4-BE49-F238E27FC236}">
                    <a16:creationId xmlns:a16="http://schemas.microsoft.com/office/drawing/2014/main" id="{BB5A6123-F7A2-451C-A691-D29B75381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730" y="49053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62" name="Rectangle 200">
                <a:extLst>
                  <a:ext uri="{FF2B5EF4-FFF2-40B4-BE49-F238E27FC236}">
                    <a16:creationId xmlns:a16="http://schemas.microsoft.com/office/drawing/2014/main" id="{B02F28E5-59CB-472F-BE76-AFAB139B0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9017" y="489902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63" name="Line 8">
                <a:extLst>
                  <a:ext uri="{FF2B5EF4-FFF2-40B4-BE49-F238E27FC236}">
                    <a16:creationId xmlns:a16="http://schemas.microsoft.com/office/drawing/2014/main" id="{6282ACD9-7521-42F0-AE3A-88E4D81CF7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54892" y="5430838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64" name="Freeform 202">
                <a:extLst>
                  <a:ext uri="{FF2B5EF4-FFF2-40B4-BE49-F238E27FC236}">
                    <a16:creationId xmlns:a16="http://schemas.microsoft.com/office/drawing/2014/main" id="{024291D0-2399-4004-ACBE-2B1F7BCF4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1192" y="5526087"/>
                <a:ext cx="1065213" cy="824438"/>
              </a:xfrm>
              <a:custGeom>
                <a:avLst/>
                <a:gdLst>
                  <a:gd name="T0" fmla="*/ 2147483646 w 1344"/>
                  <a:gd name="T1" fmla="*/ 0 h 1031"/>
                  <a:gd name="T2" fmla="*/ 2147483646 w 1344"/>
                  <a:gd name="T3" fmla="*/ 0 h 1031"/>
                  <a:gd name="T4" fmla="*/ 2147483646 w 1344"/>
                  <a:gd name="T5" fmla="*/ 2147483646 h 1031"/>
                  <a:gd name="T6" fmla="*/ 0 w 134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1031"/>
                  <a:gd name="T14" fmla="*/ 1344 w 134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1031">
                    <a:moveTo>
                      <a:pt x="1344" y="0"/>
                    </a:moveTo>
                    <a:lnTo>
                      <a:pt x="1008" y="0"/>
                    </a:lnTo>
                    <a:lnTo>
                      <a:pt x="1008" y="1031"/>
                    </a:lnTo>
                    <a:lnTo>
                      <a:pt x="0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65" name="Freeform 203">
                <a:extLst>
                  <a:ext uri="{FF2B5EF4-FFF2-40B4-BE49-F238E27FC236}">
                    <a16:creationId xmlns:a16="http://schemas.microsoft.com/office/drawing/2014/main" id="{4B96F108-CB33-4A73-86B4-B03BBED63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908" y="5543959"/>
                <a:ext cx="1123950" cy="806566"/>
              </a:xfrm>
              <a:custGeom>
                <a:avLst/>
                <a:gdLst>
                  <a:gd name="T0" fmla="*/ 0 w 1704"/>
                  <a:gd name="T1" fmla="*/ 0 h 1031"/>
                  <a:gd name="T2" fmla="*/ 2147483646 w 1704"/>
                  <a:gd name="T3" fmla="*/ 0 h 1031"/>
                  <a:gd name="T4" fmla="*/ 2147483646 w 1704"/>
                  <a:gd name="T5" fmla="*/ 2147483646 h 1031"/>
                  <a:gd name="T6" fmla="*/ 2147483646 w 170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04"/>
                  <a:gd name="T13" fmla="*/ 0 h 1031"/>
                  <a:gd name="T14" fmla="*/ 1704 w 170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04" h="1031">
                    <a:moveTo>
                      <a:pt x="0" y="0"/>
                    </a:moveTo>
                    <a:lnTo>
                      <a:pt x="696" y="0"/>
                    </a:lnTo>
                    <a:lnTo>
                      <a:pt x="696" y="1031"/>
                    </a:lnTo>
                    <a:lnTo>
                      <a:pt x="1704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66" name="Line 11">
                <a:extLst>
                  <a:ext uri="{FF2B5EF4-FFF2-40B4-BE49-F238E27FC236}">
                    <a16:creationId xmlns:a16="http://schemas.microsoft.com/office/drawing/2014/main" id="{437EC24D-7F61-4456-996B-467031255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1942" y="5527674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67" name="Line 12">
                <a:extLst>
                  <a:ext uri="{FF2B5EF4-FFF2-40B4-BE49-F238E27FC236}">
                    <a16:creationId xmlns:a16="http://schemas.microsoft.com/office/drawing/2014/main" id="{305D6C05-8D05-41E9-B0EF-87A1D6755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59492" y="4992688"/>
                <a:ext cx="8191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68" name="Line 13">
                <a:extLst>
                  <a:ext uri="{FF2B5EF4-FFF2-40B4-BE49-F238E27FC236}">
                    <a16:creationId xmlns:a16="http://schemas.microsoft.com/office/drawing/2014/main" id="{27287338-FB73-49B2-BA70-175A5E820B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5392" y="4992688"/>
                <a:ext cx="1751013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69" name="Line 14">
                <a:extLst>
                  <a:ext uri="{FF2B5EF4-FFF2-40B4-BE49-F238E27FC236}">
                    <a16:creationId xmlns:a16="http://schemas.microsoft.com/office/drawing/2014/main" id="{4232A64A-2CA3-467A-B17C-D0F38FE02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2205" y="4992688"/>
                <a:ext cx="8001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70" name="Line 15">
                <a:extLst>
                  <a:ext uri="{FF2B5EF4-FFF2-40B4-BE49-F238E27FC236}">
                    <a16:creationId xmlns:a16="http://schemas.microsoft.com/office/drawing/2014/main" id="{BFA19875-C89A-4A73-BF03-124511C022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2205" y="5527674"/>
                <a:ext cx="8001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71" name="Rectangle 17">
                <a:extLst>
                  <a:ext uri="{FF2B5EF4-FFF2-40B4-BE49-F238E27FC236}">
                    <a16:creationId xmlns:a16="http://schemas.microsoft.com/office/drawing/2014/main" id="{48891630-320C-4794-B648-3A7791A4C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605" y="54435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72" name="Rectangle 18">
                <a:extLst>
                  <a:ext uri="{FF2B5EF4-FFF2-40B4-BE49-F238E27FC236}">
                    <a16:creationId xmlns:a16="http://schemas.microsoft.com/office/drawing/2014/main" id="{F44BFABE-FC42-4EDC-9105-3340E2951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5480" y="4473575"/>
                <a:ext cx="565150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Master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73" name="Rectangle 19">
                <a:extLst>
                  <a:ext uri="{FF2B5EF4-FFF2-40B4-BE49-F238E27FC236}">
                    <a16:creationId xmlns:a16="http://schemas.microsoft.com/office/drawing/2014/main" id="{B8A364B6-CC1E-45E4-9E11-2DECF4685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1980" y="4473575"/>
                <a:ext cx="512763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Slave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74" name="Rectangle 20">
                <a:extLst>
                  <a:ext uri="{FF2B5EF4-FFF2-40B4-BE49-F238E27FC236}">
                    <a16:creationId xmlns:a16="http://schemas.microsoft.com/office/drawing/2014/main" id="{C505BA32-2B2B-4CED-9D66-4C54EABA1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5967" y="49101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75" name="Rectangle 21">
                <a:extLst>
                  <a:ext uri="{FF2B5EF4-FFF2-40B4-BE49-F238E27FC236}">
                    <a16:creationId xmlns:a16="http://schemas.microsoft.com/office/drawing/2014/main" id="{C80805A6-E55B-4CCD-ABC5-96F63A280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600" y="5437188"/>
                <a:ext cx="54292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76" name="Rectangle 22">
                <a:extLst>
                  <a:ext uri="{FF2B5EF4-FFF2-40B4-BE49-F238E27FC236}">
                    <a16:creationId xmlns:a16="http://schemas.microsoft.com/office/drawing/2014/main" id="{5C2E8629-0C80-4745-A703-B277297FB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2005" y="49085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77" name="Line 23">
                <a:extLst>
                  <a:ext uri="{FF2B5EF4-FFF2-40B4-BE49-F238E27FC236}">
                    <a16:creationId xmlns:a16="http://schemas.microsoft.com/office/drawing/2014/main" id="{F8B75374-007D-44AF-9E61-3B08AA49C1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34705" y="5449888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78" name="Line 25">
                <a:extLst>
                  <a:ext uri="{FF2B5EF4-FFF2-40B4-BE49-F238E27FC236}">
                    <a16:creationId xmlns:a16="http://schemas.microsoft.com/office/drawing/2014/main" id="{20988444-099E-4DB4-BE0A-14805B407E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84381" y="6350525"/>
                <a:ext cx="164424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0379" name="Group 1">
                <a:extLst>
                  <a:ext uri="{FF2B5EF4-FFF2-40B4-BE49-F238E27FC236}">
                    <a16:creationId xmlns:a16="http://schemas.microsoft.com/office/drawing/2014/main" id="{7074965B-55D9-4DA8-9D44-695903622B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34847" y="5400656"/>
                <a:ext cx="376238" cy="265113"/>
                <a:chOff x="990600" y="5638800"/>
                <a:chExt cx="376238" cy="265113"/>
              </a:xfrm>
            </p:grpSpPr>
            <p:sp>
              <p:nvSpPr>
                <p:cNvPr id="100394" name="Freeform 26">
                  <a:extLst>
                    <a:ext uri="{FF2B5EF4-FFF2-40B4-BE49-F238E27FC236}">
                      <a16:creationId xmlns:a16="http://schemas.microsoft.com/office/drawing/2014/main" id="{71212FF1-D8B0-4770-AE77-786A33B380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0600" y="5638800"/>
                  <a:ext cx="285750" cy="265113"/>
                </a:xfrm>
                <a:custGeom>
                  <a:avLst/>
                  <a:gdLst>
                    <a:gd name="T0" fmla="*/ 2147483646 w 360"/>
                    <a:gd name="T1" fmla="*/ 2147483646 h 336"/>
                    <a:gd name="T2" fmla="*/ 0 w 360"/>
                    <a:gd name="T3" fmla="*/ 2147483646 h 336"/>
                    <a:gd name="T4" fmla="*/ 0 w 360"/>
                    <a:gd name="T5" fmla="*/ 0 h 336"/>
                    <a:gd name="T6" fmla="*/ 2147483646 w 360"/>
                    <a:gd name="T7" fmla="*/ 2147483646 h 3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0"/>
                    <a:gd name="T13" fmla="*/ 0 h 336"/>
                    <a:gd name="T14" fmla="*/ 360 w 360"/>
                    <a:gd name="T15" fmla="*/ 336 h 3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0" h="336">
                      <a:moveTo>
                        <a:pt x="360" y="168"/>
                      </a:moveTo>
                      <a:lnTo>
                        <a:pt x="0" y="336"/>
                      </a:lnTo>
                      <a:lnTo>
                        <a:pt x="0" y="0"/>
                      </a:lnTo>
                      <a:lnTo>
                        <a:pt x="360" y="1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395" name="Freeform 28">
                  <a:extLst>
                    <a:ext uri="{FF2B5EF4-FFF2-40B4-BE49-F238E27FC236}">
                      <a16:creationId xmlns:a16="http://schemas.microsoft.com/office/drawing/2014/main" id="{C8F7C9C2-20F0-4A29-89E2-1EFC25BFE7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1113" y="5727700"/>
                  <a:ext cx="85725" cy="87313"/>
                </a:xfrm>
                <a:custGeom>
                  <a:avLst/>
                  <a:gdLst>
                    <a:gd name="T0" fmla="*/ 2147483646 w 109"/>
                    <a:gd name="T1" fmla="*/ 0 h 109"/>
                    <a:gd name="T2" fmla="*/ 2147483646 w 109"/>
                    <a:gd name="T3" fmla="*/ 2147483646 h 109"/>
                    <a:gd name="T4" fmla="*/ 2147483646 w 109"/>
                    <a:gd name="T5" fmla="*/ 2147483646 h 109"/>
                    <a:gd name="T6" fmla="*/ 2147483646 w 109"/>
                    <a:gd name="T7" fmla="*/ 2147483646 h 109"/>
                    <a:gd name="T8" fmla="*/ 2147483646 w 109"/>
                    <a:gd name="T9" fmla="*/ 2147483646 h 109"/>
                    <a:gd name="T10" fmla="*/ 2147483646 w 109"/>
                    <a:gd name="T11" fmla="*/ 2147483646 h 109"/>
                    <a:gd name="T12" fmla="*/ 2147483646 w 109"/>
                    <a:gd name="T13" fmla="*/ 2147483646 h 109"/>
                    <a:gd name="T14" fmla="*/ 2147483646 w 109"/>
                    <a:gd name="T15" fmla="*/ 2147483646 h 109"/>
                    <a:gd name="T16" fmla="*/ 0 w 109"/>
                    <a:gd name="T17" fmla="*/ 2147483646 h 109"/>
                    <a:gd name="T18" fmla="*/ 0 w 109"/>
                    <a:gd name="T19" fmla="*/ 2147483646 h 109"/>
                    <a:gd name="T20" fmla="*/ 0 w 109"/>
                    <a:gd name="T21" fmla="*/ 2147483646 h 109"/>
                    <a:gd name="T22" fmla="*/ 0 w 109"/>
                    <a:gd name="T23" fmla="*/ 2147483646 h 109"/>
                    <a:gd name="T24" fmla="*/ 0 w 109"/>
                    <a:gd name="T25" fmla="*/ 2147483646 h 109"/>
                    <a:gd name="T26" fmla="*/ 2147483646 w 109"/>
                    <a:gd name="T27" fmla="*/ 2147483646 h 109"/>
                    <a:gd name="T28" fmla="*/ 2147483646 w 109"/>
                    <a:gd name="T29" fmla="*/ 2147483646 h 109"/>
                    <a:gd name="T30" fmla="*/ 2147483646 w 109"/>
                    <a:gd name="T31" fmla="*/ 2147483646 h 109"/>
                    <a:gd name="T32" fmla="*/ 2147483646 w 109"/>
                    <a:gd name="T33" fmla="*/ 2147483646 h 109"/>
                    <a:gd name="T34" fmla="*/ 2147483646 w 109"/>
                    <a:gd name="T35" fmla="*/ 2147483646 h 109"/>
                    <a:gd name="T36" fmla="*/ 2147483646 w 109"/>
                    <a:gd name="T37" fmla="*/ 2147483646 h 109"/>
                    <a:gd name="T38" fmla="*/ 2147483646 w 109"/>
                    <a:gd name="T39" fmla="*/ 2147483646 h 109"/>
                    <a:gd name="T40" fmla="*/ 2147483646 w 109"/>
                    <a:gd name="T41" fmla="*/ 2147483646 h 109"/>
                    <a:gd name="T42" fmla="*/ 2147483646 w 109"/>
                    <a:gd name="T43" fmla="*/ 2147483646 h 109"/>
                    <a:gd name="T44" fmla="*/ 2147483646 w 109"/>
                    <a:gd name="T45" fmla="*/ 2147483646 h 109"/>
                    <a:gd name="T46" fmla="*/ 2147483646 w 109"/>
                    <a:gd name="T47" fmla="*/ 2147483646 h 109"/>
                    <a:gd name="T48" fmla="*/ 2147483646 w 109"/>
                    <a:gd name="T49" fmla="*/ 2147483646 h 109"/>
                    <a:gd name="T50" fmla="*/ 2147483646 w 109"/>
                    <a:gd name="T51" fmla="*/ 2147483646 h 109"/>
                    <a:gd name="T52" fmla="*/ 2147483646 w 109"/>
                    <a:gd name="T53" fmla="*/ 2147483646 h 109"/>
                    <a:gd name="T54" fmla="*/ 2147483646 w 109"/>
                    <a:gd name="T55" fmla="*/ 2147483646 h 109"/>
                    <a:gd name="T56" fmla="*/ 2147483646 w 109"/>
                    <a:gd name="T57" fmla="*/ 2147483646 h 109"/>
                    <a:gd name="T58" fmla="*/ 2147483646 w 109"/>
                    <a:gd name="T59" fmla="*/ 2147483646 h 109"/>
                    <a:gd name="T60" fmla="*/ 2147483646 w 109"/>
                    <a:gd name="T61" fmla="*/ 2147483646 h 109"/>
                    <a:gd name="T62" fmla="*/ 2147483646 w 109"/>
                    <a:gd name="T63" fmla="*/ 2147483646 h 109"/>
                    <a:gd name="T64" fmla="*/ 2147483646 w 109"/>
                    <a:gd name="T65" fmla="*/ 2147483646 h 109"/>
                    <a:gd name="T66" fmla="*/ 2147483646 w 109"/>
                    <a:gd name="T67" fmla="*/ 2147483646 h 109"/>
                    <a:gd name="T68" fmla="*/ 2147483646 w 109"/>
                    <a:gd name="T69" fmla="*/ 2147483646 h 109"/>
                    <a:gd name="T70" fmla="*/ 2147483646 w 109"/>
                    <a:gd name="T71" fmla="*/ 2147483646 h 109"/>
                    <a:gd name="T72" fmla="*/ 2147483646 w 109"/>
                    <a:gd name="T73" fmla="*/ 2147483646 h 109"/>
                    <a:gd name="T74" fmla="*/ 2147483646 w 109"/>
                    <a:gd name="T75" fmla="*/ 2147483646 h 109"/>
                    <a:gd name="T76" fmla="*/ 2147483646 w 109"/>
                    <a:gd name="T77" fmla="*/ 2147483646 h 109"/>
                    <a:gd name="T78" fmla="*/ 2147483646 w 109"/>
                    <a:gd name="T79" fmla="*/ 2147483646 h 109"/>
                    <a:gd name="T80" fmla="*/ 2147483646 w 109"/>
                    <a:gd name="T81" fmla="*/ 2147483646 h 109"/>
                    <a:gd name="T82" fmla="*/ 2147483646 w 109"/>
                    <a:gd name="T83" fmla="*/ 2147483646 h 109"/>
                    <a:gd name="T84" fmla="*/ 2147483646 w 109"/>
                    <a:gd name="T85" fmla="*/ 0 h 109"/>
                    <a:gd name="T86" fmla="*/ 2147483646 w 109"/>
                    <a:gd name="T87" fmla="*/ 0 h 10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109"/>
                    <a:gd name="T133" fmla="*/ 0 h 109"/>
                    <a:gd name="T134" fmla="*/ 109 w 109"/>
                    <a:gd name="T135" fmla="*/ 109 h 10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109" h="109">
                      <a:moveTo>
                        <a:pt x="54" y="0"/>
                      </a:moveTo>
                      <a:lnTo>
                        <a:pt x="52" y="0"/>
                      </a:lnTo>
                      <a:lnTo>
                        <a:pt x="49" y="0"/>
                      </a:lnTo>
                      <a:lnTo>
                        <a:pt x="46" y="0"/>
                      </a:lnTo>
                      <a:lnTo>
                        <a:pt x="43" y="1"/>
                      </a:lnTo>
                      <a:lnTo>
                        <a:pt x="41" y="1"/>
                      </a:lnTo>
                      <a:lnTo>
                        <a:pt x="39" y="2"/>
                      </a:lnTo>
                      <a:lnTo>
                        <a:pt x="36" y="3"/>
                      </a:lnTo>
                      <a:lnTo>
                        <a:pt x="34" y="3"/>
                      </a:lnTo>
                      <a:lnTo>
                        <a:pt x="31" y="4"/>
                      </a:lnTo>
                      <a:lnTo>
                        <a:pt x="29" y="6"/>
                      </a:lnTo>
                      <a:lnTo>
                        <a:pt x="27" y="7"/>
                      </a:lnTo>
                      <a:lnTo>
                        <a:pt x="24" y="9"/>
                      </a:lnTo>
                      <a:lnTo>
                        <a:pt x="22" y="10"/>
                      </a:lnTo>
                      <a:lnTo>
                        <a:pt x="19" y="12"/>
                      </a:lnTo>
                      <a:lnTo>
                        <a:pt x="18" y="14"/>
                      </a:lnTo>
                      <a:lnTo>
                        <a:pt x="16" y="15"/>
                      </a:lnTo>
                      <a:lnTo>
                        <a:pt x="15" y="18"/>
                      </a:lnTo>
                      <a:lnTo>
                        <a:pt x="12" y="19"/>
                      </a:lnTo>
                      <a:lnTo>
                        <a:pt x="11" y="21"/>
                      </a:lnTo>
                      <a:lnTo>
                        <a:pt x="10" y="24"/>
                      </a:lnTo>
                      <a:lnTo>
                        <a:pt x="7" y="26"/>
                      </a:lnTo>
                      <a:lnTo>
                        <a:pt x="6" y="28"/>
                      </a:lnTo>
                      <a:lnTo>
                        <a:pt x="5" y="31"/>
                      </a:lnTo>
                      <a:lnTo>
                        <a:pt x="4" y="33"/>
                      </a:lnTo>
                      <a:lnTo>
                        <a:pt x="4" y="36"/>
                      </a:lnTo>
                      <a:lnTo>
                        <a:pt x="3" y="38"/>
                      </a:lnTo>
                      <a:lnTo>
                        <a:pt x="1" y="40"/>
                      </a:lnTo>
                      <a:lnTo>
                        <a:pt x="1" y="43"/>
                      </a:lnTo>
                      <a:lnTo>
                        <a:pt x="0" y="45"/>
                      </a:lnTo>
                      <a:lnTo>
                        <a:pt x="0" y="49"/>
                      </a:lnTo>
                      <a:lnTo>
                        <a:pt x="0" y="51"/>
                      </a:lnTo>
                      <a:lnTo>
                        <a:pt x="0" y="54"/>
                      </a:lnTo>
                      <a:lnTo>
                        <a:pt x="0" y="57"/>
                      </a:lnTo>
                      <a:lnTo>
                        <a:pt x="0" y="60"/>
                      </a:lnTo>
                      <a:lnTo>
                        <a:pt x="0" y="62"/>
                      </a:lnTo>
                      <a:lnTo>
                        <a:pt x="1" y="64"/>
                      </a:lnTo>
                      <a:lnTo>
                        <a:pt x="1" y="68"/>
                      </a:lnTo>
                      <a:lnTo>
                        <a:pt x="3" y="70"/>
                      </a:lnTo>
                      <a:lnTo>
                        <a:pt x="4" y="73"/>
                      </a:lnTo>
                      <a:lnTo>
                        <a:pt x="4" y="75"/>
                      </a:lnTo>
                      <a:lnTo>
                        <a:pt x="5" y="78"/>
                      </a:lnTo>
                      <a:lnTo>
                        <a:pt x="6" y="80"/>
                      </a:lnTo>
                      <a:lnTo>
                        <a:pt x="7" y="82"/>
                      </a:lnTo>
                      <a:lnTo>
                        <a:pt x="10" y="85"/>
                      </a:lnTo>
                      <a:lnTo>
                        <a:pt x="11" y="86"/>
                      </a:lnTo>
                      <a:lnTo>
                        <a:pt x="12" y="88"/>
                      </a:lnTo>
                      <a:lnTo>
                        <a:pt x="15" y="91"/>
                      </a:lnTo>
                      <a:lnTo>
                        <a:pt x="16" y="92"/>
                      </a:lnTo>
                      <a:lnTo>
                        <a:pt x="18" y="94"/>
                      </a:lnTo>
                      <a:lnTo>
                        <a:pt x="19" y="96"/>
                      </a:lnTo>
                      <a:lnTo>
                        <a:pt x="22" y="98"/>
                      </a:lnTo>
                      <a:lnTo>
                        <a:pt x="24" y="99"/>
                      </a:lnTo>
                      <a:lnTo>
                        <a:pt x="27" y="100"/>
                      </a:lnTo>
                      <a:lnTo>
                        <a:pt x="29" y="102"/>
                      </a:lnTo>
                      <a:lnTo>
                        <a:pt x="31" y="103"/>
                      </a:lnTo>
                      <a:lnTo>
                        <a:pt x="34" y="104"/>
                      </a:lnTo>
                      <a:lnTo>
                        <a:pt x="36" y="105"/>
                      </a:lnTo>
                      <a:lnTo>
                        <a:pt x="39" y="106"/>
                      </a:lnTo>
                      <a:lnTo>
                        <a:pt x="41" y="106"/>
                      </a:lnTo>
                      <a:lnTo>
                        <a:pt x="43" y="108"/>
                      </a:lnTo>
                      <a:lnTo>
                        <a:pt x="46" y="108"/>
                      </a:lnTo>
                      <a:lnTo>
                        <a:pt x="49" y="108"/>
                      </a:lnTo>
                      <a:lnTo>
                        <a:pt x="52" y="109"/>
                      </a:lnTo>
                      <a:lnTo>
                        <a:pt x="54" y="109"/>
                      </a:lnTo>
                      <a:lnTo>
                        <a:pt x="58" y="109"/>
                      </a:lnTo>
                      <a:lnTo>
                        <a:pt x="60" y="108"/>
                      </a:lnTo>
                      <a:lnTo>
                        <a:pt x="63" y="108"/>
                      </a:lnTo>
                      <a:lnTo>
                        <a:pt x="65" y="108"/>
                      </a:lnTo>
                      <a:lnTo>
                        <a:pt x="69" y="106"/>
                      </a:lnTo>
                      <a:lnTo>
                        <a:pt x="71" y="106"/>
                      </a:lnTo>
                      <a:lnTo>
                        <a:pt x="73" y="105"/>
                      </a:lnTo>
                      <a:lnTo>
                        <a:pt x="76" y="104"/>
                      </a:lnTo>
                      <a:lnTo>
                        <a:pt x="78" y="103"/>
                      </a:lnTo>
                      <a:lnTo>
                        <a:pt x="81" y="102"/>
                      </a:lnTo>
                      <a:lnTo>
                        <a:pt x="83" y="100"/>
                      </a:lnTo>
                      <a:lnTo>
                        <a:pt x="85" y="99"/>
                      </a:lnTo>
                      <a:lnTo>
                        <a:pt x="87" y="98"/>
                      </a:lnTo>
                      <a:lnTo>
                        <a:pt x="89" y="96"/>
                      </a:lnTo>
                      <a:lnTo>
                        <a:pt x="91" y="94"/>
                      </a:lnTo>
                      <a:lnTo>
                        <a:pt x="93" y="92"/>
                      </a:lnTo>
                      <a:lnTo>
                        <a:pt x="95" y="91"/>
                      </a:lnTo>
                      <a:lnTo>
                        <a:pt x="96" y="88"/>
                      </a:lnTo>
                      <a:lnTo>
                        <a:pt x="99" y="86"/>
                      </a:lnTo>
                      <a:lnTo>
                        <a:pt x="100" y="85"/>
                      </a:lnTo>
                      <a:lnTo>
                        <a:pt x="101" y="82"/>
                      </a:lnTo>
                      <a:lnTo>
                        <a:pt x="102" y="80"/>
                      </a:lnTo>
                      <a:lnTo>
                        <a:pt x="103" y="78"/>
                      </a:lnTo>
                      <a:lnTo>
                        <a:pt x="105" y="75"/>
                      </a:lnTo>
                      <a:lnTo>
                        <a:pt x="106" y="73"/>
                      </a:lnTo>
                      <a:lnTo>
                        <a:pt x="107" y="70"/>
                      </a:lnTo>
                      <a:lnTo>
                        <a:pt x="107" y="68"/>
                      </a:lnTo>
                      <a:lnTo>
                        <a:pt x="108" y="64"/>
                      </a:lnTo>
                      <a:lnTo>
                        <a:pt x="108" y="62"/>
                      </a:lnTo>
                      <a:lnTo>
                        <a:pt x="108" y="60"/>
                      </a:lnTo>
                      <a:lnTo>
                        <a:pt x="109" y="57"/>
                      </a:lnTo>
                      <a:lnTo>
                        <a:pt x="109" y="54"/>
                      </a:lnTo>
                      <a:lnTo>
                        <a:pt x="109" y="51"/>
                      </a:lnTo>
                      <a:lnTo>
                        <a:pt x="108" y="49"/>
                      </a:lnTo>
                      <a:lnTo>
                        <a:pt x="108" y="45"/>
                      </a:lnTo>
                      <a:lnTo>
                        <a:pt x="108" y="43"/>
                      </a:lnTo>
                      <a:lnTo>
                        <a:pt x="107" y="40"/>
                      </a:lnTo>
                      <a:lnTo>
                        <a:pt x="107" y="38"/>
                      </a:lnTo>
                      <a:lnTo>
                        <a:pt x="106" y="36"/>
                      </a:lnTo>
                      <a:lnTo>
                        <a:pt x="105" y="33"/>
                      </a:lnTo>
                      <a:lnTo>
                        <a:pt x="103" y="31"/>
                      </a:lnTo>
                      <a:lnTo>
                        <a:pt x="102" y="28"/>
                      </a:lnTo>
                      <a:lnTo>
                        <a:pt x="101" y="26"/>
                      </a:lnTo>
                      <a:lnTo>
                        <a:pt x="100" y="24"/>
                      </a:lnTo>
                      <a:lnTo>
                        <a:pt x="99" y="21"/>
                      </a:lnTo>
                      <a:lnTo>
                        <a:pt x="96" y="19"/>
                      </a:lnTo>
                      <a:lnTo>
                        <a:pt x="95" y="18"/>
                      </a:lnTo>
                      <a:lnTo>
                        <a:pt x="93" y="15"/>
                      </a:lnTo>
                      <a:lnTo>
                        <a:pt x="91" y="14"/>
                      </a:lnTo>
                      <a:lnTo>
                        <a:pt x="89" y="12"/>
                      </a:lnTo>
                      <a:lnTo>
                        <a:pt x="87" y="10"/>
                      </a:lnTo>
                      <a:lnTo>
                        <a:pt x="85" y="9"/>
                      </a:lnTo>
                      <a:lnTo>
                        <a:pt x="83" y="7"/>
                      </a:lnTo>
                      <a:lnTo>
                        <a:pt x="81" y="6"/>
                      </a:lnTo>
                      <a:lnTo>
                        <a:pt x="78" y="4"/>
                      </a:lnTo>
                      <a:lnTo>
                        <a:pt x="76" y="3"/>
                      </a:lnTo>
                      <a:lnTo>
                        <a:pt x="73" y="3"/>
                      </a:lnTo>
                      <a:lnTo>
                        <a:pt x="71" y="2"/>
                      </a:lnTo>
                      <a:lnTo>
                        <a:pt x="69" y="1"/>
                      </a:lnTo>
                      <a:lnTo>
                        <a:pt x="65" y="1"/>
                      </a:lnTo>
                      <a:lnTo>
                        <a:pt x="63" y="0"/>
                      </a:lnTo>
                      <a:lnTo>
                        <a:pt x="60" y="0"/>
                      </a:lnTo>
                      <a:lnTo>
                        <a:pt x="58" y="0"/>
                      </a:lnTo>
                      <a:lnTo>
                        <a:pt x="54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0380" name="Rectangle 29">
                <a:extLst>
                  <a:ext uri="{FF2B5EF4-FFF2-40B4-BE49-F238E27FC236}">
                    <a16:creationId xmlns:a16="http://schemas.microsoft.com/office/drawing/2014/main" id="{4D415A04-4768-4AB7-9EB8-C52EF726A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6405" y="4725988"/>
                <a:ext cx="685800" cy="106679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81" name="Rectangle 30">
                <a:extLst>
                  <a:ext uri="{FF2B5EF4-FFF2-40B4-BE49-F238E27FC236}">
                    <a16:creationId xmlns:a16="http://schemas.microsoft.com/office/drawing/2014/main" id="{D4094D6D-9CBC-49D2-9FD0-398D4A664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2005" y="54514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82" name="Rectangle 31">
                <a:extLst>
                  <a:ext uri="{FF2B5EF4-FFF2-40B4-BE49-F238E27FC236}">
                    <a16:creationId xmlns:a16="http://schemas.microsoft.com/office/drawing/2014/main" id="{687A77E6-9DEF-42C9-A45F-A839D6CF1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605" y="490537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83" name="Rectangle 32">
                <a:extLst>
                  <a:ext uri="{FF2B5EF4-FFF2-40B4-BE49-F238E27FC236}">
                    <a16:creationId xmlns:a16="http://schemas.microsoft.com/office/drawing/2014/main" id="{E25F937D-5796-4AA1-AAFC-B7AEDB3CD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7892" y="4899025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84" name="Line 33">
                <a:extLst>
                  <a:ext uri="{FF2B5EF4-FFF2-40B4-BE49-F238E27FC236}">
                    <a16:creationId xmlns:a16="http://schemas.microsoft.com/office/drawing/2014/main" id="{3186E110-9E39-425C-B575-076E45E11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91705" y="5430838"/>
                <a:ext cx="762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85" name="Rectangle 38">
                <a:extLst>
                  <a:ext uri="{FF2B5EF4-FFF2-40B4-BE49-F238E27FC236}">
                    <a16:creationId xmlns:a16="http://schemas.microsoft.com/office/drawing/2014/main" id="{82A1691A-DF4A-47B2-AF4A-8C97E610A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9480" y="5443538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86" name="Rectangle 39">
                <a:extLst>
                  <a:ext uri="{FF2B5EF4-FFF2-40B4-BE49-F238E27FC236}">
                    <a16:creationId xmlns:a16="http://schemas.microsoft.com/office/drawing/2014/main" id="{FF85411C-DE29-4109-BB97-314779B0B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0017" y="47434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87" name="Rectangle 40">
                <a:extLst>
                  <a:ext uri="{FF2B5EF4-FFF2-40B4-BE49-F238E27FC236}">
                    <a16:creationId xmlns:a16="http://schemas.microsoft.com/office/drawing/2014/main" id="{CE6A8996-EAF1-4F66-91C5-6C367919D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0192" y="4827588"/>
                <a:ext cx="198438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m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88" name="Rectangle 41">
                <a:extLst>
                  <a:ext uri="{FF2B5EF4-FFF2-40B4-BE49-F238E27FC236}">
                    <a16:creationId xmlns:a16="http://schemas.microsoft.com/office/drawing/2014/main" id="{46ABB207-BFF4-4926-9D75-2EC9196C2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3180" y="4743450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89" name="Rectangle 42">
                <a:extLst>
                  <a:ext uri="{FF2B5EF4-FFF2-40B4-BE49-F238E27FC236}">
                    <a16:creationId xmlns:a16="http://schemas.microsoft.com/office/drawing/2014/main" id="{199E3594-0A5C-405E-84CC-E19EE93FE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3355" y="4827588"/>
                <a:ext cx="146050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s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90" name="Rectangle 66">
                <a:extLst>
                  <a:ext uri="{FF2B5EF4-FFF2-40B4-BE49-F238E27FC236}">
                    <a16:creationId xmlns:a16="http://schemas.microsoft.com/office/drawing/2014/main" id="{EC97B697-062A-400B-B94C-3B65636C6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2605" y="5435600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91" name="Rectangle 67">
                <a:extLst>
                  <a:ext uri="{FF2B5EF4-FFF2-40B4-BE49-F238E27FC236}">
                    <a16:creationId xmlns:a16="http://schemas.microsoft.com/office/drawing/2014/main" id="{D7E0CE80-CCFE-4677-87F3-363AE34C9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3730" y="5435600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92" name="Oval 68">
                <a:extLst>
                  <a:ext uri="{FF2B5EF4-FFF2-40B4-BE49-F238E27FC236}">
                    <a16:creationId xmlns:a16="http://schemas.microsoft.com/office/drawing/2014/main" id="{49F301C3-341C-4F52-AA3B-B2A3AE932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4380" y="5512255"/>
                <a:ext cx="74613" cy="7302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0393" name="Line 11">
                <a:extLst>
                  <a:ext uri="{FF2B5EF4-FFF2-40B4-BE49-F238E27FC236}">
                    <a16:creationId xmlns:a16="http://schemas.microsoft.com/office/drawing/2014/main" id="{BCB35979-DB14-47BF-9D4A-FB06D7499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47889" y="5543991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100358" name="Straight Connector 196">
              <a:extLst>
                <a:ext uri="{FF2B5EF4-FFF2-40B4-BE49-F238E27FC236}">
                  <a16:creationId xmlns:a16="http://schemas.microsoft.com/office/drawing/2014/main" id="{7256572A-303A-4F1F-B31A-904FDA5097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462006" y="2124857"/>
              <a:ext cx="5622" cy="54988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359" name="Straight Connector 197">
              <a:extLst>
                <a:ext uri="{FF2B5EF4-FFF2-40B4-BE49-F238E27FC236}">
                  <a16:creationId xmlns:a16="http://schemas.microsoft.com/office/drawing/2014/main" id="{9979FF70-CC74-4265-9364-61799CCC4B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85707" y="2135017"/>
              <a:ext cx="647173" cy="1103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0356" name="Title 1">
            <a:extLst>
              <a:ext uri="{FF2B5EF4-FFF2-40B4-BE49-F238E27FC236}">
                <a16:creationId xmlns:a16="http://schemas.microsoft.com/office/drawing/2014/main" id="{F062E2B5-6B50-4A51-AA60-9818E4B0F5E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Positive-Edge-Triggered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Master-Slave D Flip-Flop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>
            <a:extLst>
              <a:ext uri="{FF2B5EF4-FFF2-40B4-BE49-F238E27FC236}">
                <a16:creationId xmlns:a16="http://schemas.microsoft.com/office/drawing/2014/main" id="{D4334664-190A-41DD-A6BC-49094F4DC9C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0000FF"/>
                </a:solidFill>
              </a:rPr>
              <a:t>Negative-Edge-Triggered</a:t>
            </a:r>
            <a:r>
              <a:rPr lang="en-US" altLang="en-US" sz="3600" dirty="0"/>
              <a:t>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/>
              <a:t>Master-Slave D Flip-Flop</a:t>
            </a:r>
          </a:p>
        </p:txBody>
      </p:sp>
      <p:grpSp>
        <p:nvGrpSpPr>
          <p:cNvPr id="102402" name="Group 132">
            <a:extLst>
              <a:ext uri="{FF2B5EF4-FFF2-40B4-BE49-F238E27FC236}">
                <a16:creationId xmlns:a16="http://schemas.microsoft.com/office/drawing/2014/main" id="{6F2E25F6-D537-4EA9-B0E8-FDDB213CFBE0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638800"/>
            <a:ext cx="5105400" cy="369888"/>
            <a:chOff x="1752600" y="5638800"/>
            <a:chExt cx="5105399" cy="369332"/>
          </a:xfrm>
        </p:grpSpPr>
        <p:sp>
          <p:nvSpPr>
            <p:cNvPr id="102443" name="Freeform 13">
              <a:extLst>
                <a:ext uri="{FF2B5EF4-FFF2-40B4-BE49-F238E27FC236}">
                  <a16:creationId xmlns:a16="http://schemas.microsoft.com/office/drawing/2014/main" id="{0AB14CEA-CB10-404D-A54F-3AF2512F7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458" y="5638800"/>
              <a:ext cx="4175541" cy="268288"/>
            </a:xfrm>
            <a:custGeom>
              <a:avLst/>
              <a:gdLst>
                <a:gd name="T0" fmla="*/ 2147483646 w 1873"/>
                <a:gd name="T1" fmla="*/ 2147483646 h 336"/>
                <a:gd name="T2" fmla="*/ 2147483646 w 1873"/>
                <a:gd name="T3" fmla="*/ 0 h 336"/>
                <a:gd name="T4" fmla="*/ 2147483646 w 1873"/>
                <a:gd name="T5" fmla="*/ 0 h 336"/>
                <a:gd name="T6" fmla="*/ 2147483646 w 1873"/>
                <a:gd name="T7" fmla="*/ 2147483646 h 336"/>
                <a:gd name="T8" fmla="*/ 2147483646 w 1873"/>
                <a:gd name="T9" fmla="*/ 2147483646 h 336"/>
                <a:gd name="T10" fmla="*/ 2147483646 w 1873"/>
                <a:gd name="T11" fmla="*/ 0 h 336"/>
                <a:gd name="T12" fmla="*/ 2147483646 w 1873"/>
                <a:gd name="T13" fmla="*/ 0 h 336"/>
                <a:gd name="T14" fmla="*/ 2147483646 w 1873"/>
                <a:gd name="T15" fmla="*/ 2147483646 h 336"/>
                <a:gd name="T16" fmla="*/ 0 w 1873"/>
                <a:gd name="T17" fmla="*/ 2147483646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73"/>
                <a:gd name="T28" fmla="*/ 0 h 336"/>
                <a:gd name="T29" fmla="*/ 1873 w 1873"/>
                <a:gd name="T30" fmla="*/ 336 h 3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73" h="336">
                  <a:moveTo>
                    <a:pt x="1873" y="336"/>
                  </a:moveTo>
                  <a:lnTo>
                    <a:pt x="1873" y="0"/>
                  </a:lnTo>
                  <a:lnTo>
                    <a:pt x="1393" y="0"/>
                  </a:lnTo>
                  <a:lnTo>
                    <a:pt x="1393" y="336"/>
                  </a:lnTo>
                  <a:lnTo>
                    <a:pt x="936" y="336"/>
                  </a:lnTo>
                  <a:lnTo>
                    <a:pt x="936" y="0"/>
                  </a:lnTo>
                  <a:lnTo>
                    <a:pt x="480" y="0"/>
                  </a:lnTo>
                  <a:lnTo>
                    <a:pt x="480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44" name="TextBox 134">
              <a:extLst>
                <a:ext uri="{FF2B5EF4-FFF2-40B4-BE49-F238E27FC236}">
                  <a16:creationId xmlns:a16="http://schemas.microsoft.com/office/drawing/2014/main" id="{96B6BA53-EB4E-4891-AC09-08BF9E4BE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638800"/>
              <a:ext cx="7360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102403" name="Oval 135">
            <a:extLst>
              <a:ext uri="{FF2B5EF4-FFF2-40B4-BE49-F238E27FC236}">
                <a16:creationId xmlns:a16="http://schemas.microsoft.com/office/drawing/2014/main" id="{77D335DF-B12A-47A9-B3AD-7196368CEC62}"/>
              </a:ext>
            </a:extLst>
          </p:cNvPr>
          <p:cNvSpPr>
            <a:spLocks noChangeAspect="1"/>
          </p:cNvSpPr>
          <p:nvPr/>
        </p:nvSpPr>
        <p:spPr bwMode="auto">
          <a:xfrm>
            <a:off x="3638550" y="5862638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102404" name="Group 1">
            <a:extLst>
              <a:ext uri="{FF2B5EF4-FFF2-40B4-BE49-F238E27FC236}">
                <a16:creationId xmlns:a16="http://schemas.microsoft.com/office/drawing/2014/main" id="{BD2C1EC8-5303-426E-9D16-B2261E7BFA80}"/>
              </a:ext>
            </a:extLst>
          </p:cNvPr>
          <p:cNvGrpSpPr>
            <a:grpSpLocks/>
          </p:cNvGrpSpPr>
          <p:nvPr/>
        </p:nvGrpSpPr>
        <p:grpSpPr bwMode="auto">
          <a:xfrm>
            <a:off x="1879600" y="2100263"/>
            <a:ext cx="5588000" cy="2003425"/>
            <a:chOff x="2206625" y="2099959"/>
            <a:chExt cx="5588000" cy="2003425"/>
          </a:xfrm>
        </p:grpSpPr>
        <p:grpSp>
          <p:nvGrpSpPr>
            <p:cNvPr id="102405" name="Group 37">
              <a:extLst>
                <a:ext uri="{FF2B5EF4-FFF2-40B4-BE49-F238E27FC236}">
                  <a16:creationId xmlns:a16="http://schemas.microsoft.com/office/drawing/2014/main" id="{3AA9E0D1-B180-4318-B62D-0B2BC3AC68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6625" y="2099959"/>
              <a:ext cx="5588000" cy="2003425"/>
              <a:chOff x="1981200" y="2311400"/>
              <a:chExt cx="5588000" cy="2003426"/>
            </a:xfrm>
          </p:grpSpPr>
          <p:sp>
            <p:nvSpPr>
              <p:cNvPr id="102408" name="Rectangle 5">
                <a:extLst>
                  <a:ext uri="{FF2B5EF4-FFF2-40B4-BE49-F238E27FC236}">
                    <a16:creationId xmlns:a16="http://schemas.microsoft.com/office/drawing/2014/main" id="{2062A5D2-7BBF-45D5-A03A-8066095B4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1362" y="2563813"/>
                <a:ext cx="666750" cy="10668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09" name="Rectangle 6">
                <a:extLst>
                  <a:ext uri="{FF2B5EF4-FFF2-40B4-BE49-F238E27FC236}">
                    <a16:creationId xmlns:a16="http://schemas.microsoft.com/office/drawing/2014/main" id="{4A6CF5CC-C4AA-4F48-926E-170D80050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450" y="27432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10" name="Rectangle 7">
                <a:extLst>
                  <a:ext uri="{FF2B5EF4-FFF2-40B4-BE49-F238E27FC236}">
                    <a16:creationId xmlns:a16="http://schemas.microsoft.com/office/drawing/2014/main" id="{EBAF12DE-BD58-4F0F-B3ED-F57F9D810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1737" y="273685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11" name="Line 8">
                <a:extLst>
                  <a:ext uri="{FF2B5EF4-FFF2-40B4-BE49-F238E27FC236}">
                    <a16:creationId xmlns:a16="http://schemas.microsoft.com/office/drawing/2014/main" id="{D54398B2-599D-4CDD-9A7E-F169D47FE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57612" y="3268663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12" name="Freeform 9">
                <a:extLst>
                  <a:ext uri="{FF2B5EF4-FFF2-40B4-BE49-F238E27FC236}">
                    <a16:creationId xmlns:a16="http://schemas.microsoft.com/office/drawing/2014/main" id="{9C14C1AE-5823-4C82-BEF4-98570FCBE0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3912" y="3363913"/>
                <a:ext cx="1065213" cy="817563"/>
              </a:xfrm>
              <a:custGeom>
                <a:avLst/>
                <a:gdLst>
                  <a:gd name="T0" fmla="*/ 2147483646 w 1344"/>
                  <a:gd name="T1" fmla="*/ 0 h 1031"/>
                  <a:gd name="T2" fmla="*/ 2147483646 w 1344"/>
                  <a:gd name="T3" fmla="*/ 0 h 1031"/>
                  <a:gd name="T4" fmla="*/ 2147483646 w 1344"/>
                  <a:gd name="T5" fmla="*/ 2147483646 h 1031"/>
                  <a:gd name="T6" fmla="*/ 0 w 134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1031"/>
                  <a:gd name="T14" fmla="*/ 1344 w 134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1031">
                    <a:moveTo>
                      <a:pt x="1344" y="0"/>
                    </a:moveTo>
                    <a:lnTo>
                      <a:pt x="1008" y="0"/>
                    </a:lnTo>
                    <a:lnTo>
                      <a:pt x="1008" y="1031"/>
                    </a:lnTo>
                    <a:lnTo>
                      <a:pt x="0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13" name="Freeform 10">
                <a:extLst>
                  <a:ext uri="{FF2B5EF4-FFF2-40B4-BE49-F238E27FC236}">
                    <a16:creationId xmlns:a16="http://schemas.microsoft.com/office/drawing/2014/main" id="{C77DD591-27F7-43C3-A411-51BD86E90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2212" y="3363913"/>
                <a:ext cx="1352550" cy="817563"/>
              </a:xfrm>
              <a:custGeom>
                <a:avLst/>
                <a:gdLst>
                  <a:gd name="T0" fmla="*/ 0 w 1704"/>
                  <a:gd name="T1" fmla="*/ 0 h 1031"/>
                  <a:gd name="T2" fmla="*/ 2147483646 w 1704"/>
                  <a:gd name="T3" fmla="*/ 0 h 1031"/>
                  <a:gd name="T4" fmla="*/ 2147483646 w 1704"/>
                  <a:gd name="T5" fmla="*/ 2147483646 h 1031"/>
                  <a:gd name="T6" fmla="*/ 2147483646 w 170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04"/>
                  <a:gd name="T13" fmla="*/ 0 h 1031"/>
                  <a:gd name="T14" fmla="*/ 1704 w 170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04" h="1031">
                    <a:moveTo>
                      <a:pt x="0" y="0"/>
                    </a:moveTo>
                    <a:lnTo>
                      <a:pt x="696" y="0"/>
                    </a:lnTo>
                    <a:lnTo>
                      <a:pt x="696" y="1031"/>
                    </a:lnTo>
                    <a:lnTo>
                      <a:pt x="1704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14" name="Line 11">
                <a:extLst>
                  <a:ext uri="{FF2B5EF4-FFF2-40B4-BE49-F238E27FC236}">
                    <a16:creationId xmlns:a16="http://schemas.microsoft.com/office/drawing/2014/main" id="{45DB9897-FE91-43C0-9CE9-D37BC201F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4662" y="3365500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15" name="Line 12">
                <a:extLst>
                  <a:ext uri="{FF2B5EF4-FFF2-40B4-BE49-F238E27FC236}">
                    <a16:creationId xmlns:a16="http://schemas.microsoft.com/office/drawing/2014/main" id="{66794FDF-9F2C-44AC-A2E5-17CB4A8EF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212" y="2830513"/>
                <a:ext cx="8191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16" name="Line 13">
                <a:extLst>
                  <a:ext uri="{FF2B5EF4-FFF2-40B4-BE49-F238E27FC236}">
                    <a16:creationId xmlns:a16="http://schemas.microsoft.com/office/drawing/2014/main" id="{E51CC9BD-8484-4358-9CFD-80B6FF631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8112" y="2830513"/>
                <a:ext cx="1751013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17" name="Line 14">
                <a:extLst>
                  <a:ext uri="{FF2B5EF4-FFF2-40B4-BE49-F238E27FC236}">
                    <a16:creationId xmlns:a16="http://schemas.microsoft.com/office/drawing/2014/main" id="{E8993FBE-3FD7-443A-B0F2-F70B065B7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4925" y="2830513"/>
                <a:ext cx="8001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18" name="Line 15">
                <a:extLst>
                  <a:ext uri="{FF2B5EF4-FFF2-40B4-BE49-F238E27FC236}">
                    <a16:creationId xmlns:a16="http://schemas.microsoft.com/office/drawing/2014/main" id="{74AB0EB9-DB90-49B9-9F84-DD96BE3355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4925" y="3365500"/>
                <a:ext cx="8001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19" name="Rectangle 17">
                <a:extLst>
                  <a:ext uri="{FF2B5EF4-FFF2-40B4-BE49-F238E27FC236}">
                    <a16:creationId xmlns:a16="http://schemas.microsoft.com/office/drawing/2014/main" id="{6D07619B-6D69-4270-A64A-33DF30EEA4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325" y="32813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20" name="Rectangle 18">
                <a:extLst>
                  <a:ext uri="{FF2B5EF4-FFF2-40B4-BE49-F238E27FC236}">
                    <a16:creationId xmlns:a16="http://schemas.microsoft.com/office/drawing/2014/main" id="{B3AD843A-CD22-4387-9941-52CD19A67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8200" y="2311400"/>
                <a:ext cx="565150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Master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21" name="Rectangle 19">
                <a:extLst>
                  <a:ext uri="{FF2B5EF4-FFF2-40B4-BE49-F238E27FC236}">
                    <a16:creationId xmlns:a16="http://schemas.microsoft.com/office/drawing/2014/main" id="{85B1DA7A-FACC-4AC6-A2D5-6AE28A60F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4700" y="2311400"/>
                <a:ext cx="512763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Slave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22" name="Rectangle 20">
                <a:extLst>
                  <a:ext uri="{FF2B5EF4-FFF2-40B4-BE49-F238E27FC236}">
                    <a16:creationId xmlns:a16="http://schemas.microsoft.com/office/drawing/2014/main" id="{B30AB128-7478-4E4F-B767-B8A7B432F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8687" y="27479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23" name="Rectangle 21">
                <a:extLst>
                  <a:ext uri="{FF2B5EF4-FFF2-40B4-BE49-F238E27FC236}">
                    <a16:creationId xmlns:a16="http://schemas.microsoft.com/office/drawing/2014/main" id="{F0B866FB-3522-47D2-8D47-750EF21CE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1200" y="3275013"/>
                <a:ext cx="54292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24" name="Rectangle 22">
                <a:extLst>
                  <a:ext uri="{FF2B5EF4-FFF2-40B4-BE49-F238E27FC236}">
                    <a16:creationId xmlns:a16="http://schemas.microsoft.com/office/drawing/2014/main" id="{D5736320-0F34-4DEC-B97F-53D553D0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4725" y="27463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25" name="Line 23">
                <a:extLst>
                  <a:ext uri="{FF2B5EF4-FFF2-40B4-BE49-F238E27FC236}">
                    <a16:creationId xmlns:a16="http://schemas.microsoft.com/office/drawing/2014/main" id="{A0FAD836-9FA3-4819-8A29-CD9B1B243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37425" y="3287713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26" name="Line 24">
                <a:extLst>
                  <a:ext uri="{FF2B5EF4-FFF2-40B4-BE49-F238E27FC236}">
                    <a16:creationId xmlns:a16="http://schemas.microsoft.com/office/drawing/2014/main" id="{35AB48E1-E22B-4511-9885-3645471B2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24362" y="4181475"/>
                <a:ext cx="20955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27" name="Line 25">
                <a:extLst>
                  <a:ext uri="{FF2B5EF4-FFF2-40B4-BE49-F238E27FC236}">
                    <a16:creationId xmlns:a16="http://schemas.microsoft.com/office/drawing/2014/main" id="{47A5E94E-DA42-49DF-A280-014465A04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4762" y="4181475"/>
                <a:ext cx="2667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28" name="Freeform 26">
                <a:extLst>
                  <a:ext uri="{FF2B5EF4-FFF2-40B4-BE49-F238E27FC236}">
                    <a16:creationId xmlns:a16="http://schemas.microsoft.com/office/drawing/2014/main" id="{FF486F8F-DD5D-4C04-B194-1CEC86CF9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462" y="4049713"/>
                <a:ext cx="285750" cy="265113"/>
              </a:xfrm>
              <a:custGeom>
                <a:avLst/>
                <a:gdLst>
                  <a:gd name="T0" fmla="*/ 2147483646 w 360"/>
                  <a:gd name="T1" fmla="*/ 2147483646 h 336"/>
                  <a:gd name="T2" fmla="*/ 0 w 360"/>
                  <a:gd name="T3" fmla="*/ 2147483646 h 336"/>
                  <a:gd name="T4" fmla="*/ 0 w 360"/>
                  <a:gd name="T5" fmla="*/ 0 h 336"/>
                  <a:gd name="T6" fmla="*/ 2147483646 w 360"/>
                  <a:gd name="T7" fmla="*/ 2147483646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0"/>
                  <a:gd name="T13" fmla="*/ 0 h 336"/>
                  <a:gd name="T14" fmla="*/ 360 w 360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0" h="336">
                    <a:moveTo>
                      <a:pt x="360" y="168"/>
                    </a:moveTo>
                    <a:lnTo>
                      <a:pt x="0" y="336"/>
                    </a:lnTo>
                    <a:lnTo>
                      <a:pt x="0" y="0"/>
                    </a:lnTo>
                    <a:lnTo>
                      <a:pt x="360" y="168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29" name="Freeform 28">
                <a:extLst>
                  <a:ext uri="{FF2B5EF4-FFF2-40B4-BE49-F238E27FC236}">
                    <a16:creationId xmlns:a16="http://schemas.microsoft.com/office/drawing/2014/main" id="{FB746342-105B-4917-BE01-C58832EBC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1975" y="4138613"/>
                <a:ext cx="85725" cy="87313"/>
              </a:xfrm>
              <a:custGeom>
                <a:avLst/>
                <a:gdLst>
                  <a:gd name="T0" fmla="*/ 2147483646 w 109"/>
                  <a:gd name="T1" fmla="*/ 0 h 109"/>
                  <a:gd name="T2" fmla="*/ 2147483646 w 109"/>
                  <a:gd name="T3" fmla="*/ 2147483646 h 109"/>
                  <a:gd name="T4" fmla="*/ 2147483646 w 109"/>
                  <a:gd name="T5" fmla="*/ 2147483646 h 109"/>
                  <a:gd name="T6" fmla="*/ 2147483646 w 109"/>
                  <a:gd name="T7" fmla="*/ 2147483646 h 109"/>
                  <a:gd name="T8" fmla="*/ 2147483646 w 109"/>
                  <a:gd name="T9" fmla="*/ 2147483646 h 109"/>
                  <a:gd name="T10" fmla="*/ 2147483646 w 109"/>
                  <a:gd name="T11" fmla="*/ 2147483646 h 109"/>
                  <a:gd name="T12" fmla="*/ 2147483646 w 109"/>
                  <a:gd name="T13" fmla="*/ 2147483646 h 109"/>
                  <a:gd name="T14" fmla="*/ 2147483646 w 109"/>
                  <a:gd name="T15" fmla="*/ 2147483646 h 109"/>
                  <a:gd name="T16" fmla="*/ 0 w 109"/>
                  <a:gd name="T17" fmla="*/ 2147483646 h 109"/>
                  <a:gd name="T18" fmla="*/ 0 w 109"/>
                  <a:gd name="T19" fmla="*/ 2147483646 h 109"/>
                  <a:gd name="T20" fmla="*/ 0 w 109"/>
                  <a:gd name="T21" fmla="*/ 2147483646 h 109"/>
                  <a:gd name="T22" fmla="*/ 0 w 109"/>
                  <a:gd name="T23" fmla="*/ 2147483646 h 109"/>
                  <a:gd name="T24" fmla="*/ 0 w 109"/>
                  <a:gd name="T25" fmla="*/ 2147483646 h 109"/>
                  <a:gd name="T26" fmla="*/ 2147483646 w 109"/>
                  <a:gd name="T27" fmla="*/ 2147483646 h 109"/>
                  <a:gd name="T28" fmla="*/ 2147483646 w 109"/>
                  <a:gd name="T29" fmla="*/ 2147483646 h 109"/>
                  <a:gd name="T30" fmla="*/ 2147483646 w 109"/>
                  <a:gd name="T31" fmla="*/ 2147483646 h 109"/>
                  <a:gd name="T32" fmla="*/ 2147483646 w 109"/>
                  <a:gd name="T33" fmla="*/ 2147483646 h 109"/>
                  <a:gd name="T34" fmla="*/ 2147483646 w 109"/>
                  <a:gd name="T35" fmla="*/ 2147483646 h 109"/>
                  <a:gd name="T36" fmla="*/ 2147483646 w 109"/>
                  <a:gd name="T37" fmla="*/ 2147483646 h 109"/>
                  <a:gd name="T38" fmla="*/ 2147483646 w 109"/>
                  <a:gd name="T39" fmla="*/ 2147483646 h 109"/>
                  <a:gd name="T40" fmla="*/ 2147483646 w 109"/>
                  <a:gd name="T41" fmla="*/ 2147483646 h 109"/>
                  <a:gd name="T42" fmla="*/ 2147483646 w 109"/>
                  <a:gd name="T43" fmla="*/ 2147483646 h 109"/>
                  <a:gd name="T44" fmla="*/ 2147483646 w 109"/>
                  <a:gd name="T45" fmla="*/ 2147483646 h 109"/>
                  <a:gd name="T46" fmla="*/ 2147483646 w 109"/>
                  <a:gd name="T47" fmla="*/ 2147483646 h 109"/>
                  <a:gd name="T48" fmla="*/ 2147483646 w 109"/>
                  <a:gd name="T49" fmla="*/ 2147483646 h 109"/>
                  <a:gd name="T50" fmla="*/ 2147483646 w 109"/>
                  <a:gd name="T51" fmla="*/ 2147483646 h 109"/>
                  <a:gd name="T52" fmla="*/ 2147483646 w 109"/>
                  <a:gd name="T53" fmla="*/ 2147483646 h 109"/>
                  <a:gd name="T54" fmla="*/ 2147483646 w 109"/>
                  <a:gd name="T55" fmla="*/ 2147483646 h 109"/>
                  <a:gd name="T56" fmla="*/ 2147483646 w 109"/>
                  <a:gd name="T57" fmla="*/ 2147483646 h 109"/>
                  <a:gd name="T58" fmla="*/ 2147483646 w 109"/>
                  <a:gd name="T59" fmla="*/ 2147483646 h 109"/>
                  <a:gd name="T60" fmla="*/ 2147483646 w 109"/>
                  <a:gd name="T61" fmla="*/ 2147483646 h 109"/>
                  <a:gd name="T62" fmla="*/ 2147483646 w 109"/>
                  <a:gd name="T63" fmla="*/ 2147483646 h 109"/>
                  <a:gd name="T64" fmla="*/ 2147483646 w 109"/>
                  <a:gd name="T65" fmla="*/ 2147483646 h 109"/>
                  <a:gd name="T66" fmla="*/ 2147483646 w 109"/>
                  <a:gd name="T67" fmla="*/ 2147483646 h 109"/>
                  <a:gd name="T68" fmla="*/ 2147483646 w 109"/>
                  <a:gd name="T69" fmla="*/ 2147483646 h 109"/>
                  <a:gd name="T70" fmla="*/ 2147483646 w 109"/>
                  <a:gd name="T71" fmla="*/ 2147483646 h 109"/>
                  <a:gd name="T72" fmla="*/ 2147483646 w 109"/>
                  <a:gd name="T73" fmla="*/ 2147483646 h 109"/>
                  <a:gd name="T74" fmla="*/ 2147483646 w 109"/>
                  <a:gd name="T75" fmla="*/ 2147483646 h 109"/>
                  <a:gd name="T76" fmla="*/ 2147483646 w 109"/>
                  <a:gd name="T77" fmla="*/ 2147483646 h 109"/>
                  <a:gd name="T78" fmla="*/ 2147483646 w 109"/>
                  <a:gd name="T79" fmla="*/ 2147483646 h 109"/>
                  <a:gd name="T80" fmla="*/ 2147483646 w 109"/>
                  <a:gd name="T81" fmla="*/ 2147483646 h 109"/>
                  <a:gd name="T82" fmla="*/ 2147483646 w 109"/>
                  <a:gd name="T83" fmla="*/ 2147483646 h 109"/>
                  <a:gd name="T84" fmla="*/ 2147483646 w 109"/>
                  <a:gd name="T85" fmla="*/ 0 h 109"/>
                  <a:gd name="T86" fmla="*/ 2147483646 w 109"/>
                  <a:gd name="T87" fmla="*/ 0 h 10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09"/>
                  <a:gd name="T133" fmla="*/ 0 h 109"/>
                  <a:gd name="T134" fmla="*/ 109 w 109"/>
                  <a:gd name="T135" fmla="*/ 109 h 10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09" h="109">
                    <a:moveTo>
                      <a:pt x="54" y="0"/>
                    </a:moveTo>
                    <a:lnTo>
                      <a:pt x="52" y="0"/>
                    </a:lnTo>
                    <a:lnTo>
                      <a:pt x="49" y="0"/>
                    </a:lnTo>
                    <a:lnTo>
                      <a:pt x="46" y="0"/>
                    </a:lnTo>
                    <a:lnTo>
                      <a:pt x="43" y="1"/>
                    </a:lnTo>
                    <a:lnTo>
                      <a:pt x="41" y="1"/>
                    </a:lnTo>
                    <a:lnTo>
                      <a:pt x="39" y="2"/>
                    </a:lnTo>
                    <a:lnTo>
                      <a:pt x="36" y="3"/>
                    </a:lnTo>
                    <a:lnTo>
                      <a:pt x="34" y="3"/>
                    </a:lnTo>
                    <a:lnTo>
                      <a:pt x="31" y="4"/>
                    </a:lnTo>
                    <a:lnTo>
                      <a:pt x="29" y="6"/>
                    </a:lnTo>
                    <a:lnTo>
                      <a:pt x="27" y="7"/>
                    </a:lnTo>
                    <a:lnTo>
                      <a:pt x="24" y="9"/>
                    </a:lnTo>
                    <a:lnTo>
                      <a:pt x="22" y="10"/>
                    </a:lnTo>
                    <a:lnTo>
                      <a:pt x="19" y="12"/>
                    </a:lnTo>
                    <a:lnTo>
                      <a:pt x="18" y="14"/>
                    </a:lnTo>
                    <a:lnTo>
                      <a:pt x="16" y="15"/>
                    </a:lnTo>
                    <a:lnTo>
                      <a:pt x="15" y="18"/>
                    </a:lnTo>
                    <a:lnTo>
                      <a:pt x="12" y="19"/>
                    </a:lnTo>
                    <a:lnTo>
                      <a:pt x="11" y="21"/>
                    </a:lnTo>
                    <a:lnTo>
                      <a:pt x="10" y="24"/>
                    </a:lnTo>
                    <a:lnTo>
                      <a:pt x="7" y="26"/>
                    </a:lnTo>
                    <a:lnTo>
                      <a:pt x="6" y="28"/>
                    </a:lnTo>
                    <a:lnTo>
                      <a:pt x="5" y="31"/>
                    </a:lnTo>
                    <a:lnTo>
                      <a:pt x="4" y="33"/>
                    </a:lnTo>
                    <a:lnTo>
                      <a:pt x="4" y="36"/>
                    </a:lnTo>
                    <a:lnTo>
                      <a:pt x="3" y="38"/>
                    </a:lnTo>
                    <a:lnTo>
                      <a:pt x="1" y="40"/>
                    </a:lnTo>
                    <a:lnTo>
                      <a:pt x="1" y="43"/>
                    </a:lnTo>
                    <a:lnTo>
                      <a:pt x="0" y="45"/>
                    </a:lnTo>
                    <a:lnTo>
                      <a:pt x="0" y="49"/>
                    </a:lnTo>
                    <a:lnTo>
                      <a:pt x="0" y="51"/>
                    </a:lnTo>
                    <a:lnTo>
                      <a:pt x="0" y="54"/>
                    </a:lnTo>
                    <a:lnTo>
                      <a:pt x="0" y="57"/>
                    </a:lnTo>
                    <a:lnTo>
                      <a:pt x="0" y="60"/>
                    </a:lnTo>
                    <a:lnTo>
                      <a:pt x="0" y="62"/>
                    </a:lnTo>
                    <a:lnTo>
                      <a:pt x="1" y="64"/>
                    </a:lnTo>
                    <a:lnTo>
                      <a:pt x="1" y="68"/>
                    </a:lnTo>
                    <a:lnTo>
                      <a:pt x="3" y="70"/>
                    </a:lnTo>
                    <a:lnTo>
                      <a:pt x="4" y="73"/>
                    </a:lnTo>
                    <a:lnTo>
                      <a:pt x="4" y="75"/>
                    </a:lnTo>
                    <a:lnTo>
                      <a:pt x="5" y="78"/>
                    </a:lnTo>
                    <a:lnTo>
                      <a:pt x="6" y="80"/>
                    </a:lnTo>
                    <a:lnTo>
                      <a:pt x="7" y="82"/>
                    </a:lnTo>
                    <a:lnTo>
                      <a:pt x="10" y="85"/>
                    </a:lnTo>
                    <a:lnTo>
                      <a:pt x="11" y="86"/>
                    </a:lnTo>
                    <a:lnTo>
                      <a:pt x="12" y="88"/>
                    </a:lnTo>
                    <a:lnTo>
                      <a:pt x="15" y="91"/>
                    </a:lnTo>
                    <a:lnTo>
                      <a:pt x="16" y="92"/>
                    </a:lnTo>
                    <a:lnTo>
                      <a:pt x="18" y="94"/>
                    </a:lnTo>
                    <a:lnTo>
                      <a:pt x="19" y="96"/>
                    </a:lnTo>
                    <a:lnTo>
                      <a:pt x="22" y="98"/>
                    </a:lnTo>
                    <a:lnTo>
                      <a:pt x="24" y="99"/>
                    </a:lnTo>
                    <a:lnTo>
                      <a:pt x="27" y="100"/>
                    </a:lnTo>
                    <a:lnTo>
                      <a:pt x="29" y="102"/>
                    </a:lnTo>
                    <a:lnTo>
                      <a:pt x="31" y="103"/>
                    </a:lnTo>
                    <a:lnTo>
                      <a:pt x="34" y="104"/>
                    </a:lnTo>
                    <a:lnTo>
                      <a:pt x="36" y="105"/>
                    </a:lnTo>
                    <a:lnTo>
                      <a:pt x="39" y="106"/>
                    </a:lnTo>
                    <a:lnTo>
                      <a:pt x="41" y="106"/>
                    </a:lnTo>
                    <a:lnTo>
                      <a:pt x="43" y="108"/>
                    </a:lnTo>
                    <a:lnTo>
                      <a:pt x="46" y="108"/>
                    </a:lnTo>
                    <a:lnTo>
                      <a:pt x="49" y="108"/>
                    </a:lnTo>
                    <a:lnTo>
                      <a:pt x="52" y="109"/>
                    </a:lnTo>
                    <a:lnTo>
                      <a:pt x="54" y="109"/>
                    </a:lnTo>
                    <a:lnTo>
                      <a:pt x="58" y="109"/>
                    </a:lnTo>
                    <a:lnTo>
                      <a:pt x="60" y="108"/>
                    </a:lnTo>
                    <a:lnTo>
                      <a:pt x="63" y="108"/>
                    </a:lnTo>
                    <a:lnTo>
                      <a:pt x="65" y="108"/>
                    </a:lnTo>
                    <a:lnTo>
                      <a:pt x="69" y="106"/>
                    </a:lnTo>
                    <a:lnTo>
                      <a:pt x="71" y="106"/>
                    </a:lnTo>
                    <a:lnTo>
                      <a:pt x="73" y="105"/>
                    </a:lnTo>
                    <a:lnTo>
                      <a:pt x="76" y="104"/>
                    </a:lnTo>
                    <a:lnTo>
                      <a:pt x="78" y="103"/>
                    </a:lnTo>
                    <a:lnTo>
                      <a:pt x="81" y="102"/>
                    </a:lnTo>
                    <a:lnTo>
                      <a:pt x="83" y="100"/>
                    </a:lnTo>
                    <a:lnTo>
                      <a:pt x="85" y="99"/>
                    </a:lnTo>
                    <a:lnTo>
                      <a:pt x="87" y="98"/>
                    </a:lnTo>
                    <a:lnTo>
                      <a:pt x="89" y="96"/>
                    </a:lnTo>
                    <a:lnTo>
                      <a:pt x="91" y="94"/>
                    </a:lnTo>
                    <a:lnTo>
                      <a:pt x="93" y="92"/>
                    </a:lnTo>
                    <a:lnTo>
                      <a:pt x="95" y="91"/>
                    </a:lnTo>
                    <a:lnTo>
                      <a:pt x="96" y="88"/>
                    </a:lnTo>
                    <a:lnTo>
                      <a:pt x="99" y="86"/>
                    </a:lnTo>
                    <a:lnTo>
                      <a:pt x="100" y="85"/>
                    </a:lnTo>
                    <a:lnTo>
                      <a:pt x="101" y="82"/>
                    </a:lnTo>
                    <a:lnTo>
                      <a:pt x="102" y="80"/>
                    </a:lnTo>
                    <a:lnTo>
                      <a:pt x="103" y="78"/>
                    </a:lnTo>
                    <a:lnTo>
                      <a:pt x="105" y="75"/>
                    </a:lnTo>
                    <a:lnTo>
                      <a:pt x="106" y="73"/>
                    </a:lnTo>
                    <a:lnTo>
                      <a:pt x="107" y="70"/>
                    </a:lnTo>
                    <a:lnTo>
                      <a:pt x="107" y="68"/>
                    </a:lnTo>
                    <a:lnTo>
                      <a:pt x="108" y="64"/>
                    </a:lnTo>
                    <a:lnTo>
                      <a:pt x="108" y="62"/>
                    </a:lnTo>
                    <a:lnTo>
                      <a:pt x="108" y="60"/>
                    </a:lnTo>
                    <a:lnTo>
                      <a:pt x="109" y="57"/>
                    </a:lnTo>
                    <a:lnTo>
                      <a:pt x="109" y="54"/>
                    </a:lnTo>
                    <a:lnTo>
                      <a:pt x="109" y="51"/>
                    </a:lnTo>
                    <a:lnTo>
                      <a:pt x="108" y="49"/>
                    </a:lnTo>
                    <a:lnTo>
                      <a:pt x="108" y="45"/>
                    </a:lnTo>
                    <a:lnTo>
                      <a:pt x="108" y="43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6" y="36"/>
                    </a:lnTo>
                    <a:lnTo>
                      <a:pt x="105" y="33"/>
                    </a:lnTo>
                    <a:lnTo>
                      <a:pt x="103" y="31"/>
                    </a:lnTo>
                    <a:lnTo>
                      <a:pt x="102" y="28"/>
                    </a:lnTo>
                    <a:lnTo>
                      <a:pt x="101" y="26"/>
                    </a:lnTo>
                    <a:lnTo>
                      <a:pt x="100" y="24"/>
                    </a:lnTo>
                    <a:lnTo>
                      <a:pt x="99" y="21"/>
                    </a:lnTo>
                    <a:lnTo>
                      <a:pt x="96" y="19"/>
                    </a:lnTo>
                    <a:lnTo>
                      <a:pt x="95" y="18"/>
                    </a:lnTo>
                    <a:lnTo>
                      <a:pt x="93" y="15"/>
                    </a:lnTo>
                    <a:lnTo>
                      <a:pt x="91" y="14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5" y="9"/>
                    </a:lnTo>
                    <a:lnTo>
                      <a:pt x="83" y="7"/>
                    </a:lnTo>
                    <a:lnTo>
                      <a:pt x="81" y="6"/>
                    </a:lnTo>
                    <a:lnTo>
                      <a:pt x="78" y="4"/>
                    </a:lnTo>
                    <a:lnTo>
                      <a:pt x="76" y="3"/>
                    </a:lnTo>
                    <a:lnTo>
                      <a:pt x="73" y="3"/>
                    </a:lnTo>
                    <a:lnTo>
                      <a:pt x="71" y="2"/>
                    </a:lnTo>
                    <a:lnTo>
                      <a:pt x="69" y="1"/>
                    </a:lnTo>
                    <a:lnTo>
                      <a:pt x="65" y="1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54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30" name="Rectangle 29">
                <a:extLst>
                  <a:ext uri="{FF2B5EF4-FFF2-40B4-BE49-F238E27FC236}">
                    <a16:creationId xmlns:a16="http://schemas.microsoft.com/office/drawing/2014/main" id="{419212C9-F35C-4356-B7B4-69F6766E8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9125" y="2563813"/>
                <a:ext cx="685800" cy="10668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31" name="Rectangle 30">
                <a:extLst>
                  <a:ext uri="{FF2B5EF4-FFF2-40B4-BE49-F238E27FC236}">
                    <a16:creationId xmlns:a16="http://schemas.microsoft.com/office/drawing/2014/main" id="{1BE8058F-F3DD-421C-843C-713E99D99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4725" y="32893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32" name="Rectangle 31">
                <a:extLst>
                  <a:ext uri="{FF2B5EF4-FFF2-40B4-BE49-F238E27FC236}">
                    <a16:creationId xmlns:a16="http://schemas.microsoft.com/office/drawing/2014/main" id="{0A297824-0EA0-48E1-B61D-70D1C75CC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325" y="27432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33" name="Rectangle 32">
                <a:extLst>
                  <a:ext uri="{FF2B5EF4-FFF2-40B4-BE49-F238E27FC236}">
                    <a16:creationId xmlns:a16="http://schemas.microsoft.com/office/drawing/2014/main" id="{FF5D6106-B880-42CC-91C3-A897FB15BE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0612" y="273685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34" name="Line 33">
                <a:extLst>
                  <a:ext uri="{FF2B5EF4-FFF2-40B4-BE49-F238E27FC236}">
                    <a16:creationId xmlns:a16="http://schemas.microsoft.com/office/drawing/2014/main" id="{33CD7858-3EA0-4782-8B4E-446753775A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94425" y="3268663"/>
                <a:ext cx="762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35" name="Rectangle 38">
                <a:extLst>
                  <a:ext uri="{FF2B5EF4-FFF2-40B4-BE49-F238E27FC236}">
                    <a16:creationId xmlns:a16="http://schemas.microsoft.com/office/drawing/2014/main" id="{77CA778E-7E3A-4688-A50F-FDC765F2E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2200" y="32813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36" name="Rectangle 39">
                <a:extLst>
                  <a:ext uri="{FF2B5EF4-FFF2-40B4-BE49-F238E27FC236}">
                    <a16:creationId xmlns:a16="http://schemas.microsoft.com/office/drawing/2014/main" id="{9936A401-F4FF-42D2-89E0-AECF82DFE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2737" y="25812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37" name="Rectangle 40">
                <a:extLst>
                  <a:ext uri="{FF2B5EF4-FFF2-40B4-BE49-F238E27FC236}">
                    <a16:creationId xmlns:a16="http://schemas.microsoft.com/office/drawing/2014/main" id="{F76424DC-F5BD-4580-B361-3169D939D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2912" y="2665413"/>
                <a:ext cx="198438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m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38" name="Rectangle 41">
                <a:extLst>
                  <a:ext uri="{FF2B5EF4-FFF2-40B4-BE49-F238E27FC236}">
                    <a16:creationId xmlns:a16="http://schemas.microsoft.com/office/drawing/2014/main" id="{1D416328-AA2C-4973-B9BB-724325BB0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5900" y="25812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39" name="Rectangle 42">
                <a:extLst>
                  <a:ext uri="{FF2B5EF4-FFF2-40B4-BE49-F238E27FC236}">
                    <a16:creationId xmlns:a16="http://schemas.microsoft.com/office/drawing/2014/main" id="{E26E99AF-CB7C-4F9F-B17C-7A6671F9B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6075" y="2665413"/>
                <a:ext cx="146050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s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40" name="Rectangle 66">
                <a:extLst>
                  <a:ext uri="{FF2B5EF4-FFF2-40B4-BE49-F238E27FC236}">
                    <a16:creationId xmlns:a16="http://schemas.microsoft.com/office/drawing/2014/main" id="{706E3D1A-591B-4441-8994-DB01103BC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325" y="3273425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41" name="Rectangle 67">
                <a:extLst>
                  <a:ext uri="{FF2B5EF4-FFF2-40B4-BE49-F238E27FC236}">
                    <a16:creationId xmlns:a16="http://schemas.microsoft.com/office/drawing/2014/main" id="{B35BF203-9593-4466-AA22-10B16E8B1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450" y="3273425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2442" name="Oval 68">
                <a:extLst>
                  <a:ext uri="{FF2B5EF4-FFF2-40B4-BE49-F238E27FC236}">
                    <a16:creationId xmlns:a16="http://schemas.microsoft.com/office/drawing/2014/main" id="{89D440B2-58E6-451B-A0AE-946C379B22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150" y="3330575"/>
                <a:ext cx="74613" cy="7302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cxnSp>
          <p:nvCxnSpPr>
            <p:cNvPr id="102406" name="Straight Connector 205">
              <a:extLst>
                <a:ext uri="{FF2B5EF4-FFF2-40B4-BE49-F238E27FC236}">
                  <a16:creationId xmlns:a16="http://schemas.microsoft.com/office/drawing/2014/main" id="{F4A06F3C-7D79-4C07-BAE3-FC6136916F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465281" y="2347469"/>
              <a:ext cx="2346" cy="55996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407" name="Straight Connector 206">
              <a:extLst>
                <a:ext uri="{FF2B5EF4-FFF2-40B4-BE49-F238E27FC236}">
                  <a16:creationId xmlns:a16="http://schemas.microsoft.com/office/drawing/2014/main" id="{4C114475-8064-496B-9780-51415EDA65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85709" y="2357629"/>
              <a:ext cx="653652" cy="784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25" name="Group 125">
            <a:extLst>
              <a:ext uri="{FF2B5EF4-FFF2-40B4-BE49-F238E27FC236}">
                <a16:creationId xmlns:a16="http://schemas.microsoft.com/office/drawing/2014/main" id="{BF16CCDF-1EFB-47B6-9364-F73F5B15669B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638800"/>
            <a:ext cx="5105400" cy="369888"/>
            <a:chOff x="1752600" y="5638800"/>
            <a:chExt cx="5105399" cy="369332"/>
          </a:xfrm>
        </p:grpSpPr>
        <p:sp>
          <p:nvSpPr>
            <p:cNvPr id="103467" name="Freeform 13">
              <a:extLst>
                <a:ext uri="{FF2B5EF4-FFF2-40B4-BE49-F238E27FC236}">
                  <a16:creationId xmlns:a16="http://schemas.microsoft.com/office/drawing/2014/main" id="{F1B3155B-496B-48FE-B12F-39711E28A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458" y="5638800"/>
              <a:ext cx="4175541" cy="268288"/>
            </a:xfrm>
            <a:custGeom>
              <a:avLst/>
              <a:gdLst>
                <a:gd name="T0" fmla="*/ 2147483646 w 1873"/>
                <a:gd name="T1" fmla="*/ 2147483646 h 336"/>
                <a:gd name="T2" fmla="*/ 2147483646 w 1873"/>
                <a:gd name="T3" fmla="*/ 0 h 336"/>
                <a:gd name="T4" fmla="*/ 2147483646 w 1873"/>
                <a:gd name="T5" fmla="*/ 0 h 336"/>
                <a:gd name="T6" fmla="*/ 2147483646 w 1873"/>
                <a:gd name="T7" fmla="*/ 2147483646 h 336"/>
                <a:gd name="T8" fmla="*/ 2147483646 w 1873"/>
                <a:gd name="T9" fmla="*/ 2147483646 h 336"/>
                <a:gd name="T10" fmla="*/ 2147483646 w 1873"/>
                <a:gd name="T11" fmla="*/ 0 h 336"/>
                <a:gd name="T12" fmla="*/ 2147483646 w 1873"/>
                <a:gd name="T13" fmla="*/ 0 h 336"/>
                <a:gd name="T14" fmla="*/ 2147483646 w 1873"/>
                <a:gd name="T15" fmla="*/ 2147483646 h 336"/>
                <a:gd name="T16" fmla="*/ 0 w 1873"/>
                <a:gd name="T17" fmla="*/ 2147483646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73"/>
                <a:gd name="T28" fmla="*/ 0 h 336"/>
                <a:gd name="T29" fmla="*/ 1873 w 1873"/>
                <a:gd name="T30" fmla="*/ 336 h 3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73" h="336">
                  <a:moveTo>
                    <a:pt x="1873" y="336"/>
                  </a:moveTo>
                  <a:lnTo>
                    <a:pt x="1873" y="0"/>
                  </a:lnTo>
                  <a:lnTo>
                    <a:pt x="1393" y="0"/>
                  </a:lnTo>
                  <a:lnTo>
                    <a:pt x="1393" y="336"/>
                  </a:lnTo>
                  <a:lnTo>
                    <a:pt x="936" y="336"/>
                  </a:lnTo>
                  <a:lnTo>
                    <a:pt x="936" y="0"/>
                  </a:lnTo>
                  <a:lnTo>
                    <a:pt x="480" y="0"/>
                  </a:lnTo>
                  <a:lnTo>
                    <a:pt x="480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8" name="TextBox 131">
              <a:extLst>
                <a:ext uri="{FF2B5EF4-FFF2-40B4-BE49-F238E27FC236}">
                  <a16:creationId xmlns:a16="http://schemas.microsoft.com/office/drawing/2014/main" id="{50E467CA-B774-41A4-BA1B-B583C3B9E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638800"/>
              <a:ext cx="7360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103426" name="Oval 132">
            <a:extLst>
              <a:ext uri="{FF2B5EF4-FFF2-40B4-BE49-F238E27FC236}">
                <a16:creationId xmlns:a16="http://schemas.microsoft.com/office/drawing/2014/main" id="{DE5A8184-8AD3-4AE7-AC4F-5489985AD77C}"/>
              </a:ext>
            </a:extLst>
          </p:cNvPr>
          <p:cNvSpPr>
            <a:spLocks noChangeAspect="1"/>
          </p:cNvSpPr>
          <p:nvPr/>
        </p:nvSpPr>
        <p:spPr bwMode="auto">
          <a:xfrm>
            <a:off x="3775075" y="5595938"/>
            <a:ext cx="85725" cy="87312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27" name="Title 1">
            <a:extLst>
              <a:ext uri="{FF2B5EF4-FFF2-40B4-BE49-F238E27FC236}">
                <a16:creationId xmlns:a16="http://schemas.microsoft.com/office/drawing/2014/main" id="{4DD77585-6350-4ACC-B559-5D19AF5F0A7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Negative-Edge-Triggered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Master-Slave D Flip-Flop</a:t>
            </a:r>
          </a:p>
        </p:txBody>
      </p:sp>
      <p:grpSp>
        <p:nvGrpSpPr>
          <p:cNvPr id="103428" name="Group 46">
            <a:extLst>
              <a:ext uri="{FF2B5EF4-FFF2-40B4-BE49-F238E27FC236}">
                <a16:creationId xmlns:a16="http://schemas.microsoft.com/office/drawing/2014/main" id="{4594B117-D272-483F-99EA-BBF248A9DCD0}"/>
              </a:ext>
            </a:extLst>
          </p:cNvPr>
          <p:cNvGrpSpPr>
            <a:grpSpLocks/>
          </p:cNvGrpSpPr>
          <p:nvPr/>
        </p:nvGrpSpPr>
        <p:grpSpPr bwMode="auto">
          <a:xfrm>
            <a:off x="1879600" y="2100263"/>
            <a:ext cx="5588000" cy="2003425"/>
            <a:chOff x="2206625" y="2099959"/>
            <a:chExt cx="5588000" cy="2003425"/>
          </a:xfrm>
        </p:grpSpPr>
        <p:grpSp>
          <p:nvGrpSpPr>
            <p:cNvPr id="103429" name="Group 37">
              <a:extLst>
                <a:ext uri="{FF2B5EF4-FFF2-40B4-BE49-F238E27FC236}">
                  <a16:creationId xmlns:a16="http://schemas.microsoft.com/office/drawing/2014/main" id="{35575B5D-26EE-4D9D-9D79-92FB0968A2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6625" y="2099959"/>
              <a:ext cx="5588000" cy="2003425"/>
              <a:chOff x="1981200" y="2311400"/>
              <a:chExt cx="5588000" cy="2003426"/>
            </a:xfrm>
          </p:grpSpPr>
          <p:sp>
            <p:nvSpPr>
              <p:cNvPr id="103432" name="Rectangle 50">
                <a:extLst>
                  <a:ext uri="{FF2B5EF4-FFF2-40B4-BE49-F238E27FC236}">
                    <a16:creationId xmlns:a16="http://schemas.microsoft.com/office/drawing/2014/main" id="{1C02CBE6-FE34-4F22-A753-ECF1A2EB5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1362" y="2563813"/>
                <a:ext cx="666750" cy="10668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33" name="Rectangle 51">
                <a:extLst>
                  <a:ext uri="{FF2B5EF4-FFF2-40B4-BE49-F238E27FC236}">
                    <a16:creationId xmlns:a16="http://schemas.microsoft.com/office/drawing/2014/main" id="{2A9074F0-A69C-4352-8236-FDB0EBA5F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450" y="27432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34" name="Rectangle 52">
                <a:extLst>
                  <a:ext uri="{FF2B5EF4-FFF2-40B4-BE49-F238E27FC236}">
                    <a16:creationId xmlns:a16="http://schemas.microsoft.com/office/drawing/2014/main" id="{9C391D26-4CD7-4B31-9A98-DB58AEA10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1737" y="273685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35" name="Line 8">
                <a:extLst>
                  <a:ext uri="{FF2B5EF4-FFF2-40B4-BE49-F238E27FC236}">
                    <a16:creationId xmlns:a16="http://schemas.microsoft.com/office/drawing/2014/main" id="{1B4E5AE4-68DF-4585-984A-C2CB850725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57612" y="3268663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36" name="Freeform 54">
                <a:extLst>
                  <a:ext uri="{FF2B5EF4-FFF2-40B4-BE49-F238E27FC236}">
                    <a16:creationId xmlns:a16="http://schemas.microsoft.com/office/drawing/2014/main" id="{966C65E7-A3CB-4A02-A625-59D7A9624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3912" y="3363913"/>
                <a:ext cx="1065213" cy="817563"/>
              </a:xfrm>
              <a:custGeom>
                <a:avLst/>
                <a:gdLst>
                  <a:gd name="T0" fmla="*/ 2147483646 w 1344"/>
                  <a:gd name="T1" fmla="*/ 0 h 1031"/>
                  <a:gd name="T2" fmla="*/ 2147483646 w 1344"/>
                  <a:gd name="T3" fmla="*/ 0 h 1031"/>
                  <a:gd name="T4" fmla="*/ 2147483646 w 1344"/>
                  <a:gd name="T5" fmla="*/ 2147483646 h 1031"/>
                  <a:gd name="T6" fmla="*/ 0 w 134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1031"/>
                  <a:gd name="T14" fmla="*/ 1344 w 134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1031">
                    <a:moveTo>
                      <a:pt x="1344" y="0"/>
                    </a:moveTo>
                    <a:lnTo>
                      <a:pt x="1008" y="0"/>
                    </a:lnTo>
                    <a:lnTo>
                      <a:pt x="1008" y="1031"/>
                    </a:lnTo>
                    <a:lnTo>
                      <a:pt x="0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37" name="Freeform 55">
                <a:extLst>
                  <a:ext uri="{FF2B5EF4-FFF2-40B4-BE49-F238E27FC236}">
                    <a16:creationId xmlns:a16="http://schemas.microsoft.com/office/drawing/2014/main" id="{4540AFC4-3BBF-4393-9883-C379ACBBE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2212" y="3363913"/>
                <a:ext cx="1352550" cy="817563"/>
              </a:xfrm>
              <a:custGeom>
                <a:avLst/>
                <a:gdLst>
                  <a:gd name="T0" fmla="*/ 0 w 1704"/>
                  <a:gd name="T1" fmla="*/ 0 h 1031"/>
                  <a:gd name="T2" fmla="*/ 2147483646 w 1704"/>
                  <a:gd name="T3" fmla="*/ 0 h 1031"/>
                  <a:gd name="T4" fmla="*/ 2147483646 w 1704"/>
                  <a:gd name="T5" fmla="*/ 2147483646 h 1031"/>
                  <a:gd name="T6" fmla="*/ 2147483646 w 170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04"/>
                  <a:gd name="T13" fmla="*/ 0 h 1031"/>
                  <a:gd name="T14" fmla="*/ 1704 w 170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04" h="1031">
                    <a:moveTo>
                      <a:pt x="0" y="0"/>
                    </a:moveTo>
                    <a:lnTo>
                      <a:pt x="696" y="0"/>
                    </a:lnTo>
                    <a:lnTo>
                      <a:pt x="696" y="1031"/>
                    </a:lnTo>
                    <a:lnTo>
                      <a:pt x="1704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38" name="Line 11">
                <a:extLst>
                  <a:ext uri="{FF2B5EF4-FFF2-40B4-BE49-F238E27FC236}">
                    <a16:creationId xmlns:a16="http://schemas.microsoft.com/office/drawing/2014/main" id="{F86502A4-DF9A-46CA-ABCA-F96D11902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4662" y="3365500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39" name="Line 12">
                <a:extLst>
                  <a:ext uri="{FF2B5EF4-FFF2-40B4-BE49-F238E27FC236}">
                    <a16:creationId xmlns:a16="http://schemas.microsoft.com/office/drawing/2014/main" id="{4CF4734D-951D-4BA0-861B-C7C3FD72B0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212" y="2830513"/>
                <a:ext cx="8191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40" name="Line 13">
                <a:extLst>
                  <a:ext uri="{FF2B5EF4-FFF2-40B4-BE49-F238E27FC236}">
                    <a16:creationId xmlns:a16="http://schemas.microsoft.com/office/drawing/2014/main" id="{768BE651-1AD6-4E76-A001-53B4E93C2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8112" y="2830513"/>
                <a:ext cx="1751013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41" name="Line 14">
                <a:extLst>
                  <a:ext uri="{FF2B5EF4-FFF2-40B4-BE49-F238E27FC236}">
                    <a16:creationId xmlns:a16="http://schemas.microsoft.com/office/drawing/2014/main" id="{C1BA99A3-58B3-4E10-B124-7747A1DA6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4925" y="2830513"/>
                <a:ext cx="8001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42" name="Line 15">
                <a:extLst>
                  <a:ext uri="{FF2B5EF4-FFF2-40B4-BE49-F238E27FC236}">
                    <a16:creationId xmlns:a16="http://schemas.microsoft.com/office/drawing/2014/main" id="{421B346E-BA89-4037-B7E4-3DAE5A670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4925" y="3365500"/>
                <a:ext cx="8001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43" name="Rectangle 17">
                <a:extLst>
                  <a:ext uri="{FF2B5EF4-FFF2-40B4-BE49-F238E27FC236}">
                    <a16:creationId xmlns:a16="http://schemas.microsoft.com/office/drawing/2014/main" id="{40B5BCAD-3E02-4FC4-BB46-7BEF626CA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325" y="32813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44" name="Rectangle 18">
                <a:extLst>
                  <a:ext uri="{FF2B5EF4-FFF2-40B4-BE49-F238E27FC236}">
                    <a16:creationId xmlns:a16="http://schemas.microsoft.com/office/drawing/2014/main" id="{6BA59B48-3F98-43A6-8548-0FC5D8182D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8200" y="2311400"/>
                <a:ext cx="565150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Master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45" name="Rectangle 19">
                <a:extLst>
                  <a:ext uri="{FF2B5EF4-FFF2-40B4-BE49-F238E27FC236}">
                    <a16:creationId xmlns:a16="http://schemas.microsoft.com/office/drawing/2014/main" id="{E3CA03CE-2321-4467-A4C3-F5B288677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4700" y="2311400"/>
                <a:ext cx="512763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Slave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46" name="Rectangle 20">
                <a:extLst>
                  <a:ext uri="{FF2B5EF4-FFF2-40B4-BE49-F238E27FC236}">
                    <a16:creationId xmlns:a16="http://schemas.microsoft.com/office/drawing/2014/main" id="{89CFC719-D90A-4E13-BF9C-A3B1C96BA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8687" y="27479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47" name="Rectangle 21">
                <a:extLst>
                  <a:ext uri="{FF2B5EF4-FFF2-40B4-BE49-F238E27FC236}">
                    <a16:creationId xmlns:a16="http://schemas.microsoft.com/office/drawing/2014/main" id="{67DF284F-63C2-4C25-9E83-3C5DEC779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1200" y="3275013"/>
                <a:ext cx="54292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48" name="Rectangle 22">
                <a:extLst>
                  <a:ext uri="{FF2B5EF4-FFF2-40B4-BE49-F238E27FC236}">
                    <a16:creationId xmlns:a16="http://schemas.microsoft.com/office/drawing/2014/main" id="{4E42AA5A-9CFD-48FB-B40F-0CBA27CB2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4725" y="27463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49" name="Line 23">
                <a:extLst>
                  <a:ext uri="{FF2B5EF4-FFF2-40B4-BE49-F238E27FC236}">
                    <a16:creationId xmlns:a16="http://schemas.microsoft.com/office/drawing/2014/main" id="{60CE290B-92A7-48A9-BEAD-7100E8DE7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37425" y="3287713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50" name="Line 24">
                <a:extLst>
                  <a:ext uri="{FF2B5EF4-FFF2-40B4-BE49-F238E27FC236}">
                    <a16:creationId xmlns:a16="http://schemas.microsoft.com/office/drawing/2014/main" id="{707BAB6B-6572-4F6C-B21D-258B5579D4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24362" y="4181475"/>
                <a:ext cx="20955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51" name="Line 25">
                <a:extLst>
                  <a:ext uri="{FF2B5EF4-FFF2-40B4-BE49-F238E27FC236}">
                    <a16:creationId xmlns:a16="http://schemas.microsoft.com/office/drawing/2014/main" id="{5A607678-87D7-4C45-A7EC-2AD685E04B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4762" y="4181475"/>
                <a:ext cx="2667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52" name="Freeform 26">
                <a:extLst>
                  <a:ext uri="{FF2B5EF4-FFF2-40B4-BE49-F238E27FC236}">
                    <a16:creationId xmlns:a16="http://schemas.microsoft.com/office/drawing/2014/main" id="{7EADBE4E-6630-43F2-BA01-F498A0F2E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462" y="4049713"/>
                <a:ext cx="285750" cy="265113"/>
              </a:xfrm>
              <a:custGeom>
                <a:avLst/>
                <a:gdLst>
                  <a:gd name="T0" fmla="*/ 2147483646 w 360"/>
                  <a:gd name="T1" fmla="*/ 2147483646 h 336"/>
                  <a:gd name="T2" fmla="*/ 0 w 360"/>
                  <a:gd name="T3" fmla="*/ 2147483646 h 336"/>
                  <a:gd name="T4" fmla="*/ 0 w 360"/>
                  <a:gd name="T5" fmla="*/ 0 h 336"/>
                  <a:gd name="T6" fmla="*/ 2147483646 w 360"/>
                  <a:gd name="T7" fmla="*/ 2147483646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0"/>
                  <a:gd name="T13" fmla="*/ 0 h 336"/>
                  <a:gd name="T14" fmla="*/ 360 w 360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0" h="336">
                    <a:moveTo>
                      <a:pt x="360" y="168"/>
                    </a:moveTo>
                    <a:lnTo>
                      <a:pt x="0" y="336"/>
                    </a:lnTo>
                    <a:lnTo>
                      <a:pt x="0" y="0"/>
                    </a:lnTo>
                    <a:lnTo>
                      <a:pt x="360" y="168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53" name="Freeform 28">
                <a:extLst>
                  <a:ext uri="{FF2B5EF4-FFF2-40B4-BE49-F238E27FC236}">
                    <a16:creationId xmlns:a16="http://schemas.microsoft.com/office/drawing/2014/main" id="{E9A99111-7005-473B-A52A-E4F813AAB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1975" y="4138613"/>
                <a:ext cx="85725" cy="87313"/>
              </a:xfrm>
              <a:custGeom>
                <a:avLst/>
                <a:gdLst>
                  <a:gd name="T0" fmla="*/ 2147483646 w 109"/>
                  <a:gd name="T1" fmla="*/ 0 h 109"/>
                  <a:gd name="T2" fmla="*/ 2147483646 w 109"/>
                  <a:gd name="T3" fmla="*/ 2147483646 h 109"/>
                  <a:gd name="T4" fmla="*/ 2147483646 w 109"/>
                  <a:gd name="T5" fmla="*/ 2147483646 h 109"/>
                  <a:gd name="T6" fmla="*/ 2147483646 w 109"/>
                  <a:gd name="T7" fmla="*/ 2147483646 h 109"/>
                  <a:gd name="T8" fmla="*/ 2147483646 w 109"/>
                  <a:gd name="T9" fmla="*/ 2147483646 h 109"/>
                  <a:gd name="T10" fmla="*/ 2147483646 w 109"/>
                  <a:gd name="T11" fmla="*/ 2147483646 h 109"/>
                  <a:gd name="T12" fmla="*/ 2147483646 w 109"/>
                  <a:gd name="T13" fmla="*/ 2147483646 h 109"/>
                  <a:gd name="T14" fmla="*/ 2147483646 w 109"/>
                  <a:gd name="T15" fmla="*/ 2147483646 h 109"/>
                  <a:gd name="T16" fmla="*/ 0 w 109"/>
                  <a:gd name="T17" fmla="*/ 2147483646 h 109"/>
                  <a:gd name="T18" fmla="*/ 0 w 109"/>
                  <a:gd name="T19" fmla="*/ 2147483646 h 109"/>
                  <a:gd name="T20" fmla="*/ 0 w 109"/>
                  <a:gd name="T21" fmla="*/ 2147483646 h 109"/>
                  <a:gd name="T22" fmla="*/ 0 w 109"/>
                  <a:gd name="T23" fmla="*/ 2147483646 h 109"/>
                  <a:gd name="T24" fmla="*/ 0 w 109"/>
                  <a:gd name="T25" fmla="*/ 2147483646 h 109"/>
                  <a:gd name="T26" fmla="*/ 2147483646 w 109"/>
                  <a:gd name="T27" fmla="*/ 2147483646 h 109"/>
                  <a:gd name="T28" fmla="*/ 2147483646 w 109"/>
                  <a:gd name="T29" fmla="*/ 2147483646 h 109"/>
                  <a:gd name="T30" fmla="*/ 2147483646 w 109"/>
                  <a:gd name="T31" fmla="*/ 2147483646 h 109"/>
                  <a:gd name="T32" fmla="*/ 2147483646 w 109"/>
                  <a:gd name="T33" fmla="*/ 2147483646 h 109"/>
                  <a:gd name="T34" fmla="*/ 2147483646 w 109"/>
                  <a:gd name="T35" fmla="*/ 2147483646 h 109"/>
                  <a:gd name="T36" fmla="*/ 2147483646 w 109"/>
                  <a:gd name="T37" fmla="*/ 2147483646 h 109"/>
                  <a:gd name="T38" fmla="*/ 2147483646 w 109"/>
                  <a:gd name="T39" fmla="*/ 2147483646 h 109"/>
                  <a:gd name="T40" fmla="*/ 2147483646 w 109"/>
                  <a:gd name="T41" fmla="*/ 2147483646 h 109"/>
                  <a:gd name="T42" fmla="*/ 2147483646 w 109"/>
                  <a:gd name="T43" fmla="*/ 2147483646 h 109"/>
                  <a:gd name="T44" fmla="*/ 2147483646 w 109"/>
                  <a:gd name="T45" fmla="*/ 2147483646 h 109"/>
                  <a:gd name="T46" fmla="*/ 2147483646 w 109"/>
                  <a:gd name="T47" fmla="*/ 2147483646 h 109"/>
                  <a:gd name="T48" fmla="*/ 2147483646 w 109"/>
                  <a:gd name="T49" fmla="*/ 2147483646 h 109"/>
                  <a:gd name="T50" fmla="*/ 2147483646 w 109"/>
                  <a:gd name="T51" fmla="*/ 2147483646 h 109"/>
                  <a:gd name="T52" fmla="*/ 2147483646 w 109"/>
                  <a:gd name="T53" fmla="*/ 2147483646 h 109"/>
                  <a:gd name="T54" fmla="*/ 2147483646 w 109"/>
                  <a:gd name="T55" fmla="*/ 2147483646 h 109"/>
                  <a:gd name="T56" fmla="*/ 2147483646 w 109"/>
                  <a:gd name="T57" fmla="*/ 2147483646 h 109"/>
                  <a:gd name="T58" fmla="*/ 2147483646 w 109"/>
                  <a:gd name="T59" fmla="*/ 2147483646 h 109"/>
                  <a:gd name="T60" fmla="*/ 2147483646 w 109"/>
                  <a:gd name="T61" fmla="*/ 2147483646 h 109"/>
                  <a:gd name="T62" fmla="*/ 2147483646 w 109"/>
                  <a:gd name="T63" fmla="*/ 2147483646 h 109"/>
                  <a:gd name="T64" fmla="*/ 2147483646 w 109"/>
                  <a:gd name="T65" fmla="*/ 2147483646 h 109"/>
                  <a:gd name="T66" fmla="*/ 2147483646 w 109"/>
                  <a:gd name="T67" fmla="*/ 2147483646 h 109"/>
                  <a:gd name="T68" fmla="*/ 2147483646 w 109"/>
                  <a:gd name="T69" fmla="*/ 2147483646 h 109"/>
                  <a:gd name="T70" fmla="*/ 2147483646 w 109"/>
                  <a:gd name="T71" fmla="*/ 2147483646 h 109"/>
                  <a:gd name="T72" fmla="*/ 2147483646 w 109"/>
                  <a:gd name="T73" fmla="*/ 2147483646 h 109"/>
                  <a:gd name="T74" fmla="*/ 2147483646 w 109"/>
                  <a:gd name="T75" fmla="*/ 2147483646 h 109"/>
                  <a:gd name="T76" fmla="*/ 2147483646 w 109"/>
                  <a:gd name="T77" fmla="*/ 2147483646 h 109"/>
                  <a:gd name="T78" fmla="*/ 2147483646 w 109"/>
                  <a:gd name="T79" fmla="*/ 2147483646 h 109"/>
                  <a:gd name="T80" fmla="*/ 2147483646 w 109"/>
                  <a:gd name="T81" fmla="*/ 2147483646 h 109"/>
                  <a:gd name="T82" fmla="*/ 2147483646 w 109"/>
                  <a:gd name="T83" fmla="*/ 2147483646 h 109"/>
                  <a:gd name="T84" fmla="*/ 2147483646 w 109"/>
                  <a:gd name="T85" fmla="*/ 0 h 109"/>
                  <a:gd name="T86" fmla="*/ 2147483646 w 109"/>
                  <a:gd name="T87" fmla="*/ 0 h 10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09"/>
                  <a:gd name="T133" fmla="*/ 0 h 109"/>
                  <a:gd name="T134" fmla="*/ 109 w 109"/>
                  <a:gd name="T135" fmla="*/ 109 h 10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09" h="109">
                    <a:moveTo>
                      <a:pt x="54" y="0"/>
                    </a:moveTo>
                    <a:lnTo>
                      <a:pt x="52" y="0"/>
                    </a:lnTo>
                    <a:lnTo>
                      <a:pt x="49" y="0"/>
                    </a:lnTo>
                    <a:lnTo>
                      <a:pt x="46" y="0"/>
                    </a:lnTo>
                    <a:lnTo>
                      <a:pt x="43" y="1"/>
                    </a:lnTo>
                    <a:lnTo>
                      <a:pt x="41" y="1"/>
                    </a:lnTo>
                    <a:lnTo>
                      <a:pt x="39" y="2"/>
                    </a:lnTo>
                    <a:lnTo>
                      <a:pt x="36" y="3"/>
                    </a:lnTo>
                    <a:lnTo>
                      <a:pt x="34" y="3"/>
                    </a:lnTo>
                    <a:lnTo>
                      <a:pt x="31" y="4"/>
                    </a:lnTo>
                    <a:lnTo>
                      <a:pt x="29" y="6"/>
                    </a:lnTo>
                    <a:lnTo>
                      <a:pt x="27" y="7"/>
                    </a:lnTo>
                    <a:lnTo>
                      <a:pt x="24" y="9"/>
                    </a:lnTo>
                    <a:lnTo>
                      <a:pt x="22" y="10"/>
                    </a:lnTo>
                    <a:lnTo>
                      <a:pt x="19" y="12"/>
                    </a:lnTo>
                    <a:lnTo>
                      <a:pt x="18" y="14"/>
                    </a:lnTo>
                    <a:lnTo>
                      <a:pt x="16" y="15"/>
                    </a:lnTo>
                    <a:lnTo>
                      <a:pt x="15" y="18"/>
                    </a:lnTo>
                    <a:lnTo>
                      <a:pt x="12" y="19"/>
                    </a:lnTo>
                    <a:lnTo>
                      <a:pt x="11" y="21"/>
                    </a:lnTo>
                    <a:lnTo>
                      <a:pt x="10" y="24"/>
                    </a:lnTo>
                    <a:lnTo>
                      <a:pt x="7" y="26"/>
                    </a:lnTo>
                    <a:lnTo>
                      <a:pt x="6" y="28"/>
                    </a:lnTo>
                    <a:lnTo>
                      <a:pt x="5" y="31"/>
                    </a:lnTo>
                    <a:lnTo>
                      <a:pt x="4" y="33"/>
                    </a:lnTo>
                    <a:lnTo>
                      <a:pt x="4" y="36"/>
                    </a:lnTo>
                    <a:lnTo>
                      <a:pt x="3" y="38"/>
                    </a:lnTo>
                    <a:lnTo>
                      <a:pt x="1" y="40"/>
                    </a:lnTo>
                    <a:lnTo>
                      <a:pt x="1" y="43"/>
                    </a:lnTo>
                    <a:lnTo>
                      <a:pt x="0" y="45"/>
                    </a:lnTo>
                    <a:lnTo>
                      <a:pt x="0" y="49"/>
                    </a:lnTo>
                    <a:lnTo>
                      <a:pt x="0" y="51"/>
                    </a:lnTo>
                    <a:lnTo>
                      <a:pt x="0" y="54"/>
                    </a:lnTo>
                    <a:lnTo>
                      <a:pt x="0" y="57"/>
                    </a:lnTo>
                    <a:lnTo>
                      <a:pt x="0" y="60"/>
                    </a:lnTo>
                    <a:lnTo>
                      <a:pt x="0" y="62"/>
                    </a:lnTo>
                    <a:lnTo>
                      <a:pt x="1" y="64"/>
                    </a:lnTo>
                    <a:lnTo>
                      <a:pt x="1" y="68"/>
                    </a:lnTo>
                    <a:lnTo>
                      <a:pt x="3" y="70"/>
                    </a:lnTo>
                    <a:lnTo>
                      <a:pt x="4" y="73"/>
                    </a:lnTo>
                    <a:lnTo>
                      <a:pt x="4" y="75"/>
                    </a:lnTo>
                    <a:lnTo>
                      <a:pt x="5" y="78"/>
                    </a:lnTo>
                    <a:lnTo>
                      <a:pt x="6" y="80"/>
                    </a:lnTo>
                    <a:lnTo>
                      <a:pt x="7" y="82"/>
                    </a:lnTo>
                    <a:lnTo>
                      <a:pt x="10" y="85"/>
                    </a:lnTo>
                    <a:lnTo>
                      <a:pt x="11" y="86"/>
                    </a:lnTo>
                    <a:lnTo>
                      <a:pt x="12" y="88"/>
                    </a:lnTo>
                    <a:lnTo>
                      <a:pt x="15" y="91"/>
                    </a:lnTo>
                    <a:lnTo>
                      <a:pt x="16" y="92"/>
                    </a:lnTo>
                    <a:lnTo>
                      <a:pt x="18" y="94"/>
                    </a:lnTo>
                    <a:lnTo>
                      <a:pt x="19" y="96"/>
                    </a:lnTo>
                    <a:lnTo>
                      <a:pt x="22" y="98"/>
                    </a:lnTo>
                    <a:lnTo>
                      <a:pt x="24" y="99"/>
                    </a:lnTo>
                    <a:lnTo>
                      <a:pt x="27" y="100"/>
                    </a:lnTo>
                    <a:lnTo>
                      <a:pt x="29" y="102"/>
                    </a:lnTo>
                    <a:lnTo>
                      <a:pt x="31" y="103"/>
                    </a:lnTo>
                    <a:lnTo>
                      <a:pt x="34" y="104"/>
                    </a:lnTo>
                    <a:lnTo>
                      <a:pt x="36" y="105"/>
                    </a:lnTo>
                    <a:lnTo>
                      <a:pt x="39" y="106"/>
                    </a:lnTo>
                    <a:lnTo>
                      <a:pt x="41" y="106"/>
                    </a:lnTo>
                    <a:lnTo>
                      <a:pt x="43" y="108"/>
                    </a:lnTo>
                    <a:lnTo>
                      <a:pt x="46" y="108"/>
                    </a:lnTo>
                    <a:lnTo>
                      <a:pt x="49" y="108"/>
                    </a:lnTo>
                    <a:lnTo>
                      <a:pt x="52" y="109"/>
                    </a:lnTo>
                    <a:lnTo>
                      <a:pt x="54" y="109"/>
                    </a:lnTo>
                    <a:lnTo>
                      <a:pt x="58" y="109"/>
                    </a:lnTo>
                    <a:lnTo>
                      <a:pt x="60" y="108"/>
                    </a:lnTo>
                    <a:lnTo>
                      <a:pt x="63" y="108"/>
                    </a:lnTo>
                    <a:lnTo>
                      <a:pt x="65" y="108"/>
                    </a:lnTo>
                    <a:lnTo>
                      <a:pt x="69" y="106"/>
                    </a:lnTo>
                    <a:lnTo>
                      <a:pt x="71" y="106"/>
                    </a:lnTo>
                    <a:lnTo>
                      <a:pt x="73" y="105"/>
                    </a:lnTo>
                    <a:lnTo>
                      <a:pt x="76" y="104"/>
                    </a:lnTo>
                    <a:lnTo>
                      <a:pt x="78" y="103"/>
                    </a:lnTo>
                    <a:lnTo>
                      <a:pt x="81" y="102"/>
                    </a:lnTo>
                    <a:lnTo>
                      <a:pt x="83" y="100"/>
                    </a:lnTo>
                    <a:lnTo>
                      <a:pt x="85" y="99"/>
                    </a:lnTo>
                    <a:lnTo>
                      <a:pt x="87" y="98"/>
                    </a:lnTo>
                    <a:lnTo>
                      <a:pt x="89" y="96"/>
                    </a:lnTo>
                    <a:lnTo>
                      <a:pt x="91" y="94"/>
                    </a:lnTo>
                    <a:lnTo>
                      <a:pt x="93" y="92"/>
                    </a:lnTo>
                    <a:lnTo>
                      <a:pt x="95" y="91"/>
                    </a:lnTo>
                    <a:lnTo>
                      <a:pt x="96" y="88"/>
                    </a:lnTo>
                    <a:lnTo>
                      <a:pt x="99" y="86"/>
                    </a:lnTo>
                    <a:lnTo>
                      <a:pt x="100" y="85"/>
                    </a:lnTo>
                    <a:lnTo>
                      <a:pt x="101" y="82"/>
                    </a:lnTo>
                    <a:lnTo>
                      <a:pt x="102" y="80"/>
                    </a:lnTo>
                    <a:lnTo>
                      <a:pt x="103" y="78"/>
                    </a:lnTo>
                    <a:lnTo>
                      <a:pt x="105" y="75"/>
                    </a:lnTo>
                    <a:lnTo>
                      <a:pt x="106" y="73"/>
                    </a:lnTo>
                    <a:lnTo>
                      <a:pt x="107" y="70"/>
                    </a:lnTo>
                    <a:lnTo>
                      <a:pt x="107" y="68"/>
                    </a:lnTo>
                    <a:lnTo>
                      <a:pt x="108" y="64"/>
                    </a:lnTo>
                    <a:lnTo>
                      <a:pt x="108" y="62"/>
                    </a:lnTo>
                    <a:lnTo>
                      <a:pt x="108" y="60"/>
                    </a:lnTo>
                    <a:lnTo>
                      <a:pt x="109" y="57"/>
                    </a:lnTo>
                    <a:lnTo>
                      <a:pt x="109" y="54"/>
                    </a:lnTo>
                    <a:lnTo>
                      <a:pt x="109" y="51"/>
                    </a:lnTo>
                    <a:lnTo>
                      <a:pt x="108" y="49"/>
                    </a:lnTo>
                    <a:lnTo>
                      <a:pt x="108" y="45"/>
                    </a:lnTo>
                    <a:lnTo>
                      <a:pt x="108" y="43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6" y="36"/>
                    </a:lnTo>
                    <a:lnTo>
                      <a:pt x="105" y="33"/>
                    </a:lnTo>
                    <a:lnTo>
                      <a:pt x="103" y="31"/>
                    </a:lnTo>
                    <a:lnTo>
                      <a:pt x="102" y="28"/>
                    </a:lnTo>
                    <a:lnTo>
                      <a:pt x="101" y="26"/>
                    </a:lnTo>
                    <a:lnTo>
                      <a:pt x="100" y="24"/>
                    </a:lnTo>
                    <a:lnTo>
                      <a:pt x="99" y="21"/>
                    </a:lnTo>
                    <a:lnTo>
                      <a:pt x="96" y="19"/>
                    </a:lnTo>
                    <a:lnTo>
                      <a:pt x="95" y="18"/>
                    </a:lnTo>
                    <a:lnTo>
                      <a:pt x="93" y="15"/>
                    </a:lnTo>
                    <a:lnTo>
                      <a:pt x="91" y="14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5" y="9"/>
                    </a:lnTo>
                    <a:lnTo>
                      <a:pt x="83" y="7"/>
                    </a:lnTo>
                    <a:lnTo>
                      <a:pt x="81" y="6"/>
                    </a:lnTo>
                    <a:lnTo>
                      <a:pt x="78" y="4"/>
                    </a:lnTo>
                    <a:lnTo>
                      <a:pt x="76" y="3"/>
                    </a:lnTo>
                    <a:lnTo>
                      <a:pt x="73" y="3"/>
                    </a:lnTo>
                    <a:lnTo>
                      <a:pt x="71" y="2"/>
                    </a:lnTo>
                    <a:lnTo>
                      <a:pt x="69" y="1"/>
                    </a:lnTo>
                    <a:lnTo>
                      <a:pt x="65" y="1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54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54" name="Rectangle 29">
                <a:extLst>
                  <a:ext uri="{FF2B5EF4-FFF2-40B4-BE49-F238E27FC236}">
                    <a16:creationId xmlns:a16="http://schemas.microsoft.com/office/drawing/2014/main" id="{3323F1DD-300E-4AFB-91BB-5AE46E778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9125" y="2563813"/>
                <a:ext cx="685800" cy="10668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55" name="Rectangle 30">
                <a:extLst>
                  <a:ext uri="{FF2B5EF4-FFF2-40B4-BE49-F238E27FC236}">
                    <a16:creationId xmlns:a16="http://schemas.microsoft.com/office/drawing/2014/main" id="{322051D4-E080-493D-8737-9DA102681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4725" y="32893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56" name="Rectangle 31">
                <a:extLst>
                  <a:ext uri="{FF2B5EF4-FFF2-40B4-BE49-F238E27FC236}">
                    <a16:creationId xmlns:a16="http://schemas.microsoft.com/office/drawing/2014/main" id="{D02E5E3F-83FA-4E7A-BCCC-D7E2677B0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325" y="27432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57" name="Rectangle 32">
                <a:extLst>
                  <a:ext uri="{FF2B5EF4-FFF2-40B4-BE49-F238E27FC236}">
                    <a16:creationId xmlns:a16="http://schemas.microsoft.com/office/drawing/2014/main" id="{74A012EF-FA24-4661-ABAE-27B79BCD50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0612" y="273685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58" name="Line 33">
                <a:extLst>
                  <a:ext uri="{FF2B5EF4-FFF2-40B4-BE49-F238E27FC236}">
                    <a16:creationId xmlns:a16="http://schemas.microsoft.com/office/drawing/2014/main" id="{31035F63-7A73-465E-BCEF-20BA49351E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94425" y="3268663"/>
                <a:ext cx="762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59" name="Rectangle 38">
                <a:extLst>
                  <a:ext uri="{FF2B5EF4-FFF2-40B4-BE49-F238E27FC236}">
                    <a16:creationId xmlns:a16="http://schemas.microsoft.com/office/drawing/2014/main" id="{C086484F-A6B5-4D2B-86F8-DDB83639F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2200" y="32813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60" name="Rectangle 39">
                <a:extLst>
                  <a:ext uri="{FF2B5EF4-FFF2-40B4-BE49-F238E27FC236}">
                    <a16:creationId xmlns:a16="http://schemas.microsoft.com/office/drawing/2014/main" id="{9F04686A-4DF1-4202-A565-46EE31363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2737" y="25812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61" name="Rectangle 40">
                <a:extLst>
                  <a:ext uri="{FF2B5EF4-FFF2-40B4-BE49-F238E27FC236}">
                    <a16:creationId xmlns:a16="http://schemas.microsoft.com/office/drawing/2014/main" id="{8C9459E9-64DA-4BBA-BD3F-405261C15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2912" y="2665413"/>
                <a:ext cx="198438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m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62" name="Rectangle 41">
                <a:extLst>
                  <a:ext uri="{FF2B5EF4-FFF2-40B4-BE49-F238E27FC236}">
                    <a16:creationId xmlns:a16="http://schemas.microsoft.com/office/drawing/2014/main" id="{4BCE8BD8-A0F0-4997-8699-1632BE548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5900" y="25812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63" name="Rectangle 42">
                <a:extLst>
                  <a:ext uri="{FF2B5EF4-FFF2-40B4-BE49-F238E27FC236}">
                    <a16:creationId xmlns:a16="http://schemas.microsoft.com/office/drawing/2014/main" id="{B2A29496-3DA9-407D-AB30-1205808A5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6075" y="2665413"/>
                <a:ext cx="146050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s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64" name="Rectangle 66">
                <a:extLst>
                  <a:ext uri="{FF2B5EF4-FFF2-40B4-BE49-F238E27FC236}">
                    <a16:creationId xmlns:a16="http://schemas.microsoft.com/office/drawing/2014/main" id="{7A08210A-ED86-4B50-9F72-EF0F9B6E7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325" y="3273425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65" name="Rectangle 67">
                <a:extLst>
                  <a:ext uri="{FF2B5EF4-FFF2-40B4-BE49-F238E27FC236}">
                    <a16:creationId xmlns:a16="http://schemas.microsoft.com/office/drawing/2014/main" id="{5D258E2E-CC3D-4DE2-8AD1-62DF52295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450" y="3273425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3466" name="Oval 68">
                <a:extLst>
                  <a:ext uri="{FF2B5EF4-FFF2-40B4-BE49-F238E27FC236}">
                    <a16:creationId xmlns:a16="http://schemas.microsoft.com/office/drawing/2014/main" id="{65165BD7-10E8-48DE-BE5C-B4E8772A4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150" y="3330575"/>
                <a:ext cx="74613" cy="7302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cxnSp>
          <p:nvCxnSpPr>
            <p:cNvPr id="103430" name="Straight Connector 48">
              <a:extLst>
                <a:ext uri="{FF2B5EF4-FFF2-40B4-BE49-F238E27FC236}">
                  <a16:creationId xmlns:a16="http://schemas.microsoft.com/office/drawing/2014/main" id="{CAFA495C-6BC0-4266-8C00-67C0929530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67627" y="2347469"/>
              <a:ext cx="647173" cy="1103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31" name="Straight Connector 49">
              <a:extLst>
                <a:ext uri="{FF2B5EF4-FFF2-40B4-BE49-F238E27FC236}">
                  <a16:creationId xmlns:a16="http://schemas.microsoft.com/office/drawing/2014/main" id="{4FEEB53F-0B41-47F3-A25A-14D03DEFE2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84893" y="2357629"/>
              <a:ext cx="815" cy="5690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49" name="Group 126">
            <a:extLst>
              <a:ext uri="{FF2B5EF4-FFF2-40B4-BE49-F238E27FC236}">
                <a16:creationId xmlns:a16="http://schemas.microsoft.com/office/drawing/2014/main" id="{F9382586-5520-4850-A843-B92D1FCFCDC9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638800"/>
            <a:ext cx="5105400" cy="369888"/>
            <a:chOff x="1752600" y="5638800"/>
            <a:chExt cx="5105399" cy="369332"/>
          </a:xfrm>
        </p:grpSpPr>
        <p:sp>
          <p:nvSpPr>
            <p:cNvPr id="104491" name="Freeform 13">
              <a:extLst>
                <a:ext uri="{FF2B5EF4-FFF2-40B4-BE49-F238E27FC236}">
                  <a16:creationId xmlns:a16="http://schemas.microsoft.com/office/drawing/2014/main" id="{4D7FB4A0-1228-444D-A7D0-C3D97BB81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458" y="5638800"/>
              <a:ext cx="4175541" cy="268288"/>
            </a:xfrm>
            <a:custGeom>
              <a:avLst/>
              <a:gdLst>
                <a:gd name="T0" fmla="*/ 2147483646 w 1873"/>
                <a:gd name="T1" fmla="*/ 2147483646 h 336"/>
                <a:gd name="T2" fmla="*/ 2147483646 w 1873"/>
                <a:gd name="T3" fmla="*/ 0 h 336"/>
                <a:gd name="T4" fmla="*/ 2147483646 w 1873"/>
                <a:gd name="T5" fmla="*/ 0 h 336"/>
                <a:gd name="T6" fmla="*/ 2147483646 w 1873"/>
                <a:gd name="T7" fmla="*/ 2147483646 h 336"/>
                <a:gd name="T8" fmla="*/ 2147483646 w 1873"/>
                <a:gd name="T9" fmla="*/ 2147483646 h 336"/>
                <a:gd name="T10" fmla="*/ 2147483646 w 1873"/>
                <a:gd name="T11" fmla="*/ 0 h 336"/>
                <a:gd name="T12" fmla="*/ 2147483646 w 1873"/>
                <a:gd name="T13" fmla="*/ 0 h 336"/>
                <a:gd name="T14" fmla="*/ 2147483646 w 1873"/>
                <a:gd name="T15" fmla="*/ 2147483646 h 336"/>
                <a:gd name="T16" fmla="*/ 0 w 1873"/>
                <a:gd name="T17" fmla="*/ 2147483646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73"/>
                <a:gd name="T28" fmla="*/ 0 h 336"/>
                <a:gd name="T29" fmla="*/ 1873 w 1873"/>
                <a:gd name="T30" fmla="*/ 336 h 3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73" h="336">
                  <a:moveTo>
                    <a:pt x="1873" y="336"/>
                  </a:moveTo>
                  <a:lnTo>
                    <a:pt x="1873" y="0"/>
                  </a:lnTo>
                  <a:lnTo>
                    <a:pt x="1393" y="0"/>
                  </a:lnTo>
                  <a:lnTo>
                    <a:pt x="1393" y="336"/>
                  </a:lnTo>
                  <a:lnTo>
                    <a:pt x="936" y="336"/>
                  </a:lnTo>
                  <a:lnTo>
                    <a:pt x="936" y="0"/>
                  </a:lnTo>
                  <a:lnTo>
                    <a:pt x="480" y="0"/>
                  </a:lnTo>
                  <a:lnTo>
                    <a:pt x="480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2" name="TextBox 133">
              <a:extLst>
                <a:ext uri="{FF2B5EF4-FFF2-40B4-BE49-F238E27FC236}">
                  <a16:creationId xmlns:a16="http://schemas.microsoft.com/office/drawing/2014/main" id="{C0246C96-2AA3-4B4D-A64A-8A0F33700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638800"/>
              <a:ext cx="7360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104450" name="Oval 134">
            <a:extLst>
              <a:ext uri="{FF2B5EF4-FFF2-40B4-BE49-F238E27FC236}">
                <a16:creationId xmlns:a16="http://schemas.microsoft.com/office/drawing/2014/main" id="{67B5D0F7-7CAA-4D4B-A439-A9E9624F96BD}"/>
              </a:ext>
            </a:extLst>
          </p:cNvPr>
          <p:cNvSpPr>
            <a:spLocks noChangeAspect="1"/>
          </p:cNvSpPr>
          <p:nvPr/>
        </p:nvSpPr>
        <p:spPr bwMode="auto">
          <a:xfrm>
            <a:off x="4800600" y="5862638"/>
            <a:ext cx="85725" cy="85725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51" name="Title 1">
            <a:extLst>
              <a:ext uri="{FF2B5EF4-FFF2-40B4-BE49-F238E27FC236}">
                <a16:creationId xmlns:a16="http://schemas.microsoft.com/office/drawing/2014/main" id="{D9C1810C-51BD-403A-A503-BA99B7B8A33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Negative-Edge-Triggered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Master-Slave D Flip-Flop</a:t>
            </a:r>
          </a:p>
        </p:txBody>
      </p:sp>
      <p:grpSp>
        <p:nvGrpSpPr>
          <p:cNvPr id="104452" name="Group 85">
            <a:extLst>
              <a:ext uri="{FF2B5EF4-FFF2-40B4-BE49-F238E27FC236}">
                <a16:creationId xmlns:a16="http://schemas.microsoft.com/office/drawing/2014/main" id="{C5B7C33C-A96E-4DD0-A7CB-D18CE4A9BFBB}"/>
              </a:ext>
            </a:extLst>
          </p:cNvPr>
          <p:cNvGrpSpPr>
            <a:grpSpLocks/>
          </p:cNvGrpSpPr>
          <p:nvPr/>
        </p:nvGrpSpPr>
        <p:grpSpPr bwMode="auto">
          <a:xfrm>
            <a:off x="1879600" y="2100263"/>
            <a:ext cx="5588000" cy="2003425"/>
            <a:chOff x="2206625" y="2099959"/>
            <a:chExt cx="5588000" cy="2003425"/>
          </a:xfrm>
        </p:grpSpPr>
        <p:grpSp>
          <p:nvGrpSpPr>
            <p:cNvPr id="104453" name="Group 37">
              <a:extLst>
                <a:ext uri="{FF2B5EF4-FFF2-40B4-BE49-F238E27FC236}">
                  <a16:creationId xmlns:a16="http://schemas.microsoft.com/office/drawing/2014/main" id="{3A904F7C-D82B-4DA5-ADED-653F350700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6625" y="2099959"/>
              <a:ext cx="5588000" cy="2003425"/>
              <a:chOff x="1981200" y="2311400"/>
              <a:chExt cx="5588000" cy="2003426"/>
            </a:xfrm>
          </p:grpSpPr>
          <p:sp>
            <p:nvSpPr>
              <p:cNvPr id="104456" name="Rectangle 89">
                <a:extLst>
                  <a:ext uri="{FF2B5EF4-FFF2-40B4-BE49-F238E27FC236}">
                    <a16:creationId xmlns:a16="http://schemas.microsoft.com/office/drawing/2014/main" id="{AFFE8FEC-D3D3-41F6-9A90-23C3C6B1B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1362" y="2563813"/>
                <a:ext cx="666750" cy="10668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57" name="Rectangle 90">
                <a:extLst>
                  <a:ext uri="{FF2B5EF4-FFF2-40B4-BE49-F238E27FC236}">
                    <a16:creationId xmlns:a16="http://schemas.microsoft.com/office/drawing/2014/main" id="{1D2A28DF-E7A7-4914-9825-FAA6977A8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450" y="27432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58" name="Rectangle 91">
                <a:extLst>
                  <a:ext uri="{FF2B5EF4-FFF2-40B4-BE49-F238E27FC236}">
                    <a16:creationId xmlns:a16="http://schemas.microsoft.com/office/drawing/2014/main" id="{9FF3B60C-99E5-43A9-959D-0E22FED26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1737" y="273685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59" name="Line 8">
                <a:extLst>
                  <a:ext uri="{FF2B5EF4-FFF2-40B4-BE49-F238E27FC236}">
                    <a16:creationId xmlns:a16="http://schemas.microsoft.com/office/drawing/2014/main" id="{D47FCE03-CC73-4709-9433-B99F388B3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57612" y="3268663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60" name="Freeform 93">
                <a:extLst>
                  <a:ext uri="{FF2B5EF4-FFF2-40B4-BE49-F238E27FC236}">
                    <a16:creationId xmlns:a16="http://schemas.microsoft.com/office/drawing/2014/main" id="{FECE3C13-4BDE-4262-B9F9-51BBD9432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3912" y="3363913"/>
                <a:ext cx="1065213" cy="817563"/>
              </a:xfrm>
              <a:custGeom>
                <a:avLst/>
                <a:gdLst>
                  <a:gd name="T0" fmla="*/ 2147483646 w 1344"/>
                  <a:gd name="T1" fmla="*/ 0 h 1031"/>
                  <a:gd name="T2" fmla="*/ 2147483646 w 1344"/>
                  <a:gd name="T3" fmla="*/ 0 h 1031"/>
                  <a:gd name="T4" fmla="*/ 2147483646 w 1344"/>
                  <a:gd name="T5" fmla="*/ 2147483646 h 1031"/>
                  <a:gd name="T6" fmla="*/ 0 w 134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1031"/>
                  <a:gd name="T14" fmla="*/ 1344 w 134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1031">
                    <a:moveTo>
                      <a:pt x="1344" y="0"/>
                    </a:moveTo>
                    <a:lnTo>
                      <a:pt x="1008" y="0"/>
                    </a:lnTo>
                    <a:lnTo>
                      <a:pt x="1008" y="1031"/>
                    </a:lnTo>
                    <a:lnTo>
                      <a:pt x="0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61" name="Freeform 94">
                <a:extLst>
                  <a:ext uri="{FF2B5EF4-FFF2-40B4-BE49-F238E27FC236}">
                    <a16:creationId xmlns:a16="http://schemas.microsoft.com/office/drawing/2014/main" id="{577BCDB1-DEDA-494F-8B10-22FE3ACB3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2212" y="3363913"/>
                <a:ext cx="1352550" cy="817563"/>
              </a:xfrm>
              <a:custGeom>
                <a:avLst/>
                <a:gdLst>
                  <a:gd name="T0" fmla="*/ 0 w 1704"/>
                  <a:gd name="T1" fmla="*/ 0 h 1031"/>
                  <a:gd name="T2" fmla="*/ 2147483646 w 1704"/>
                  <a:gd name="T3" fmla="*/ 0 h 1031"/>
                  <a:gd name="T4" fmla="*/ 2147483646 w 1704"/>
                  <a:gd name="T5" fmla="*/ 2147483646 h 1031"/>
                  <a:gd name="T6" fmla="*/ 2147483646 w 170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04"/>
                  <a:gd name="T13" fmla="*/ 0 h 1031"/>
                  <a:gd name="T14" fmla="*/ 1704 w 170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04" h="1031">
                    <a:moveTo>
                      <a:pt x="0" y="0"/>
                    </a:moveTo>
                    <a:lnTo>
                      <a:pt x="696" y="0"/>
                    </a:lnTo>
                    <a:lnTo>
                      <a:pt x="696" y="1031"/>
                    </a:lnTo>
                    <a:lnTo>
                      <a:pt x="1704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62" name="Line 11">
                <a:extLst>
                  <a:ext uri="{FF2B5EF4-FFF2-40B4-BE49-F238E27FC236}">
                    <a16:creationId xmlns:a16="http://schemas.microsoft.com/office/drawing/2014/main" id="{AF190D33-F065-46BD-8821-AD60CD5CDA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4662" y="3365500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63" name="Line 12">
                <a:extLst>
                  <a:ext uri="{FF2B5EF4-FFF2-40B4-BE49-F238E27FC236}">
                    <a16:creationId xmlns:a16="http://schemas.microsoft.com/office/drawing/2014/main" id="{C44974F0-74A9-4CF8-8C35-E21C63101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212" y="2830513"/>
                <a:ext cx="8191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64" name="Line 13">
                <a:extLst>
                  <a:ext uri="{FF2B5EF4-FFF2-40B4-BE49-F238E27FC236}">
                    <a16:creationId xmlns:a16="http://schemas.microsoft.com/office/drawing/2014/main" id="{80719F4E-2569-4D1C-9840-E3520FC36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8112" y="2830513"/>
                <a:ext cx="1751013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65" name="Line 14">
                <a:extLst>
                  <a:ext uri="{FF2B5EF4-FFF2-40B4-BE49-F238E27FC236}">
                    <a16:creationId xmlns:a16="http://schemas.microsoft.com/office/drawing/2014/main" id="{577F110C-6214-45DE-9249-668AB5D19B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4925" y="2830513"/>
                <a:ext cx="8001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66" name="Line 15">
                <a:extLst>
                  <a:ext uri="{FF2B5EF4-FFF2-40B4-BE49-F238E27FC236}">
                    <a16:creationId xmlns:a16="http://schemas.microsoft.com/office/drawing/2014/main" id="{85364BB9-5676-490C-9B5D-8D1FE7D508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4925" y="3365500"/>
                <a:ext cx="8001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67" name="Rectangle 17">
                <a:extLst>
                  <a:ext uri="{FF2B5EF4-FFF2-40B4-BE49-F238E27FC236}">
                    <a16:creationId xmlns:a16="http://schemas.microsoft.com/office/drawing/2014/main" id="{3F166764-074C-4382-BDFF-82F978A35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325" y="32813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68" name="Rectangle 18">
                <a:extLst>
                  <a:ext uri="{FF2B5EF4-FFF2-40B4-BE49-F238E27FC236}">
                    <a16:creationId xmlns:a16="http://schemas.microsoft.com/office/drawing/2014/main" id="{18209B4F-5420-4097-98F8-B96BFFE92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8200" y="2311400"/>
                <a:ext cx="565150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Master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69" name="Rectangle 19">
                <a:extLst>
                  <a:ext uri="{FF2B5EF4-FFF2-40B4-BE49-F238E27FC236}">
                    <a16:creationId xmlns:a16="http://schemas.microsoft.com/office/drawing/2014/main" id="{7BAA888B-C673-4D8E-96DA-EBBCB202A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4700" y="2311400"/>
                <a:ext cx="512763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Slave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70" name="Rectangle 20">
                <a:extLst>
                  <a:ext uri="{FF2B5EF4-FFF2-40B4-BE49-F238E27FC236}">
                    <a16:creationId xmlns:a16="http://schemas.microsoft.com/office/drawing/2014/main" id="{A0EEF9CE-C1ED-45D9-9EB6-8F5377272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8687" y="27479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71" name="Rectangle 21">
                <a:extLst>
                  <a:ext uri="{FF2B5EF4-FFF2-40B4-BE49-F238E27FC236}">
                    <a16:creationId xmlns:a16="http://schemas.microsoft.com/office/drawing/2014/main" id="{6DF0DBBF-4D71-4FD5-B364-A55D4E8E8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1200" y="3275013"/>
                <a:ext cx="54292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72" name="Rectangle 22">
                <a:extLst>
                  <a:ext uri="{FF2B5EF4-FFF2-40B4-BE49-F238E27FC236}">
                    <a16:creationId xmlns:a16="http://schemas.microsoft.com/office/drawing/2014/main" id="{AFA6CA5F-BCB8-457D-B4E8-68DECD0AC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4725" y="27463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73" name="Line 23">
                <a:extLst>
                  <a:ext uri="{FF2B5EF4-FFF2-40B4-BE49-F238E27FC236}">
                    <a16:creationId xmlns:a16="http://schemas.microsoft.com/office/drawing/2014/main" id="{213B5B35-2E64-46AA-A45D-28BB3A3EA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37425" y="3287713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74" name="Line 24">
                <a:extLst>
                  <a:ext uri="{FF2B5EF4-FFF2-40B4-BE49-F238E27FC236}">
                    <a16:creationId xmlns:a16="http://schemas.microsoft.com/office/drawing/2014/main" id="{2E6BF7FE-694D-46FF-85E6-B299A91E0D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24362" y="4181475"/>
                <a:ext cx="20955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75" name="Line 25">
                <a:extLst>
                  <a:ext uri="{FF2B5EF4-FFF2-40B4-BE49-F238E27FC236}">
                    <a16:creationId xmlns:a16="http://schemas.microsoft.com/office/drawing/2014/main" id="{9E01D78B-7458-4DD8-8A65-AA1FB735DA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4762" y="4181475"/>
                <a:ext cx="2667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76" name="Freeform 26">
                <a:extLst>
                  <a:ext uri="{FF2B5EF4-FFF2-40B4-BE49-F238E27FC236}">
                    <a16:creationId xmlns:a16="http://schemas.microsoft.com/office/drawing/2014/main" id="{76F4131E-7511-4349-B614-EC622B857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462" y="4049713"/>
                <a:ext cx="285750" cy="265113"/>
              </a:xfrm>
              <a:custGeom>
                <a:avLst/>
                <a:gdLst>
                  <a:gd name="T0" fmla="*/ 2147483646 w 360"/>
                  <a:gd name="T1" fmla="*/ 2147483646 h 336"/>
                  <a:gd name="T2" fmla="*/ 0 w 360"/>
                  <a:gd name="T3" fmla="*/ 2147483646 h 336"/>
                  <a:gd name="T4" fmla="*/ 0 w 360"/>
                  <a:gd name="T5" fmla="*/ 0 h 336"/>
                  <a:gd name="T6" fmla="*/ 2147483646 w 360"/>
                  <a:gd name="T7" fmla="*/ 2147483646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0"/>
                  <a:gd name="T13" fmla="*/ 0 h 336"/>
                  <a:gd name="T14" fmla="*/ 360 w 360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0" h="336">
                    <a:moveTo>
                      <a:pt x="360" y="168"/>
                    </a:moveTo>
                    <a:lnTo>
                      <a:pt x="0" y="336"/>
                    </a:lnTo>
                    <a:lnTo>
                      <a:pt x="0" y="0"/>
                    </a:lnTo>
                    <a:lnTo>
                      <a:pt x="360" y="168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77" name="Freeform 28">
                <a:extLst>
                  <a:ext uri="{FF2B5EF4-FFF2-40B4-BE49-F238E27FC236}">
                    <a16:creationId xmlns:a16="http://schemas.microsoft.com/office/drawing/2014/main" id="{46E55C7D-F720-4C9C-AD22-1DC270C3E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1975" y="4138613"/>
                <a:ext cx="85725" cy="87313"/>
              </a:xfrm>
              <a:custGeom>
                <a:avLst/>
                <a:gdLst>
                  <a:gd name="T0" fmla="*/ 2147483646 w 109"/>
                  <a:gd name="T1" fmla="*/ 0 h 109"/>
                  <a:gd name="T2" fmla="*/ 2147483646 w 109"/>
                  <a:gd name="T3" fmla="*/ 2147483646 h 109"/>
                  <a:gd name="T4" fmla="*/ 2147483646 w 109"/>
                  <a:gd name="T5" fmla="*/ 2147483646 h 109"/>
                  <a:gd name="T6" fmla="*/ 2147483646 w 109"/>
                  <a:gd name="T7" fmla="*/ 2147483646 h 109"/>
                  <a:gd name="T8" fmla="*/ 2147483646 w 109"/>
                  <a:gd name="T9" fmla="*/ 2147483646 h 109"/>
                  <a:gd name="T10" fmla="*/ 2147483646 w 109"/>
                  <a:gd name="T11" fmla="*/ 2147483646 h 109"/>
                  <a:gd name="T12" fmla="*/ 2147483646 w 109"/>
                  <a:gd name="T13" fmla="*/ 2147483646 h 109"/>
                  <a:gd name="T14" fmla="*/ 2147483646 w 109"/>
                  <a:gd name="T15" fmla="*/ 2147483646 h 109"/>
                  <a:gd name="T16" fmla="*/ 0 w 109"/>
                  <a:gd name="T17" fmla="*/ 2147483646 h 109"/>
                  <a:gd name="T18" fmla="*/ 0 w 109"/>
                  <a:gd name="T19" fmla="*/ 2147483646 h 109"/>
                  <a:gd name="T20" fmla="*/ 0 w 109"/>
                  <a:gd name="T21" fmla="*/ 2147483646 h 109"/>
                  <a:gd name="T22" fmla="*/ 0 w 109"/>
                  <a:gd name="T23" fmla="*/ 2147483646 h 109"/>
                  <a:gd name="T24" fmla="*/ 0 w 109"/>
                  <a:gd name="T25" fmla="*/ 2147483646 h 109"/>
                  <a:gd name="T26" fmla="*/ 2147483646 w 109"/>
                  <a:gd name="T27" fmla="*/ 2147483646 h 109"/>
                  <a:gd name="T28" fmla="*/ 2147483646 w 109"/>
                  <a:gd name="T29" fmla="*/ 2147483646 h 109"/>
                  <a:gd name="T30" fmla="*/ 2147483646 w 109"/>
                  <a:gd name="T31" fmla="*/ 2147483646 h 109"/>
                  <a:gd name="T32" fmla="*/ 2147483646 w 109"/>
                  <a:gd name="T33" fmla="*/ 2147483646 h 109"/>
                  <a:gd name="T34" fmla="*/ 2147483646 w 109"/>
                  <a:gd name="T35" fmla="*/ 2147483646 h 109"/>
                  <a:gd name="T36" fmla="*/ 2147483646 w 109"/>
                  <a:gd name="T37" fmla="*/ 2147483646 h 109"/>
                  <a:gd name="T38" fmla="*/ 2147483646 w 109"/>
                  <a:gd name="T39" fmla="*/ 2147483646 h 109"/>
                  <a:gd name="T40" fmla="*/ 2147483646 w 109"/>
                  <a:gd name="T41" fmla="*/ 2147483646 h 109"/>
                  <a:gd name="T42" fmla="*/ 2147483646 w 109"/>
                  <a:gd name="T43" fmla="*/ 2147483646 h 109"/>
                  <a:gd name="T44" fmla="*/ 2147483646 w 109"/>
                  <a:gd name="T45" fmla="*/ 2147483646 h 109"/>
                  <a:gd name="T46" fmla="*/ 2147483646 w 109"/>
                  <a:gd name="T47" fmla="*/ 2147483646 h 109"/>
                  <a:gd name="T48" fmla="*/ 2147483646 w 109"/>
                  <a:gd name="T49" fmla="*/ 2147483646 h 109"/>
                  <a:gd name="T50" fmla="*/ 2147483646 w 109"/>
                  <a:gd name="T51" fmla="*/ 2147483646 h 109"/>
                  <a:gd name="T52" fmla="*/ 2147483646 w 109"/>
                  <a:gd name="T53" fmla="*/ 2147483646 h 109"/>
                  <a:gd name="T54" fmla="*/ 2147483646 w 109"/>
                  <a:gd name="T55" fmla="*/ 2147483646 h 109"/>
                  <a:gd name="T56" fmla="*/ 2147483646 w 109"/>
                  <a:gd name="T57" fmla="*/ 2147483646 h 109"/>
                  <a:gd name="T58" fmla="*/ 2147483646 w 109"/>
                  <a:gd name="T59" fmla="*/ 2147483646 h 109"/>
                  <a:gd name="T60" fmla="*/ 2147483646 w 109"/>
                  <a:gd name="T61" fmla="*/ 2147483646 h 109"/>
                  <a:gd name="T62" fmla="*/ 2147483646 w 109"/>
                  <a:gd name="T63" fmla="*/ 2147483646 h 109"/>
                  <a:gd name="T64" fmla="*/ 2147483646 w 109"/>
                  <a:gd name="T65" fmla="*/ 2147483646 h 109"/>
                  <a:gd name="T66" fmla="*/ 2147483646 w 109"/>
                  <a:gd name="T67" fmla="*/ 2147483646 h 109"/>
                  <a:gd name="T68" fmla="*/ 2147483646 w 109"/>
                  <a:gd name="T69" fmla="*/ 2147483646 h 109"/>
                  <a:gd name="T70" fmla="*/ 2147483646 w 109"/>
                  <a:gd name="T71" fmla="*/ 2147483646 h 109"/>
                  <a:gd name="T72" fmla="*/ 2147483646 w 109"/>
                  <a:gd name="T73" fmla="*/ 2147483646 h 109"/>
                  <a:gd name="T74" fmla="*/ 2147483646 w 109"/>
                  <a:gd name="T75" fmla="*/ 2147483646 h 109"/>
                  <a:gd name="T76" fmla="*/ 2147483646 w 109"/>
                  <a:gd name="T77" fmla="*/ 2147483646 h 109"/>
                  <a:gd name="T78" fmla="*/ 2147483646 w 109"/>
                  <a:gd name="T79" fmla="*/ 2147483646 h 109"/>
                  <a:gd name="T80" fmla="*/ 2147483646 w 109"/>
                  <a:gd name="T81" fmla="*/ 2147483646 h 109"/>
                  <a:gd name="T82" fmla="*/ 2147483646 w 109"/>
                  <a:gd name="T83" fmla="*/ 2147483646 h 109"/>
                  <a:gd name="T84" fmla="*/ 2147483646 w 109"/>
                  <a:gd name="T85" fmla="*/ 0 h 109"/>
                  <a:gd name="T86" fmla="*/ 2147483646 w 109"/>
                  <a:gd name="T87" fmla="*/ 0 h 10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09"/>
                  <a:gd name="T133" fmla="*/ 0 h 109"/>
                  <a:gd name="T134" fmla="*/ 109 w 109"/>
                  <a:gd name="T135" fmla="*/ 109 h 10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09" h="109">
                    <a:moveTo>
                      <a:pt x="54" y="0"/>
                    </a:moveTo>
                    <a:lnTo>
                      <a:pt x="52" y="0"/>
                    </a:lnTo>
                    <a:lnTo>
                      <a:pt x="49" y="0"/>
                    </a:lnTo>
                    <a:lnTo>
                      <a:pt x="46" y="0"/>
                    </a:lnTo>
                    <a:lnTo>
                      <a:pt x="43" y="1"/>
                    </a:lnTo>
                    <a:lnTo>
                      <a:pt x="41" y="1"/>
                    </a:lnTo>
                    <a:lnTo>
                      <a:pt x="39" y="2"/>
                    </a:lnTo>
                    <a:lnTo>
                      <a:pt x="36" y="3"/>
                    </a:lnTo>
                    <a:lnTo>
                      <a:pt x="34" y="3"/>
                    </a:lnTo>
                    <a:lnTo>
                      <a:pt x="31" y="4"/>
                    </a:lnTo>
                    <a:lnTo>
                      <a:pt x="29" y="6"/>
                    </a:lnTo>
                    <a:lnTo>
                      <a:pt x="27" y="7"/>
                    </a:lnTo>
                    <a:lnTo>
                      <a:pt x="24" y="9"/>
                    </a:lnTo>
                    <a:lnTo>
                      <a:pt x="22" y="10"/>
                    </a:lnTo>
                    <a:lnTo>
                      <a:pt x="19" y="12"/>
                    </a:lnTo>
                    <a:lnTo>
                      <a:pt x="18" y="14"/>
                    </a:lnTo>
                    <a:lnTo>
                      <a:pt x="16" y="15"/>
                    </a:lnTo>
                    <a:lnTo>
                      <a:pt x="15" y="18"/>
                    </a:lnTo>
                    <a:lnTo>
                      <a:pt x="12" y="19"/>
                    </a:lnTo>
                    <a:lnTo>
                      <a:pt x="11" y="21"/>
                    </a:lnTo>
                    <a:lnTo>
                      <a:pt x="10" y="24"/>
                    </a:lnTo>
                    <a:lnTo>
                      <a:pt x="7" y="26"/>
                    </a:lnTo>
                    <a:lnTo>
                      <a:pt x="6" y="28"/>
                    </a:lnTo>
                    <a:lnTo>
                      <a:pt x="5" y="31"/>
                    </a:lnTo>
                    <a:lnTo>
                      <a:pt x="4" y="33"/>
                    </a:lnTo>
                    <a:lnTo>
                      <a:pt x="4" y="36"/>
                    </a:lnTo>
                    <a:lnTo>
                      <a:pt x="3" y="38"/>
                    </a:lnTo>
                    <a:lnTo>
                      <a:pt x="1" y="40"/>
                    </a:lnTo>
                    <a:lnTo>
                      <a:pt x="1" y="43"/>
                    </a:lnTo>
                    <a:lnTo>
                      <a:pt x="0" y="45"/>
                    </a:lnTo>
                    <a:lnTo>
                      <a:pt x="0" y="49"/>
                    </a:lnTo>
                    <a:lnTo>
                      <a:pt x="0" y="51"/>
                    </a:lnTo>
                    <a:lnTo>
                      <a:pt x="0" y="54"/>
                    </a:lnTo>
                    <a:lnTo>
                      <a:pt x="0" y="57"/>
                    </a:lnTo>
                    <a:lnTo>
                      <a:pt x="0" y="60"/>
                    </a:lnTo>
                    <a:lnTo>
                      <a:pt x="0" y="62"/>
                    </a:lnTo>
                    <a:lnTo>
                      <a:pt x="1" y="64"/>
                    </a:lnTo>
                    <a:lnTo>
                      <a:pt x="1" y="68"/>
                    </a:lnTo>
                    <a:lnTo>
                      <a:pt x="3" y="70"/>
                    </a:lnTo>
                    <a:lnTo>
                      <a:pt x="4" y="73"/>
                    </a:lnTo>
                    <a:lnTo>
                      <a:pt x="4" y="75"/>
                    </a:lnTo>
                    <a:lnTo>
                      <a:pt x="5" y="78"/>
                    </a:lnTo>
                    <a:lnTo>
                      <a:pt x="6" y="80"/>
                    </a:lnTo>
                    <a:lnTo>
                      <a:pt x="7" y="82"/>
                    </a:lnTo>
                    <a:lnTo>
                      <a:pt x="10" y="85"/>
                    </a:lnTo>
                    <a:lnTo>
                      <a:pt x="11" y="86"/>
                    </a:lnTo>
                    <a:lnTo>
                      <a:pt x="12" y="88"/>
                    </a:lnTo>
                    <a:lnTo>
                      <a:pt x="15" y="91"/>
                    </a:lnTo>
                    <a:lnTo>
                      <a:pt x="16" y="92"/>
                    </a:lnTo>
                    <a:lnTo>
                      <a:pt x="18" y="94"/>
                    </a:lnTo>
                    <a:lnTo>
                      <a:pt x="19" y="96"/>
                    </a:lnTo>
                    <a:lnTo>
                      <a:pt x="22" y="98"/>
                    </a:lnTo>
                    <a:lnTo>
                      <a:pt x="24" y="99"/>
                    </a:lnTo>
                    <a:lnTo>
                      <a:pt x="27" y="100"/>
                    </a:lnTo>
                    <a:lnTo>
                      <a:pt x="29" y="102"/>
                    </a:lnTo>
                    <a:lnTo>
                      <a:pt x="31" y="103"/>
                    </a:lnTo>
                    <a:lnTo>
                      <a:pt x="34" y="104"/>
                    </a:lnTo>
                    <a:lnTo>
                      <a:pt x="36" y="105"/>
                    </a:lnTo>
                    <a:lnTo>
                      <a:pt x="39" y="106"/>
                    </a:lnTo>
                    <a:lnTo>
                      <a:pt x="41" y="106"/>
                    </a:lnTo>
                    <a:lnTo>
                      <a:pt x="43" y="108"/>
                    </a:lnTo>
                    <a:lnTo>
                      <a:pt x="46" y="108"/>
                    </a:lnTo>
                    <a:lnTo>
                      <a:pt x="49" y="108"/>
                    </a:lnTo>
                    <a:lnTo>
                      <a:pt x="52" y="109"/>
                    </a:lnTo>
                    <a:lnTo>
                      <a:pt x="54" y="109"/>
                    </a:lnTo>
                    <a:lnTo>
                      <a:pt x="58" y="109"/>
                    </a:lnTo>
                    <a:lnTo>
                      <a:pt x="60" y="108"/>
                    </a:lnTo>
                    <a:lnTo>
                      <a:pt x="63" y="108"/>
                    </a:lnTo>
                    <a:lnTo>
                      <a:pt x="65" y="108"/>
                    </a:lnTo>
                    <a:lnTo>
                      <a:pt x="69" y="106"/>
                    </a:lnTo>
                    <a:lnTo>
                      <a:pt x="71" y="106"/>
                    </a:lnTo>
                    <a:lnTo>
                      <a:pt x="73" y="105"/>
                    </a:lnTo>
                    <a:lnTo>
                      <a:pt x="76" y="104"/>
                    </a:lnTo>
                    <a:lnTo>
                      <a:pt x="78" y="103"/>
                    </a:lnTo>
                    <a:lnTo>
                      <a:pt x="81" y="102"/>
                    </a:lnTo>
                    <a:lnTo>
                      <a:pt x="83" y="100"/>
                    </a:lnTo>
                    <a:lnTo>
                      <a:pt x="85" y="99"/>
                    </a:lnTo>
                    <a:lnTo>
                      <a:pt x="87" y="98"/>
                    </a:lnTo>
                    <a:lnTo>
                      <a:pt x="89" y="96"/>
                    </a:lnTo>
                    <a:lnTo>
                      <a:pt x="91" y="94"/>
                    </a:lnTo>
                    <a:lnTo>
                      <a:pt x="93" y="92"/>
                    </a:lnTo>
                    <a:lnTo>
                      <a:pt x="95" y="91"/>
                    </a:lnTo>
                    <a:lnTo>
                      <a:pt x="96" y="88"/>
                    </a:lnTo>
                    <a:lnTo>
                      <a:pt x="99" y="86"/>
                    </a:lnTo>
                    <a:lnTo>
                      <a:pt x="100" y="85"/>
                    </a:lnTo>
                    <a:lnTo>
                      <a:pt x="101" y="82"/>
                    </a:lnTo>
                    <a:lnTo>
                      <a:pt x="102" y="80"/>
                    </a:lnTo>
                    <a:lnTo>
                      <a:pt x="103" y="78"/>
                    </a:lnTo>
                    <a:lnTo>
                      <a:pt x="105" y="75"/>
                    </a:lnTo>
                    <a:lnTo>
                      <a:pt x="106" y="73"/>
                    </a:lnTo>
                    <a:lnTo>
                      <a:pt x="107" y="70"/>
                    </a:lnTo>
                    <a:lnTo>
                      <a:pt x="107" y="68"/>
                    </a:lnTo>
                    <a:lnTo>
                      <a:pt x="108" y="64"/>
                    </a:lnTo>
                    <a:lnTo>
                      <a:pt x="108" y="62"/>
                    </a:lnTo>
                    <a:lnTo>
                      <a:pt x="108" y="60"/>
                    </a:lnTo>
                    <a:lnTo>
                      <a:pt x="109" y="57"/>
                    </a:lnTo>
                    <a:lnTo>
                      <a:pt x="109" y="54"/>
                    </a:lnTo>
                    <a:lnTo>
                      <a:pt x="109" y="51"/>
                    </a:lnTo>
                    <a:lnTo>
                      <a:pt x="108" y="49"/>
                    </a:lnTo>
                    <a:lnTo>
                      <a:pt x="108" y="45"/>
                    </a:lnTo>
                    <a:lnTo>
                      <a:pt x="108" y="43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6" y="36"/>
                    </a:lnTo>
                    <a:lnTo>
                      <a:pt x="105" y="33"/>
                    </a:lnTo>
                    <a:lnTo>
                      <a:pt x="103" y="31"/>
                    </a:lnTo>
                    <a:lnTo>
                      <a:pt x="102" y="28"/>
                    </a:lnTo>
                    <a:lnTo>
                      <a:pt x="101" y="26"/>
                    </a:lnTo>
                    <a:lnTo>
                      <a:pt x="100" y="24"/>
                    </a:lnTo>
                    <a:lnTo>
                      <a:pt x="99" y="21"/>
                    </a:lnTo>
                    <a:lnTo>
                      <a:pt x="96" y="19"/>
                    </a:lnTo>
                    <a:lnTo>
                      <a:pt x="95" y="18"/>
                    </a:lnTo>
                    <a:lnTo>
                      <a:pt x="93" y="15"/>
                    </a:lnTo>
                    <a:lnTo>
                      <a:pt x="91" y="14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5" y="9"/>
                    </a:lnTo>
                    <a:lnTo>
                      <a:pt x="83" y="7"/>
                    </a:lnTo>
                    <a:lnTo>
                      <a:pt x="81" y="6"/>
                    </a:lnTo>
                    <a:lnTo>
                      <a:pt x="78" y="4"/>
                    </a:lnTo>
                    <a:lnTo>
                      <a:pt x="76" y="3"/>
                    </a:lnTo>
                    <a:lnTo>
                      <a:pt x="73" y="3"/>
                    </a:lnTo>
                    <a:lnTo>
                      <a:pt x="71" y="2"/>
                    </a:lnTo>
                    <a:lnTo>
                      <a:pt x="69" y="1"/>
                    </a:lnTo>
                    <a:lnTo>
                      <a:pt x="65" y="1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54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78" name="Rectangle 29">
                <a:extLst>
                  <a:ext uri="{FF2B5EF4-FFF2-40B4-BE49-F238E27FC236}">
                    <a16:creationId xmlns:a16="http://schemas.microsoft.com/office/drawing/2014/main" id="{0FCCBE61-73B1-491A-83A5-7185BBF5A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9125" y="2563813"/>
                <a:ext cx="685800" cy="10668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79" name="Rectangle 30">
                <a:extLst>
                  <a:ext uri="{FF2B5EF4-FFF2-40B4-BE49-F238E27FC236}">
                    <a16:creationId xmlns:a16="http://schemas.microsoft.com/office/drawing/2014/main" id="{6C8A4456-7634-4114-B642-7573150D1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4725" y="32893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80" name="Rectangle 31">
                <a:extLst>
                  <a:ext uri="{FF2B5EF4-FFF2-40B4-BE49-F238E27FC236}">
                    <a16:creationId xmlns:a16="http://schemas.microsoft.com/office/drawing/2014/main" id="{EECBB2B3-8C8D-4F63-9EBE-ED15A0083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325" y="27432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81" name="Rectangle 32">
                <a:extLst>
                  <a:ext uri="{FF2B5EF4-FFF2-40B4-BE49-F238E27FC236}">
                    <a16:creationId xmlns:a16="http://schemas.microsoft.com/office/drawing/2014/main" id="{22911E87-96E5-443F-A299-131E9F269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0612" y="273685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82" name="Line 33">
                <a:extLst>
                  <a:ext uri="{FF2B5EF4-FFF2-40B4-BE49-F238E27FC236}">
                    <a16:creationId xmlns:a16="http://schemas.microsoft.com/office/drawing/2014/main" id="{422615F8-0599-42EE-AB10-5B4ACFA046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94425" y="3268663"/>
                <a:ext cx="762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83" name="Rectangle 38">
                <a:extLst>
                  <a:ext uri="{FF2B5EF4-FFF2-40B4-BE49-F238E27FC236}">
                    <a16:creationId xmlns:a16="http://schemas.microsoft.com/office/drawing/2014/main" id="{A87E7C29-6F02-4EC5-ADB7-6382BF7C7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2200" y="32813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84" name="Rectangle 39">
                <a:extLst>
                  <a:ext uri="{FF2B5EF4-FFF2-40B4-BE49-F238E27FC236}">
                    <a16:creationId xmlns:a16="http://schemas.microsoft.com/office/drawing/2014/main" id="{B39FC0DE-3537-4D43-AA6F-33071E6228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2737" y="25812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85" name="Rectangle 40">
                <a:extLst>
                  <a:ext uri="{FF2B5EF4-FFF2-40B4-BE49-F238E27FC236}">
                    <a16:creationId xmlns:a16="http://schemas.microsoft.com/office/drawing/2014/main" id="{F7BC7888-53F9-42D8-B2BC-C9832904F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2912" y="2665413"/>
                <a:ext cx="198438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m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86" name="Rectangle 41">
                <a:extLst>
                  <a:ext uri="{FF2B5EF4-FFF2-40B4-BE49-F238E27FC236}">
                    <a16:creationId xmlns:a16="http://schemas.microsoft.com/office/drawing/2014/main" id="{5EFB8CAC-5B5B-4A0B-A3C6-F6CC5C1DA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5900" y="25812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87" name="Rectangle 42">
                <a:extLst>
                  <a:ext uri="{FF2B5EF4-FFF2-40B4-BE49-F238E27FC236}">
                    <a16:creationId xmlns:a16="http://schemas.microsoft.com/office/drawing/2014/main" id="{ECC9820E-2ED7-438B-82F9-3E9499D26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6075" y="2665413"/>
                <a:ext cx="146050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s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88" name="Rectangle 66">
                <a:extLst>
                  <a:ext uri="{FF2B5EF4-FFF2-40B4-BE49-F238E27FC236}">
                    <a16:creationId xmlns:a16="http://schemas.microsoft.com/office/drawing/2014/main" id="{C3A707F6-5660-43DB-944A-5B8FDEF18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325" y="3273425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89" name="Rectangle 67">
                <a:extLst>
                  <a:ext uri="{FF2B5EF4-FFF2-40B4-BE49-F238E27FC236}">
                    <a16:creationId xmlns:a16="http://schemas.microsoft.com/office/drawing/2014/main" id="{0B876586-9C2E-4EF9-91A6-A0511E150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450" y="3273425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4490" name="Oval 68">
                <a:extLst>
                  <a:ext uri="{FF2B5EF4-FFF2-40B4-BE49-F238E27FC236}">
                    <a16:creationId xmlns:a16="http://schemas.microsoft.com/office/drawing/2014/main" id="{65B08F1E-7D61-481A-9133-878650BBF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150" y="3330575"/>
                <a:ext cx="74613" cy="7302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cxnSp>
          <p:nvCxnSpPr>
            <p:cNvPr id="104454" name="Straight Connector 87">
              <a:extLst>
                <a:ext uri="{FF2B5EF4-FFF2-40B4-BE49-F238E27FC236}">
                  <a16:creationId xmlns:a16="http://schemas.microsoft.com/office/drawing/2014/main" id="{15551AAF-4B72-40E9-A3EC-5154A4C5A6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465281" y="2347469"/>
              <a:ext cx="2346" cy="55996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455" name="Straight Connector 88">
              <a:extLst>
                <a:ext uri="{FF2B5EF4-FFF2-40B4-BE49-F238E27FC236}">
                  <a16:creationId xmlns:a16="http://schemas.microsoft.com/office/drawing/2014/main" id="{549FE4FE-67F0-4BB6-B73A-5AD6440FC21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85709" y="2357629"/>
              <a:ext cx="653652" cy="784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73" name="Group 6">
            <a:extLst>
              <a:ext uri="{FF2B5EF4-FFF2-40B4-BE49-F238E27FC236}">
                <a16:creationId xmlns:a16="http://schemas.microsoft.com/office/drawing/2014/main" id="{8DF000A1-1E3C-46EC-B367-6CF04803620C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5638800"/>
            <a:ext cx="5105400" cy="369888"/>
            <a:chOff x="1752600" y="5638800"/>
            <a:chExt cx="5105399" cy="369332"/>
          </a:xfrm>
        </p:grpSpPr>
        <p:sp>
          <p:nvSpPr>
            <p:cNvPr id="105515" name="Freeform 13">
              <a:extLst>
                <a:ext uri="{FF2B5EF4-FFF2-40B4-BE49-F238E27FC236}">
                  <a16:creationId xmlns:a16="http://schemas.microsoft.com/office/drawing/2014/main" id="{A84E71A5-2433-4822-8D42-F3284B3A2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458" y="5638800"/>
              <a:ext cx="4175541" cy="268288"/>
            </a:xfrm>
            <a:custGeom>
              <a:avLst/>
              <a:gdLst>
                <a:gd name="T0" fmla="*/ 2147483646 w 1873"/>
                <a:gd name="T1" fmla="*/ 2147483646 h 336"/>
                <a:gd name="T2" fmla="*/ 2147483646 w 1873"/>
                <a:gd name="T3" fmla="*/ 0 h 336"/>
                <a:gd name="T4" fmla="*/ 2147483646 w 1873"/>
                <a:gd name="T5" fmla="*/ 0 h 336"/>
                <a:gd name="T6" fmla="*/ 2147483646 w 1873"/>
                <a:gd name="T7" fmla="*/ 2147483646 h 336"/>
                <a:gd name="T8" fmla="*/ 2147483646 w 1873"/>
                <a:gd name="T9" fmla="*/ 2147483646 h 336"/>
                <a:gd name="T10" fmla="*/ 2147483646 w 1873"/>
                <a:gd name="T11" fmla="*/ 0 h 336"/>
                <a:gd name="T12" fmla="*/ 2147483646 w 1873"/>
                <a:gd name="T13" fmla="*/ 0 h 336"/>
                <a:gd name="T14" fmla="*/ 2147483646 w 1873"/>
                <a:gd name="T15" fmla="*/ 2147483646 h 336"/>
                <a:gd name="T16" fmla="*/ 0 w 1873"/>
                <a:gd name="T17" fmla="*/ 2147483646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73"/>
                <a:gd name="T28" fmla="*/ 0 h 336"/>
                <a:gd name="T29" fmla="*/ 1873 w 1873"/>
                <a:gd name="T30" fmla="*/ 336 h 3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73" h="336">
                  <a:moveTo>
                    <a:pt x="1873" y="336"/>
                  </a:moveTo>
                  <a:lnTo>
                    <a:pt x="1873" y="0"/>
                  </a:lnTo>
                  <a:lnTo>
                    <a:pt x="1393" y="0"/>
                  </a:lnTo>
                  <a:lnTo>
                    <a:pt x="1393" y="336"/>
                  </a:lnTo>
                  <a:lnTo>
                    <a:pt x="936" y="336"/>
                  </a:lnTo>
                  <a:lnTo>
                    <a:pt x="936" y="0"/>
                  </a:lnTo>
                  <a:lnTo>
                    <a:pt x="480" y="0"/>
                  </a:lnTo>
                  <a:lnTo>
                    <a:pt x="480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16" name="TextBox 5">
              <a:extLst>
                <a:ext uri="{FF2B5EF4-FFF2-40B4-BE49-F238E27FC236}">
                  <a16:creationId xmlns:a16="http://schemas.microsoft.com/office/drawing/2014/main" id="{06D10420-2231-4176-BEEF-D88C579C6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5638800"/>
              <a:ext cx="7360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105474" name="Oval 7">
            <a:extLst>
              <a:ext uri="{FF2B5EF4-FFF2-40B4-BE49-F238E27FC236}">
                <a16:creationId xmlns:a16="http://schemas.microsoft.com/office/drawing/2014/main" id="{185A6ACE-A023-4C76-BA48-3755E42EE4D4}"/>
              </a:ext>
            </a:extLst>
          </p:cNvPr>
          <p:cNvSpPr>
            <a:spLocks noChangeAspect="1"/>
          </p:cNvSpPr>
          <p:nvPr/>
        </p:nvSpPr>
        <p:spPr bwMode="auto">
          <a:xfrm>
            <a:off x="5808663" y="5592763"/>
            <a:ext cx="85725" cy="87312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75" name="Title 1">
            <a:extLst>
              <a:ext uri="{FF2B5EF4-FFF2-40B4-BE49-F238E27FC236}">
                <a16:creationId xmlns:a16="http://schemas.microsoft.com/office/drawing/2014/main" id="{027C38C3-7A5A-4D1A-B83A-2F43FBC2CF2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Negative-Edge-Triggered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Master-Slave D Flip-Flop</a:t>
            </a:r>
          </a:p>
        </p:txBody>
      </p:sp>
      <p:grpSp>
        <p:nvGrpSpPr>
          <p:cNvPr id="105476" name="Group 46">
            <a:extLst>
              <a:ext uri="{FF2B5EF4-FFF2-40B4-BE49-F238E27FC236}">
                <a16:creationId xmlns:a16="http://schemas.microsoft.com/office/drawing/2014/main" id="{15A6148C-C75C-44B1-88A3-1F8A26833731}"/>
              </a:ext>
            </a:extLst>
          </p:cNvPr>
          <p:cNvGrpSpPr>
            <a:grpSpLocks/>
          </p:cNvGrpSpPr>
          <p:nvPr/>
        </p:nvGrpSpPr>
        <p:grpSpPr bwMode="auto">
          <a:xfrm>
            <a:off x="1879600" y="2100263"/>
            <a:ext cx="5588000" cy="2003425"/>
            <a:chOff x="2206625" y="2099959"/>
            <a:chExt cx="5588000" cy="2003425"/>
          </a:xfrm>
        </p:grpSpPr>
        <p:grpSp>
          <p:nvGrpSpPr>
            <p:cNvPr id="105477" name="Group 37">
              <a:extLst>
                <a:ext uri="{FF2B5EF4-FFF2-40B4-BE49-F238E27FC236}">
                  <a16:creationId xmlns:a16="http://schemas.microsoft.com/office/drawing/2014/main" id="{8534C650-3C5D-4FF2-8FBB-E75412E11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6625" y="2099959"/>
              <a:ext cx="5588000" cy="2003425"/>
              <a:chOff x="1981200" y="2311400"/>
              <a:chExt cx="5588000" cy="2003426"/>
            </a:xfrm>
          </p:grpSpPr>
          <p:sp>
            <p:nvSpPr>
              <p:cNvPr id="105480" name="Rectangle 50">
                <a:extLst>
                  <a:ext uri="{FF2B5EF4-FFF2-40B4-BE49-F238E27FC236}">
                    <a16:creationId xmlns:a16="http://schemas.microsoft.com/office/drawing/2014/main" id="{14A0EECB-00AD-4486-AE78-8A65F237F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1362" y="2563813"/>
                <a:ext cx="666750" cy="10668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481" name="Rectangle 51">
                <a:extLst>
                  <a:ext uri="{FF2B5EF4-FFF2-40B4-BE49-F238E27FC236}">
                    <a16:creationId xmlns:a16="http://schemas.microsoft.com/office/drawing/2014/main" id="{316D7C9B-EC3D-42C6-A93C-743B5FE6E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450" y="27432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482" name="Rectangle 52">
                <a:extLst>
                  <a:ext uri="{FF2B5EF4-FFF2-40B4-BE49-F238E27FC236}">
                    <a16:creationId xmlns:a16="http://schemas.microsoft.com/office/drawing/2014/main" id="{BD672C3D-879C-49B3-8DFD-D1615225F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1737" y="273685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483" name="Line 8">
                <a:extLst>
                  <a:ext uri="{FF2B5EF4-FFF2-40B4-BE49-F238E27FC236}">
                    <a16:creationId xmlns:a16="http://schemas.microsoft.com/office/drawing/2014/main" id="{FFC73987-7C06-4C46-931A-250F60A17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57612" y="3268663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84" name="Freeform 54">
                <a:extLst>
                  <a:ext uri="{FF2B5EF4-FFF2-40B4-BE49-F238E27FC236}">
                    <a16:creationId xmlns:a16="http://schemas.microsoft.com/office/drawing/2014/main" id="{1E2EC558-9CD6-4F94-815B-C882B3E08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3912" y="3363913"/>
                <a:ext cx="1065213" cy="817563"/>
              </a:xfrm>
              <a:custGeom>
                <a:avLst/>
                <a:gdLst>
                  <a:gd name="T0" fmla="*/ 2147483646 w 1344"/>
                  <a:gd name="T1" fmla="*/ 0 h 1031"/>
                  <a:gd name="T2" fmla="*/ 2147483646 w 1344"/>
                  <a:gd name="T3" fmla="*/ 0 h 1031"/>
                  <a:gd name="T4" fmla="*/ 2147483646 w 1344"/>
                  <a:gd name="T5" fmla="*/ 2147483646 h 1031"/>
                  <a:gd name="T6" fmla="*/ 0 w 134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4"/>
                  <a:gd name="T13" fmla="*/ 0 h 1031"/>
                  <a:gd name="T14" fmla="*/ 1344 w 134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4" h="1031">
                    <a:moveTo>
                      <a:pt x="1344" y="0"/>
                    </a:moveTo>
                    <a:lnTo>
                      <a:pt x="1008" y="0"/>
                    </a:lnTo>
                    <a:lnTo>
                      <a:pt x="1008" y="1031"/>
                    </a:lnTo>
                    <a:lnTo>
                      <a:pt x="0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85" name="Freeform 55">
                <a:extLst>
                  <a:ext uri="{FF2B5EF4-FFF2-40B4-BE49-F238E27FC236}">
                    <a16:creationId xmlns:a16="http://schemas.microsoft.com/office/drawing/2014/main" id="{67FF2989-EEAA-41CD-892B-8BA45C5455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2212" y="3363913"/>
                <a:ext cx="1352550" cy="817563"/>
              </a:xfrm>
              <a:custGeom>
                <a:avLst/>
                <a:gdLst>
                  <a:gd name="T0" fmla="*/ 0 w 1704"/>
                  <a:gd name="T1" fmla="*/ 0 h 1031"/>
                  <a:gd name="T2" fmla="*/ 2147483646 w 1704"/>
                  <a:gd name="T3" fmla="*/ 0 h 1031"/>
                  <a:gd name="T4" fmla="*/ 2147483646 w 1704"/>
                  <a:gd name="T5" fmla="*/ 2147483646 h 1031"/>
                  <a:gd name="T6" fmla="*/ 2147483646 w 1704"/>
                  <a:gd name="T7" fmla="*/ 2147483646 h 10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04"/>
                  <a:gd name="T13" fmla="*/ 0 h 1031"/>
                  <a:gd name="T14" fmla="*/ 1704 w 1704"/>
                  <a:gd name="T15" fmla="*/ 1031 h 10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04" h="1031">
                    <a:moveTo>
                      <a:pt x="0" y="0"/>
                    </a:moveTo>
                    <a:lnTo>
                      <a:pt x="696" y="0"/>
                    </a:lnTo>
                    <a:lnTo>
                      <a:pt x="696" y="1031"/>
                    </a:lnTo>
                    <a:lnTo>
                      <a:pt x="1704" y="10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86" name="Line 11">
                <a:extLst>
                  <a:ext uri="{FF2B5EF4-FFF2-40B4-BE49-F238E27FC236}">
                    <a16:creationId xmlns:a16="http://schemas.microsoft.com/office/drawing/2014/main" id="{0815CEB2-503E-4202-B278-D02BC2E63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4662" y="3365500"/>
                <a:ext cx="266700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87" name="Line 12">
                <a:extLst>
                  <a:ext uri="{FF2B5EF4-FFF2-40B4-BE49-F238E27FC236}">
                    <a16:creationId xmlns:a16="http://schemas.microsoft.com/office/drawing/2014/main" id="{25C245B5-3E49-4787-8302-50BF9C0B1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2212" y="2830513"/>
                <a:ext cx="8191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88" name="Line 13">
                <a:extLst>
                  <a:ext uri="{FF2B5EF4-FFF2-40B4-BE49-F238E27FC236}">
                    <a16:creationId xmlns:a16="http://schemas.microsoft.com/office/drawing/2014/main" id="{83C82ACB-B9FF-4435-887B-492EDC08A5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48112" y="2830513"/>
                <a:ext cx="1751013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89" name="Line 14">
                <a:extLst>
                  <a:ext uri="{FF2B5EF4-FFF2-40B4-BE49-F238E27FC236}">
                    <a16:creationId xmlns:a16="http://schemas.microsoft.com/office/drawing/2014/main" id="{46165779-44CD-4764-A3B2-A5C483062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4925" y="2830513"/>
                <a:ext cx="8001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90" name="Line 15">
                <a:extLst>
                  <a:ext uri="{FF2B5EF4-FFF2-40B4-BE49-F238E27FC236}">
                    <a16:creationId xmlns:a16="http://schemas.microsoft.com/office/drawing/2014/main" id="{204001D9-B834-49C0-980D-E90D005942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384925" y="3365500"/>
                <a:ext cx="8001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91" name="Rectangle 17">
                <a:extLst>
                  <a:ext uri="{FF2B5EF4-FFF2-40B4-BE49-F238E27FC236}">
                    <a16:creationId xmlns:a16="http://schemas.microsoft.com/office/drawing/2014/main" id="{06ABA1D9-742A-4363-AA9F-4FAC90169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325" y="32813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492" name="Rectangle 18">
                <a:extLst>
                  <a:ext uri="{FF2B5EF4-FFF2-40B4-BE49-F238E27FC236}">
                    <a16:creationId xmlns:a16="http://schemas.microsoft.com/office/drawing/2014/main" id="{57D51715-1445-4FA1-BCAF-EBC574A62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8200" y="2311400"/>
                <a:ext cx="565150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Master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493" name="Rectangle 19">
                <a:extLst>
                  <a:ext uri="{FF2B5EF4-FFF2-40B4-BE49-F238E27FC236}">
                    <a16:creationId xmlns:a16="http://schemas.microsoft.com/office/drawing/2014/main" id="{596291E3-4BAA-413D-9E0A-BC69D9C5C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4700" y="2311400"/>
                <a:ext cx="512763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Slave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494" name="Rectangle 20">
                <a:extLst>
                  <a:ext uri="{FF2B5EF4-FFF2-40B4-BE49-F238E27FC236}">
                    <a16:creationId xmlns:a16="http://schemas.microsoft.com/office/drawing/2014/main" id="{9B434571-B5F0-4274-B330-6FB076516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8687" y="27479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495" name="Rectangle 21">
                <a:extLst>
                  <a:ext uri="{FF2B5EF4-FFF2-40B4-BE49-F238E27FC236}">
                    <a16:creationId xmlns:a16="http://schemas.microsoft.com/office/drawing/2014/main" id="{8737947D-7120-4280-BECA-69EC2E1299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1200" y="3275013"/>
                <a:ext cx="54292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496" name="Rectangle 22">
                <a:extLst>
                  <a:ext uri="{FF2B5EF4-FFF2-40B4-BE49-F238E27FC236}">
                    <a16:creationId xmlns:a16="http://schemas.microsoft.com/office/drawing/2014/main" id="{56459C22-A9D6-46EE-85E2-262158EFD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4725" y="27463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497" name="Line 23">
                <a:extLst>
                  <a:ext uri="{FF2B5EF4-FFF2-40B4-BE49-F238E27FC236}">
                    <a16:creationId xmlns:a16="http://schemas.microsoft.com/office/drawing/2014/main" id="{9B2038C7-D0AD-4087-A159-773CD79F9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37425" y="3287713"/>
                <a:ext cx="9525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98" name="Line 24">
                <a:extLst>
                  <a:ext uri="{FF2B5EF4-FFF2-40B4-BE49-F238E27FC236}">
                    <a16:creationId xmlns:a16="http://schemas.microsoft.com/office/drawing/2014/main" id="{94013F71-8EE0-4102-9B27-3EEDAAFF7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24362" y="4181475"/>
                <a:ext cx="20955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99" name="Line 25">
                <a:extLst>
                  <a:ext uri="{FF2B5EF4-FFF2-40B4-BE49-F238E27FC236}">
                    <a16:creationId xmlns:a16="http://schemas.microsoft.com/office/drawing/2014/main" id="{C0706C02-0B0D-441E-80AA-43ECE1F8E2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4762" y="4181475"/>
                <a:ext cx="266700" cy="15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00" name="Freeform 26">
                <a:extLst>
                  <a:ext uri="{FF2B5EF4-FFF2-40B4-BE49-F238E27FC236}">
                    <a16:creationId xmlns:a16="http://schemas.microsoft.com/office/drawing/2014/main" id="{D0B0A3B5-5B35-4E04-9BAA-191131DCB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462" y="4049713"/>
                <a:ext cx="285750" cy="265113"/>
              </a:xfrm>
              <a:custGeom>
                <a:avLst/>
                <a:gdLst>
                  <a:gd name="T0" fmla="*/ 2147483646 w 360"/>
                  <a:gd name="T1" fmla="*/ 2147483646 h 336"/>
                  <a:gd name="T2" fmla="*/ 0 w 360"/>
                  <a:gd name="T3" fmla="*/ 2147483646 h 336"/>
                  <a:gd name="T4" fmla="*/ 0 w 360"/>
                  <a:gd name="T5" fmla="*/ 0 h 336"/>
                  <a:gd name="T6" fmla="*/ 2147483646 w 360"/>
                  <a:gd name="T7" fmla="*/ 2147483646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0"/>
                  <a:gd name="T13" fmla="*/ 0 h 336"/>
                  <a:gd name="T14" fmla="*/ 360 w 360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0" h="336">
                    <a:moveTo>
                      <a:pt x="360" y="168"/>
                    </a:moveTo>
                    <a:lnTo>
                      <a:pt x="0" y="336"/>
                    </a:lnTo>
                    <a:lnTo>
                      <a:pt x="0" y="0"/>
                    </a:lnTo>
                    <a:lnTo>
                      <a:pt x="360" y="168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01" name="Freeform 28">
                <a:extLst>
                  <a:ext uri="{FF2B5EF4-FFF2-40B4-BE49-F238E27FC236}">
                    <a16:creationId xmlns:a16="http://schemas.microsoft.com/office/drawing/2014/main" id="{C9509473-3E21-419E-8417-E143D577FE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1975" y="4138613"/>
                <a:ext cx="85725" cy="87313"/>
              </a:xfrm>
              <a:custGeom>
                <a:avLst/>
                <a:gdLst>
                  <a:gd name="T0" fmla="*/ 2147483646 w 109"/>
                  <a:gd name="T1" fmla="*/ 0 h 109"/>
                  <a:gd name="T2" fmla="*/ 2147483646 w 109"/>
                  <a:gd name="T3" fmla="*/ 2147483646 h 109"/>
                  <a:gd name="T4" fmla="*/ 2147483646 w 109"/>
                  <a:gd name="T5" fmla="*/ 2147483646 h 109"/>
                  <a:gd name="T6" fmla="*/ 2147483646 w 109"/>
                  <a:gd name="T7" fmla="*/ 2147483646 h 109"/>
                  <a:gd name="T8" fmla="*/ 2147483646 w 109"/>
                  <a:gd name="T9" fmla="*/ 2147483646 h 109"/>
                  <a:gd name="T10" fmla="*/ 2147483646 w 109"/>
                  <a:gd name="T11" fmla="*/ 2147483646 h 109"/>
                  <a:gd name="T12" fmla="*/ 2147483646 w 109"/>
                  <a:gd name="T13" fmla="*/ 2147483646 h 109"/>
                  <a:gd name="T14" fmla="*/ 2147483646 w 109"/>
                  <a:gd name="T15" fmla="*/ 2147483646 h 109"/>
                  <a:gd name="T16" fmla="*/ 0 w 109"/>
                  <a:gd name="T17" fmla="*/ 2147483646 h 109"/>
                  <a:gd name="T18" fmla="*/ 0 w 109"/>
                  <a:gd name="T19" fmla="*/ 2147483646 h 109"/>
                  <a:gd name="T20" fmla="*/ 0 w 109"/>
                  <a:gd name="T21" fmla="*/ 2147483646 h 109"/>
                  <a:gd name="T22" fmla="*/ 0 w 109"/>
                  <a:gd name="T23" fmla="*/ 2147483646 h 109"/>
                  <a:gd name="T24" fmla="*/ 0 w 109"/>
                  <a:gd name="T25" fmla="*/ 2147483646 h 109"/>
                  <a:gd name="T26" fmla="*/ 2147483646 w 109"/>
                  <a:gd name="T27" fmla="*/ 2147483646 h 109"/>
                  <a:gd name="T28" fmla="*/ 2147483646 w 109"/>
                  <a:gd name="T29" fmla="*/ 2147483646 h 109"/>
                  <a:gd name="T30" fmla="*/ 2147483646 w 109"/>
                  <a:gd name="T31" fmla="*/ 2147483646 h 109"/>
                  <a:gd name="T32" fmla="*/ 2147483646 w 109"/>
                  <a:gd name="T33" fmla="*/ 2147483646 h 109"/>
                  <a:gd name="T34" fmla="*/ 2147483646 w 109"/>
                  <a:gd name="T35" fmla="*/ 2147483646 h 109"/>
                  <a:gd name="T36" fmla="*/ 2147483646 w 109"/>
                  <a:gd name="T37" fmla="*/ 2147483646 h 109"/>
                  <a:gd name="T38" fmla="*/ 2147483646 w 109"/>
                  <a:gd name="T39" fmla="*/ 2147483646 h 109"/>
                  <a:gd name="T40" fmla="*/ 2147483646 w 109"/>
                  <a:gd name="T41" fmla="*/ 2147483646 h 109"/>
                  <a:gd name="T42" fmla="*/ 2147483646 w 109"/>
                  <a:gd name="T43" fmla="*/ 2147483646 h 109"/>
                  <a:gd name="T44" fmla="*/ 2147483646 w 109"/>
                  <a:gd name="T45" fmla="*/ 2147483646 h 109"/>
                  <a:gd name="T46" fmla="*/ 2147483646 w 109"/>
                  <a:gd name="T47" fmla="*/ 2147483646 h 109"/>
                  <a:gd name="T48" fmla="*/ 2147483646 w 109"/>
                  <a:gd name="T49" fmla="*/ 2147483646 h 109"/>
                  <a:gd name="T50" fmla="*/ 2147483646 w 109"/>
                  <a:gd name="T51" fmla="*/ 2147483646 h 109"/>
                  <a:gd name="T52" fmla="*/ 2147483646 w 109"/>
                  <a:gd name="T53" fmla="*/ 2147483646 h 109"/>
                  <a:gd name="T54" fmla="*/ 2147483646 w 109"/>
                  <a:gd name="T55" fmla="*/ 2147483646 h 109"/>
                  <a:gd name="T56" fmla="*/ 2147483646 w 109"/>
                  <a:gd name="T57" fmla="*/ 2147483646 h 109"/>
                  <a:gd name="T58" fmla="*/ 2147483646 w 109"/>
                  <a:gd name="T59" fmla="*/ 2147483646 h 109"/>
                  <a:gd name="T60" fmla="*/ 2147483646 w 109"/>
                  <a:gd name="T61" fmla="*/ 2147483646 h 109"/>
                  <a:gd name="T62" fmla="*/ 2147483646 w 109"/>
                  <a:gd name="T63" fmla="*/ 2147483646 h 109"/>
                  <a:gd name="T64" fmla="*/ 2147483646 w 109"/>
                  <a:gd name="T65" fmla="*/ 2147483646 h 109"/>
                  <a:gd name="T66" fmla="*/ 2147483646 w 109"/>
                  <a:gd name="T67" fmla="*/ 2147483646 h 109"/>
                  <a:gd name="T68" fmla="*/ 2147483646 w 109"/>
                  <a:gd name="T69" fmla="*/ 2147483646 h 109"/>
                  <a:gd name="T70" fmla="*/ 2147483646 w 109"/>
                  <a:gd name="T71" fmla="*/ 2147483646 h 109"/>
                  <a:gd name="T72" fmla="*/ 2147483646 w 109"/>
                  <a:gd name="T73" fmla="*/ 2147483646 h 109"/>
                  <a:gd name="T74" fmla="*/ 2147483646 w 109"/>
                  <a:gd name="T75" fmla="*/ 2147483646 h 109"/>
                  <a:gd name="T76" fmla="*/ 2147483646 w 109"/>
                  <a:gd name="T77" fmla="*/ 2147483646 h 109"/>
                  <a:gd name="T78" fmla="*/ 2147483646 w 109"/>
                  <a:gd name="T79" fmla="*/ 2147483646 h 109"/>
                  <a:gd name="T80" fmla="*/ 2147483646 w 109"/>
                  <a:gd name="T81" fmla="*/ 2147483646 h 109"/>
                  <a:gd name="T82" fmla="*/ 2147483646 w 109"/>
                  <a:gd name="T83" fmla="*/ 2147483646 h 109"/>
                  <a:gd name="T84" fmla="*/ 2147483646 w 109"/>
                  <a:gd name="T85" fmla="*/ 0 h 109"/>
                  <a:gd name="T86" fmla="*/ 2147483646 w 109"/>
                  <a:gd name="T87" fmla="*/ 0 h 10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09"/>
                  <a:gd name="T133" fmla="*/ 0 h 109"/>
                  <a:gd name="T134" fmla="*/ 109 w 109"/>
                  <a:gd name="T135" fmla="*/ 109 h 10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09" h="109">
                    <a:moveTo>
                      <a:pt x="54" y="0"/>
                    </a:moveTo>
                    <a:lnTo>
                      <a:pt x="52" y="0"/>
                    </a:lnTo>
                    <a:lnTo>
                      <a:pt x="49" y="0"/>
                    </a:lnTo>
                    <a:lnTo>
                      <a:pt x="46" y="0"/>
                    </a:lnTo>
                    <a:lnTo>
                      <a:pt x="43" y="1"/>
                    </a:lnTo>
                    <a:lnTo>
                      <a:pt x="41" y="1"/>
                    </a:lnTo>
                    <a:lnTo>
                      <a:pt x="39" y="2"/>
                    </a:lnTo>
                    <a:lnTo>
                      <a:pt x="36" y="3"/>
                    </a:lnTo>
                    <a:lnTo>
                      <a:pt x="34" y="3"/>
                    </a:lnTo>
                    <a:lnTo>
                      <a:pt x="31" y="4"/>
                    </a:lnTo>
                    <a:lnTo>
                      <a:pt x="29" y="6"/>
                    </a:lnTo>
                    <a:lnTo>
                      <a:pt x="27" y="7"/>
                    </a:lnTo>
                    <a:lnTo>
                      <a:pt x="24" y="9"/>
                    </a:lnTo>
                    <a:lnTo>
                      <a:pt x="22" y="10"/>
                    </a:lnTo>
                    <a:lnTo>
                      <a:pt x="19" y="12"/>
                    </a:lnTo>
                    <a:lnTo>
                      <a:pt x="18" y="14"/>
                    </a:lnTo>
                    <a:lnTo>
                      <a:pt x="16" y="15"/>
                    </a:lnTo>
                    <a:lnTo>
                      <a:pt x="15" y="18"/>
                    </a:lnTo>
                    <a:lnTo>
                      <a:pt x="12" y="19"/>
                    </a:lnTo>
                    <a:lnTo>
                      <a:pt x="11" y="21"/>
                    </a:lnTo>
                    <a:lnTo>
                      <a:pt x="10" y="24"/>
                    </a:lnTo>
                    <a:lnTo>
                      <a:pt x="7" y="26"/>
                    </a:lnTo>
                    <a:lnTo>
                      <a:pt x="6" y="28"/>
                    </a:lnTo>
                    <a:lnTo>
                      <a:pt x="5" y="31"/>
                    </a:lnTo>
                    <a:lnTo>
                      <a:pt x="4" y="33"/>
                    </a:lnTo>
                    <a:lnTo>
                      <a:pt x="4" y="36"/>
                    </a:lnTo>
                    <a:lnTo>
                      <a:pt x="3" y="38"/>
                    </a:lnTo>
                    <a:lnTo>
                      <a:pt x="1" y="40"/>
                    </a:lnTo>
                    <a:lnTo>
                      <a:pt x="1" y="43"/>
                    </a:lnTo>
                    <a:lnTo>
                      <a:pt x="0" y="45"/>
                    </a:lnTo>
                    <a:lnTo>
                      <a:pt x="0" y="49"/>
                    </a:lnTo>
                    <a:lnTo>
                      <a:pt x="0" y="51"/>
                    </a:lnTo>
                    <a:lnTo>
                      <a:pt x="0" y="54"/>
                    </a:lnTo>
                    <a:lnTo>
                      <a:pt x="0" y="57"/>
                    </a:lnTo>
                    <a:lnTo>
                      <a:pt x="0" y="60"/>
                    </a:lnTo>
                    <a:lnTo>
                      <a:pt x="0" y="62"/>
                    </a:lnTo>
                    <a:lnTo>
                      <a:pt x="1" y="64"/>
                    </a:lnTo>
                    <a:lnTo>
                      <a:pt x="1" y="68"/>
                    </a:lnTo>
                    <a:lnTo>
                      <a:pt x="3" y="70"/>
                    </a:lnTo>
                    <a:lnTo>
                      <a:pt x="4" y="73"/>
                    </a:lnTo>
                    <a:lnTo>
                      <a:pt x="4" y="75"/>
                    </a:lnTo>
                    <a:lnTo>
                      <a:pt x="5" y="78"/>
                    </a:lnTo>
                    <a:lnTo>
                      <a:pt x="6" y="80"/>
                    </a:lnTo>
                    <a:lnTo>
                      <a:pt x="7" y="82"/>
                    </a:lnTo>
                    <a:lnTo>
                      <a:pt x="10" y="85"/>
                    </a:lnTo>
                    <a:lnTo>
                      <a:pt x="11" y="86"/>
                    </a:lnTo>
                    <a:lnTo>
                      <a:pt x="12" y="88"/>
                    </a:lnTo>
                    <a:lnTo>
                      <a:pt x="15" y="91"/>
                    </a:lnTo>
                    <a:lnTo>
                      <a:pt x="16" y="92"/>
                    </a:lnTo>
                    <a:lnTo>
                      <a:pt x="18" y="94"/>
                    </a:lnTo>
                    <a:lnTo>
                      <a:pt x="19" y="96"/>
                    </a:lnTo>
                    <a:lnTo>
                      <a:pt x="22" y="98"/>
                    </a:lnTo>
                    <a:lnTo>
                      <a:pt x="24" y="99"/>
                    </a:lnTo>
                    <a:lnTo>
                      <a:pt x="27" y="100"/>
                    </a:lnTo>
                    <a:lnTo>
                      <a:pt x="29" y="102"/>
                    </a:lnTo>
                    <a:lnTo>
                      <a:pt x="31" y="103"/>
                    </a:lnTo>
                    <a:lnTo>
                      <a:pt x="34" y="104"/>
                    </a:lnTo>
                    <a:lnTo>
                      <a:pt x="36" y="105"/>
                    </a:lnTo>
                    <a:lnTo>
                      <a:pt x="39" y="106"/>
                    </a:lnTo>
                    <a:lnTo>
                      <a:pt x="41" y="106"/>
                    </a:lnTo>
                    <a:lnTo>
                      <a:pt x="43" y="108"/>
                    </a:lnTo>
                    <a:lnTo>
                      <a:pt x="46" y="108"/>
                    </a:lnTo>
                    <a:lnTo>
                      <a:pt x="49" y="108"/>
                    </a:lnTo>
                    <a:lnTo>
                      <a:pt x="52" y="109"/>
                    </a:lnTo>
                    <a:lnTo>
                      <a:pt x="54" y="109"/>
                    </a:lnTo>
                    <a:lnTo>
                      <a:pt x="58" y="109"/>
                    </a:lnTo>
                    <a:lnTo>
                      <a:pt x="60" y="108"/>
                    </a:lnTo>
                    <a:lnTo>
                      <a:pt x="63" y="108"/>
                    </a:lnTo>
                    <a:lnTo>
                      <a:pt x="65" y="108"/>
                    </a:lnTo>
                    <a:lnTo>
                      <a:pt x="69" y="106"/>
                    </a:lnTo>
                    <a:lnTo>
                      <a:pt x="71" y="106"/>
                    </a:lnTo>
                    <a:lnTo>
                      <a:pt x="73" y="105"/>
                    </a:lnTo>
                    <a:lnTo>
                      <a:pt x="76" y="104"/>
                    </a:lnTo>
                    <a:lnTo>
                      <a:pt x="78" y="103"/>
                    </a:lnTo>
                    <a:lnTo>
                      <a:pt x="81" y="102"/>
                    </a:lnTo>
                    <a:lnTo>
                      <a:pt x="83" y="100"/>
                    </a:lnTo>
                    <a:lnTo>
                      <a:pt x="85" y="99"/>
                    </a:lnTo>
                    <a:lnTo>
                      <a:pt x="87" y="98"/>
                    </a:lnTo>
                    <a:lnTo>
                      <a:pt x="89" y="96"/>
                    </a:lnTo>
                    <a:lnTo>
                      <a:pt x="91" y="94"/>
                    </a:lnTo>
                    <a:lnTo>
                      <a:pt x="93" y="92"/>
                    </a:lnTo>
                    <a:lnTo>
                      <a:pt x="95" y="91"/>
                    </a:lnTo>
                    <a:lnTo>
                      <a:pt x="96" y="88"/>
                    </a:lnTo>
                    <a:lnTo>
                      <a:pt x="99" y="86"/>
                    </a:lnTo>
                    <a:lnTo>
                      <a:pt x="100" y="85"/>
                    </a:lnTo>
                    <a:lnTo>
                      <a:pt x="101" y="82"/>
                    </a:lnTo>
                    <a:lnTo>
                      <a:pt x="102" y="80"/>
                    </a:lnTo>
                    <a:lnTo>
                      <a:pt x="103" y="78"/>
                    </a:lnTo>
                    <a:lnTo>
                      <a:pt x="105" y="75"/>
                    </a:lnTo>
                    <a:lnTo>
                      <a:pt x="106" y="73"/>
                    </a:lnTo>
                    <a:lnTo>
                      <a:pt x="107" y="70"/>
                    </a:lnTo>
                    <a:lnTo>
                      <a:pt x="107" y="68"/>
                    </a:lnTo>
                    <a:lnTo>
                      <a:pt x="108" y="64"/>
                    </a:lnTo>
                    <a:lnTo>
                      <a:pt x="108" y="62"/>
                    </a:lnTo>
                    <a:lnTo>
                      <a:pt x="108" y="60"/>
                    </a:lnTo>
                    <a:lnTo>
                      <a:pt x="109" y="57"/>
                    </a:lnTo>
                    <a:lnTo>
                      <a:pt x="109" y="54"/>
                    </a:lnTo>
                    <a:lnTo>
                      <a:pt x="109" y="51"/>
                    </a:lnTo>
                    <a:lnTo>
                      <a:pt x="108" y="49"/>
                    </a:lnTo>
                    <a:lnTo>
                      <a:pt x="108" y="45"/>
                    </a:lnTo>
                    <a:lnTo>
                      <a:pt x="108" y="43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6" y="36"/>
                    </a:lnTo>
                    <a:lnTo>
                      <a:pt x="105" y="33"/>
                    </a:lnTo>
                    <a:lnTo>
                      <a:pt x="103" y="31"/>
                    </a:lnTo>
                    <a:lnTo>
                      <a:pt x="102" y="28"/>
                    </a:lnTo>
                    <a:lnTo>
                      <a:pt x="101" y="26"/>
                    </a:lnTo>
                    <a:lnTo>
                      <a:pt x="100" y="24"/>
                    </a:lnTo>
                    <a:lnTo>
                      <a:pt x="99" y="21"/>
                    </a:lnTo>
                    <a:lnTo>
                      <a:pt x="96" y="19"/>
                    </a:lnTo>
                    <a:lnTo>
                      <a:pt x="95" y="18"/>
                    </a:lnTo>
                    <a:lnTo>
                      <a:pt x="93" y="15"/>
                    </a:lnTo>
                    <a:lnTo>
                      <a:pt x="91" y="14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5" y="9"/>
                    </a:lnTo>
                    <a:lnTo>
                      <a:pt x="83" y="7"/>
                    </a:lnTo>
                    <a:lnTo>
                      <a:pt x="81" y="6"/>
                    </a:lnTo>
                    <a:lnTo>
                      <a:pt x="78" y="4"/>
                    </a:lnTo>
                    <a:lnTo>
                      <a:pt x="76" y="3"/>
                    </a:lnTo>
                    <a:lnTo>
                      <a:pt x="73" y="3"/>
                    </a:lnTo>
                    <a:lnTo>
                      <a:pt x="71" y="2"/>
                    </a:lnTo>
                    <a:lnTo>
                      <a:pt x="69" y="1"/>
                    </a:lnTo>
                    <a:lnTo>
                      <a:pt x="65" y="1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54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02" name="Rectangle 29">
                <a:extLst>
                  <a:ext uri="{FF2B5EF4-FFF2-40B4-BE49-F238E27FC236}">
                    <a16:creationId xmlns:a16="http://schemas.microsoft.com/office/drawing/2014/main" id="{CB4985E3-1BDD-47A5-991D-25402C0E6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9125" y="2563813"/>
                <a:ext cx="685800" cy="10668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03" name="Rectangle 30">
                <a:extLst>
                  <a:ext uri="{FF2B5EF4-FFF2-40B4-BE49-F238E27FC236}">
                    <a16:creationId xmlns:a16="http://schemas.microsoft.com/office/drawing/2014/main" id="{B3BB56F9-0645-4EED-8634-C3AE29721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4725" y="32893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04" name="Rectangle 31">
                <a:extLst>
                  <a:ext uri="{FF2B5EF4-FFF2-40B4-BE49-F238E27FC236}">
                    <a16:creationId xmlns:a16="http://schemas.microsoft.com/office/drawing/2014/main" id="{7FBBB059-526E-4608-968D-ABA27BC35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325" y="274320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05" name="Rectangle 32">
                <a:extLst>
                  <a:ext uri="{FF2B5EF4-FFF2-40B4-BE49-F238E27FC236}">
                    <a16:creationId xmlns:a16="http://schemas.microsoft.com/office/drawing/2014/main" id="{6AF40F23-DC63-47F3-A05B-CF4D0AC46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0612" y="273685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06" name="Line 33">
                <a:extLst>
                  <a:ext uri="{FF2B5EF4-FFF2-40B4-BE49-F238E27FC236}">
                    <a16:creationId xmlns:a16="http://schemas.microsoft.com/office/drawing/2014/main" id="{A8D45377-C5E8-4205-ACE9-5D1DD5D929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194425" y="3268663"/>
                <a:ext cx="762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07" name="Rectangle 38">
                <a:extLst>
                  <a:ext uri="{FF2B5EF4-FFF2-40B4-BE49-F238E27FC236}">
                    <a16:creationId xmlns:a16="http://schemas.microsoft.com/office/drawing/2014/main" id="{C3002C77-9E7C-401E-BB8E-5F436A218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2200" y="3281363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08" name="Rectangle 39">
                <a:extLst>
                  <a:ext uri="{FF2B5EF4-FFF2-40B4-BE49-F238E27FC236}">
                    <a16:creationId xmlns:a16="http://schemas.microsoft.com/office/drawing/2014/main" id="{EDF1F569-1116-44CF-A1BE-D5DD3A09C3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2737" y="25812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09" name="Rectangle 40">
                <a:extLst>
                  <a:ext uri="{FF2B5EF4-FFF2-40B4-BE49-F238E27FC236}">
                    <a16:creationId xmlns:a16="http://schemas.microsoft.com/office/drawing/2014/main" id="{525B4485-3801-4708-9A1D-7B719DFD0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2912" y="2665413"/>
                <a:ext cx="198438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m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10" name="Rectangle 41">
                <a:extLst>
                  <a:ext uri="{FF2B5EF4-FFF2-40B4-BE49-F238E27FC236}">
                    <a16:creationId xmlns:a16="http://schemas.microsoft.com/office/drawing/2014/main" id="{97F9B8EE-2783-417D-B944-A2D1D4607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65900" y="2581275"/>
                <a:ext cx="244475" cy="238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11" name="Rectangle 42">
                <a:extLst>
                  <a:ext uri="{FF2B5EF4-FFF2-40B4-BE49-F238E27FC236}">
                    <a16:creationId xmlns:a16="http://schemas.microsoft.com/office/drawing/2014/main" id="{65B6EA5B-D60E-4939-B4FC-4467AD2E5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6075" y="2665413"/>
                <a:ext cx="146050" cy="1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100" b="0">
                    <a:solidFill>
                      <a:srgbClr val="000000"/>
                    </a:solidFill>
                    <a:latin typeface="Times-Roman" charset="0"/>
                  </a:rPr>
                  <a:t>s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12" name="Rectangle 66">
                <a:extLst>
                  <a:ext uri="{FF2B5EF4-FFF2-40B4-BE49-F238E27FC236}">
                    <a16:creationId xmlns:a16="http://schemas.microsoft.com/office/drawing/2014/main" id="{BEA079CE-B5CD-4D9B-B551-90945194C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5325" y="3273425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13" name="Rectangle 67">
                <a:extLst>
                  <a:ext uri="{FF2B5EF4-FFF2-40B4-BE49-F238E27FC236}">
                    <a16:creationId xmlns:a16="http://schemas.microsoft.com/office/drawing/2014/main" id="{3407A606-BA89-44BC-88BE-434C5657E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6450" y="3273425"/>
                <a:ext cx="292100" cy="21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i="1">
                    <a:solidFill>
                      <a:srgbClr val="000000"/>
                    </a:solidFill>
                    <a:latin typeface="Times-Roman" charset="0"/>
                  </a:rPr>
                  <a:t>Clk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05514" name="Oval 68">
                <a:extLst>
                  <a:ext uri="{FF2B5EF4-FFF2-40B4-BE49-F238E27FC236}">
                    <a16:creationId xmlns:a16="http://schemas.microsoft.com/office/drawing/2014/main" id="{CD0FB78E-2116-4866-AF3D-DD428BB49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150" y="3330575"/>
                <a:ext cx="74613" cy="7302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cxnSp>
          <p:nvCxnSpPr>
            <p:cNvPr id="105478" name="Straight Connector 48">
              <a:extLst>
                <a:ext uri="{FF2B5EF4-FFF2-40B4-BE49-F238E27FC236}">
                  <a16:creationId xmlns:a16="http://schemas.microsoft.com/office/drawing/2014/main" id="{EFD7478E-8FB4-4C8D-B056-09F9FDB2A9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67627" y="2347469"/>
              <a:ext cx="647173" cy="11034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479" name="Straight Connector 49">
              <a:extLst>
                <a:ext uri="{FF2B5EF4-FFF2-40B4-BE49-F238E27FC236}">
                  <a16:creationId xmlns:a16="http://schemas.microsoft.com/office/drawing/2014/main" id="{E5A66B3D-ABBE-4543-AF7F-867CE4E2F3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84893" y="2357629"/>
              <a:ext cx="815" cy="5690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3">
            <a:extLst>
              <a:ext uri="{FF2B5EF4-FFF2-40B4-BE49-F238E27FC236}">
                <a16:creationId xmlns:a16="http://schemas.microsoft.com/office/drawing/2014/main" id="{98346D9C-7D98-4E64-BF4C-1F77387AA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Other Types of Edge-Triggered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D Flip-Flops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21" name="Group 1">
            <a:extLst>
              <a:ext uri="{FF2B5EF4-FFF2-40B4-BE49-F238E27FC236}">
                <a16:creationId xmlns:a16="http://schemas.microsoft.com/office/drawing/2014/main" id="{ACB6F221-A165-42EB-8597-9F2E274E90B3}"/>
              </a:ext>
            </a:extLst>
          </p:cNvPr>
          <p:cNvGrpSpPr>
            <a:grpSpLocks/>
          </p:cNvGrpSpPr>
          <p:nvPr/>
        </p:nvGrpSpPr>
        <p:grpSpPr bwMode="auto">
          <a:xfrm>
            <a:off x="2776538" y="1143000"/>
            <a:ext cx="6291262" cy="3218905"/>
            <a:chOff x="2700338" y="3505200"/>
            <a:chExt cx="6291262" cy="2708275"/>
          </a:xfrm>
        </p:grpSpPr>
        <p:sp>
          <p:nvSpPr>
            <p:cNvPr id="107576" name="Line 4">
              <a:extLst>
                <a:ext uri="{FF2B5EF4-FFF2-40B4-BE49-F238E27FC236}">
                  <a16:creationId xmlns:a16="http://schemas.microsoft.com/office/drawing/2014/main" id="{852ADE0D-0955-4D3A-BEA9-A55C178261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9088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7" name="Line 5">
              <a:extLst>
                <a:ext uri="{FF2B5EF4-FFF2-40B4-BE49-F238E27FC236}">
                  <a16:creationId xmlns:a16="http://schemas.microsoft.com/office/drawing/2014/main" id="{30E4DF41-4A14-4562-9565-D38559F53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225" y="3505200"/>
              <a:ext cx="1588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8" name="Line 6">
              <a:extLst>
                <a:ext uri="{FF2B5EF4-FFF2-40B4-BE49-F238E27FC236}">
                  <a16:creationId xmlns:a16="http://schemas.microsoft.com/office/drawing/2014/main" id="{79B069A7-EB9F-4636-8DCB-BA8F2CCCE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73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9" name="Line 7">
              <a:extLst>
                <a:ext uri="{FF2B5EF4-FFF2-40B4-BE49-F238E27FC236}">
                  <a16:creationId xmlns:a16="http://schemas.microsoft.com/office/drawing/2014/main" id="{D5638649-9946-417A-B8D5-4C61CA4EC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08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0" name="Rectangle 8">
              <a:extLst>
                <a:ext uri="{FF2B5EF4-FFF2-40B4-BE49-F238E27FC236}">
                  <a16:creationId xmlns:a16="http://schemas.microsoft.com/office/drawing/2014/main" id="{610E8F03-5C2F-4C6D-A32C-2405D6BF2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232275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1" name="Rectangle 9">
              <a:extLst>
                <a:ext uri="{FF2B5EF4-FFF2-40B4-BE49-F238E27FC236}">
                  <a16:creationId xmlns:a16="http://schemas.microsoft.com/office/drawing/2014/main" id="{F7FF4BE9-E32D-4DF5-9BC0-ED77E2C94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3687763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2" name="Rectangle 10">
              <a:extLst>
                <a:ext uri="{FF2B5EF4-FFF2-40B4-BE49-F238E27FC236}">
                  <a16:creationId xmlns:a16="http://schemas.microsoft.com/office/drawing/2014/main" id="{25ED3184-FD60-4AD5-BEE8-F3EECC72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4746625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3" name="Rectangle 11">
              <a:extLst>
                <a:ext uri="{FF2B5EF4-FFF2-40B4-BE49-F238E27FC236}">
                  <a16:creationId xmlns:a16="http://schemas.microsoft.com/office/drawing/2014/main" id="{15A961CD-E254-4C64-BD8B-68C4B89E7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4832350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4" name="Rectangle 12">
              <a:extLst>
                <a:ext uri="{FF2B5EF4-FFF2-40B4-BE49-F238E27FC236}">
                  <a16:creationId xmlns:a16="http://schemas.microsoft.com/office/drawing/2014/main" id="{CD5FC61B-A34C-451D-877F-DC10B738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5295900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5" name="Rectangle 14">
              <a:extLst>
                <a:ext uri="{FF2B5EF4-FFF2-40B4-BE49-F238E27FC236}">
                  <a16:creationId xmlns:a16="http://schemas.microsoft.com/office/drawing/2014/main" id="{A1C459B3-0512-43EC-9855-595D56C0C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5383213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6" name="Freeform 66">
              <a:extLst>
                <a:ext uri="{FF2B5EF4-FFF2-40B4-BE49-F238E27FC236}">
                  <a16:creationId xmlns:a16="http://schemas.microsoft.com/office/drawing/2014/main" id="{A3D6B6A2-DD27-4C83-87E7-EC96286B9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3641725"/>
              <a:ext cx="5683250" cy="285750"/>
            </a:xfrm>
            <a:custGeom>
              <a:avLst/>
              <a:gdLst>
                <a:gd name="T0" fmla="*/ 2147483646 w 7160"/>
                <a:gd name="T1" fmla="*/ 2147483646 h 360"/>
                <a:gd name="T2" fmla="*/ 2147483646 w 7160"/>
                <a:gd name="T3" fmla="*/ 2147483646 h 360"/>
                <a:gd name="T4" fmla="*/ 2147483646 w 7160"/>
                <a:gd name="T5" fmla="*/ 0 h 360"/>
                <a:gd name="T6" fmla="*/ 2147483646 w 7160"/>
                <a:gd name="T7" fmla="*/ 0 h 360"/>
                <a:gd name="T8" fmla="*/ 2147483646 w 7160"/>
                <a:gd name="T9" fmla="*/ 2147483646 h 360"/>
                <a:gd name="T10" fmla="*/ 2147483646 w 7160"/>
                <a:gd name="T11" fmla="*/ 2147483646 h 360"/>
                <a:gd name="T12" fmla="*/ 2147483646 w 7160"/>
                <a:gd name="T13" fmla="*/ 0 h 360"/>
                <a:gd name="T14" fmla="*/ 2147483646 w 7160"/>
                <a:gd name="T15" fmla="*/ 0 h 360"/>
                <a:gd name="T16" fmla="*/ 2147483646 w 7160"/>
                <a:gd name="T17" fmla="*/ 2147483646 h 360"/>
                <a:gd name="T18" fmla="*/ 0 w 7160"/>
                <a:gd name="T19" fmla="*/ 2147483646 h 3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60"/>
                <a:gd name="T31" fmla="*/ 0 h 360"/>
                <a:gd name="T32" fmla="*/ 7160 w 7160"/>
                <a:gd name="T33" fmla="*/ 360 h 3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60" h="360">
                  <a:moveTo>
                    <a:pt x="7160" y="360"/>
                  </a:moveTo>
                  <a:lnTo>
                    <a:pt x="6127" y="360"/>
                  </a:lnTo>
                  <a:lnTo>
                    <a:pt x="6127" y="0"/>
                  </a:lnTo>
                  <a:lnTo>
                    <a:pt x="4445" y="0"/>
                  </a:lnTo>
                  <a:lnTo>
                    <a:pt x="4445" y="360"/>
                  </a:lnTo>
                  <a:lnTo>
                    <a:pt x="2739" y="360"/>
                  </a:lnTo>
                  <a:lnTo>
                    <a:pt x="2739" y="0"/>
                  </a:lnTo>
                  <a:lnTo>
                    <a:pt x="1034" y="0"/>
                  </a:lnTo>
                  <a:lnTo>
                    <a:pt x="1034" y="360"/>
                  </a:lnTo>
                  <a:lnTo>
                    <a:pt x="0" y="360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7" name="Freeform 67">
              <a:extLst>
                <a:ext uri="{FF2B5EF4-FFF2-40B4-BE49-F238E27FC236}">
                  <a16:creationId xmlns:a16="http://schemas.microsoft.com/office/drawing/2014/main" id="{6E5443B2-812A-49B2-9C9E-5CDA05BF1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194175"/>
              <a:ext cx="5683250" cy="266700"/>
            </a:xfrm>
            <a:custGeom>
              <a:avLst/>
              <a:gdLst>
                <a:gd name="T0" fmla="*/ 2147483646 w 7160"/>
                <a:gd name="T1" fmla="*/ 2147483646 h 336"/>
                <a:gd name="T2" fmla="*/ 2147483646 w 7160"/>
                <a:gd name="T3" fmla="*/ 2147483646 h 336"/>
                <a:gd name="T4" fmla="*/ 2147483646 w 7160"/>
                <a:gd name="T5" fmla="*/ 0 h 336"/>
                <a:gd name="T6" fmla="*/ 2147483646 w 7160"/>
                <a:gd name="T7" fmla="*/ 0 h 336"/>
                <a:gd name="T8" fmla="*/ 2147483646 w 7160"/>
                <a:gd name="T9" fmla="*/ 2147483646 h 336"/>
                <a:gd name="T10" fmla="*/ 2147483646 w 7160"/>
                <a:gd name="T11" fmla="*/ 2147483646 h 336"/>
                <a:gd name="T12" fmla="*/ 2147483646 w 7160"/>
                <a:gd name="T13" fmla="*/ 0 h 336"/>
                <a:gd name="T14" fmla="*/ 2147483646 w 7160"/>
                <a:gd name="T15" fmla="*/ 0 h 336"/>
                <a:gd name="T16" fmla="*/ 2147483646 w 7160"/>
                <a:gd name="T17" fmla="*/ 2147483646 h 336"/>
                <a:gd name="T18" fmla="*/ 2147483646 w 7160"/>
                <a:gd name="T19" fmla="*/ 2147483646 h 336"/>
                <a:gd name="T20" fmla="*/ 2147483646 w 7160"/>
                <a:gd name="T21" fmla="*/ 0 h 336"/>
                <a:gd name="T22" fmla="*/ 2147483646 w 7160"/>
                <a:gd name="T23" fmla="*/ 0 h 336"/>
                <a:gd name="T24" fmla="*/ 2147483646 w 7160"/>
                <a:gd name="T25" fmla="*/ 2147483646 h 336"/>
                <a:gd name="T26" fmla="*/ 2147483646 w 7160"/>
                <a:gd name="T27" fmla="*/ 2147483646 h 336"/>
                <a:gd name="T28" fmla="*/ 2147483646 w 7160"/>
                <a:gd name="T29" fmla="*/ 0 h 336"/>
                <a:gd name="T30" fmla="*/ 2147483646 w 7160"/>
                <a:gd name="T31" fmla="*/ 0 h 336"/>
                <a:gd name="T32" fmla="*/ 2147483646 w 7160"/>
                <a:gd name="T33" fmla="*/ 2147483646 h 336"/>
                <a:gd name="T34" fmla="*/ 2147483646 w 7160"/>
                <a:gd name="T35" fmla="*/ 2147483646 h 336"/>
                <a:gd name="T36" fmla="*/ 2147483646 w 7160"/>
                <a:gd name="T37" fmla="*/ 0 h 336"/>
                <a:gd name="T38" fmla="*/ 2147483646 w 7160"/>
                <a:gd name="T39" fmla="*/ 0 h 336"/>
                <a:gd name="T40" fmla="*/ 2147483646 w 7160"/>
                <a:gd name="T41" fmla="*/ 2147483646 h 336"/>
                <a:gd name="T42" fmla="*/ 2147483646 w 7160"/>
                <a:gd name="T43" fmla="*/ 2147483646 h 336"/>
                <a:gd name="T44" fmla="*/ 2147483646 w 7160"/>
                <a:gd name="T45" fmla="*/ 0 h 336"/>
                <a:gd name="T46" fmla="*/ 2147483646 w 7160"/>
                <a:gd name="T47" fmla="*/ 0 h 336"/>
                <a:gd name="T48" fmla="*/ 2147483646 w 7160"/>
                <a:gd name="T49" fmla="*/ 2147483646 h 336"/>
                <a:gd name="T50" fmla="*/ 0 w 7160"/>
                <a:gd name="T51" fmla="*/ 2147483646 h 3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60"/>
                <a:gd name="T79" fmla="*/ 0 h 336"/>
                <a:gd name="T80" fmla="*/ 7160 w 7160"/>
                <a:gd name="T81" fmla="*/ 336 h 3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60" h="336">
                  <a:moveTo>
                    <a:pt x="7160" y="336"/>
                  </a:moveTo>
                  <a:lnTo>
                    <a:pt x="6487" y="336"/>
                  </a:ln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4085" y="336"/>
                  </a:lnTo>
                  <a:lnTo>
                    <a:pt x="4085" y="0"/>
                  </a:lnTo>
                  <a:lnTo>
                    <a:pt x="3748" y="0"/>
                  </a:lnTo>
                  <a:lnTo>
                    <a:pt x="3748" y="336"/>
                  </a:lnTo>
                  <a:lnTo>
                    <a:pt x="3412" y="336"/>
                  </a:lnTo>
                  <a:lnTo>
                    <a:pt x="3412" y="0"/>
                  </a:lnTo>
                  <a:lnTo>
                    <a:pt x="2908" y="0"/>
                  </a:lnTo>
                  <a:lnTo>
                    <a:pt x="2908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697" y="0"/>
                  </a:lnTo>
                  <a:lnTo>
                    <a:pt x="69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8" name="Freeform 69">
              <a:extLst>
                <a:ext uri="{FF2B5EF4-FFF2-40B4-BE49-F238E27FC236}">
                  <a16:creationId xmlns:a16="http://schemas.microsoft.com/office/drawing/2014/main" id="{81A78849-88F3-4B05-944F-D4C5E9147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72757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0 h 336"/>
                <a:gd name="T6" fmla="*/ 2147483646 w 7160"/>
                <a:gd name="T7" fmla="*/ 2147483646 h 336"/>
                <a:gd name="T8" fmla="*/ 2147483646 w 7160"/>
                <a:gd name="T9" fmla="*/ 2147483646 h 336"/>
                <a:gd name="T10" fmla="*/ 2147483646 w 7160"/>
                <a:gd name="T11" fmla="*/ 0 h 336"/>
                <a:gd name="T12" fmla="*/ 2147483646 w 7160"/>
                <a:gd name="T13" fmla="*/ 0 h 336"/>
                <a:gd name="T14" fmla="*/ 2147483646 w 7160"/>
                <a:gd name="T15" fmla="*/ 2147483646 h 336"/>
                <a:gd name="T16" fmla="*/ 2147483646 w 7160"/>
                <a:gd name="T17" fmla="*/ 2147483646 h 336"/>
                <a:gd name="T18" fmla="*/ 2147483646 w 7160"/>
                <a:gd name="T19" fmla="*/ 0 h 336"/>
                <a:gd name="T20" fmla="*/ 2147483646 w 7160"/>
                <a:gd name="T21" fmla="*/ 0 h 336"/>
                <a:gd name="T22" fmla="*/ 2147483646 w 7160"/>
                <a:gd name="T23" fmla="*/ 2147483646 h 336"/>
                <a:gd name="T24" fmla="*/ 2147483646 w 7160"/>
                <a:gd name="T25" fmla="*/ 2147483646 h 336"/>
                <a:gd name="T26" fmla="*/ 2147483646 w 7160"/>
                <a:gd name="T27" fmla="*/ 0 h 336"/>
                <a:gd name="T28" fmla="*/ 2147483646 w 7160"/>
                <a:gd name="T29" fmla="*/ 0 h 336"/>
                <a:gd name="T30" fmla="*/ 2147483646 w 7160"/>
                <a:gd name="T31" fmla="*/ 2147483646 h 336"/>
                <a:gd name="T32" fmla="*/ 0 w 7160"/>
                <a:gd name="T33" fmla="*/ 2147483646 h 3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160"/>
                <a:gd name="T52" fmla="*/ 0 h 336"/>
                <a:gd name="T53" fmla="*/ 7160 w 7160"/>
                <a:gd name="T54" fmla="*/ 336 h 3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160" h="336">
                  <a:moveTo>
                    <a:pt x="7160" y="0"/>
                  </a:move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1034" y="0"/>
                  </a:lnTo>
                  <a:lnTo>
                    <a:pt x="1034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9" name="Freeform 70">
              <a:extLst>
                <a:ext uri="{FF2B5EF4-FFF2-40B4-BE49-F238E27FC236}">
                  <a16:creationId xmlns:a16="http://schemas.microsoft.com/office/drawing/2014/main" id="{B52A10F4-6F53-4CBF-907C-201C1372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260975"/>
              <a:ext cx="5683250" cy="285750"/>
            </a:xfrm>
            <a:custGeom>
              <a:avLst/>
              <a:gdLst>
                <a:gd name="T0" fmla="*/ 2147483646 w 7160"/>
                <a:gd name="T1" fmla="*/ 2147483646 h 361"/>
                <a:gd name="T2" fmla="*/ 2147483646 w 7160"/>
                <a:gd name="T3" fmla="*/ 2147483646 h 361"/>
                <a:gd name="T4" fmla="*/ 2147483646 w 7160"/>
                <a:gd name="T5" fmla="*/ 0 h 361"/>
                <a:gd name="T6" fmla="*/ 2147483646 w 7160"/>
                <a:gd name="T7" fmla="*/ 0 h 361"/>
                <a:gd name="T8" fmla="*/ 2147483646 w 7160"/>
                <a:gd name="T9" fmla="*/ 2147483646 h 361"/>
                <a:gd name="T10" fmla="*/ 0 w 7160"/>
                <a:gd name="T11" fmla="*/ 2147483646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60"/>
                <a:gd name="T19" fmla="*/ 0 h 361"/>
                <a:gd name="T20" fmla="*/ 7160 w 7160"/>
                <a:gd name="T21" fmla="*/ 361 h 3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60" h="361">
                  <a:moveTo>
                    <a:pt x="7160" y="361"/>
                  </a:moveTo>
                  <a:lnTo>
                    <a:pt x="4445" y="361"/>
                  </a:lnTo>
                  <a:lnTo>
                    <a:pt x="4445" y="0"/>
                  </a:lnTo>
                  <a:lnTo>
                    <a:pt x="1034" y="0"/>
                  </a:lnTo>
                  <a:lnTo>
                    <a:pt x="1034" y="361"/>
                  </a:lnTo>
                  <a:lnTo>
                    <a:pt x="0" y="361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0" name="Freeform 71">
              <a:extLst>
                <a:ext uri="{FF2B5EF4-FFF2-40B4-BE49-F238E27FC236}">
                  <a16:creationId xmlns:a16="http://schemas.microsoft.com/office/drawing/2014/main" id="{B50CCBCE-3FE5-47F3-9350-1EF31BDCF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81342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2147483646 h 336"/>
                <a:gd name="T6" fmla="*/ 0 w 71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60"/>
                <a:gd name="T13" fmla="*/ 0 h 336"/>
                <a:gd name="T14" fmla="*/ 7160 w 71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60" h="336">
                  <a:moveTo>
                    <a:pt x="7160" y="0"/>
                  </a:moveTo>
                  <a:lnTo>
                    <a:pt x="6127" y="0"/>
                  </a:lnTo>
                  <a:lnTo>
                    <a:pt x="612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1" name="Rectangle 73">
              <a:extLst>
                <a:ext uri="{FF2B5EF4-FFF2-40B4-BE49-F238E27FC236}">
                  <a16:creationId xmlns:a16="http://schemas.microsoft.com/office/drawing/2014/main" id="{79667A5B-CB32-4AAD-8C56-126883A7E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13" y="5834063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92" name="Rectangle 74">
              <a:extLst>
                <a:ext uri="{FF2B5EF4-FFF2-40B4-BE49-F238E27FC236}">
                  <a16:creationId xmlns:a16="http://schemas.microsoft.com/office/drawing/2014/main" id="{860994A6-20F2-40AD-8947-4C53872CD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675" y="5921375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grpSp>
        <p:nvGrpSpPr>
          <p:cNvPr id="107522" name="Group 53">
            <a:extLst>
              <a:ext uri="{FF2B5EF4-FFF2-40B4-BE49-F238E27FC236}">
                <a16:creationId xmlns:a16="http://schemas.microsoft.com/office/drawing/2014/main" id="{A94C5052-6C3C-46FB-B028-6836A1EE6BC8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143000"/>
            <a:ext cx="2416175" cy="3413125"/>
            <a:chOff x="3005138" y="1768474"/>
            <a:chExt cx="2676177" cy="3794126"/>
          </a:xfrm>
        </p:grpSpPr>
        <p:sp>
          <p:nvSpPr>
            <p:cNvPr id="107524" name="Rectangle 13">
              <a:extLst>
                <a:ext uri="{FF2B5EF4-FFF2-40B4-BE49-F238E27FC236}">
                  <a16:creationId xmlns:a16="http://schemas.microsoft.com/office/drawing/2014/main" id="{1582D7D5-21D8-4C90-9CFF-EC4F60A3C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1768474"/>
              <a:ext cx="666750" cy="1085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5" name="Rectangle 15">
              <a:extLst>
                <a:ext uri="{FF2B5EF4-FFF2-40B4-BE49-F238E27FC236}">
                  <a16:creationId xmlns:a16="http://schemas.microsoft.com/office/drawing/2014/main" id="{EF0445A5-82CA-4EB5-9818-64383D2E1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6" name="Rectangle 16">
              <a:extLst>
                <a:ext uri="{FF2B5EF4-FFF2-40B4-BE49-F238E27FC236}">
                  <a16:creationId xmlns:a16="http://schemas.microsoft.com/office/drawing/2014/main" id="{9BEE026D-33AE-406D-8625-1FAE31EE0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19542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dirty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 dirty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7" name="Line 17">
              <a:extLst>
                <a:ext uri="{FF2B5EF4-FFF2-40B4-BE49-F238E27FC236}">
                  <a16:creationId xmlns:a16="http://schemas.microsoft.com/office/drawing/2014/main" id="{250D9A0C-3145-46EB-888A-DD249B275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2492374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28" name="Rectangle 18">
              <a:extLst>
                <a:ext uri="{FF2B5EF4-FFF2-40B4-BE49-F238E27FC236}">
                  <a16:creationId xmlns:a16="http://schemas.microsoft.com/office/drawing/2014/main" id="{9389FB77-68AD-4A8D-92DE-3E617FF11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25003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9" name="Rectangle 19">
              <a:extLst>
                <a:ext uri="{FF2B5EF4-FFF2-40B4-BE49-F238E27FC236}">
                  <a16:creationId xmlns:a16="http://schemas.microsoft.com/office/drawing/2014/main" id="{272CA461-6E7E-463B-BB3D-D80518379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3121024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0" name="Rectangle 21">
              <a:extLst>
                <a:ext uri="{FF2B5EF4-FFF2-40B4-BE49-F238E27FC236}">
                  <a16:creationId xmlns:a16="http://schemas.microsoft.com/office/drawing/2014/main" id="{1BACBD39-C49F-4A5D-A568-D078A632B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331311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1" name="Rectangle 22">
              <a:extLst>
                <a:ext uri="{FF2B5EF4-FFF2-40B4-BE49-F238E27FC236}">
                  <a16:creationId xmlns:a16="http://schemas.microsoft.com/office/drawing/2014/main" id="{E14DA309-B8A5-4ABE-AFE3-04E665FDD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3305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2" name="Line 23">
              <a:extLst>
                <a:ext uri="{FF2B5EF4-FFF2-40B4-BE49-F238E27FC236}">
                  <a16:creationId xmlns:a16="http://schemas.microsoft.com/office/drawing/2014/main" id="{5C2FF46D-63D5-4A6D-AC09-ABD84B4F4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3846512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3" name="Freeform 24">
              <a:extLst>
                <a:ext uri="{FF2B5EF4-FFF2-40B4-BE49-F238E27FC236}">
                  <a16:creationId xmlns:a16="http://schemas.microsoft.com/office/drawing/2014/main" id="{7B0C3A7A-D632-4E20-9A12-0099117B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3865562"/>
              <a:ext cx="133350" cy="133350"/>
            </a:xfrm>
            <a:custGeom>
              <a:avLst/>
              <a:gdLst>
                <a:gd name="T0" fmla="*/ 0 w 168"/>
                <a:gd name="T1" fmla="*/ 2147483646 h 168"/>
                <a:gd name="T2" fmla="*/ 2147483646 w 168"/>
                <a:gd name="T3" fmla="*/ 2147483646 h 168"/>
                <a:gd name="T4" fmla="*/ 0 w 168"/>
                <a:gd name="T5" fmla="*/ 0 h 168"/>
                <a:gd name="T6" fmla="*/ 0 60000 65536"/>
                <a:gd name="T7" fmla="*/ 0 60000 65536"/>
                <a:gd name="T8" fmla="*/ 0 60000 65536"/>
                <a:gd name="T9" fmla="*/ 0 w 168"/>
                <a:gd name="T10" fmla="*/ 0 h 168"/>
                <a:gd name="T11" fmla="*/ 168 w 168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8">
                  <a:moveTo>
                    <a:pt x="0" y="168"/>
                  </a:moveTo>
                  <a:lnTo>
                    <a:pt x="168" y="96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4" name="Rectangle 25">
              <a:extLst>
                <a:ext uri="{FF2B5EF4-FFF2-40B4-BE49-F238E27FC236}">
                  <a16:creationId xmlns:a16="http://schemas.microsoft.com/office/drawing/2014/main" id="{47CE52D1-D78E-4CB7-8BDA-1D440DB9B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4475162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5" name="Rectangle 26">
              <a:extLst>
                <a:ext uri="{FF2B5EF4-FFF2-40B4-BE49-F238E27FC236}">
                  <a16:creationId xmlns:a16="http://schemas.microsoft.com/office/drawing/2014/main" id="{1380AA7B-CB82-446F-9F38-1B9483D41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38512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dirty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 dirty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6" name="Rectangle 27">
              <a:extLst>
                <a:ext uri="{FF2B5EF4-FFF2-40B4-BE49-F238E27FC236}">
                  <a16:creationId xmlns:a16="http://schemas.microsoft.com/office/drawing/2014/main" id="{83D2C4C7-117D-47D2-A0A0-05B2032D5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4664074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7" name="Rectangle 28">
              <a:extLst>
                <a:ext uri="{FF2B5EF4-FFF2-40B4-BE49-F238E27FC236}">
                  <a16:creationId xmlns:a16="http://schemas.microsoft.com/office/drawing/2014/main" id="{99852E6C-DD1B-42E9-8334-B4180538D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46577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8" name="Line 29">
              <a:extLst>
                <a:ext uri="{FF2B5EF4-FFF2-40B4-BE49-F238E27FC236}">
                  <a16:creationId xmlns:a16="http://schemas.microsoft.com/office/drawing/2014/main" id="{1A898756-F650-4A93-8998-C966D7C9D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5200649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9" name="Freeform 30">
              <a:extLst>
                <a:ext uri="{FF2B5EF4-FFF2-40B4-BE49-F238E27FC236}">
                  <a16:creationId xmlns:a16="http://schemas.microsoft.com/office/drawing/2014/main" id="{4946F6E0-8697-4F60-A60F-417D1147B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5219699"/>
              <a:ext cx="133350" cy="133350"/>
            </a:xfrm>
            <a:custGeom>
              <a:avLst/>
              <a:gdLst>
                <a:gd name="T0" fmla="*/ 0 w 168"/>
                <a:gd name="T1" fmla="*/ 2147483646 h 169"/>
                <a:gd name="T2" fmla="*/ 2147483646 w 168"/>
                <a:gd name="T3" fmla="*/ 2147483646 h 169"/>
                <a:gd name="T4" fmla="*/ 0 w 168"/>
                <a:gd name="T5" fmla="*/ 0 h 169"/>
                <a:gd name="T6" fmla="*/ 0 60000 65536"/>
                <a:gd name="T7" fmla="*/ 0 60000 65536"/>
                <a:gd name="T8" fmla="*/ 0 60000 65536"/>
                <a:gd name="T9" fmla="*/ 0 w 168"/>
                <a:gd name="T10" fmla="*/ 0 h 169"/>
                <a:gd name="T11" fmla="*/ 168 w 168"/>
                <a:gd name="T12" fmla="*/ 169 h 1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9">
                  <a:moveTo>
                    <a:pt x="0" y="169"/>
                  </a:moveTo>
                  <a:lnTo>
                    <a:pt x="168" y="9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0" name="Line 31">
              <a:extLst>
                <a:ext uri="{FF2B5EF4-FFF2-40B4-BE49-F238E27FC236}">
                  <a16:creationId xmlns:a16="http://schemas.microsoft.com/office/drawing/2014/main" id="{0D8398B1-A957-4483-8646-829E1C133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0542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1" name="Line 32">
              <a:extLst>
                <a:ext uri="{FF2B5EF4-FFF2-40B4-BE49-F238E27FC236}">
                  <a16:creationId xmlns:a16="http://schemas.microsoft.com/office/drawing/2014/main" id="{1C25DDAD-67A3-4FE0-B0B9-14A0D4CA73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0542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2" name="Line 33">
              <a:extLst>
                <a:ext uri="{FF2B5EF4-FFF2-40B4-BE49-F238E27FC236}">
                  <a16:creationId xmlns:a16="http://schemas.microsoft.com/office/drawing/2014/main" id="{1304B641-AE00-4C5B-AC9C-0275BF97B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5876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3" name="Freeform 34">
              <a:extLst>
                <a:ext uri="{FF2B5EF4-FFF2-40B4-BE49-F238E27FC236}">
                  <a16:creationId xmlns:a16="http://schemas.microsoft.com/office/drawing/2014/main" id="{F327B480-D33C-43FC-9BF4-DC2044CBC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713" y="2587624"/>
              <a:ext cx="458787" cy="2708275"/>
            </a:xfrm>
            <a:custGeom>
              <a:avLst/>
              <a:gdLst>
                <a:gd name="T0" fmla="*/ 0 w 576"/>
                <a:gd name="T1" fmla="*/ 0 h 3412"/>
                <a:gd name="T2" fmla="*/ 0 w 576"/>
                <a:gd name="T3" fmla="*/ 2147483646 h 3412"/>
                <a:gd name="T4" fmla="*/ 2147483646 w 576"/>
                <a:gd name="T5" fmla="*/ 2147483646 h 3412"/>
                <a:gd name="T6" fmla="*/ 0 60000 65536"/>
                <a:gd name="T7" fmla="*/ 0 60000 65536"/>
                <a:gd name="T8" fmla="*/ 0 60000 65536"/>
                <a:gd name="T9" fmla="*/ 0 w 576"/>
                <a:gd name="T10" fmla="*/ 0 h 3412"/>
                <a:gd name="T11" fmla="*/ 576 w 576"/>
                <a:gd name="T12" fmla="*/ 3412 h 3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3412">
                  <a:moveTo>
                    <a:pt x="0" y="0"/>
                  </a:moveTo>
                  <a:lnTo>
                    <a:pt x="0" y="3412"/>
                  </a:lnTo>
                  <a:lnTo>
                    <a:pt x="576" y="341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4" name="Freeform 35">
              <a:extLst>
                <a:ext uri="{FF2B5EF4-FFF2-40B4-BE49-F238E27FC236}">
                  <a16:creationId xmlns:a16="http://schemas.microsoft.com/office/drawing/2014/main" id="{9CEB9334-2885-459F-859E-EC983D5C9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050" y="2054224"/>
              <a:ext cx="266700" cy="2687638"/>
            </a:xfrm>
            <a:custGeom>
              <a:avLst/>
              <a:gdLst>
                <a:gd name="T0" fmla="*/ 0 w 337"/>
                <a:gd name="T1" fmla="*/ 0 h 3388"/>
                <a:gd name="T2" fmla="*/ 0 w 337"/>
                <a:gd name="T3" fmla="*/ 2147483646 h 3388"/>
                <a:gd name="T4" fmla="*/ 2147483646 w 337"/>
                <a:gd name="T5" fmla="*/ 2147483646 h 3388"/>
                <a:gd name="T6" fmla="*/ 0 60000 65536"/>
                <a:gd name="T7" fmla="*/ 0 60000 65536"/>
                <a:gd name="T8" fmla="*/ 0 60000 65536"/>
                <a:gd name="T9" fmla="*/ 0 w 337"/>
                <a:gd name="T10" fmla="*/ 0 h 3388"/>
                <a:gd name="T11" fmla="*/ 337 w 337"/>
                <a:gd name="T12" fmla="*/ 3388 h 3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" h="3388">
                  <a:moveTo>
                    <a:pt x="0" y="0"/>
                  </a:moveTo>
                  <a:lnTo>
                    <a:pt x="0" y="3388"/>
                  </a:lnTo>
                  <a:lnTo>
                    <a:pt x="337" y="338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5" name="Line 36">
              <a:extLst>
                <a:ext uri="{FF2B5EF4-FFF2-40B4-BE49-F238E27FC236}">
                  <a16:creationId xmlns:a16="http://schemas.microsoft.com/office/drawing/2014/main" id="{592C7A9A-4499-4757-BBAD-21B611079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713" y="3941762"/>
              <a:ext cx="5540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6" name="Line 37">
              <a:extLst>
                <a:ext uri="{FF2B5EF4-FFF2-40B4-BE49-F238E27FC236}">
                  <a16:creationId xmlns:a16="http://schemas.microsoft.com/office/drawing/2014/main" id="{CC003AA6-90CF-4611-9C23-3E99D7A7C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7" name="Line 38">
              <a:extLst>
                <a:ext uri="{FF2B5EF4-FFF2-40B4-BE49-F238E27FC236}">
                  <a16:creationId xmlns:a16="http://schemas.microsoft.com/office/drawing/2014/main" id="{BE209798-78EF-432C-9A46-B18F68922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5876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8" name="Line 39">
              <a:extLst>
                <a:ext uri="{FF2B5EF4-FFF2-40B4-BE49-F238E27FC236}">
                  <a16:creationId xmlns:a16="http://schemas.microsoft.com/office/drawing/2014/main" id="{695C39C3-7DF4-4E4E-8816-26B9B84E8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9" name="Line 40">
              <a:extLst>
                <a:ext uri="{FF2B5EF4-FFF2-40B4-BE49-F238E27FC236}">
                  <a16:creationId xmlns:a16="http://schemas.microsoft.com/office/drawing/2014/main" id="{F0C1EE04-5372-468F-AEB3-251EAB731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943349"/>
              <a:ext cx="2667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0" name="Line 41">
              <a:extLst>
                <a:ext uri="{FF2B5EF4-FFF2-40B4-BE49-F238E27FC236}">
                  <a16:creationId xmlns:a16="http://schemas.microsoft.com/office/drawing/2014/main" id="{9F818884-F8BE-403D-86C1-ED274B9EFA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47418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1" name="Line 42">
              <a:extLst>
                <a:ext uri="{FF2B5EF4-FFF2-40B4-BE49-F238E27FC236}">
                  <a16:creationId xmlns:a16="http://schemas.microsoft.com/office/drawing/2014/main" id="{D7F2A140-0EFD-45AD-9AC8-6C4EEA222E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5295899"/>
              <a:ext cx="2667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2" name="Freeform 43">
              <a:extLst>
                <a:ext uri="{FF2B5EF4-FFF2-40B4-BE49-F238E27FC236}">
                  <a16:creationId xmlns:a16="http://schemas.microsoft.com/office/drawing/2014/main" id="{008E0F6F-0DE9-4417-AC3F-3B01826EF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3922712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3"/>
                  </a:lnTo>
                  <a:lnTo>
                    <a:pt x="56" y="3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9"/>
                  </a:lnTo>
                  <a:lnTo>
                    <a:pt x="65" y="9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5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1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7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1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7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3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39"/>
                  </a:lnTo>
                  <a:lnTo>
                    <a:pt x="63" y="39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5"/>
                  </a:lnTo>
                  <a:lnTo>
                    <a:pt x="55" y="45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5"/>
                  </a:lnTo>
                  <a:lnTo>
                    <a:pt x="15" y="45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39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3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3" name="Freeform 44">
              <a:extLst>
                <a:ext uri="{FF2B5EF4-FFF2-40B4-BE49-F238E27FC236}">
                  <a16:creationId xmlns:a16="http://schemas.microsoft.com/office/drawing/2014/main" id="{3F04BA28-C6A9-42C2-BB4D-61AF5084D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3368674"/>
              <a:ext cx="57150" cy="58738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8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0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6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8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8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2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6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4" name="Freeform 45">
              <a:extLst>
                <a:ext uri="{FF2B5EF4-FFF2-40B4-BE49-F238E27FC236}">
                  <a16:creationId xmlns:a16="http://schemas.microsoft.com/office/drawing/2014/main" id="{775A2268-2452-43F6-97A2-45EEF89DA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2568574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6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2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8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4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40"/>
                  </a:lnTo>
                  <a:lnTo>
                    <a:pt x="63" y="40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6"/>
                  </a:lnTo>
                  <a:lnTo>
                    <a:pt x="55" y="46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6"/>
                  </a:lnTo>
                  <a:lnTo>
                    <a:pt x="15" y="46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5" name="Freeform 46">
              <a:extLst>
                <a:ext uri="{FF2B5EF4-FFF2-40B4-BE49-F238E27FC236}">
                  <a16:creationId xmlns:a16="http://schemas.microsoft.com/office/drawing/2014/main" id="{74FBC236-E17D-4AD0-B8A6-1A4C30A4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2016124"/>
              <a:ext cx="57150" cy="57150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9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3"/>
                  </a:lnTo>
                  <a:lnTo>
                    <a:pt x="19" y="3"/>
                  </a:lnTo>
                  <a:lnTo>
                    <a:pt x="21" y="3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3"/>
                  </a:lnTo>
                  <a:lnTo>
                    <a:pt x="53" y="3"/>
                  </a:lnTo>
                  <a:lnTo>
                    <a:pt x="54" y="3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9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5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7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1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7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3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9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9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7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6" name="Freeform 47">
              <a:extLst>
                <a:ext uri="{FF2B5EF4-FFF2-40B4-BE49-F238E27FC236}">
                  <a16:creationId xmlns:a16="http://schemas.microsoft.com/office/drawing/2014/main" id="{282712E5-3304-45D9-89B8-9E2E776EF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500" y="5257799"/>
              <a:ext cx="95250" cy="76200"/>
            </a:xfrm>
            <a:custGeom>
              <a:avLst/>
              <a:gdLst>
                <a:gd name="T0" fmla="*/ 0 w 121"/>
                <a:gd name="T1" fmla="*/ 2147483646 h 96"/>
                <a:gd name="T2" fmla="*/ 0 w 121"/>
                <a:gd name="T3" fmla="*/ 2147483646 h 96"/>
                <a:gd name="T4" fmla="*/ 2147483646 w 121"/>
                <a:gd name="T5" fmla="*/ 2147483646 h 96"/>
                <a:gd name="T6" fmla="*/ 2147483646 w 121"/>
                <a:gd name="T7" fmla="*/ 2147483646 h 96"/>
                <a:gd name="T8" fmla="*/ 2147483646 w 121"/>
                <a:gd name="T9" fmla="*/ 2147483646 h 96"/>
                <a:gd name="T10" fmla="*/ 2147483646 w 121"/>
                <a:gd name="T11" fmla="*/ 2147483646 h 96"/>
                <a:gd name="T12" fmla="*/ 2147483646 w 121"/>
                <a:gd name="T13" fmla="*/ 2147483646 h 96"/>
                <a:gd name="T14" fmla="*/ 2147483646 w 121"/>
                <a:gd name="T15" fmla="*/ 2147483646 h 96"/>
                <a:gd name="T16" fmla="*/ 2147483646 w 121"/>
                <a:gd name="T17" fmla="*/ 2147483646 h 96"/>
                <a:gd name="T18" fmla="*/ 2147483646 w 121"/>
                <a:gd name="T19" fmla="*/ 2147483646 h 96"/>
                <a:gd name="T20" fmla="*/ 2147483646 w 121"/>
                <a:gd name="T21" fmla="*/ 2147483646 h 96"/>
                <a:gd name="T22" fmla="*/ 2147483646 w 121"/>
                <a:gd name="T23" fmla="*/ 0 h 96"/>
                <a:gd name="T24" fmla="*/ 2147483646 w 121"/>
                <a:gd name="T25" fmla="*/ 2147483646 h 96"/>
                <a:gd name="T26" fmla="*/ 2147483646 w 121"/>
                <a:gd name="T27" fmla="*/ 2147483646 h 96"/>
                <a:gd name="T28" fmla="*/ 2147483646 w 121"/>
                <a:gd name="T29" fmla="*/ 2147483646 h 96"/>
                <a:gd name="T30" fmla="*/ 2147483646 w 121"/>
                <a:gd name="T31" fmla="*/ 2147483646 h 96"/>
                <a:gd name="T32" fmla="*/ 2147483646 w 121"/>
                <a:gd name="T33" fmla="*/ 2147483646 h 96"/>
                <a:gd name="T34" fmla="*/ 2147483646 w 121"/>
                <a:gd name="T35" fmla="*/ 2147483646 h 96"/>
                <a:gd name="T36" fmla="*/ 2147483646 w 121"/>
                <a:gd name="T37" fmla="*/ 2147483646 h 96"/>
                <a:gd name="T38" fmla="*/ 2147483646 w 121"/>
                <a:gd name="T39" fmla="*/ 2147483646 h 96"/>
                <a:gd name="T40" fmla="*/ 2147483646 w 121"/>
                <a:gd name="T41" fmla="*/ 2147483646 h 96"/>
                <a:gd name="T42" fmla="*/ 2147483646 w 121"/>
                <a:gd name="T43" fmla="*/ 2147483646 h 96"/>
                <a:gd name="T44" fmla="*/ 2147483646 w 121"/>
                <a:gd name="T45" fmla="*/ 2147483646 h 96"/>
                <a:gd name="T46" fmla="*/ 2147483646 w 121"/>
                <a:gd name="T47" fmla="*/ 2147483646 h 96"/>
                <a:gd name="T48" fmla="*/ 2147483646 w 121"/>
                <a:gd name="T49" fmla="*/ 2147483646 h 96"/>
                <a:gd name="T50" fmla="*/ 2147483646 w 121"/>
                <a:gd name="T51" fmla="*/ 2147483646 h 96"/>
                <a:gd name="T52" fmla="*/ 2147483646 w 121"/>
                <a:gd name="T53" fmla="*/ 2147483646 h 96"/>
                <a:gd name="T54" fmla="*/ 2147483646 w 121"/>
                <a:gd name="T55" fmla="*/ 2147483646 h 96"/>
                <a:gd name="T56" fmla="*/ 2147483646 w 121"/>
                <a:gd name="T57" fmla="*/ 2147483646 h 96"/>
                <a:gd name="T58" fmla="*/ 2147483646 w 121"/>
                <a:gd name="T59" fmla="*/ 2147483646 h 96"/>
                <a:gd name="T60" fmla="*/ 2147483646 w 121"/>
                <a:gd name="T61" fmla="*/ 2147483646 h 96"/>
                <a:gd name="T62" fmla="*/ 2147483646 w 121"/>
                <a:gd name="T63" fmla="*/ 2147483646 h 96"/>
                <a:gd name="T64" fmla="*/ 2147483646 w 121"/>
                <a:gd name="T65" fmla="*/ 2147483646 h 96"/>
                <a:gd name="T66" fmla="*/ 2147483646 w 121"/>
                <a:gd name="T67" fmla="*/ 2147483646 h 96"/>
                <a:gd name="T68" fmla="*/ 2147483646 w 121"/>
                <a:gd name="T69" fmla="*/ 2147483646 h 96"/>
                <a:gd name="T70" fmla="*/ 2147483646 w 121"/>
                <a:gd name="T71" fmla="*/ 2147483646 h 96"/>
                <a:gd name="T72" fmla="*/ 2147483646 w 121"/>
                <a:gd name="T73" fmla="*/ 2147483646 h 96"/>
                <a:gd name="T74" fmla="*/ 2147483646 w 121"/>
                <a:gd name="T75" fmla="*/ 2147483646 h 96"/>
                <a:gd name="T76" fmla="*/ 2147483646 w 121"/>
                <a:gd name="T77" fmla="*/ 2147483646 h 96"/>
                <a:gd name="T78" fmla="*/ 2147483646 w 121"/>
                <a:gd name="T79" fmla="*/ 2147483646 h 96"/>
                <a:gd name="T80" fmla="*/ 2147483646 w 121"/>
                <a:gd name="T81" fmla="*/ 2147483646 h 96"/>
                <a:gd name="T82" fmla="*/ 2147483646 w 121"/>
                <a:gd name="T83" fmla="*/ 2147483646 h 96"/>
                <a:gd name="T84" fmla="*/ 2147483646 w 121"/>
                <a:gd name="T85" fmla="*/ 2147483646 h 96"/>
                <a:gd name="T86" fmla="*/ 0 w 121"/>
                <a:gd name="T87" fmla="*/ 2147483646 h 96"/>
                <a:gd name="T88" fmla="*/ 0 w 121"/>
                <a:gd name="T89" fmla="*/ 2147483646 h 9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1"/>
                <a:gd name="T136" fmla="*/ 0 h 96"/>
                <a:gd name="T137" fmla="*/ 121 w 121"/>
                <a:gd name="T138" fmla="*/ 96 h 9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1" h="96">
                  <a:moveTo>
                    <a:pt x="0" y="45"/>
                  </a:moveTo>
                  <a:lnTo>
                    <a:pt x="0" y="51"/>
                  </a:lnTo>
                  <a:lnTo>
                    <a:pt x="0" y="49"/>
                  </a:lnTo>
                  <a:lnTo>
                    <a:pt x="0" y="46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5" y="30"/>
                  </a:lnTo>
                  <a:lnTo>
                    <a:pt x="6" y="27"/>
                  </a:lnTo>
                  <a:lnTo>
                    <a:pt x="8" y="25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2" y="19"/>
                  </a:lnTo>
                  <a:lnTo>
                    <a:pt x="14" y="16"/>
                  </a:lnTo>
                  <a:lnTo>
                    <a:pt x="16" y="15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1" y="10"/>
                  </a:lnTo>
                  <a:lnTo>
                    <a:pt x="23" y="9"/>
                  </a:lnTo>
                  <a:lnTo>
                    <a:pt x="26" y="8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2" y="4"/>
                  </a:lnTo>
                  <a:lnTo>
                    <a:pt x="34" y="3"/>
                  </a:lnTo>
                  <a:lnTo>
                    <a:pt x="36" y="2"/>
                  </a:lnTo>
                  <a:lnTo>
                    <a:pt x="39" y="2"/>
                  </a:lnTo>
                  <a:lnTo>
                    <a:pt x="41" y="1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52" y="0"/>
                  </a:lnTo>
                  <a:lnTo>
                    <a:pt x="69" y="0"/>
                  </a:lnTo>
                  <a:lnTo>
                    <a:pt x="72" y="1"/>
                  </a:lnTo>
                  <a:lnTo>
                    <a:pt x="75" y="1"/>
                  </a:lnTo>
                  <a:lnTo>
                    <a:pt x="77" y="1"/>
                  </a:lnTo>
                  <a:lnTo>
                    <a:pt x="80" y="1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7" y="3"/>
                  </a:lnTo>
                  <a:lnTo>
                    <a:pt x="89" y="4"/>
                  </a:lnTo>
                  <a:lnTo>
                    <a:pt x="92" y="6"/>
                  </a:lnTo>
                  <a:lnTo>
                    <a:pt x="94" y="7"/>
                  </a:lnTo>
                  <a:lnTo>
                    <a:pt x="96" y="8"/>
                  </a:lnTo>
                  <a:lnTo>
                    <a:pt x="98" y="9"/>
                  </a:lnTo>
                  <a:lnTo>
                    <a:pt x="100" y="10"/>
                  </a:lnTo>
                  <a:lnTo>
                    <a:pt x="102" y="12"/>
                  </a:lnTo>
                  <a:lnTo>
                    <a:pt x="104" y="14"/>
                  </a:lnTo>
                  <a:lnTo>
                    <a:pt x="106" y="15"/>
                  </a:lnTo>
                  <a:lnTo>
                    <a:pt x="107" y="16"/>
                  </a:lnTo>
                  <a:lnTo>
                    <a:pt x="108" y="19"/>
                  </a:lnTo>
                  <a:lnTo>
                    <a:pt x="111" y="21"/>
                  </a:lnTo>
                  <a:lnTo>
                    <a:pt x="112" y="22"/>
                  </a:lnTo>
                  <a:lnTo>
                    <a:pt x="113" y="25"/>
                  </a:lnTo>
                  <a:lnTo>
                    <a:pt x="115" y="27"/>
                  </a:lnTo>
                  <a:lnTo>
                    <a:pt x="116" y="30"/>
                  </a:lnTo>
                  <a:lnTo>
                    <a:pt x="117" y="32"/>
                  </a:lnTo>
                  <a:lnTo>
                    <a:pt x="118" y="33"/>
                  </a:lnTo>
                  <a:lnTo>
                    <a:pt x="118" y="36"/>
                  </a:lnTo>
                  <a:lnTo>
                    <a:pt x="119" y="38"/>
                  </a:lnTo>
                  <a:lnTo>
                    <a:pt x="119" y="42"/>
                  </a:lnTo>
                  <a:lnTo>
                    <a:pt x="121" y="44"/>
                  </a:lnTo>
                  <a:lnTo>
                    <a:pt x="121" y="46"/>
                  </a:lnTo>
                  <a:lnTo>
                    <a:pt x="121" y="49"/>
                  </a:lnTo>
                  <a:lnTo>
                    <a:pt x="121" y="51"/>
                  </a:lnTo>
                  <a:lnTo>
                    <a:pt x="121" y="45"/>
                  </a:lnTo>
                  <a:lnTo>
                    <a:pt x="121" y="48"/>
                  </a:lnTo>
                  <a:lnTo>
                    <a:pt x="121" y="50"/>
                  </a:lnTo>
                  <a:lnTo>
                    <a:pt x="121" y="52"/>
                  </a:lnTo>
                  <a:lnTo>
                    <a:pt x="119" y="55"/>
                  </a:lnTo>
                  <a:lnTo>
                    <a:pt x="119" y="58"/>
                  </a:lnTo>
                  <a:lnTo>
                    <a:pt x="118" y="61"/>
                  </a:lnTo>
                  <a:lnTo>
                    <a:pt x="118" y="63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115" y="69"/>
                  </a:lnTo>
                  <a:lnTo>
                    <a:pt x="113" y="72"/>
                  </a:lnTo>
                  <a:lnTo>
                    <a:pt x="112" y="74"/>
                  </a:lnTo>
                  <a:lnTo>
                    <a:pt x="111" y="75"/>
                  </a:lnTo>
                  <a:lnTo>
                    <a:pt x="108" y="78"/>
                  </a:lnTo>
                  <a:lnTo>
                    <a:pt x="107" y="80"/>
                  </a:lnTo>
                  <a:lnTo>
                    <a:pt x="106" y="81"/>
                  </a:lnTo>
                  <a:lnTo>
                    <a:pt x="104" y="82"/>
                  </a:lnTo>
                  <a:lnTo>
                    <a:pt x="102" y="85"/>
                  </a:lnTo>
                  <a:lnTo>
                    <a:pt x="100" y="86"/>
                  </a:lnTo>
                  <a:lnTo>
                    <a:pt x="98" y="87"/>
                  </a:lnTo>
                  <a:lnTo>
                    <a:pt x="96" y="88"/>
                  </a:lnTo>
                  <a:lnTo>
                    <a:pt x="94" y="90"/>
                  </a:lnTo>
                  <a:lnTo>
                    <a:pt x="92" y="91"/>
                  </a:lnTo>
                  <a:lnTo>
                    <a:pt x="89" y="92"/>
                  </a:lnTo>
                  <a:lnTo>
                    <a:pt x="87" y="93"/>
                  </a:lnTo>
                  <a:lnTo>
                    <a:pt x="84" y="94"/>
                  </a:lnTo>
                  <a:lnTo>
                    <a:pt x="82" y="94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5" y="96"/>
                  </a:lnTo>
                  <a:lnTo>
                    <a:pt x="72" y="96"/>
                  </a:lnTo>
                  <a:lnTo>
                    <a:pt x="69" y="96"/>
                  </a:lnTo>
                  <a:lnTo>
                    <a:pt x="52" y="96"/>
                  </a:lnTo>
                  <a:lnTo>
                    <a:pt x="48" y="96"/>
                  </a:lnTo>
                  <a:lnTo>
                    <a:pt x="46" y="96"/>
                  </a:lnTo>
                  <a:lnTo>
                    <a:pt x="44" y="96"/>
                  </a:lnTo>
                  <a:lnTo>
                    <a:pt x="41" y="96"/>
                  </a:lnTo>
                  <a:lnTo>
                    <a:pt x="39" y="94"/>
                  </a:lnTo>
                  <a:lnTo>
                    <a:pt x="36" y="94"/>
                  </a:lnTo>
                  <a:lnTo>
                    <a:pt x="34" y="93"/>
                  </a:lnTo>
                  <a:lnTo>
                    <a:pt x="32" y="92"/>
                  </a:lnTo>
                  <a:lnTo>
                    <a:pt x="29" y="91"/>
                  </a:lnTo>
                  <a:lnTo>
                    <a:pt x="27" y="90"/>
                  </a:lnTo>
                  <a:lnTo>
                    <a:pt x="26" y="88"/>
                  </a:lnTo>
                  <a:lnTo>
                    <a:pt x="23" y="87"/>
                  </a:lnTo>
                  <a:lnTo>
                    <a:pt x="21" y="86"/>
                  </a:lnTo>
                  <a:lnTo>
                    <a:pt x="20" y="85"/>
                  </a:lnTo>
                  <a:lnTo>
                    <a:pt x="17" y="82"/>
                  </a:lnTo>
                  <a:lnTo>
                    <a:pt x="16" y="81"/>
                  </a:lnTo>
                  <a:lnTo>
                    <a:pt x="14" y="80"/>
                  </a:lnTo>
                  <a:lnTo>
                    <a:pt x="12" y="78"/>
                  </a:lnTo>
                  <a:lnTo>
                    <a:pt x="11" y="75"/>
                  </a:lnTo>
                  <a:lnTo>
                    <a:pt x="9" y="74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5" y="67"/>
                  </a:lnTo>
                  <a:lnTo>
                    <a:pt x="4" y="64"/>
                  </a:lnTo>
                  <a:lnTo>
                    <a:pt x="4" y="63"/>
                  </a:lnTo>
                  <a:lnTo>
                    <a:pt x="3" y="61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7" name="Rectangle 48">
              <a:extLst>
                <a:ext uri="{FF2B5EF4-FFF2-40B4-BE49-F238E27FC236}">
                  <a16:creationId xmlns:a16="http://schemas.microsoft.com/office/drawing/2014/main" id="{5EDEB0A0-039A-4576-A644-B4CAC9921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2038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58" name="Rectangle 49">
              <a:extLst>
                <a:ext uri="{FF2B5EF4-FFF2-40B4-BE49-F238E27FC236}">
                  <a16:creationId xmlns:a16="http://schemas.microsoft.com/office/drawing/2014/main" id="{1D8AA20D-5A12-4346-BCF5-0BAA706B8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71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59" name="Rectangle 50">
              <a:extLst>
                <a:ext uri="{FF2B5EF4-FFF2-40B4-BE49-F238E27FC236}">
                  <a16:creationId xmlns:a16="http://schemas.microsoft.com/office/drawing/2014/main" id="{14BF597E-94CF-4411-90A7-EDC5446A6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138" y="2489199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0" name="Rectangle 51">
              <a:extLst>
                <a:ext uri="{FF2B5EF4-FFF2-40B4-BE49-F238E27FC236}">
                  <a16:creationId xmlns:a16="http://schemas.microsoft.com/office/drawing/2014/main" id="{7FA866B3-778C-4E06-9DCC-488F88A86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25114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1" name="Line 52">
              <a:extLst>
                <a:ext uri="{FF2B5EF4-FFF2-40B4-BE49-F238E27FC236}">
                  <a16:creationId xmlns:a16="http://schemas.microsoft.com/office/drawing/2014/main" id="{AE5DF1A2-4DC4-423A-A624-85C704A6D9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2492374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2" name="Rectangle 53">
              <a:extLst>
                <a:ext uri="{FF2B5EF4-FFF2-40B4-BE49-F238E27FC236}">
                  <a16:creationId xmlns:a16="http://schemas.microsoft.com/office/drawing/2014/main" id="{391709C2-D952-4302-9F24-5242B9BC1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5749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3" name="Rectangle 54">
              <a:extLst>
                <a:ext uri="{FF2B5EF4-FFF2-40B4-BE49-F238E27FC236}">
                  <a16:creationId xmlns:a16="http://schemas.microsoft.com/office/drawing/2014/main" id="{388A08FE-F2D8-4D52-8206-19D3A1F8C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8576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4" name="Line 55">
              <a:extLst>
                <a:ext uri="{FF2B5EF4-FFF2-40B4-BE49-F238E27FC236}">
                  <a16:creationId xmlns:a16="http://schemas.microsoft.com/office/drawing/2014/main" id="{7FAEC4E9-8B84-4D32-A3CC-59C7BA8C6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3846512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5" name="Rectangle 56">
              <a:extLst>
                <a:ext uri="{FF2B5EF4-FFF2-40B4-BE49-F238E27FC236}">
                  <a16:creationId xmlns:a16="http://schemas.microsoft.com/office/drawing/2014/main" id="{76B3E9A9-18D5-4EF9-8161-C0D592730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9211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6" name="Rectangle 57">
              <a:extLst>
                <a:ext uri="{FF2B5EF4-FFF2-40B4-BE49-F238E27FC236}">
                  <a16:creationId xmlns:a16="http://schemas.microsoft.com/office/drawing/2014/main" id="{A71CA08A-1F2D-4BFD-B78E-CB1C152B8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210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7" name="Line 58">
              <a:extLst>
                <a:ext uri="{FF2B5EF4-FFF2-40B4-BE49-F238E27FC236}">
                  <a16:creationId xmlns:a16="http://schemas.microsoft.com/office/drawing/2014/main" id="{069253B8-7BE4-4770-8CAE-D8B4F92503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5200649"/>
              <a:ext cx="96837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8" name="Rectangle 59">
              <a:extLst>
                <a:ext uri="{FF2B5EF4-FFF2-40B4-BE49-F238E27FC236}">
                  <a16:creationId xmlns:a16="http://schemas.microsoft.com/office/drawing/2014/main" id="{15E7DD1A-D84A-477E-8EDA-C7184A5FE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5273674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9" name="Rectangle 60">
              <a:extLst>
                <a:ext uri="{FF2B5EF4-FFF2-40B4-BE49-F238E27FC236}">
                  <a16:creationId xmlns:a16="http://schemas.microsoft.com/office/drawing/2014/main" id="{97D58CEC-2425-4062-82F7-6582190A1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46640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0" name="Rectangle 61">
              <a:extLst>
                <a:ext uri="{FF2B5EF4-FFF2-40B4-BE49-F238E27FC236}">
                  <a16:creationId xmlns:a16="http://schemas.microsoft.com/office/drawing/2014/main" id="{A960BCBD-B04D-48F3-B0B2-A3D6182E5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4749799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1" name="Rectangle 62">
              <a:extLst>
                <a:ext uri="{FF2B5EF4-FFF2-40B4-BE49-F238E27FC236}">
                  <a16:creationId xmlns:a16="http://schemas.microsoft.com/office/drawing/2014/main" id="{BDBCC625-697D-4213-8690-E1B47A593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3178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2" name="Rectangle 63">
              <a:extLst>
                <a:ext uri="{FF2B5EF4-FFF2-40B4-BE49-F238E27FC236}">
                  <a16:creationId xmlns:a16="http://schemas.microsoft.com/office/drawing/2014/main" id="{B60CA198-CA42-4CE1-BDC4-CC2F303CB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403599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3" name="Rectangle 64">
              <a:extLst>
                <a:ext uri="{FF2B5EF4-FFF2-40B4-BE49-F238E27FC236}">
                  <a16:creationId xmlns:a16="http://schemas.microsoft.com/office/drawing/2014/main" id="{19F1001A-1566-44BC-9286-005629E74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19653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4" name="Rectangle 65">
              <a:extLst>
                <a:ext uri="{FF2B5EF4-FFF2-40B4-BE49-F238E27FC236}">
                  <a16:creationId xmlns:a16="http://schemas.microsoft.com/office/drawing/2014/main" id="{B4FF953A-8441-4BF5-8B10-7BA1DA85E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0542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5" name="Rectangle 72">
              <a:extLst>
                <a:ext uri="{FF2B5EF4-FFF2-40B4-BE49-F238E27FC236}">
                  <a16:creationId xmlns:a16="http://schemas.microsoft.com/office/drawing/2014/main" id="{9DB06019-DBF2-4876-B01E-37DD5FC26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2513012"/>
              <a:ext cx="35266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sp>
        <p:nvSpPr>
          <p:cNvPr id="107523" name="Title 1">
            <a:extLst>
              <a:ext uri="{FF2B5EF4-FFF2-40B4-BE49-F238E27FC236}">
                <a16:creationId xmlns:a16="http://schemas.microsoft.com/office/drawing/2014/main" id="{B6BF2BCC-FDCD-482E-9153-2C7747405911}"/>
              </a:ext>
            </a:extLst>
          </p:cNvPr>
          <p:cNvSpPr txBox="1">
            <a:spLocks/>
          </p:cNvSpPr>
          <p:nvPr/>
        </p:nvSpPr>
        <p:spPr bwMode="auto">
          <a:xfrm>
            <a:off x="82548" y="76200"/>
            <a:ext cx="8985252" cy="93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Comparison of level-sensitive and edge-triggered D storage elements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53F7AE-8EBC-4077-81F7-8C5B59C2E54C}"/>
              </a:ext>
            </a:extLst>
          </p:cNvPr>
          <p:cNvSpPr/>
          <p:nvPr/>
        </p:nvSpPr>
        <p:spPr>
          <a:xfrm>
            <a:off x="4205288" y="2525387"/>
            <a:ext cx="1330317" cy="192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FADA5B1-E07D-40D8-9BFC-C4B27EA63894}"/>
              </a:ext>
            </a:extLst>
          </p:cNvPr>
          <p:cNvSpPr/>
          <p:nvPr/>
        </p:nvSpPr>
        <p:spPr>
          <a:xfrm>
            <a:off x="5562600" y="2438400"/>
            <a:ext cx="1330317" cy="192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2C46381-D037-4DBD-85E8-B0118C3FA718}"/>
              </a:ext>
            </a:extLst>
          </p:cNvPr>
          <p:cNvSpPr/>
          <p:nvPr/>
        </p:nvSpPr>
        <p:spPr>
          <a:xfrm>
            <a:off x="6919929" y="2410359"/>
            <a:ext cx="1330317" cy="192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B796DDB-B605-4AB1-A387-8919EB313DA5}"/>
              </a:ext>
            </a:extLst>
          </p:cNvPr>
          <p:cNvSpPr/>
          <p:nvPr/>
        </p:nvSpPr>
        <p:spPr>
          <a:xfrm>
            <a:off x="8267700" y="2355039"/>
            <a:ext cx="821970" cy="200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21" name="Group 1">
            <a:extLst>
              <a:ext uri="{FF2B5EF4-FFF2-40B4-BE49-F238E27FC236}">
                <a16:creationId xmlns:a16="http://schemas.microsoft.com/office/drawing/2014/main" id="{ACB6F221-A165-42EB-8597-9F2E274E90B3}"/>
              </a:ext>
            </a:extLst>
          </p:cNvPr>
          <p:cNvGrpSpPr>
            <a:grpSpLocks/>
          </p:cNvGrpSpPr>
          <p:nvPr/>
        </p:nvGrpSpPr>
        <p:grpSpPr bwMode="auto">
          <a:xfrm>
            <a:off x="2776538" y="1143000"/>
            <a:ext cx="6291262" cy="3218905"/>
            <a:chOff x="2700338" y="3505200"/>
            <a:chExt cx="6291262" cy="2708275"/>
          </a:xfrm>
        </p:grpSpPr>
        <p:sp>
          <p:nvSpPr>
            <p:cNvPr id="107576" name="Line 4">
              <a:extLst>
                <a:ext uri="{FF2B5EF4-FFF2-40B4-BE49-F238E27FC236}">
                  <a16:creationId xmlns:a16="http://schemas.microsoft.com/office/drawing/2014/main" id="{852ADE0D-0955-4D3A-BEA9-A55C178261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9088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7" name="Line 5">
              <a:extLst>
                <a:ext uri="{FF2B5EF4-FFF2-40B4-BE49-F238E27FC236}">
                  <a16:creationId xmlns:a16="http://schemas.microsoft.com/office/drawing/2014/main" id="{30E4DF41-4A14-4562-9565-D38559F53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225" y="3505200"/>
              <a:ext cx="1588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8" name="Line 6">
              <a:extLst>
                <a:ext uri="{FF2B5EF4-FFF2-40B4-BE49-F238E27FC236}">
                  <a16:creationId xmlns:a16="http://schemas.microsoft.com/office/drawing/2014/main" id="{79B069A7-EB9F-4636-8DCB-BA8F2CCCE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73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9" name="Line 7">
              <a:extLst>
                <a:ext uri="{FF2B5EF4-FFF2-40B4-BE49-F238E27FC236}">
                  <a16:creationId xmlns:a16="http://schemas.microsoft.com/office/drawing/2014/main" id="{D5638649-9946-417A-B8D5-4C61CA4EC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08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0" name="Rectangle 8">
              <a:extLst>
                <a:ext uri="{FF2B5EF4-FFF2-40B4-BE49-F238E27FC236}">
                  <a16:creationId xmlns:a16="http://schemas.microsoft.com/office/drawing/2014/main" id="{610E8F03-5C2F-4C6D-A32C-2405D6BF2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232275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1" name="Rectangle 9">
              <a:extLst>
                <a:ext uri="{FF2B5EF4-FFF2-40B4-BE49-F238E27FC236}">
                  <a16:creationId xmlns:a16="http://schemas.microsoft.com/office/drawing/2014/main" id="{F7FF4BE9-E32D-4DF5-9BC0-ED77E2C94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3687763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2" name="Rectangle 10">
              <a:extLst>
                <a:ext uri="{FF2B5EF4-FFF2-40B4-BE49-F238E27FC236}">
                  <a16:creationId xmlns:a16="http://schemas.microsoft.com/office/drawing/2014/main" id="{25ED3184-FD60-4AD5-BEE8-F3EECC72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4746625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3" name="Rectangle 11">
              <a:extLst>
                <a:ext uri="{FF2B5EF4-FFF2-40B4-BE49-F238E27FC236}">
                  <a16:creationId xmlns:a16="http://schemas.microsoft.com/office/drawing/2014/main" id="{15A961CD-E254-4C64-BD8B-68C4B89E7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4832350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4" name="Rectangle 12">
              <a:extLst>
                <a:ext uri="{FF2B5EF4-FFF2-40B4-BE49-F238E27FC236}">
                  <a16:creationId xmlns:a16="http://schemas.microsoft.com/office/drawing/2014/main" id="{CD5FC61B-A34C-451D-877F-DC10B738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5295900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5" name="Rectangle 14">
              <a:extLst>
                <a:ext uri="{FF2B5EF4-FFF2-40B4-BE49-F238E27FC236}">
                  <a16:creationId xmlns:a16="http://schemas.microsoft.com/office/drawing/2014/main" id="{A1C459B3-0512-43EC-9855-595D56C0C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5383213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6" name="Freeform 66">
              <a:extLst>
                <a:ext uri="{FF2B5EF4-FFF2-40B4-BE49-F238E27FC236}">
                  <a16:creationId xmlns:a16="http://schemas.microsoft.com/office/drawing/2014/main" id="{A3D6B6A2-DD27-4C83-87E7-EC96286B9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3641725"/>
              <a:ext cx="5683250" cy="285750"/>
            </a:xfrm>
            <a:custGeom>
              <a:avLst/>
              <a:gdLst>
                <a:gd name="T0" fmla="*/ 2147483646 w 7160"/>
                <a:gd name="T1" fmla="*/ 2147483646 h 360"/>
                <a:gd name="T2" fmla="*/ 2147483646 w 7160"/>
                <a:gd name="T3" fmla="*/ 2147483646 h 360"/>
                <a:gd name="T4" fmla="*/ 2147483646 w 7160"/>
                <a:gd name="T5" fmla="*/ 0 h 360"/>
                <a:gd name="T6" fmla="*/ 2147483646 w 7160"/>
                <a:gd name="T7" fmla="*/ 0 h 360"/>
                <a:gd name="T8" fmla="*/ 2147483646 w 7160"/>
                <a:gd name="T9" fmla="*/ 2147483646 h 360"/>
                <a:gd name="T10" fmla="*/ 2147483646 w 7160"/>
                <a:gd name="T11" fmla="*/ 2147483646 h 360"/>
                <a:gd name="T12" fmla="*/ 2147483646 w 7160"/>
                <a:gd name="T13" fmla="*/ 0 h 360"/>
                <a:gd name="T14" fmla="*/ 2147483646 w 7160"/>
                <a:gd name="T15" fmla="*/ 0 h 360"/>
                <a:gd name="T16" fmla="*/ 2147483646 w 7160"/>
                <a:gd name="T17" fmla="*/ 2147483646 h 360"/>
                <a:gd name="T18" fmla="*/ 0 w 7160"/>
                <a:gd name="T19" fmla="*/ 2147483646 h 3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60"/>
                <a:gd name="T31" fmla="*/ 0 h 360"/>
                <a:gd name="T32" fmla="*/ 7160 w 7160"/>
                <a:gd name="T33" fmla="*/ 360 h 3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60" h="360">
                  <a:moveTo>
                    <a:pt x="7160" y="360"/>
                  </a:moveTo>
                  <a:lnTo>
                    <a:pt x="6127" y="360"/>
                  </a:lnTo>
                  <a:lnTo>
                    <a:pt x="6127" y="0"/>
                  </a:lnTo>
                  <a:lnTo>
                    <a:pt x="4445" y="0"/>
                  </a:lnTo>
                  <a:lnTo>
                    <a:pt x="4445" y="360"/>
                  </a:lnTo>
                  <a:lnTo>
                    <a:pt x="2739" y="360"/>
                  </a:lnTo>
                  <a:lnTo>
                    <a:pt x="2739" y="0"/>
                  </a:lnTo>
                  <a:lnTo>
                    <a:pt x="1034" y="0"/>
                  </a:lnTo>
                  <a:lnTo>
                    <a:pt x="1034" y="360"/>
                  </a:lnTo>
                  <a:lnTo>
                    <a:pt x="0" y="360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7" name="Freeform 67">
              <a:extLst>
                <a:ext uri="{FF2B5EF4-FFF2-40B4-BE49-F238E27FC236}">
                  <a16:creationId xmlns:a16="http://schemas.microsoft.com/office/drawing/2014/main" id="{6E5443B2-812A-49B2-9C9E-5CDA05BF1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194175"/>
              <a:ext cx="5683250" cy="266700"/>
            </a:xfrm>
            <a:custGeom>
              <a:avLst/>
              <a:gdLst>
                <a:gd name="T0" fmla="*/ 2147483646 w 7160"/>
                <a:gd name="T1" fmla="*/ 2147483646 h 336"/>
                <a:gd name="T2" fmla="*/ 2147483646 w 7160"/>
                <a:gd name="T3" fmla="*/ 2147483646 h 336"/>
                <a:gd name="T4" fmla="*/ 2147483646 w 7160"/>
                <a:gd name="T5" fmla="*/ 0 h 336"/>
                <a:gd name="T6" fmla="*/ 2147483646 w 7160"/>
                <a:gd name="T7" fmla="*/ 0 h 336"/>
                <a:gd name="T8" fmla="*/ 2147483646 w 7160"/>
                <a:gd name="T9" fmla="*/ 2147483646 h 336"/>
                <a:gd name="T10" fmla="*/ 2147483646 w 7160"/>
                <a:gd name="T11" fmla="*/ 2147483646 h 336"/>
                <a:gd name="T12" fmla="*/ 2147483646 w 7160"/>
                <a:gd name="T13" fmla="*/ 0 h 336"/>
                <a:gd name="T14" fmla="*/ 2147483646 w 7160"/>
                <a:gd name="T15" fmla="*/ 0 h 336"/>
                <a:gd name="T16" fmla="*/ 2147483646 w 7160"/>
                <a:gd name="T17" fmla="*/ 2147483646 h 336"/>
                <a:gd name="T18" fmla="*/ 2147483646 w 7160"/>
                <a:gd name="T19" fmla="*/ 2147483646 h 336"/>
                <a:gd name="T20" fmla="*/ 2147483646 w 7160"/>
                <a:gd name="T21" fmla="*/ 0 h 336"/>
                <a:gd name="T22" fmla="*/ 2147483646 w 7160"/>
                <a:gd name="T23" fmla="*/ 0 h 336"/>
                <a:gd name="T24" fmla="*/ 2147483646 w 7160"/>
                <a:gd name="T25" fmla="*/ 2147483646 h 336"/>
                <a:gd name="T26" fmla="*/ 2147483646 w 7160"/>
                <a:gd name="T27" fmla="*/ 2147483646 h 336"/>
                <a:gd name="T28" fmla="*/ 2147483646 w 7160"/>
                <a:gd name="T29" fmla="*/ 0 h 336"/>
                <a:gd name="T30" fmla="*/ 2147483646 w 7160"/>
                <a:gd name="T31" fmla="*/ 0 h 336"/>
                <a:gd name="T32" fmla="*/ 2147483646 w 7160"/>
                <a:gd name="T33" fmla="*/ 2147483646 h 336"/>
                <a:gd name="T34" fmla="*/ 2147483646 w 7160"/>
                <a:gd name="T35" fmla="*/ 2147483646 h 336"/>
                <a:gd name="T36" fmla="*/ 2147483646 w 7160"/>
                <a:gd name="T37" fmla="*/ 0 h 336"/>
                <a:gd name="T38" fmla="*/ 2147483646 w 7160"/>
                <a:gd name="T39" fmla="*/ 0 h 336"/>
                <a:gd name="T40" fmla="*/ 2147483646 w 7160"/>
                <a:gd name="T41" fmla="*/ 2147483646 h 336"/>
                <a:gd name="T42" fmla="*/ 2147483646 w 7160"/>
                <a:gd name="T43" fmla="*/ 2147483646 h 336"/>
                <a:gd name="T44" fmla="*/ 2147483646 w 7160"/>
                <a:gd name="T45" fmla="*/ 0 h 336"/>
                <a:gd name="T46" fmla="*/ 2147483646 w 7160"/>
                <a:gd name="T47" fmla="*/ 0 h 336"/>
                <a:gd name="T48" fmla="*/ 2147483646 w 7160"/>
                <a:gd name="T49" fmla="*/ 2147483646 h 336"/>
                <a:gd name="T50" fmla="*/ 0 w 7160"/>
                <a:gd name="T51" fmla="*/ 2147483646 h 3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60"/>
                <a:gd name="T79" fmla="*/ 0 h 336"/>
                <a:gd name="T80" fmla="*/ 7160 w 7160"/>
                <a:gd name="T81" fmla="*/ 336 h 3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60" h="336">
                  <a:moveTo>
                    <a:pt x="7160" y="336"/>
                  </a:moveTo>
                  <a:lnTo>
                    <a:pt x="6487" y="336"/>
                  </a:ln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4085" y="336"/>
                  </a:lnTo>
                  <a:lnTo>
                    <a:pt x="4085" y="0"/>
                  </a:lnTo>
                  <a:lnTo>
                    <a:pt x="3748" y="0"/>
                  </a:lnTo>
                  <a:lnTo>
                    <a:pt x="3748" y="336"/>
                  </a:lnTo>
                  <a:lnTo>
                    <a:pt x="3412" y="336"/>
                  </a:lnTo>
                  <a:lnTo>
                    <a:pt x="3412" y="0"/>
                  </a:lnTo>
                  <a:lnTo>
                    <a:pt x="2908" y="0"/>
                  </a:lnTo>
                  <a:lnTo>
                    <a:pt x="2908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697" y="0"/>
                  </a:lnTo>
                  <a:lnTo>
                    <a:pt x="69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8" name="Freeform 69">
              <a:extLst>
                <a:ext uri="{FF2B5EF4-FFF2-40B4-BE49-F238E27FC236}">
                  <a16:creationId xmlns:a16="http://schemas.microsoft.com/office/drawing/2014/main" id="{81A78849-88F3-4B05-944F-D4C5E9147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72757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0 h 336"/>
                <a:gd name="T6" fmla="*/ 2147483646 w 7160"/>
                <a:gd name="T7" fmla="*/ 2147483646 h 336"/>
                <a:gd name="T8" fmla="*/ 2147483646 w 7160"/>
                <a:gd name="T9" fmla="*/ 2147483646 h 336"/>
                <a:gd name="T10" fmla="*/ 2147483646 w 7160"/>
                <a:gd name="T11" fmla="*/ 0 h 336"/>
                <a:gd name="T12" fmla="*/ 2147483646 w 7160"/>
                <a:gd name="T13" fmla="*/ 0 h 336"/>
                <a:gd name="T14" fmla="*/ 2147483646 w 7160"/>
                <a:gd name="T15" fmla="*/ 2147483646 h 336"/>
                <a:gd name="T16" fmla="*/ 2147483646 w 7160"/>
                <a:gd name="T17" fmla="*/ 2147483646 h 336"/>
                <a:gd name="T18" fmla="*/ 2147483646 w 7160"/>
                <a:gd name="T19" fmla="*/ 0 h 336"/>
                <a:gd name="T20" fmla="*/ 2147483646 w 7160"/>
                <a:gd name="T21" fmla="*/ 0 h 336"/>
                <a:gd name="T22" fmla="*/ 2147483646 w 7160"/>
                <a:gd name="T23" fmla="*/ 2147483646 h 336"/>
                <a:gd name="T24" fmla="*/ 2147483646 w 7160"/>
                <a:gd name="T25" fmla="*/ 2147483646 h 336"/>
                <a:gd name="T26" fmla="*/ 2147483646 w 7160"/>
                <a:gd name="T27" fmla="*/ 0 h 336"/>
                <a:gd name="T28" fmla="*/ 2147483646 w 7160"/>
                <a:gd name="T29" fmla="*/ 0 h 336"/>
                <a:gd name="T30" fmla="*/ 2147483646 w 7160"/>
                <a:gd name="T31" fmla="*/ 2147483646 h 336"/>
                <a:gd name="T32" fmla="*/ 0 w 7160"/>
                <a:gd name="T33" fmla="*/ 2147483646 h 3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160"/>
                <a:gd name="T52" fmla="*/ 0 h 336"/>
                <a:gd name="T53" fmla="*/ 7160 w 7160"/>
                <a:gd name="T54" fmla="*/ 336 h 3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160" h="336">
                  <a:moveTo>
                    <a:pt x="7160" y="0"/>
                  </a:move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1034" y="0"/>
                  </a:lnTo>
                  <a:lnTo>
                    <a:pt x="1034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9" name="Freeform 70">
              <a:extLst>
                <a:ext uri="{FF2B5EF4-FFF2-40B4-BE49-F238E27FC236}">
                  <a16:creationId xmlns:a16="http://schemas.microsoft.com/office/drawing/2014/main" id="{B52A10F4-6F53-4CBF-907C-201C1372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260975"/>
              <a:ext cx="5683250" cy="285750"/>
            </a:xfrm>
            <a:custGeom>
              <a:avLst/>
              <a:gdLst>
                <a:gd name="T0" fmla="*/ 2147483646 w 7160"/>
                <a:gd name="T1" fmla="*/ 2147483646 h 361"/>
                <a:gd name="T2" fmla="*/ 2147483646 w 7160"/>
                <a:gd name="T3" fmla="*/ 2147483646 h 361"/>
                <a:gd name="T4" fmla="*/ 2147483646 w 7160"/>
                <a:gd name="T5" fmla="*/ 0 h 361"/>
                <a:gd name="T6" fmla="*/ 2147483646 w 7160"/>
                <a:gd name="T7" fmla="*/ 0 h 361"/>
                <a:gd name="T8" fmla="*/ 2147483646 w 7160"/>
                <a:gd name="T9" fmla="*/ 2147483646 h 361"/>
                <a:gd name="T10" fmla="*/ 0 w 7160"/>
                <a:gd name="T11" fmla="*/ 2147483646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60"/>
                <a:gd name="T19" fmla="*/ 0 h 361"/>
                <a:gd name="T20" fmla="*/ 7160 w 7160"/>
                <a:gd name="T21" fmla="*/ 361 h 3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60" h="361">
                  <a:moveTo>
                    <a:pt x="7160" y="361"/>
                  </a:moveTo>
                  <a:lnTo>
                    <a:pt x="4445" y="361"/>
                  </a:lnTo>
                  <a:lnTo>
                    <a:pt x="4445" y="0"/>
                  </a:lnTo>
                  <a:lnTo>
                    <a:pt x="1034" y="0"/>
                  </a:lnTo>
                  <a:lnTo>
                    <a:pt x="1034" y="361"/>
                  </a:lnTo>
                  <a:lnTo>
                    <a:pt x="0" y="361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0" name="Freeform 71">
              <a:extLst>
                <a:ext uri="{FF2B5EF4-FFF2-40B4-BE49-F238E27FC236}">
                  <a16:creationId xmlns:a16="http://schemas.microsoft.com/office/drawing/2014/main" id="{B50CCBCE-3FE5-47F3-9350-1EF31BDCF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81342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2147483646 h 336"/>
                <a:gd name="T6" fmla="*/ 0 w 71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60"/>
                <a:gd name="T13" fmla="*/ 0 h 336"/>
                <a:gd name="T14" fmla="*/ 7160 w 71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60" h="336">
                  <a:moveTo>
                    <a:pt x="7160" y="0"/>
                  </a:moveTo>
                  <a:lnTo>
                    <a:pt x="6127" y="0"/>
                  </a:lnTo>
                  <a:lnTo>
                    <a:pt x="612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1" name="Rectangle 73">
              <a:extLst>
                <a:ext uri="{FF2B5EF4-FFF2-40B4-BE49-F238E27FC236}">
                  <a16:creationId xmlns:a16="http://schemas.microsoft.com/office/drawing/2014/main" id="{79667A5B-CB32-4AAD-8C56-126883A7E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13" y="5834063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92" name="Rectangle 74">
              <a:extLst>
                <a:ext uri="{FF2B5EF4-FFF2-40B4-BE49-F238E27FC236}">
                  <a16:creationId xmlns:a16="http://schemas.microsoft.com/office/drawing/2014/main" id="{860994A6-20F2-40AD-8947-4C53872CD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675" y="5921375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grpSp>
        <p:nvGrpSpPr>
          <p:cNvPr id="107522" name="Group 53">
            <a:extLst>
              <a:ext uri="{FF2B5EF4-FFF2-40B4-BE49-F238E27FC236}">
                <a16:creationId xmlns:a16="http://schemas.microsoft.com/office/drawing/2014/main" id="{A94C5052-6C3C-46FB-B028-6836A1EE6BC8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143000"/>
            <a:ext cx="2416175" cy="3413125"/>
            <a:chOff x="3005138" y="1768474"/>
            <a:chExt cx="2676177" cy="3794126"/>
          </a:xfrm>
        </p:grpSpPr>
        <p:sp>
          <p:nvSpPr>
            <p:cNvPr id="107524" name="Rectangle 13">
              <a:extLst>
                <a:ext uri="{FF2B5EF4-FFF2-40B4-BE49-F238E27FC236}">
                  <a16:creationId xmlns:a16="http://schemas.microsoft.com/office/drawing/2014/main" id="{1582D7D5-21D8-4C90-9CFF-EC4F60A3C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1768474"/>
              <a:ext cx="666750" cy="1085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5" name="Rectangle 15">
              <a:extLst>
                <a:ext uri="{FF2B5EF4-FFF2-40B4-BE49-F238E27FC236}">
                  <a16:creationId xmlns:a16="http://schemas.microsoft.com/office/drawing/2014/main" id="{EF0445A5-82CA-4EB5-9818-64383D2E1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6" name="Rectangle 16">
              <a:extLst>
                <a:ext uri="{FF2B5EF4-FFF2-40B4-BE49-F238E27FC236}">
                  <a16:creationId xmlns:a16="http://schemas.microsoft.com/office/drawing/2014/main" id="{9BEE026D-33AE-406D-8625-1FAE31EE0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19542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dirty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 dirty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7" name="Line 17">
              <a:extLst>
                <a:ext uri="{FF2B5EF4-FFF2-40B4-BE49-F238E27FC236}">
                  <a16:creationId xmlns:a16="http://schemas.microsoft.com/office/drawing/2014/main" id="{250D9A0C-3145-46EB-888A-DD249B275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2492374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28" name="Rectangle 18">
              <a:extLst>
                <a:ext uri="{FF2B5EF4-FFF2-40B4-BE49-F238E27FC236}">
                  <a16:creationId xmlns:a16="http://schemas.microsoft.com/office/drawing/2014/main" id="{9389FB77-68AD-4A8D-92DE-3E617FF11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25003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9" name="Rectangle 19">
              <a:extLst>
                <a:ext uri="{FF2B5EF4-FFF2-40B4-BE49-F238E27FC236}">
                  <a16:creationId xmlns:a16="http://schemas.microsoft.com/office/drawing/2014/main" id="{272CA461-6E7E-463B-BB3D-D80518379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3121024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0" name="Rectangle 21">
              <a:extLst>
                <a:ext uri="{FF2B5EF4-FFF2-40B4-BE49-F238E27FC236}">
                  <a16:creationId xmlns:a16="http://schemas.microsoft.com/office/drawing/2014/main" id="{1BACBD39-C49F-4A5D-A568-D078A632B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331311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1" name="Rectangle 22">
              <a:extLst>
                <a:ext uri="{FF2B5EF4-FFF2-40B4-BE49-F238E27FC236}">
                  <a16:creationId xmlns:a16="http://schemas.microsoft.com/office/drawing/2014/main" id="{E14DA309-B8A5-4ABE-AFE3-04E665FDD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3305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2" name="Line 23">
              <a:extLst>
                <a:ext uri="{FF2B5EF4-FFF2-40B4-BE49-F238E27FC236}">
                  <a16:creationId xmlns:a16="http://schemas.microsoft.com/office/drawing/2014/main" id="{5C2FF46D-63D5-4A6D-AC09-ABD84B4F4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3846512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3" name="Freeform 24">
              <a:extLst>
                <a:ext uri="{FF2B5EF4-FFF2-40B4-BE49-F238E27FC236}">
                  <a16:creationId xmlns:a16="http://schemas.microsoft.com/office/drawing/2014/main" id="{7B0C3A7A-D632-4E20-9A12-0099117B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3865562"/>
              <a:ext cx="133350" cy="133350"/>
            </a:xfrm>
            <a:custGeom>
              <a:avLst/>
              <a:gdLst>
                <a:gd name="T0" fmla="*/ 0 w 168"/>
                <a:gd name="T1" fmla="*/ 2147483646 h 168"/>
                <a:gd name="T2" fmla="*/ 2147483646 w 168"/>
                <a:gd name="T3" fmla="*/ 2147483646 h 168"/>
                <a:gd name="T4" fmla="*/ 0 w 168"/>
                <a:gd name="T5" fmla="*/ 0 h 168"/>
                <a:gd name="T6" fmla="*/ 0 60000 65536"/>
                <a:gd name="T7" fmla="*/ 0 60000 65536"/>
                <a:gd name="T8" fmla="*/ 0 60000 65536"/>
                <a:gd name="T9" fmla="*/ 0 w 168"/>
                <a:gd name="T10" fmla="*/ 0 h 168"/>
                <a:gd name="T11" fmla="*/ 168 w 168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8">
                  <a:moveTo>
                    <a:pt x="0" y="168"/>
                  </a:moveTo>
                  <a:lnTo>
                    <a:pt x="168" y="96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4" name="Rectangle 25">
              <a:extLst>
                <a:ext uri="{FF2B5EF4-FFF2-40B4-BE49-F238E27FC236}">
                  <a16:creationId xmlns:a16="http://schemas.microsoft.com/office/drawing/2014/main" id="{47CE52D1-D78E-4CB7-8BDA-1D440DB9B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4475162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5" name="Rectangle 26">
              <a:extLst>
                <a:ext uri="{FF2B5EF4-FFF2-40B4-BE49-F238E27FC236}">
                  <a16:creationId xmlns:a16="http://schemas.microsoft.com/office/drawing/2014/main" id="{1380AA7B-CB82-446F-9F38-1B9483D41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38512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dirty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 dirty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6" name="Rectangle 27">
              <a:extLst>
                <a:ext uri="{FF2B5EF4-FFF2-40B4-BE49-F238E27FC236}">
                  <a16:creationId xmlns:a16="http://schemas.microsoft.com/office/drawing/2014/main" id="{83D2C4C7-117D-47D2-A0A0-05B2032D5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4664074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7" name="Rectangle 28">
              <a:extLst>
                <a:ext uri="{FF2B5EF4-FFF2-40B4-BE49-F238E27FC236}">
                  <a16:creationId xmlns:a16="http://schemas.microsoft.com/office/drawing/2014/main" id="{99852E6C-DD1B-42E9-8334-B4180538D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46577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8" name="Line 29">
              <a:extLst>
                <a:ext uri="{FF2B5EF4-FFF2-40B4-BE49-F238E27FC236}">
                  <a16:creationId xmlns:a16="http://schemas.microsoft.com/office/drawing/2014/main" id="{1A898756-F650-4A93-8998-C966D7C9D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5200649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9" name="Freeform 30">
              <a:extLst>
                <a:ext uri="{FF2B5EF4-FFF2-40B4-BE49-F238E27FC236}">
                  <a16:creationId xmlns:a16="http://schemas.microsoft.com/office/drawing/2014/main" id="{4946F6E0-8697-4F60-A60F-417D1147B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5219699"/>
              <a:ext cx="133350" cy="133350"/>
            </a:xfrm>
            <a:custGeom>
              <a:avLst/>
              <a:gdLst>
                <a:gd name="T0" fmla="*/ 0 w 168"/>
                <a:gd name="T1" fmla="*/ 2147483646 h 169"/>
                <a:gd name="T2" fmla="*/ 2147483646 w 168"/>
                <a:gd name="T3" fmla="*/ 2147483646 h 169"/>
                <a:gd name="T4" fmla="*/ 0 w 168"/>
                <a:gd name="T5" fmla="*/ 0 h 169"/>
                <a:gd name="T6" fmla="*/ 0 60000 65536"/>
                <a:gd name="T7" fmla="*/ 0 60000 65536"/>
                <a:gd name="T8" fmla="*/ 0 60000 65536"/>
                <a:gd name="T9" fmla="*/ 0 w 168"/>
                <a:gd name="T10" fmla="*/ 0 h 169"/>
                <a:gd name="T11" fmla="*/ 168 w 168"/>
                <a:gd name="T12" fmla="*/ 169 h 1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9">
                  <a:moveTo>
                    <a:pt x="0" y="169"/>
                  </a:moveTo>
                  <a:lnTo>
                    <a:pt x="168" y="9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0" name="Line 31">
              <a:extLst>
                <a:ext uri="{FF2B5EF4-FFF2-40B4-BE49-F238E27FC236}">
                  <a16:creationId xmlns:a16="http://schemas.microsoft.com/office/drawing/2014/main" id="{0D8398B1-A957-4483-8646-829E1C133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0542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1" name="Line 32">
              <a:extLst>
                <a:ext uri="{FF2B5EF4-FFF2-40B4-BE49-F238E27FC236}">
                  <a16:creationId xmlns:a16="http://schemas.microsoft.com/office/drawing/2014/main" id="{1C25DDAD-67A3-4FE0-B0B9-14A0D4CA73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0542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2" name="Line 33">
              <a:extLst>
                <a:ext uri="{FF2B5EF4-FFF2-40B4-BE49-F238E27FC236}">
                  <a16:creationId xmlns:a16="http://schemas.microsoft.com/office/drawing/2014/main" id="{1304B641-AE00-4C5B-AC9C-0275BF97B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5876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3" name="Freeform 34">
              <a:extLst>
                <a:ext uri="{FF2B5EF4-FFF2-40B4-BE49-F238E27FC236}">
                  <a16:creationId xmlns:a16="http://schemas.microsoft.com/office/drawing/2014/main" id="{F327B480-D33C-43FC-9BF4-DC2044CBC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713" y="2587624"/>
              <a:ext cx="458787" cy="2708275"/>
            </a:xfrm>
            <a:custGeom>
              <a:avLst/>
              <a:gdLst>
                <a:gd name="T0" fmla="*/ 0 w 576"/>
                <a:gd name="T1" fmla="*/ 0 h 3412"/>
                <a:gd name="T2" fmla="*/ 0 w 576"/>
                <a:gd name="T3" fmla="*/ 2147483646 h 3412"/>
                <a:gd name="T4" fmla="*/ 2147483646 w 576"/>
                <a:gd name="T5" fmla="*/ 2147483646 h 3412"/>
                <a:gd name="T6" fmla="*/ 0 60000 65536"/>
                <a:gd name="T7" fmla="*/ 0 60000 65536"/>
                <a:gd name="T8" fmla="*/ 0 60000 65536"/>
                <a:gd name="T9" fmla="*/ 0 w 576"/>
                <a:gd name="T10" fmla="*/ 0 h 3412"/>
                <a:gd name="T11" fmla="*/ 576 w 576"/>
                <a:gd name="T12" fmla="*/ 3412 h 3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3412">
                  <a:moveTo>
                    <a:pt x="0" y="0"/>
                  </a:moveTo>
                  <a:lnTo>
                    <a:pt x="0" y="3412"/>
                  </a:lnTo>
                  <a:lnTo>
                    <a:pt x="576" y="341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4" name="Freeform 35">
              <a:extLst>
                <a:ext uri="{FF2B5EF4-FFF2-40B4-BE49-F238E27FC236}">
                  <a16:creationId xmlns:a16="http://schemas.microsoft.com/office/drawing/2014/main" id="{9CEB9334-2885-459F-859E-EC983D5C9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050" y="2054224"/>
              <a:ext cx="266700" cy="2687638"/>
            </a:xfrm>
            <a:custGeom>
              <a:avLst/>
              <a:gdLst>
                <a:gd name="T0" fmla="*/ 0 w 337"/>
                <a:gd name="T1" fmla="*/ 0 h 3388"/>
                <a:gd name="T2" fmla="*/ 0 w 337"/>
                <a:gd name="T3" fmla="*/ 2147483646 h 3388"/>
                <a:gd name="T4" fmla="*/ 2147483646 w 337"/>
                <a:gd name="T5" fmla="*/ 2147483646 h 3388"/>
                <a:gd name="T6" fmla="*/ 0 60000 65536"/>
                <a:gd name="T7" fmla="*/ 0 60000 65536"/>
                <a:gd name="T8" fmla="*/ 0 60000 65536"/>
                <a:gd name="T9" fmla="*/ 0 w 337"/>
                <a:gd name="T10" fmla="*/ 0 h 3388"/>
                <a:gd name="T11" fmla="*/ 337 w 337"/>
                <a:gd name="T12" fmla="*/ 3388 h 3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" h="3388">
                  <a:moveTo>
                    <a:pt x="0" y="0"/>
                  </a:moveTo>
                  <a:lnTo>
                    <a:pt x="0" y="3388"/>
                  </a:lnTo>
                  <a:lnTo>
                    <a:pt x="337" y="338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5" name="Line 36">
              <a:extLst>
                <a:ext uri="{FF2B5EF4-FFF2-40B4-BE49-F238E27FC236}">
                  <a16:creationId xmlns:a16="http://schemas.microsoft.com/office/drawing/2014/main" id="{592C7A9A-4499-4757-BBAD-21B611079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713" y="3941762"/>
              <a:ext cx="5540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6" name="Line 37">
              <a:extLst>
                <a:ext uri="{FF2B5EF4-FFF2-40B4-BE49-F238E27FC236}">
                  <a16:creationId xmlns:a16="http://schemas.microsoft.com/office/drawing/2014/main" id="{CC003AA6-90CF-4611-9C23-3E99D7A7C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7" name="Line 38">
              <a:extLst>
                <a:ext uri="{FF2B5EF4-FFF2-40B4-BE49-F238E27FC236}">
                  <a16:creationId xmlns:a16="http://schemas.microsoft.com/office/drawing/2014/main" id="{BE209798-78EF-432C-9A46-B18F68922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5876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8" name="Line 39">
              <a:extLst>
                <a:ext uri="{FF2B5EF4-FFF2-40B4-BE49-F238E27FC236}">
                  <a16:creationId xmlns:a16="http://schemas.microsoft.com/office/drawing/2014/main" id="{695C39C3-7DF4-4E4E-8816-26B9B84E8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9" name="Line 40">
              <a:extLst>
                <a:ext uri="{FF2B5EF4-FFF2-40B4-BE49-F238E27FC236}">
                  <a16:creationId xmlns:a16="http://schemas.microsoft.com/office/drawing/2014/main" id="{F0C1EE04-5372-468F-AEB3-251EAB731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943349"/>
              <a:ext cx="2667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0" name="Line 41">
              <a:extLst>
                <a:ext uri="{FF2B5EF4-FFF2-40B4-BE49-F238E27FC236}">
                  <a16:creationId xmlns:a16="http://schemas.microsoft.com/office/drawing/2014/main" id="{9F818884-F8BE-403D-86C1-ED274B9EFA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47418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1" name="Line 42">
              <a:extLst>
                <a:ext uri="{FF2B5EF4-FFF2-40B4-BE49-F238E27FC236}">
                  <a16:creationId xmlns:a16="http://schemas.microsoft.com/office/drawing/2014/main" id="{D7F2A140-0EFD-45AD-9AC8-6C4EEA222E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5295899"/>
              <a:ext cx="2667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2" name="Freeform 43">
              <a:extLst>
                <a:ext uri="{FF2B5EF4-FFF2-40B4-BE49-F238E27FC236}">
                  <a16:creationId xmlns:a16="http://schemas.microsoft.com/office/drawing/2014/main" id="{008E0F6F-0DE9-4417-AC3F-3B01826EF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3922712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3"/>
                  </a:lnTo>
                  <a:lnTo>
                    <a:pt x="56" y="3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9"/>
                  </a:lnTo>
                  <a:lnTo>
                    <a:pt x="65" y="9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5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1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7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1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7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3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39"/>
                  </a:lnTo>
                  <a:lnTo>
                    <a:pt x="63" y="39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5"/>
                  </a:lnTo>
                  <a:lnTo>
                    <a:pt x="55" y="45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5"/>
                  </a:lnTo>
                  <a:lnTo>
                    <a:pt x="15" y="45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39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3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3" name="Freeform 44">
              <a:extLst>
                <a:ext uri="{FF2B5EF4-FFF2-40B4-BE49-F238E27FC236}">
                  <a16:creationId xmlns:a16="http://schemas.microsoft.com/office/drawing/2014/main" id="{3F04BA28-C6A9-42C2-BB4D-61AF5084D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3368674"/>
              <a:ext cx="57150" cy="58738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8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0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6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8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8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2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6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4" name="Freeform 45">
              <a:extLst>
                <a:ext uri="{FF2B5EF4-FFF2-40B4-BE49-F238E27FC236}">
                  <a16:creationId xmlns:a16="http://schemas.microsoft.com/office/drawing/2014/main" id="{775A2268-2452-43F6-97A2-45EEF89DA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2568574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6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2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8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4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40"/>
                  </a:lnTo>
                  <a:lnTo>
                    <a:pt x="63" y="40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6"/>
                  </a:lnTo>
                  <a:lnTo>
                    <a:pt x="55" y="46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6"/>
                  </a:lnTo>
                  <a:lnTo>
                    <a:pt x="15" y="46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5" name="Freeform 46">
              <a:extLst>
                <a:ext uri="{FF2B5EF4-FFF2-40B4-BE49-F238E27FC236}">
                  <a16:creationId xmlns:a16="http://schemas.microsoft.com/office/drawing/2014/main" id="{74FBC236-E17D-4AD0-B8A6-1A4C30A4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2016124"/>
              <a:ext cx="57150" cy="57150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9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3"/>
                  </a:lnTo>
                  <a:lnTo>
                    <a:pt x="19" y="3"/>
                  </a:lnTo>
                  <a:lnTo>
                    <a:pt x="21" y="3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3"/>
                  </a:lnTo>
                  <a:lnTo>
                    <a:pt x="53" y="3"/>
                  </a:lnTo>
                  <a:lnTo>
                    <a:pt x="54" y="3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9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5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7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1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7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3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9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9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7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6" name="Freeform 47">
              <a:extLst>
                <a:ext uri="{FF2B5EF4-FFF2-40B4-BE49-F238E27FC236}">
                  <a16:creationId xmlns:a16="http://schemas.microsoft.com/office/drawing/2014/main" id="{282712E5-3304-45D9-89B8-9E2E776EF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500" y="5257799"/>
              <a:ext cx="95250" cy="76200"/>
            </a:xfrm>
            <a:custGeom>
              <a:avLst/>
              <a:gdLst>
                <a:gd name="T0" fmla="*/ 0 w 121"/>
                <a:gd name="T1" fmla="*/ 2147483646 h 96"/>
                <a:gd name="T2" fmla="*/ 0 w 121"/>
                <a:gd name="T3" fmla="*/ 2147483646 h 96"/>
                <a:gd name="T4" fmla="*/ 2147483646 w 121"/>
                <a:gd name="T5" fmla="*/ 2147483646 h 96"/>
                <a:gd name="T6" fmla="*/ 2147483646 w 121"/>
                <a:gd name="T7" fmla="*/ 2147483646 h 96"/>
                <a:gd name="T8" fmla="*/ 2147483646 w 121"/>
                <a:gd name="T9" fmla="*/ 2147483646 h 96"/>
                <a:gd name="T10" fmla="*/ 2147483646 w 121"/>
                <a:gd name="T11" fmla="*/ 2147483646 h 96"/>
                <a:gd name="T12" fmla="*/ 2147483646 w 121"/>
                <a:gd name="T13" fmla="*/ 2147483646 h 96"/>
                <a:gd name="T14" fmla="*/ 2147483646 w 121"/>
                <a:gd name="T15" fmla="*/ 2147483646 h 96"/>
                <a:gd name="T16" fmla="*/ 2147483646 w 121"/>
                <a:gd name="T17" fmla="*/ 2147483646 h 96"/>
                <a:gd name="T18" fmla="*/ 2147483646 w 121"/>
                <a:gd name="T19" fmla="*/ 2147483646 h 96"/>
                <a:gd name="T20" fmla="*/ 2147483646 w 121"/>
                <a:gd name="T21" fmla="*/ 2147483646 h 96"/>
                <a:gd name="T22" fmla="*/ 2147483646 w 121"/>
                <a:gd name="T23" fmla="*/ 0 h 96"/>
                <a:gd name="T24" fmla="*/ 2147483646 w 121"/>
                <a:gd name="T25" fmla="*/ 2147483646 h 96"/>
                <a:gd name="T26" fmla="*/ 2147483646 w 121"/>
                <a:gd name="T27" fmla="*/ 2147483646 h 96"/>
                <a:gd name="T28" fmla="*/ 2147483646 w 121"/>
                <a:gd name="T29" fmla="*/ 2147483646 h 96"/>
                <a:gd name="T30" fmla="*/ 2147483646 w 121"/>
                <a:gd name="T31" fmla="*/ 2147483646 h 96"/>
                <a:gd name="T32" fmla="*/ 2147483646 w 121"/>
                <a:gd name="T33" fmla="*/ 2147483646 h 96"/>
                <a:gd name="T34" fmla="*/ 2147483646 w 121"/>
                <a:gd name="T35" fmla="*/ 2147483646 h 96"/>
                <a:gd name="T36" fmla="*/ 2147483646 w 121"/>
                <a:gd name="T37" fmla="*/ 2147483646 h 96"/>
                <a:gd name="T38" fmla="*/ 2147483646 w 121"/>
                <a:gd name="T39" fmla="*/ 2147483646 h 96"/>
                <a:gd name="T40" fmla="*/ 2147483646 w 121"/>
                <a:gd name="T41" fmla="*/ 2147483646 h 96"/>
                <a:gd name="T42" fmla="*/ 2147483646 w 121"/>
                <a:gd name="T43" fmla="*/ 2147483646 h 96"/>
                <a:gd name="T44" fmla="*/ 2147483646 w 121"/>
                <a:gd name="T45" fmla="*/ 2147483646 h 96"/>
                <a:gd name="T46" fmla="*/ 2147483646 w 121"/>
                <a:gd name="T47" fmla="*/ 2147483646 h 96"/>
                <a:gd name="T48" fmla="*/ 2147483646 w 121"/>
                <a:gd name="T49" fmla="*/ 2147483646 h 96"/>
                <a:gd name="T50" fmla="*/ 2147483646 w 121"/>
                <a:gd name="T51" fmla="*/ 2147483646 h 96"/>
                <a:gd name="T52" fmla="*/ 2147483646 w 121"/>
                <a:gd name="T53" fmla="*/ 2147483646 h 96"/>
                <a:gd name="T54" fmla="*/ 2147483646 w 121"/>
                <a:gd name="T55" fmla="*/ 2147483646 h 96"/>
                <a:gd name="T56" fmla="*/ 2147483646 w 121"/>
                <a:gd name="T57" fmla="*/ 2147483646 h 96"/>
                <a:gd name="T58" fmla="*/ 2147483646 w 121"/>
                <a:gd name="T59" fmla="*/ 2147483646 h 96"/>
                <a:gd name="T60" fmla="*/ 2147483646 w 121"/>
                <a:gd name="T61" fmla="*/ 2147483646 h 96"/>
                <a:gd name="T62" fmla="*/ 2147483646 w 121"/>
                <a:gd name="T63" fmla="*/ 2147483646 h 96"/>
                <a:gd name="T64" fmla="*/ 2147483646 w 121"/>
                <a:gd name="T65" fmla="*/ 2147483646 h 96"/>
                <a:gd name="T66" fmla="*/ 2147483646 w 121"/>
                <a:gd name="T67" fmla="*/ 2147483646 h 96"/>
                <a:gd name="T68" fmla="*/ 2147483646 w 121"/>
                <a:gd name="T69" fmla="*/ 2147483646 h 96"/>
                <a:gd name="T70" fmla="*/ 2147483646 w 121"/>
                <a:gd name="T71" fmla="*/ 2147483646 h 96"/>
                <a:gd name="T72" fmla="*/ 2147483646 w 121"/>
                <a:gd name="T73" fmla="*/ 2147483646 h 96"/>
                <a:gd name="T74" fmla="*/ 2147483646 w 121"/>
                <a:gd name="T75" fmla="*/ 2147483646 h 96"/>
                <a:gd name="T76" fmla="*/ 2147483646 w 121"/>
                <a:gd name="T77" fmla="*/ 2147483646 h 96"/>
                <a:gd name="T78" fmla="*/ 2147483646 w 121"/>
                <a:gd name="T79" fmla="*/ 2147483646 h 96"/>
                <a:gd name="T80" fmla="*/ 2147483646 w 121"/>
                <a:gd name="T81" fmla="*/ 2147483646 h 96"/>
                <a:gd name="T82" fmla="*/ 2147483646 w 121"/>
                <a:gd name="T83" fmla="*/ 2147483646 h 96"/>
                <a:gd name="T84" fmla="*/ 2147483646 w 121"/>
                <a:gd name="T85" fmla="*/ 2147483646 h 96"/>
                <a:gd name="T86" fmla="*/ 0 w 121"/>
                <a:gd name="T87" fmla="*/ 2147483646 h 96"/>
                <a:gd name="T88" fmla="*/ 0 w 121"/>
                <a:gd name="T89" fmla="*/ 2147483646 h 9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1"/>
                <a:gd name="T136" fmla="*/ 0 h 96"/>
                <a:gd name="T137" fmla="*/ 121 w 121"/>
                <a:gd name="T138" fmla="*/ 96 h 9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1" h="96">
                  <a:moveTo>
                    <a:pt x="0" y="45"/>
                  </a:moveTo>
                  <a:lnTo>
                    <a:pt x="0" y="51"/>
                  </a:lnTo>
                  <a:lnTo>
                    <a:pt x="0" y="49"/>
                  </a:lnTo>
                  <a:lnTo>
                    <a:pt x="0" y="46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5" y="30"/>
                  </a:lnTo>
                  <a:lnTo>
                    <a:pt x="6" y="27"/>
                  </a:lnTo>
                  <a:lnTo>
                    <a:pt x="8" y="25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2" y="19"/>
                  </a:lnTo>
                  <a:lnTo>
                    <a:pt x="14" y="16"/>
                  </a:lnTo>
                  <a:lnTo>
                    <a:pt x="16" y="15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1" y="10"/>
                  </a:lnTo>
                  <a:lnTo>
                    <a:pt x="23" y="9"/>
                  </a:lnTo>
                  <a:lnTo>
                    <a:pt x="26" y="8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2" y="4"/>
                  </a:lnTo>
                  <a:lnTo>
                    <a:pt x="34" y="3"/>
                  </a:lnTo>
                  <a:lnTo>
                    <a:pt x="36" y="2"/>
                  </a:lnTo>
                  <a:lnTo>
                    <a:pt x="39" y="2"/>
                  </a:lnTo>
                  <a:lnTo>
                    <a:pt x="41" y="1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52" y="0"/>
                  </a:lnTo>
                  <a:lnTo>
                    <a:pt x="69" y="0"/>
                  </a:lnTo>
                  <a:lnTo>
                    <a:pt x="72" y="1"/>
                  </a:lnTo>
                  <a:lnTo>
                    <a:pt x="75" y="1"/>
                  </a:lnTo>
                  <a:lnTo>
                    <a:pt x="77" y="1"/>
                  </a:lnTo>
                  <a:lnTo>
                    <a:pt x="80" y="1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7" y="3"/>
                  </a:lnTo>
                  <a:lnTo>
                    <a:pt x="89" y="4"/>
                  </a:lnTo>
                  <a:lnTo>
                    <a:pt x="92" y="6"/>
                  </a:lnTo>
                  <a:lnTo>
                    <a:pt x="94" y="7"/>
                  </a:lnTo>
                  <a:lnTo>
                    <a:pt x="96" y="8"/>
                  </a:lnTo>
                  <a:lnTo>
                    <a:pt x="98" y="9"/>
                  </a:lnTo>
                  <a:lnTo>
                    <a:pt x="100" y="10"/>
                  </a:lnTo>
                  <a:lnTo>
                    <a:pt x="102" y="12"/>
                  </a:lnTo>
                  <a:lnTo>
                    <a:pt x="104" y="14"/>
                  </a:lnTo>
                  <a:lnTo>
                    <a:pt x="106" y="15"/>
                  </a:lnTo>
                  <a:lnTo>
                    <a:pt x="107" y="16"/>
                  </a:lnTo>
                  <a:lnTo>
                    <a:pt x="108" y="19"/>
                  </a:lnTo>
                  <a:lnTo>
                    <a:pt x="111" y="21"/>
                  </a:lnTo>
                  <a:lnTo>
                    <a:pt x="112" y="22"/>
                  </a:lnTo>
                  <a:lnTo>
                    <a:pt x="113" y="25"/>
                  </a:lnTo>
                  <a:lnTo>
                    <a:pt x="115" y="27"/>
                  </a:lnTo>
                  <a:lnTo>
                    <a:pt x="116" y="30"/>
                  </a:lnTo>
                  <a:lnTo>
                    <a:pt x="117" y="32"/>
                  </a:lnTo>
                  <a:lnTo>
                    <a:pt x="118" y="33"/>
                  </a:lnTo>
                  <a:lnTo>
                    <a:pt x="118" y="36"/>
                  </a:lnTo>
                  <a:lnTo>
                    <a:pt x="119" y="38"/>
                  </a:lnTo>
                  <a:lnTo>
                    <a:pt x="119" y="42"/>
                  </a:lnTo>
                  <a:lnTo>
                    <a:pt x="121" y="44"/>
                  </a:lnTo>
                  <a:lnTo>
                    <a:pt x="121" y="46"/>
                  </a:lnTo>
                  <a:lnTo>
                    <a:pt x="121" y="49"/>
                  </a:lnTo>
                  <a:lnTo>
                    <a:pt x="121" y="51"/>
                  </a:lnTo>
                  <a:lnTo>
                    <a:pt x="121" y="45"/>
                  </a:lnTo>
                  <a:lnTo>
                    <a:pt x="121" y="48"/>
                  </a:lnTo>
                  <a:lnTo>
                    <a:pt x="121" y="50"/>
                  </a:lnTo>
                  <a:lnTo>
                    <a:pt x="121" y="52"/>
                  </a:lnTo>
                  <a:lnTo>
                    <a:pt x="119" y="55"/>
                  </a:lnTo>
                  <a:lnTo>
                    <a:pt x="119" y="58"/>
                  </a:lnTo>
                  <a:lnTo>
                    <a:pt x="118" y="61"/>
                  </a:lnTo>
                  <a:lnTo>
                    <a:pt x="118" y="63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115" y="69"/>
                  </a:lnTo>
                  <a:lnTo>
                    <a:pt x="113" y="72"/>
                  </a:lnTo>
                  <a:lnTo>
                    <a:pt x="112" y="74"/>
                  </a:lnTo>
                  <a:lnTo>
                    <a:pt x="111" y="75"/>
                  </a:lnTo>
                  <a:lnTo>
                    <a:pt x="108" y="78"/>
                  </a:lnTo>
                  <a:lnTo>
                    <a:pt x="107" y="80"/>
                  </a:lnTo>
                  <a:lnTo>
                    <a:pt x="106" y="81"/>
                  </a:lnTo>
                  <a:lnTo>
                    <a:pt x="104" y="82"/>
                  </a:lnTo>
                  <a:lnTo>
                    <a:pt x="102" y="85"/>
                  </a:lnTo>
                  <a:lnTo>
                    <a:pt x="100" y="86"/>
                  </a:lnTo>
                  <a:lnTo>
                    <a:pt x="98" y="87"/>
                  </a:lnTo>
                  <a:lnTo>
                    <a:pt x="96" y="88"/>
                  </a:lnTo>
                  <a:lnTo>
                    <a:pt x="94" y="90"/>
                  </a:lnTo>
                  <a:lnTo>
                    <a:pt x="92" y="91"/>
                  </a:lnTo>
                  <a:lnTo>
                    <a:pt x="89" y="92"/>
                  </a:lnTo>
                  <a:lnTo>
                    <a:pt x="87" y="93"/>
                  </a:lnTo>
                  <a:lnTo>
                    <a:pt x="84" y="94"/>
                  </a:lnTo>
                  <a:lnTo>
                    <a:pt x="82" y="94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5" y="96"/>
                  </a:lnTo>
                  <a:lnTo>
                    <a:pt x="72" y="96"/>
                  </a:lnTo>
                  <a:lnTo>
                    <a:pt x="69" y="96"/>
                  </a:lnTo>
                  <a:lnTo>
                    <a:pt x="52" y="96"/>
                  </a:lnTo>
                  <a:lnTo>
                    <a:pt x="48" y="96"/>
                  </a:lnTo>
                  <a:lnTo>
                    <a:pt x="46" y="96"/>
                  </a:lnTo>
                  <a:lnTo>
                    <a:pt x="44" y="96"/>
                  </a:lnTo>
                  <a:lnTo>
                    <a:pt x="41" y="96"/>
                  </a:lnTo>
                  <a:lnTo>
                    <a:pt x="39" y="94"/>
                  </a:lnTo>
                  <a:lnTo>
                    <a:pt x="36" y="94"/>
                  </a:lnTo>
                  <a:lnTo>
                    <a:pt x="34" y="93"/>
                  </a:lnTo>
                  <a:lnTo>
                    <a:pt x="32" y="92"/>
                  </a:lnTo>
                  <a:lnTo>
                    <a:pt x="29" y="91"/>
                  </a:lnTo>
                  <a:lnTo>
                    <a:pt x="27" y="90"/>
                  </a:lnTo>
                  <a:lnTo>
                    <a:pt x="26" y="88"/>
                  </a:lnTo>
                  <a:lnTo>
                    <a:pt x="23" y="87"/>
                  </a:lnTo>
                  <a:lnTo>
                    <a:pt x="21" y="86"/>
                  </a:lnTo>
                  <a:lnTo>
                    <a:pt x="20" y="85"/>
                  </a:lnTo>
                  <a:lnTo>
                    <a:pt x="17" y="82"/>
                  </a:lnTo>
                  <a:lnTo>
                    <a:pt x="16" y="81"/>
                  </a:lnTo>
                  <a:lnTo>
                    <a:pt x="14" y="80"/>
                  </a:lnTo>
                  <a:lnTo>
                    <a:pt x="12" y="78"/>
                  </a:lnTo>
                  <a:lnTo>
                    <a:pt x="11" y="75"/>
                  </a:lnTo>
                  <a:lnTo>
                    <a:pt x="9" y="74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5" y="67"/>
                  </a:lnTo>
                  <a:lnTo>
                    <a:pt x="4" y="64"/>
                  </a:lnTo>
                  <a:lnTo>
                    <a:pt x="4" y="63"/>
                  </a:lnTo>
                  <a:lnTo>
                    <a:pt x="3" y="61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7" name="Rectangle 48">
              <a:extLst>
                <a:ext uri="{FF2B5EF4-FFF2-40B4-BE49-F238E27FC236}">
                  <a16:creationId xmlns:a16="http://schemas.microsoft.com/office/drawing/2014/main" id="{5EDEB0A0-039A-4576-A644-B4CAC9921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2038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58" name="Rectangle 49">
              <a:extLst>
                <a:ext uri="{FF2B5EF4-FFF2-40B4-BE49-F238E27FC236}">
                  <a16:creationId xmlns:a16="http://schemas.microsoft.com/office/drawing/2014/main" id="{1D8AA20D-5A12-4346-BCF5-0BAA706B8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71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59" name="Rectangle 50">
              <a:extLst>
                <a:ext uri="{FF2B5EF4-FFF2-40B4-BE49-F238E27FC236}">
                  <a16:creationId xmlns:a16="http://schemas.microsoft.com/office/drawing/2014/main" id="{14BF597E-94CF-4411-90A7-EDC5446A6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138" y="2489199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0" name="Rectangle 51">
              <a:extLst>
                <a:ext uri="{FF2B5EF4-FFF2-40B4-BE49-F238E27FC236}">
                  <a16:creationId xmlns:a16="http://schemas.microsoft.com/office/drawing/2014/main" id="{7FA866B3-778C-4E06-9DCC-488F88A86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25114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1" name="Line 52">
              <a:extLst>
                <a:ext uri="{FF2B5EF4-FFF2-40B4-BE49-F238E27FC236}">
                  <a16:creationId xmlns:a16="http://schemas.microsoft.com/office/drawing/2014/main" id="{AE5DF1A2-4DC4-423A-A624-85C704A6D9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2492374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2" name="Rectangle 53">
              <a:extLst>
                <a:ext uri="{FF2B5EF4-FFF2-40B4-BE49-F238E27FC236}">
                  <a16:creationId xmlns:a16="http://schemas.microsoft.com/office/drawing/2014/main" id="{391709C2-D952-4302-9F24-5242B9BC1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5749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3" name="Rectangle 54">
              <a:extLst>
                <a:ext uri="{FF2B5EF4-FFF2-40B4-BE49-F238E27FC236}">
                  <a16:creationId xmlns:a16="http://schemas.microsoft.com/office/drawing/2014/main" id="{388A08FE-F2D8-4D52-8206-19D3A1F8C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8576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4" name="Line 55">
              <a:extLst>
                <a:ext uri="{FF2B5EF4-FFF2-40B4-BE49-F238E27FC236}">
                  <a16:creationId xmlns:a16="http://schemas.microsoft.com/office/drawing/2014/main" id="{7FAEC4E9-8B84-4D32-A3CC-59C7BA8C6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3846512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5" name="Rectangle 56">
              <a:extLst>
                <a:ext uri="{FF2B5EF4-FFF2-40B4-BE49-F238E27FC236}">
                  <a16:creationId xmlns:a16="http://schemas.microsoft.com/office/drawing/2014/main" id="{76B3E9A9-18D5-4EF9-8161-C0D592730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9211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6" name="Rectangle 57">
              <a:extLst>
                <a:ext uri="{FF2B5EF4-FFF2-40B4-BE49-F238E27FC236}">
                  <a16:creationId xmlns:a16="http://schemas.microsoft.com/office/drawing/2014/main" id="{A71CA08A-1F2D-4BFD-B78E-CB1C152B8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210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7" name="Line 58">
              <a:extLst>
                <a:ext uri="{FF2B5EF4-FFF2-40B4-BE49-F238E27FC236}">
                  <a16:creationId xmlns:a16="http://schemas.microsoft.com/office/drawing/2014/main" id="{069253B8-7BE4-4770-8CAE-D8B4F92503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5200649"/>
              <a:ext cx="96837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8" name="Rectangle 59">
              <a:extLst>
                <a:ext uri="{FF2B5EF4-FFF2-40B4-BE49-F238E27FC236}">
                  <a16:creationId xmlns:a16="http://schemas.microsoft.com/office/drawing/2014/main" id="{15E7DD1A-D84A-477E-8EDA-C7184A5FE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5273674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9" name="Rectangle 60">
              <a:extLst>
                <a:ext uri="{FF2B5EF4-FFF2-40B4-BE49-F238E27FC236}">
                  <a16:creationId xmlns:a16="http://schemas.microsoft.com/office/drawing/2014/main" id="{97D58CEC-2425-4062-82F7-6582190A1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46640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0" name="Rectangle 61">
              <a:extLst>
                <a:ext uri="{FF2B5EF4-FFF2-40B4-BE49-F238E27FC236}">
                  <a16:creationId xmlns:a16="http://schemas.microsoft.com/office/drawing/2014/main" id="{A960BCBD-B04D-48F3-B0B2-A3D6182E5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4749799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1" name="Rectangle 62">
              <a:extLst>
                <a:ext uri="{FF2B5EF4-FFF2-40B4-BE49-F238E27FC236}">
                  <a16:creationId xmlns:a16="http://schemas.microsoft.com/office/drawing/2014/main" id="{BDBCC625-697D-4213-8690-E1B47A593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3178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2" name="Rectangle 63">
              <a:extLst>
                <a:ext uri="{FF2B5EF4-FFF2-40B4-BE49-F238E27FC236}">
                  <a16:creationId xmlns:a16="http://schemas.microsoft.com/office/drawing/2014/main" id="{B60CA198-CA42-4CE1-BDC4-CC2F303CB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403599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3" name="Rectangle 64">
              <a:extLst>
                <a:ext uri="{FF2B5EF4-FFF2-40B4-BE49-F238E27FC236}">
                  <a16:creationId xmlns:a16="http://schemas.microsoft.com/office/drawing/2014/main" id="{19F1001A-1566-44BC-9286-005629E74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19653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4" name="Rectangle 65">
              <a:extLst>
                <a:ext uri="{FF2B5EF4-FFF2-40B4-BE49-F238E27FC236}">
                  <a16:creationId xmlns:a16="http://schemas.microsoft.com/office/drawing/2014/main" id="{B4FF953A-8441-4BF5-8B10-7BA1DA85E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0542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5" name="Rectangle 72">
              <a:extLst>
                <a:ext uri="{FF2B5EF4-FFF2-40B4-BE49-F238E27FC236}">
                  <a16:creationId xmlns:a16="http://schemas.microsoft.com/office/drawing/2014/main" id="{9DB06019-DBF2-4876-B01E-37DD5FC26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2513012"/>
              <a:ext cx="35266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sp>
        <p:nvSpPr>
          <p:cNvPr id="107523" name="Title 1">
            <a:extLst>
              <a:ext uri="{FF2B5EF4-FFF2-40B4-BE49-F238E27FC236}">
                <a16:creationId xmlns:a16="http://schemas.microsoft.com/office/drawing/2014/main" id="{B6BF2BCC-FDCD-482E-9153-2C7747405911}"/>
              </a:ext>
            </a:extLst>
          </p:cNvPr>
          <p:cNvSpPr txBox="1">
            <a:spLocks/>
          </p:cNvSpPr>
          <p:nvPr/>
        </p:nvSpPr>
        <p:spPr bwMode="auto">
          <a:xfrm>
            <a:off x="82548" y="76200"/>
            <a:ext cx="8985252" cy="93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Comparison of level-sensitive and edge-triggered D storage elements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53F7AE-8EBC-4077-81F7-8C5B59C2E54C}"/>
              </a:ext>
            </a:extLst>
          </p:cNvPr>
          <p:cNvSpPr/>
          <p:nvPr/>
        </p:nvSpPr>
        <p:spPr>
          <a:xfrm>
            <a:off x="4205288" y="2525387"/>
            <a:ext cx="1330317" cy="192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FADA5B1-E07D-40D8-9BFC-C4B27EA63894}"/>
              </a:ext>
            </a:extLst>
          </p:cNvPr>
          <p:cNvSpPr/>
          <p:nvPr/>
        </p:nvSpPr>
        <p:spPr>
          <a:xfrm>
            <a:off x="5562600" y="2438400"/>
            <a:ext cx="1330317" cy="192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2C46381-D037-4DBD-85E8-B0118C3FA718}"/>
              </a:ext>
            </a:extLst>
          </p:cNvPr>
          <p:cNvSpPr/>
          <p:nvPr/>
        </p:nvSpPr>
        <p:spPr>
          <a:xfrm>
            <a:off x="6919929" y="2410359"/>
            <a:ext cx="1330317" cy="1929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B796DDB-B605-4AB1-A387-8919EB313DA5}"/>
              </a:ext>
            </a:extLst>
          </p:cNvPr>
          <p:cNvSpPr/>
          <p:nvPr/>
        </p:nvSpPr>
        <p:spPr>
          <a:xfrm>
            <a:off x="8267700" y="2355039"/>
            <a:ext cx="821970" cy="2006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DD7A276-3BE8-4F5B-9F7E-4A7E7B1E60C6}"/>
              </a:ext>
            </a:extLst>
          </p:cNvPr>
          <p:cNvCxnSpPr>
            <a:cxnSpLocks/>
          </p:cNvCxnSpPr>
          <p:nvPr/>
        </p:nvCxnSpPr>
        <p:spPr bwMode="auto">
          <a:xfrm>
            <a:off x="4205288" y="1043864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A2F2D17-0165-42E1-9E22-8AC1C1606335}"/>
              </a:ext>
            </a:extLst>
          </p:cNvPr>
          <p:cNvCxnSpPr>
            <a:cxnSpLocks/>
          </p:cNvCxnSpPr>
          <p:nvPr/>
        </p:nvCxnSpPr>
        <p:spPr bwMode="auto">
          <a:xfrm>
            <a:off x="5559425" y="1069750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608E846-98F8-4698-9B40-491B874C7710}"/>
              </a:ext>
            </a:extLst>
          </p:cNvPr>
          <p:cNvCxnSpPr>
            <a:cxnSpLocks/>
          </p:cNvCxnSpPr>
          <p:nvPr/>
        </p:nvCxnSpPr>
        <p:spPr bwMode="auto">
          <a:xfrm>
            <a:off x="6919929" y="1032375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59B203-FABE-4735-8D2A-F038B8C07DCF}"/>
              </a:ext>
            </a:extLst>
          </p:cNvPr>
          <p:cNvCxnSpPr>
            <a:cxnSpLocks/>
          </p:cNvCxnSpPr>
          <p:nvPr/>
        </p:nvCxnSpPr>
        <p:spPr bwMode="auto">
          <a:xfrm>
            <a:off x="8247063" y="1058596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768A861-47E9-4BCA-9DC6-5A13D23F5CDC}"/>
              </a:ext>
            </a:extLst>
          </p:cNvPr>
          <p:cNvSpPr txBox="1"/>
          <p:nvPr/>
        </p:nvSpPr>
        <p:spPr>
          <a:xfrm>
            <a:off x="4122737" y="926068"/>
            <a:ext cx="456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1  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2 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3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86068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21" name="Group 1">
            <a:extLst>
              <a:ext uri="{FF2B5EF4-FFF2-40B4-BE49-F238E27FC236}">
                <a16:creationId xmlns:a16="http://schemas.microsoft.com/office/drawing/2014/main" id="{ACB6F221-A165-42EB-8597-9F2E274E90B3}"/>
              </a:ext>
            </a:extLst>
          </p:cNvPr>
          <p:cNvGrpSpPr>
            <a:grpSpLocks/>
          </p:cNvGrpSpPr>
          <p:nvPr/>
        </p:nvGrpSpPr>
        <p:grpSpPr bwMode="auto">
          <a:xfrm>
            <a:off x="2776538" y="1143000"/>
            <a:ext cx="6291262" cy="3218905"/>
            <a:chOff x="2700338" y="3505200"/>
            <a:chExt cx="6291262" cy="2708275"/>
          </a:xfrm>
        </p:grpSpPr>
        <p:sp>
          <p:nvSpPr>
            <p:cNvPr id="107576" name="Line 4">
              <a:extLst>
                <a:ext uri="{FF2B5EF4-FFF2-40B4-BE49-F238E27FC236}">
                  <a16:creationId xmlns:a16="http://schemas.microsoft.com/office/drawing/2014/main" id="{852ADE0D-0955-4D3A-BEA9-A55C178261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9088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7" name="Line 5">
              <a:extLst>
                <a:ext uri="{FF2B5EF4-FFF2-40B4-BE49-F238E27FC236}">
                  <a16:creationId xmlns:a16="http://schemas.microsoft.com/office/drawing/2014/main" id="{30E4DF41-4A14-4562-9565-D38559F53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225" y="3505200"/>
              <a:ext cx="1588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8" name="Line 6">
              <a:extLst>
                <a:ext uri="{FF2B5EF4-FFF2-40B4-BE49-F238E27FC236}">
                  <a16:creationId xmlns:a16="http://schemas.microsoft.com/office/drawing/2014/main" id="{79B069A7-EB9F-4636-8DCB-BA8F2CCCE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73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9" name="Line 7">
              <a:extLst>
                <a:ext uri="{FF2B5EF4-FFF2-40B4-BE49-F238E27FC236}">
                  <a16:creationId xmlns:a16="http://schemas.microsoft.com/office/drawing/2014/main" id="{D5638649-9946-417A-B8D5-4C61CA4EC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08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0" name="Rectangle 8">
              <a:extLst>
                <a:ext uri="{FF2B5EF4-FFF2-40B4-BE49-F238E27FC236}">
                  <a16:creationId xmlns:a16="http://schemas.microsoft.com/office/drawing/2014/main" id="{610E8F03-5C2F-4C6D-A32C-2405D6BF2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232275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1" name="Rectangle 9">
              <a:extLst>
                <a:ext uri="{FF2B5EF4-FFF2-40B4-BE49-F238E27FC236}">
                  <a16:creationId xmlns:a16="http://schemas.microsoft.com/office/drawing/2014/main" id="{F7FF4BE9-E32D-4DF5-9BC0-ED77E2C94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3687763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2" name="Rectangle 10">
              <a:extLst>
                <a:ext uri="{FF2B5EF4-FFF2-40B4-BE49-F238E27FC236}">
                  <a16:creationId xmlns:a16="http://schemas.microsoft.com/office/drawing/2014/main" id="{25ED3184-FD60-4AD5-BEE8-F3EECC72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4746625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3" name="Rectangle 11">
              <a:extLst>
                <a:ext uri="{FF2B5EF4-FFF2-40B4-BE49-F238E27FC236}">
                  <a16:creationId xmlns:a16="http://schemas.microsoft.com/office/drawing/2014/main" id="{15A961CD-E254-4C64-BD8B-68C4B89E7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4832350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4" name="Rectangle 12">
              <a:extLst>
                <a:ext uri="{FF2B5EF4-FFF2-40B4-BE49-F238E27FC236}">
                  <a16:creationId xmlns:a16="http://schemas.microsoft.com/office/drawing/2014/main" id="{CD5FC61B-A34C-451D-877F-DC10B738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5295900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5" name="Rectangle 14">
              <a:extLst>
                <a:ext uri="{FF2B5EF4-FFF2-40B4-BE49-F238E27FC236}">
                  <a16:creationId xmlns:a16="http://schemas.microsoft.com/office/drawing/2014/main" id="{A1C459B3-0512-43EC-9855-595D56C0C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5383213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6" name="Freeform 66">
              <a:extLst>
                <a:ext uri="{FF2B5EF4-FFF2-40B4-BE49-F238E27FC236}">
                  <a16:creationId xmlns:a16="http://schemas.microsoft.com/office/drawing/2014/main" id="{A3D6B6A2-DD27-4C83-87E7-EC96286B9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3641725"/>
              <a:ext cx="5683250" cy="285750"/>
            </a:xfrm>
            <a:custGeom>
              <a:avLst/>
              <a:gdLst>
                <a:gd name="T0" fmla="*/ 2147483646 w 7160"/>
                <a:gd name="T1" fmla="*/ 2147483646 h 360"/>
                <a:gd name="T2" fmla="*/ 2147483646 w 7160"/>
                <a:gd name="T3" fmla="*/ 2147483646 h 360"/>
                <a:gd name="T4" fmla="*/ 2147483646 w 7160"/>
                <a:gd name="T5" fmla="*/ 0 h 360"/>
                <a:gd name="T6" fmla="*/ 2147483646 w 7160"/>
                <a:gd name="T7" fmla="*/ 0 h 360"/>
                <a:gd name="T8" fmla="*/ 2147483646 w 7160"/>
                <a:gd name="T9" fmla="*/ 2147483646 h 360"/>
                <a:gd name="T10" fmla="*/ 2147483646 w 7160"/>
                <a:gd name="T11" fmla="*/ 2147483646 h 360"/>
                <a:gd name="T12" fmla="*/ 2147483646 w 7160"/>
                <a:gd name="T13" fmla="*/ 0 h 360"/>
                <a:gd name="T14" fmla="*/ 2147483646 w 7160"/>
                <a:gd name="T15" fmla="*/ 0 h 360"/>
                <a:gd name="T16" fmla="*/ 2147483646 w 7160"/>
                <a:gd name="T17" fmla="*/ 2147483646 h 360"/>
                <a:gd name="T18" fmla="*/ 0 w 7160"/>
                <a:gd name="T19" fmla="*/ 2147483646 h 3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60"/>
                <a:gd name="T31" fmla="*/ 0 h 360"/>
                <a:gd name="T32" fmla="*/ 7160 w 7160"/>
                <a:gd name="T33" fmla="*/ 360 h 3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60" h="360">
                  <a:moveTo>
                    <a:pt x="7160" y="360"/>
                  </a:moveTo>
                  <a:lnTo>
                    <a:pt x="6127" y="360"/>
                  </a:lnTo>
                  <a:lnTo>
                    <a:pt x="6127" y="0"/>
                  </a:lnTo>
                  <a:lnTo>
                    <a:pt x="4445" y="0"/>
                  </a:lnTo>
                  <a:lnTo>
                    <a:pt x="4445" y="360"/>
                  </a:lnTo>
                  <a:lnTo>
                    <a:pt x="2739" y="360"/>
                  </a:lnTo>
                  <a:lnTo>
                    <a:pt x="2739" y="0"/>
                  </a:lnTo>
                  <a:lnTo>
                    <a:pt x="1034" y="0"/>
                  </a:lnTo>
                  <a:lnTo>
                    <a:pt x="1034" y="360"/>
                  </a:lnTo>
                  <a:lnTo>
                    <a:pt x="0" y="360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7" name="Freeform 67">
              <a:extLst>
                <a:ext uri="{FF2B5EF4-FFF2-40B4-BE49-F238E27FC236}">
                  <a16:creationId xmlns:a16="http://schemas.microsoft.com/office/drawing/2014/main" id="{6E5443B2-812A-49B2-9C9E-5CDA05BF1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194175"/>
              <a:ext cx="5683250" cy="266700"/>
            </a:xfrm>
            <a:custGeom>
              <a:avLst/>
              <a:gdLst>
                <a:gd name="T0" fmla="*/ 2147483646 w 7160"/>
                <a:gd name="T1" fmla="*/ 2147483646 h 336"/>
                <a:gd name="T2" fmla="*/ 2147483646 w 7160"/>
                <a:gd name="T3" fmla="*/ 2147483646 h 336"/>
                <a:gd name="T4" fmla="*/ 2147483646 w 7160"/>
                <a:gd name="T5" fmla="*/ 0 h 336"/>
                <a:gd name="T6" fmla="*/ 2147483646 w 7160"/>
                <a:gd name="T7" fmla="*/ 0 h 336"/>
                <a:gd name="T8" fmla="*/ 2147483646 w 7160"/>
                <a:gd name="T9" fmla="*/ 2147483646 h 336"/>
                <a:gd name="T10" fmla="*/ 2147483646 w 7160"/>
                <a:gd name="T11" fmla="*/ 2147483646 h 336"/>
                <a:gd name="T12" fmla="*/ 2147483646 w 7160"/>
                <a:gd name="T13" fmla="*/ 0 h 336"/>
                <a:gd name="T14" fmla="*/ 2147483646 w 7160"/>
                <a:gd name="T15" fmla="*/ 0 h 336"/>
                <a:gd name="T16" fmla="*/ 2147483646 w 7160"/>
                <a:gd name="T17" fmla="*/ 2147483646 h 336"/>
                <a:gd name="T18" fmla="*/ 2147483646 w 7160"/>
                <a:gd name="T19" fmla="*/ 2147483646 h 336"/>
                <a:gd name="T20" fmla="*/ 2147483646 w 7160"/>
                <a:gd name="T21" fmla="*/ 0 h 336"/>
                <a:gd name="T22" fmla="*/ 2147483646 w 7160"/>
                <a:gd name="T23" fmla="*/ 0 h 336"/>
                <a:gd name="T24" fmla="*/ 2147483646 w 7160"/>
                <a:gd name="T25" fmla="*/ 2147483646 h 336"/>
                <a:gd name="T26" fmla="*/ 2147483646 w 7160"/>
                <a:gd name="T27" fmla="*/ 2147483646 h 336"/>
                <a:gd name="T28" fmla="*/ 2147483646 w 7160"/>
                <a:gd name="T29" fmla="*/ 0 h 336"/>
                <a:gd name="T30" fmla="*/ 2147483646 w 7160"/>
                <a:gd name="T31" fmla="*/ 0 h 336"/>
                <a:gd name="T32" fmla="*/ 2147483646 w 7160"/>
                <a:gd name="T33" fmla="*/ 2147483646 h 336"/>
                <a:gd name="T34" fmla="*/ 2147483646 w 7160"/>
                <a:gd name="T35" fmla="*/ 2147483646 h 336"/>
                <a:gd name="T36" fmla="*/ 2147483646 w 7160"/>
                <a:gd name="T37" fmla="*/ 0 h 336"/>
                <a:gd name="T38" fmla="*/ 2147483646 w 7160"/>
                <a:gd name="T39" fmla="*/ 0 h 336"/>
                <a:gd name="T40" fmla="*/ 2147483646 w 7160"/>
                <a:gd name="T41" fmla="*/ 2147483646 h 336"/>
                <a:gd name="T42" fmla="*/ 2147483646 w 7160"/>
                <a:gd name="T43" fmla="*/ 2147483646 h 336"/>
                <a:gd name="T44" fmla="*/ 2147483646 w 7160"/>
                <a:gd name="T45" fmla="*/ 0 h 336"/>
                <a:gd name="T46" fmla="*/ 2147483646 w 7160"/>
                <a:gd name="T47" fmla="*/ 0 h 336"/>
                <a:gd name="T48" fmla="*/ 2147483646 w 7160"/>
                <a:gd name="T49" fmla="*/ 2147483646 h 336"/>
                <a:gd name="T50" fmla="*/ 0 w 7160"/>
                <a:gd name="T51" fmla="*/ 2147483646 h 3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60"/>
                <a:gd name="T79" fmla="*/ 0 h 336"/>
                <a:gd name="T80" fmla="*/ 7160 w 7160"/>
                <a:gd name="T81" fmla="*/ 336 h 3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60" h="336">
                  <a:moveTo>
                    <a:pt x="7160" y="336"/>
                  </a:moveTo>
                  <a:lnTo>
                    <a:pt x="6487" y="336"/>
                  </a:ln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4085" y="336"/>
                  </a:lnTo>
                  <a:lnTo>
                    <a:pt x="4085" y="0"/>
                  </a:lnTo>
                  <a:lnTo>
                    <a:pt x="3748" y="0"/>
                  </a:lnTo>
                  <a:lnTo>
                    <a:pt x="3748" y="336"/>
                  </a:lnTo>
                  <a:lnTo>
                    <a:pt x="3412" y="336"/>
                  </a:lnTo>
                  <a:lnTo>
                    <a:pt x="3412" y="0"/>
                  </a:lnTo>
                  <a:lnTo>
                    <a:pt x="2908" y="0"/>
                  </a:lnTo>
                  <a:lnTo>
                    <a:pt x="2908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697" y="0"/>
                  </a:lnTo>
                  <a:lnTo>
                    <a:pt x="69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8" name="Freeform 69">
              <a:extLst>
                <a:ext uri="{FF2B5EF4-FFF2-40B4-BE49-F238E27FC236}">
                  <a16:creationId xmlns:a16="http://schemas.microsoft.com/office/drawing/2014/main" id="{81A78849-88F3-4B05-944F-D4C5E9147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72757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0 h 336"/>
                <a:gd name="T6" fmla="*/ 2147483646 w 7160"/>
                <a:gd name="T7" fmla="*/ 2147483646 h 336"/>
                <a:gd name="T8" fmla="*/ 2147483646 w 7160"/>
                <a:gd name="T9" fmla="*/ 2147483646 h 336"/>
                <a:gd name="T10" fmla="*/ 2147483646 w 7160"/>
                <a:gd name="T11" fmla="*/ 0 h 336"/>
                <a:gd name="T12" fmla="*/ 2147483646 w 7160"/>
                <a:gd name="T13" fmla="*/ 0 h 336"/>
                <a:gd name="T14" fmla="*/ 2147483646 w 7160"/>
                <a:gd name="T15" fmla="*/ 2147483646 h 336"/>
                <a:gd name="T16" fmla="*/ 2147483646 w 7160"/>
                <a:gd name="T17" fmla="*/ 2147483646 h 336"/>
                <a:gd name="T18" fmla="*/ 2147483646 w 7160"/>
                <a:gd name="T19" fmla="*/ 0 h 336"/>
                <a:gd name="T20" fmla="*/ 2147483646 w 7160"/>
                <a:gd name="T21" fmla="*/ 0 h 336"/>
                <a:gd name="T22" fmla="*/ 2147483646 w 7160"/>
                <a:gd name="T23" fmla="*/ 2147483646 h 336"/>
                <a:gd name="T24" fmla="*/ 2147483646 w 7160"/>
                <a:gd name="T25" fmla="*/ 2147483646 h 336"/>
                <a:gd name="T26" fmla="*/ 2147483646 w 7160"/>
                <a:gd name="T27" fmla="*/ 0 h 336"/>
                <a:gd name="T28" fmla="*/ 2147483646 w 7160"/>
                <a:gd name="T29" fmla="*/ 0 h 336"/>
                <a:gd name="T30" fmla="*/ 2147483646 w 7160"/>
                <a:gd name="T31" fmla="*/ 2147483646 h 336"/>
                <a:gd name="T32" fmla="*/ 0 w 7160"/>
                <a:gd name="T33" fmla="*/ 2147483646 h 3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160"/>
                <a:gd name="T52" fmla="*/ 0 h 336"/>
                <a:gd name="T53" fmla="*/ 7160 w 7160"/>
                <a:gd name="T54" fmla="*/ 336 h 3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160" h="336">
                  <a:moveTo>
                    <a:pt x="7160" y="0"/>
                  </a:move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1034" y="0"/>
                  </a:lnTo>
                  <a:lnTo>
                    <a:pt x="1034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9" name="Freeform 70">
              <a:extLst>
                <a:ext uri="{FF2B5EF4-FFF2-40B4-BE49-F238E27FC236}">
                  <a16:creationId xmlns:a16="http://schemas.microsoft.com/office/drawing/2014/main" id="{B52A10F4-6F53-4CBF-907C-201C1372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260975"/>
              <a:ext cx="5683250" cy="285750"/>
            </a:xfrm>
            <a:custGeom>
              <a:avLst/>
              <a:gdLst>
                <a:gd name="T0" fmla="*/ 2147483646 w 7160"/>
                <a:gd name="T1" fmla="*/ 2147483646 h 361"/>
                <a:gd name="T2" fmla="*/ 2147483646 w 7160"/>
                <a:gd name="T3" fmla="*/ 2147483646 h 361"/>
                <a:gd name="T4" fmla="*/ 2147483646 w 7160"/>
                <a:gd name="T5" fmla="*/ 0 h 361"/>
                <a:gd name="T6" fmla="*/ 2147483646 w 7160"/>
                <a:gd name="T7" fmla="*/ 0 h 361"/>
                <a:gd name="T8" fmla="*/ 2147483646 w 7160"/>
                <a:gd name="T9" fmla="*/ 2147483646 h 361"/>
                <a:gd name="T10" fmla="*/ 0 w 7160"/>
                <a:gd name="T11" fmla="*/ 2147483646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60"/>
                <a:gd name="T19" fmla="*/ 0 h 361"/>
                <a:gd name="T20" fmla="*/ 7160 w 7160"/>
                <a:gd name="T21" fmla="*/ 361 h 3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60" h="361">
                  <a:moveTo>
                    <a:pt x="7160" y="361"/>
                  </a:moveTo>
                  <a:lnTo>
                    <a:pt x="4445" y="361"/>
                  </a:lnTo>
                  <a:lnTo>
                    <a:pt x="4445" y="0"/>
                  </a:lnTo>
                  <a:lnTo>
                    <a:pt x="1034" y="0"/>
                  </a:lnTo>
                  <a:lnTo>
                    <a:pt x="1034" y="361"/>
                  </a:lnTo>
                  <a:lnTo>
                    <a:pt x="0" y="361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0" name="Freeform 71">
              <a:extLst>
                <a:ext uri="{FF2B5EF4-FFF2-40B4-BE49-F238E27FC236}">
                  <a16:creationId xmlns:a16="http://schemas.microsoft.com/office/drawing/2014/main" id="{B50CCBCE-3FE5-47F3-9350-1EF31BDCF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81342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2147483646 h 336"/>
                <a:gd name="T6" fmla="*/ 0 w 71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60"/>
                <a:gd name="T13" fmla="*/ 0 h 336"/>
                <a:gd name="T14" fmla="*/ 7160 w 71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60" h="336">
                  <a:moveTo>
                    <a:pt x="7160" y="0"/>
                  </a:moveTo>
                  <a:lnTo>
                    <a:pt x="6127" y="0"/>
                  </a:lnTo>
                  <a:lnTo>
                    <a:pt x="612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1" name="Rectangle 73">
              <a:extLst>
                <a:ext uri="{FF2B5EF4-FFF2-40B4-BE49-F238E27FC236}">
                  <a16:creationId xmlns:a16="http://schemas.microsoft.com/office/drawing/2014/main" id="{79667A5B-CB32-4AAD-8C56-126883A7E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13" y="5834063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92" name="Rectangle 74">
              <a:extLst>
                <a:ext uri="{FF2B5EF4-FFF2-40B4-BE49-F238E27FC236}">
                  <a16:creationId xmlns:a16="http://schemas.microsoft.com/office/drawing/2014/main" id="{860994A6-20F2-40AD-8947-4C53872CD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675" y="5921375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grpSp>
        <p:nvGrpSpPr>
          <p:cNvPr id="107522" name="Group 53">
            <a:extLst>
              <a:ext uri="{FF2B5EF4-FFF2-40B4-BE49-F238E27FC236}">
                <a16:creationId xmlns:a16="http://schemas.microsoft.com/office/drawing/2014/main" id="{A94C5052-6C3C-46FB-B028-6836A1EE6BC8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143000"/>
            <a:ext cx="2416175" cy="3413125"/>
            <a:chOff x="3005138" y="1768474"/>
            <a:chExt cx="2676177" cy="3794126"/>
          </a:xfrm>
        </p:grpSpPr>
        <p:sp>
          <p:nvSpPr>
            <p:cNvPr id="107524" name="Rectangle 13">
              <a:extLst>
                <a:ext uri="{FF2B5EF4-FFF2-40B4-BE49-F238E27FC236}">
                  <a16:creationId xmlns:a16="http://schemas.microsoft.com/office/drawing/2014/main" id="{1582D7D5-21D8-4C90-9CFF-EC4F60A3C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1768474"/>
              <a:ext cx="666750" cy="1085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5" name="Rectangle 15">
              <a:extLst>
                <a:ext uri="{FF2B5EF4-FFF2-40B4-BE49-F238E27FC236}">
                  <a16:creationId xmlns:a16="http://schemas.microsoft.com/office/drawing/2014/main" id="{EF0445A5-82CA-4EB5-9818-64383D2E1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6" name="Rectangle 16">
              <a:extLst>
                <a:ext uri="{FF2B5EF4-FFF2-40B4-BE49-F238E27FC236}">
                  <a16:creationId xmlns:a16="http://schemas.microsoft.com/office/drawing/2014/main" id="{9BEE026D-33AE-406D-8625-1FAE31EE0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19542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dirty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 dirty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7" name="Line 17">
              <a:extLst>
                <a:ext uri="{FF2B5EF4-FFF2-40B4-BE49-F238E27FC236}">
                  <a16:creationId xmlns:a16="http://schemas.microsoft.com/office/drawing/2014/main" id="{250D9A0C-3145-46EB-888A-DD249B275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2492374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28" name="Rectangle 18">
              <a:extLst>
                <a:ext uri="{FF2B5EF4-FFF2-40B4-BE49-F238E27FC236}">
                  <a16:creationId xmlns:a16="http://schemas.microsoft.com/office/drawing/2014/main" id="{9389FB77-68AD-4A8D-92DE-3E617FF11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25003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29" name="Rectangle 19">
              <a:extLst>
                <a:ext uri="{FF2B5EF4-FFF2-40B4-BE49-F238E27FC236}">
                  <a16:creationId xmlns:a16="http://schemas.microsoft.com/office/drawing/2014/main" id="{272CA461-6E7E-463B-BB3D-D80518379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3121024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0" name="Rectangle 21">
              <a:extLst>
                <a:ext uri="{FF2B5EF4-FFF2-40B4-BE49-F238E27FC236}">
                  <a16:creationId xmlns:a16="http://schemas.microsoft.com/office/drawing/2014/main" id="{1BACBD39-C49F-4A5D-A568-D078A632B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331311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1" name="Rectangle 22">
              <a:extLst>
                <a:ext uri="{FF2B5EF4-FFF2-40B4-BE49-F238E27FC236}">
                  <a16:creationId xmlns:a16="http://schemas.microsoft.com/office/drawing/2014/main" id="{E14DA309-B8A5-4ABE-AFE3-04E665FDD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3305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2" name="Line 23">
              <a:extLst>
                <a:ext uri="{FF2B5EF4-FFF2-40B4-BE49-F238E27FC236}">
                  <a16:creationId xmlns:a16="http://schemas.microsoft.com/office/drawing/2014/main" id="{5C2FF46D-63D5-4A6D-AC09-ABD84B4F4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3846512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3" name="Freeform 24">
              <a:extLst>
                <a:ext uri="{FF2B5EF4-FFF2-40B4-BE49-F238E27FC236}">
                  <a16:creationId xmlns:a16="http://schemas.microsoft.com/office/drawing/2014/main" id="{7B0C3A7A-D632-4E20-9A12-0099117B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3865562"/>
              <a:ext cx="133350" cy="133350"/>
            </a:xfrm>
            <a:custGeom>
              <a:avLst/>
              <a:gdLst>
                <a:gd name="T0" fmla="*/ 0 w 168"/>
                <a:gd name="T1" fmla="*/ 2147483646 h 168"/>
                <a:gd name="T2" fmla="*/ 2147483646 w 168"/>
                <a:gd name="T3" fmla="*/ 2147483646 h 168"/>
                <a:gd name="T4" fmla="*/ 0 w 168"/>
                <a:gd name="T5" fmla="*/ 0 h 168"/>
                <a:gd name="T6" fmla="*/ 0 60000 65536"/>
                <a:gd name="T7" fmla="*/ 0 60000 65536"/>
                <a:gd name="T8" fmla="*/ 0 60000 65536"/>
                <a:gd name="T9" fmla="*/ 0 w 168"/>
                <a:gd name="T10" fmla="*/ 0 h 168"/>
                <a:gd name="T11" fmla="*/ 168 w 168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8">
                  <a:moveTo>
                    <a:pt x="0" y="168"/>
                  </a:moveTo>
                  <a:lnTo>
                    <a:pt x="168" y="96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4" name="Rectangle 25">
              <a:extLst>
                <a:ext uri="{FF2B5EF4-FFF2-40B4-BE49-F238E27FC236}">
                  <a16:creationId xmlns:a16="http://schemas.microsoft.com/office/drawing/2014/main" id="{47CE52D1-D78E-4CB7-8BDA-1D440DB9B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4475162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5" name="Rectangle 26">
              <a:extLst>
                <a:ext uri="{FF2B5EF4-FFF2-40B4-BE49-F238E27FC236}">
                  <a16:creationId xmlns:a16="http://schemas.microsoft.com/office/drawing/2014/main" id="{1380AA7B-CB82-446F-9F38-1B9483D41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38512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dirty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 dirty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6" name="Rectangle 27">
              <a:extLst>
                <a:ext uri="{FF2B5EF4-FFF2-40B4-BE49-F238E27FC236}">
                  <a16:creationId xmlns:a16="http://schemas.microsoft.com/office/drawing/2014/main" id="{83D2C4C7-117D-47D2-A0A0-05B2032D5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4664074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7" name="Rectangle 28">
              <a:extLst>
                <a:ext uri="{FF2B5EF4-FFF2-40B4-BE49-F238E27FC236}">
                  <a16:creationId xmlns:a16="http://schemas.microsoft.com/office/drawing/2014/main" id="{99852E6C-DD1B-42E9-8334-B4180538D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46577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38" name="Line 29">
              <a:extLst>
                <a:ext uri="{FF2B5EF4-FFF2-40B4-BE49-F238E27FC236}">
                  <a16:creationId xmlns:a16="http://schemas.microsoft.com/office/drawing/2014/main" id="{1A898756-F650-4A93-8998-C966D7C9D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5200649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9" name="Freeform 30">
              <a:extLst>
                <a:ext uri="{FF2B5EF4-FFF2-40B4-BE49-F238E27FC236}">
                  <a16:creationId xmlns:a16="http://schemas.microsoft.com/office/drawing/2014/main" id="{4946F6E0-8697-4F60-A60F-417D1147B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5219699"/>
              <a:ext cx="133350" cy="133350"/>
            </a:xfrm>
            <a:custGeom>
              <a:avLst/>
              <a:gdLst>
                <a:gd name="T0" fmla="*/ 0 w 168"/>
                <a:gd name="T1" fmla="*/ 2147483646 h 169"/>
                <a:gd name="T2" fmla="*/ 2147483646 w 168"/>
                <a:gd name="T3" fmla="*/ 2147483646 h 169"/>
                <a:gd name="T4" fmla="*/ 0 w 168"/>
                <a:gd name="T5" fmla="*/ 0 h 169"/>
                <a:gd name="T6" fmla="*/ 0 60000 65536"/>
                <a:gd name="T7" fmla="*/ 0 60000 65536"/>
                <a:gd name="T8" fmla="*/ 0 60000 65536"/>
                <a:gd name="T9" fmla="*/ 0 w 168"/>
                <a:gd name="T10" fmla="*/ 0 h 169"/>
                <a:gd name="T11" fmla="*/ 168 w 168"/>
                <a:gd name="T12" fmla="*/ 169 h 1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9">
                  <a:moveTo>
                    <a:pt x="0" y="169"/>
                  </a:moveTo>
                  <a:lnTo>
                    <a:pt x="168" y="9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0" name="Line 31">
              <a:extLst>
                <a:ext uri="{FF2B5EF4-FFF2-40B4-BE49-F238E27FC236}">
                  <a16:creationId xmlns:a16="http://schemas.microsoft.com/office/drawing/2014/main" id="{0D8398B1-A957-4483-8646-829E1C133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0542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1" name="Line 32">
              <a:extLst>
                <a:ext uri="{FF2B5EF4-FFF2-40B4-BE49-F238E27FC236}">
                  <a16:creationId xmlns:a16="http://schemas.microsoft.com/office/drawing/2014/main" id="{1C25DDAD-67A3-4FE0-B0B9-14A0D4CA73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0542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2" name="Line 33">
              <a:extLst>
                <a:ext uri="{FF2B5EF4-FFF2-40B4-BE49-F238E27FC236}">
                  <a16:creationId xmlns:a16="http://schemas.microsoft.com/office/drawing/2014/main" id="{1304B641-AE00-4C5B-AC9C-0275BF97B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5876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3" name="Freeform 34">
              <a:extLst>
                <a:ext uri="{FF2B5EF4-FFF2-40B4-BE49-F238E27FC236}">
                  <a16:creationId xmlns:a16="http://schemas.microsoft.com/office/drawing/2014/main" id="{F327B480-D33C-43FC-9BF4-DC2044CBC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713" y="2587624"/>
              <a:ext cx="458787" cy="2708275"/>
            </a:xfrm>
            <a:custGeom>
              <a:avLst/>
              <a:gdLst>
                <a:gd name="T0" fmla="*/ 0 w 576"/>
                <a:gd name="T1" fmla="*/ 0 h 3412"/>
                <a:gd name="T2" fmla="*/ 0 w 576"/>
                <a:gd name="T3" fmla="*/ 2147483646 h 3412"/>
                <a:gd name="T4" fmla="*/ 2147483646 w 576"/>
                <a:gd name="T5" fmla="*/ 2147483646 h 3412"/>
                <a:gd name="T6" fmla="*/ 0 60000 65536"/>
                <a:gd name="T7" fmla="*/ 0 60000 65536"/>
                <a:gd name="T8" fmla="*/ 0 60000 65536"/>
                <a:gd name="T9" fmla="*/ 0 w 576"/>
                <a:gd name="T10" fmla="*/ 0 h 3412"/>
                <a:gd name="T11" fmla="*/ 576 w 576"/>
                <a:gd name="T12" fmla="*/ 3412 h 3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3412">
                  <a:moveTo>
                    <a:pt x="0" y="0"/>
                  </a:moveTo>
                  <a:lnTo>
                    <a:pt x="0" y="3412"/>
                  </a:lnTo>
                  <a:lnTo>
                    <a:pt x="576" y="341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4" name="Freeform 35">
              <a:extLst>
                <a:ext uri="{FF2B5EF4-FFF2-40B4-BE49-F238E27FC236}">
                  <a16:creationId xmlns:a16="http://schemas.microsoft.com/office/drawing/2014/main" id="{9CEB9334-2885-459F-859E-EC983D5C9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050" y="2054224"/>
              <a:ext cx="266700" cy="2687638"/>
            </a:xfrm>
            <a:custGeom>
              <a:avLst/>
              <a:gdLst>
                <a:gd name="T0" fmla="*/ 0 w 337"/>
                <a:gd name="T1" fmla="*/ 0 h 3388"/>
                <a:gd name="T2" fmla="*/ 0 w 337"/>
                <a:gd name="T3" fmla="*/ 2147483646 h 3388"/>
                <a:gd name="T4" fmla="*/ 2147483646 w 337"/>
                <a:gd name="T5" fmla="*/ 2147483646 h 3388"/>
                <a:gd name="T6" fmla="*/ 0 60000 65536"/>
                <a:gd name="T7" fmla="*/ 0 60000 65536"/>
                <a:gd name="T8" fmla="*/ 0 60000 65536"/>
                <a:gd name="T9" fmla="*/ 0 w 337"/>
                <a:gd name="T10" fmla="*/ 0 h 3388"/>
                <a:gd name="T11" fmla="*/ 337 w 337"/>
                <a:gd name="T12" fmla="*/ 3388 h 3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" h="3388">
                  <a:moveTo>
                    <a:pt x="0" y="0"/>
                  </a:moveTo>
                  <a:lnTo>
                    <a:pt x="0" y="3388"/>
                  </a:lnTo>
                  <a:lnTo>
                    <a:pt x="337" y="338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5" name="Line 36">
              <a:extLst>
                <a:ext uri="{FF2B5EF4-FFF2-40B4-BE49-F238E27FC236}">
                  <a16:creationId xmlns:a16="http://schemas.microsoft.com/office/drawing/2014/main" id="{592C7A9A-4499-4757-BBAD-21B611079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713" y="3941762"/>
              <a:ext cx="5540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6" name="Line 37">
              <a:extLst>
                <a:ext uri="{FF2B5EF4-FFF2-40B4-BE49-F238E27FC236}">
                  <a16:creationId xmlns:a16="http://schemas.microsoft.com/office/drawing/2014/main" id="{CC003AA6-90CF-4611-9C23-3E99D7A7C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7" name="Line 38">
              <a:extLst>
                <a:ext uri="{FF2B5EF4-FFF2-40B4-BE49-F238E27FC236}">
                  <a16:creationId xmlns:a16="http://schemas.microsoft.com/office/drawing/2014/main" id="{BE209798-78EF-432C-9A46-B18F68922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5876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8" name="Line 39">
              <a:extLst>
                <a:ext uri="{FF2B5EF4-FFF2-40B4-BE49-F238E27FC236}">
                  <a16:creationId xmlns:a16="http://schemas.microsoft.com/office/drawing/2014/main" id="{695C39C3-7DF4-4E4E-8816-26B9B84E8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9" name="Line 40">
              <a:extLst>
                <a:ext uri="{FF2B5EF4-FFF2-40B4-BE49-F238E27FC236}">
                  <a16:creationId xmlns:a16="http://schemas.microsoft.com/office/drawing/2014/main" id="{F0C1EE04-5372-468F-AEB3-251EAB731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943349"/>
              <a:ext cx="2667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0" name="Line 41">
              <a:extLst>
                <a:ext uri="{FF2B5EF4-FFF2-40B4-BE49-F238E27FC236}">
                  <a16:creationId xmlns:a16="http://schemas.microsoft.com/office/drawing/2014/main" id="{9F818884-F8BE-403D-86C1-ED274B9EFA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47418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1" name="Line 42">
              <a:extLst>
                <a:ext uri="{FF2B5EF4-FFF2-40B4-BE49-F238E27FC236}">
                  <a16:creationId xmlns:a16="http://schemas.microsoft.com/office/drawing/2014/main" id="{D7F2A140-0EFD-45AD-9AC8-6C4EEA222E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5295899"/>
              <a:ext cx="2667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2" name="Freeform 43">
              <a:extLst>
                <a:ext uri="{FF2B5EF4-FFF2-40B4-BE49-F238E27FC236}">
                  <a16:creationId xmlns:a16="http://schemas.microsoft.com/office/drawing/2014/main" id="{008E0F6F-0DE9-4417-AC3F-3B01826EF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3922712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3"/>
                  </a:lnTo>
                  <a:lnTo>
                    <a:pt x="56" y="3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9"/>
                  </a:lnTo>
                  <a:lnTo>
                    <a:pt x="65" y="9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5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1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7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1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7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3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39"/>
                  </a:lnTo>
                  <a:lnTo>
                    <a:pt x="63" y="39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5"/>
                  </a:lnTo>
                  <a:lnTo>
                    <a:pt x="55" y="45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5"/>
                  </a:lnTo>
                  <a:lnTo>
                    <a:pt x="15" y="45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39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3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3" name="Freeform 44">
              <a:extLst>
                <a:ext uri="{FF2B5EF4-FFF2-40B4-BE49-F238E27FC236}">
                  <a16:creationId xmlns:a16="http://schemas.microsoft.com/office/drawing/2014/main" id="{3F04BA28-C6A9-42C2-BB4D-61AF5084D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3368674"/>
              <a:ext cx="57150" cy="58738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8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0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6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8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8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2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6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4" name="Freeform 45">
              <a:extLst>
                <a:ext uri="{FF2B5EF4-FFF2-40B4-BE49-F238E27FC236}">
                  <a16:creationId xmlns:a16="http://schemas.microsoft.com/office/drawing/2014/main" id="{775A2268-2452-43F6-97A2-45EEF89DA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2568574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6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2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8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4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40"/>
                  </a:lnTo>
                  <a:lnTo>
                    <a:pt x="63" y="40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6"/>
                  </a:lnTo>
                  <a:lnTo>
                    <a:pt x="55" y="46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6"/>
                  </a:lnTo>
                  <a:lnTo>
                    <a:pt x="15" y="46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5" name="Freeform 46">
              <a:extLst>
                <a:ext uri="{FF2B5EF4-FFF2-40B4-BE49-F238E27FC236}">
                  <a16:creationId xmlns:a16="http://schemas.microsoft.com/office/drawing/2014/main" id="{74FBC236-E17D-4AD0-B8A6-1A4C30A4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2016124"/>
              <a:ext cx="57150" cy="57150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9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3"/>
                  </a:lnTo>
                  <a:lnTo>
                    <a:pt x="19" y="3"/>
                  </a:lnTo>
                  <a:lnTo>
                    <a:pt x="21" y="3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3"/>
                  </a:lnTo>
                  <a:lnTo>
                    <a:pt x="53" y="3"/>
                  </a:lnTo>
                  <a:lnTo>
                    <a:pt x="54" y="3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9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5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7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1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7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3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9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9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7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6" name="Freeform 47">
              <a:extLst>
                <a:ext uri="{FF2B5EF4-FFF2-40B4-BE49-F238E27FC236}">
                  <a16:creationId xmlns:a16="http://schemas.microsoft.com/office/drawing/2014/main" id="{282712E5-3304-45D9-89B8-9E2E776EF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500" y="5257799"/>
              <a:ext cx="95250" cy="76200"/>
            </a:xfrm>
            <a:custGeom>
              <a:avLst/>
              <a:gdLst>
                <a:gd name="T0" fmla="*/ 0 w 121"/>
                <a:gd name="T1" fmla="*/ 2147483646 h 96"/>
                <a:gd name="T2" fmla="*/ 0 w 121"/>
                <a:gd name="T3" fmla="*/ 2147483646 h 96"/>
                <a:gd name="T4" fmla="*/ 2147483646 w 121"/>
                <a:gd name="T5" fmla="*/ 2147483646 h 96"/>
                <a:gd name="T6" fmla="*/ 2147483646 w 121"/>
                <a:gd name="T7" fmla="*/ 2147483646 h 96"/>
                <a:gd name="T8" fmla="*/ 2147483646 w 121"/>
                <a:gd name="T9" fmla="*/ 2147483646 h 96"/>
                <a:gd name="T10" fmla="*/ 2147483646 w 121"/>
                <a:gd name="T11" fmla="*/ 2147483646 h 96"/>
                <a:gd name="T12" fmla="*/ 2147483646 w 121"/>
                <a:gd name="T13" fmla="*/ 2147483646 h 96"/>
                <a:gd name="T14" fmla="*/ 2147483646 w 121"/>
                <a:gd name="T15" fmla="*/ 2147483646 h 96"/>
                <a:gd name="T16" fmla="*/ 2147483646 w 121"/>
                <a:gd name="T17" fmla="*/ 2147483646 h 96"/>
                <a:gd name="T18" fmla="*/ 2147483646 w 121"/>
                <a:gd name="T19" fmla="*/ 2147483646 h 96"/>
                <a:gd name="T20" fmla="*/ 2147483646 w 121"/>
                <a:gd name="T21" fmla="*/ 2147483646 h 96"/>
                <a:gd name="T22" fmla="*/ 2147483646 w 121"/>
                <a:gd name="T23" fmla="*/ 0 h 96"/>
                <a:gd name="T24" fmla="*/ 2147483646 w 121"/>
                <a:gd name="T25" fmla="*/ 2147483646 h 96"/>
                <a:gd name="T26" fmla="*/ 2147483646 w 121"/>
                <a:gd name="T27" fmla="*/ 2147483646 h 96"/>
                <a:gd name="T28" fmla="*/ 2147483646 w 121"/>
                <a:gd name="T29" fmla="*/ 2147483646 h 96"/>
                <a:gd name="T30" fmla="*/ 2147483646 w 121"/>
                <a:gd name="T31" fmla="*/ 2147483646 h 96"/>
                <a:gd name="T32" fmla="*/ 2147483646 w 121"/>
                <a:gd name="T33" fmla="*/ 2147483646 h 96"/>
                <a:gd name="T34" fmla="*/ 2147483646 w 121"/>
                <a:gd name="T35" fmla="*/ 2147483646 h 96"/>
                <a:gd name="T36" fmla="*/ 2147483646 w 121"/>
                <a:gd name="T37" fmla="*/ 2147483646 h 96"/>
                <a:gd name="T38" fmla="*/ 2147483646 w 121"/>
                <a:gd name="T39" fmla="*/ 2147483646 h 96"/>
                <a:gd name="T40" fmla="*/ 2147483646 w 121"/>
                <a:gd name="T41" fmla="*/ 2147483646 h 96"/>
                <a:gd name="T42" fmla="*/ 2147483646 w 121"/>
                <a:gd name="T43" fmla="*/ 2147483646 h 96"/>
                <a:gd name="T44" fmla="*/ 2147483646 w 121"/>
                <a:gd name="T45" fmla="*/ 2147483646 h 96"/>
                <a:gd name="T46" fmla="*/ 2147483646 w 121"/>
                <a:gd name="T47" fmla="*/ 2147483646 h 96"/>
                <a:gd name="T48" fmla="*/ 2147483646 w 121"/>
                <a:gd name="T49" fmla="*/ 2147483646 h 96"/>
                <a:gd name="T50" fmla="*/ 2147483646 w 121"/>
                <a:gd name="T51" fmla="*/ 2147483646 h 96"/>
                <a:gd name="T52" fmla="*/ 2147483646 w 121"/>
                <a:gd name="T53" fmla="*/ 2147483646 h 96"/>
                <a:gd name="T54" fmla="*/ 2147483646 w 121"/>
                <a:gd name="T55" fmla="*/ 2147483646 h 96"/>
                <a:gd name="T56" fmla="*/ 2147483646 w 121"/>
                <a:gd name="T57" fmla="*/ 2147483646 h 96"/>
                <a:gd name="T58" fmla="*/ 2147483646 w 121"/>
                <a:gd name="T59" fmla="*/ 2147483646 h 96"/>
                <a:gd name="T60" fmla="*/ 2147483646 w 121"/>
                <a:gd name="T61" fmla="*/ 2147483646 h 96"/>
                <a:gd name="T62" fmla="*/ 2147483646 w 121"/>
                <a:gd name="T63" fmla="*/ 2147483646 h 96"/>
                <a:gd name="T64" fmla="*/ 2147483646 w 121"/>
                <a:gd name="T65" fmla="*/ 2147483646 h 96"/>
                <a:gd name="T66" fmla="*/ 2147483646 w 121"/>
                <a:gd name="T67" fmla="*/ 2147483646 h 96"/>
                <a:gd name="T68" fmla="*/ 2147483646 w 121"/>
                <a:gd name="T69" fmla="*/ 2147483646 h 96"/>
                <a:gd name="T70" fmla="*/ 2147483646 w 121"/>
                <a:gd name="T71" fmla="*/ 2147483646 h 96"/>
                <a:gd name="T72" fmla="*/ 2147483646 w 121"/>
                <a:gd name="T73" fmla="*/ 2147483646 h 96"/>
                <a:gd name="T74" fmla="*/ 2147483646 w 121"/>
                <a:gd name="T75" fmla="*/ 2147483646 h 96"/>
                <a:gd name="T76" fmla="*/ 2147483646 w 121"/>
                <a:gd name="T77" fmla="*/ 2147483646 h 96"/>
                <a:gd name="T78" fmla="*/ 2147483646 w 121"/>
                <a:gd name="T79" fmla="*/ 2147483646 h 96"/>
                <a:gd name="T80" fmla="*/ 2147483646 w 121"/>
                <a:gd name="T81" fmla="*/ 2147483646 h 96"/>
                <a:gd name="T82" fmla="*/ 2147483646 w 121"/>
                <a:gd name="T83" fmla="*/ 2147483646 h 96"/>
                <a:gd name="T84" fmla="*/ 2147483646 w 121"/>
                <a:gd name="T85" fmla="*/ 2147483646 h 96"/>
                <a:gd name="T86" fmla="*/ 0 w 121"/>
                <a:gd name="T87" fmla="*/ 2147483646 h 96"/>
                <a:gd name="T88" fmla="*/ 0 w 121"/>
                <a:gd name="T89" fmla="*/ 2147483646 h 9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1"/>
                <a:gd name="T136" fmla="*/ 0 h 96"/>
                <a:gd name="T137" fmla="*/ 121 w 121"/>
                <a:gd name="T138" fmla="*/ 96 h 9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1" h="96">
                  <a:moveTo>
                    <a:pt x="0" y="45"/>
                  </a:moveTo>
                  <a:lnTo>
                    <a:pt x="0" y="51"/>
                  </a:lnTo>
                  <a:lnTo>
                    <a:pt x="0" y="49"/>
                  </a:lnTo>
                  <a:lnTo>
                    <a:pt x="0" y="46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5" y="30"/>
                  </a:lnTo>
                  <a:lnTo>
                    <a:pt x="6" y="27"/>
                  </a:lnTo>
                  <a:lnTo>
                    <a:pt x="8" y="25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2" y="19"/>
                  </a:lnTo>
                  <a:lnTo>
                    <a:pt x="14" y="16"/>
                  </a:lnTo>
                  <a:lnTo>
                    <a:pt x="16" y="15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1" y="10"/>
                  </a:lnTo>
                  <a:lnTo>
                    <a:pt x="23" y="9"/>
                  </a:lnTo>
                  <a:lnTo>
                    <a:pt x="26" y="8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2" y="4"/>
                  </a:lnTo>
                  <a:lnTo>
                    <a:pt x="34" y="3"/>
                  </a:lnTo>
                  <a:lnTo>
                    <a:pt x="36" y="2"/>
                  </a:lnTo>
                  <a:lnTo>
                    <a:pt x="39" y="2"/>
                  </a:lnTo>
                  <a:lnTo>
                    <a:pt x="41" y="1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52" y="0"/>
                  </a:lnTo>
                  <a:lnTo>
                    <a:pt x="69" y="0"/>
                  </a:lnTo>
                  <a:lnTo>
                    <a:pt x="72" y="1"/>
                  </a:lnTo>
                  <a:lnTo>
                    <a:pt x="75" y="1"/>
                  </a:lnTo>
                  <a:lnTo>
                    <a:pt x="77" y="1"/>
                  </a:lnTo>
                  <a:lnTo>
                    <a:pt x="80" y="1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7" y="3"/>
                  </a:lnTo>
                  <a:lnTo>
                    <a:pt x="89" y="4"/>
                  </a:lnTo>
                  <a:lnTo>
                    <a:pt x="92" y="6"/>
                  </a:lnTo>
                  <a:lnTo>
                    <a:pt x="94" y="7"/>
                  </a:lnTo>
                  <a:lnTo>
                    <a:pt x="96" y="8"/>
                  </a:lnTo>
                  <a:lnTo>
                    <a:pt x="98" y="9"/>
                  </a:lnTo>
                  <a:lnTo>
                    <a:pt x="100" y="10"/>
                  </a:lnTo>
                  <a:lnTo>
                    <a:pt x="102" y="12"/>
                  </a:lnTo>
                  <a:lnTo>
                    <a:pt x="104" y="14"/>
                  </a:lnTo>
                  <a:lnTo>
                    <a:pt x="106" y="15"/>
                  </a:lnTo>
                  <a:lnTo>
                    <a:pt x="107" y="16"/>
                  </a:lnTo>
                  <a:lnTo>
                    <a:pt x="108" y="19"/>
                  </a:lnTo>
                  <a:lnTo>
                    <a:pt x="111" y="21"/>
                  </a:lnTo>
                  <a:lnTo>
                    <a:pt x="112" y="22"/>
                  </a:lnTo>
                  <a:lnTo>
                    <a:pt x="113" y="25"/>
                  </a:lnTo>
                  <a:lnTo>
                    <a:pt x="115" y="27"/>
                  </a:lnTo>
                  <a:lnTo>
                    <a:pt x="116" y="30"/>
                  </a:lnTo>
                  <a:lnTo>
                    <a:pt x="117" y="32"/>
                  </a:lnTo>
                  <a:lnTo>
                    <a:pt x="118" y="33"/>
                  </a:lnTo>
                  <a:lnTo>
                    <a:pt x="118" y="36"/>
                  </a:lnTo>
                  <a:lnTo>
                    <a:pt x="119" y="38"/>
                  </a:lnTo>
                  <a:lnTo>
                    <a:pt x="119" y="42"/>
                  </a:lnTo>
                  <a:lnTo>
                    <a:pt x="121" y="44"/>
                  </a:lnTo>
                  <a:lnTo>
                    <a:pt x="121" y="46"/>
                  </a:lnTo>
                  <a:lnTo>
                    <a:pt x="121" y="49"/>
                  </a:lnTo>
                  <a:lnTo>
                    <a:pt x="121" y="51"/>
                  </a:lnTo>
                  <a:lnTo>
                    <a:pt x="121" y="45"/>
                  </a:lnTo>
                  <a:lnTo>
                    <a:pt x="121" y="48"/>
                  </a:lnTo>
                  <a:lnTo>
                    <a:pt x="121" y="50"/>
                  </a:lnTo>
                  <a:lnTo>
                    <a:pt x="121" y="52"/>
                  </a:lnTo>
                  <a:lnTo>
                    <a:pt x="119" y="55"/>
                  </a:lnTo>
                  <a:lnTo>
                    <a:pt x="119" y="58"/>
                  </a:lnTo>
                  <a:lnTo>
                    <a:pt x="118" y="61"/>
                  </a:lnTo>
                  <a:lnTo>
                    <a:pt x="118" y="63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115" y="69"/>
                  </a:lnTo>
                  <a:lnTo>
                    <a:pt x="113" y="72"/>
                  </a:lnTo>
                  <a:lnTo>
                    <a:pt x="112" y="74"/>
                  </a:lnTo>
                  <a:lnTo>
                    <a:pt x="111" y="75"/>
                  </a:lnTo>
                  <a:lnTo>
                    <a:pt x="108" y="78"/>
                  </a:lnTo>
                  <a:lnTo>
                    <a:pt x="107" y="80"/>
                  </a:lnTo>
                  <a:lnTo>
                    <a:pt x="106" y="81"/>
                  </a:lnTo>
                  <a:lnTo>
                    <a:pt x="104" y="82"/>
                  </a:lnTo>
                  <a:lnTo>
                    <a:pt x="102" y="85"/>
                  </a:lnTo>
                  <a:lnTo>
                    <a:pt x="100" y="86"/>
                  </a:lnTo>
                  <a:lnTo>
                    <a:pt x="98" y="87"/>
                  </a:lnTo>
                  <a:lnTo>
                    <a:pt x="96" y="88"/>
                  </a:lnTo>
                  <a:lnTo>
                    <a:pt x="94" y="90"/>
                  </a:lnTo>
                  <a:lnTo>
                    <a:pt x="92" y="91"/>
                  </a:lnTo>
                  <a:lnTo>
                    <a:pt x="89" y="92"/>
                  </a:lnTo>
                  <a:lnTo>
                    <a:pt x="87" y="93"/>
                  </a:lnTo>
                  <a:lnTo>
                    <a:pt x="84" y="94"/>
                  </a:lnTo>
                  <a:lnTo>
                    <a:pt x="82" y="94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5" y="96"/>
                  </a:lnTo>
                  <a:lnTo>
                    <a:pt x="72" y="96"/>
                  </a:lnTo>
                  <a:lnTo>
                    <a:pt x="69" y="96"/>
                  </a:lnTo>
                  <a:lnTo>
                    <a:pt x="52" y="96"/>
                  </a:lnTo>
                  <a:lnTo>
                    <a:pt x="48" y="96"/>
                  </a:lnTo>
                  <a:lnTo>
                    <a:pt x="46" y="96"/>
                  </a:lnTo>
                  <a:lnTo>
                    <a:pt x="44" y="96"/>
                  </a:lnTo>
                  <a:lnTo>
                    <a:pt x="41" y="96"/>
                  </a:lnTo>
                  <a:lnTo>
                    <a:pt x="39" y="94"/>
                  </a:lnTo>
                  <a:lnTo>
                    <a:pt x="36" y="94"/>
                  </a:lnTo>
                  <a:lnTo>
                    <a:pt x="34" y="93"/>
                  </a:lnTo>
                  <a:lnTo>
                    <a:pt x="32" y="92"/>
                  </a:lnTo>
                  <a:lnTo>
                    <a:pt x="29" y="91"/>
                  </a:lnTo>
                  <a:lnTo>
                    <a:pt x="27" y="90"/>
                  </a:lnTo>
                  <a:lnTo>
                    <a:pt x="26" y="88"/>
                  </a:lnTo>
                  <a:lnTo>
                    <a:pt x="23" y="87"/>
                  </a:lnTo>
                  <a:lnTo>
                    <a:pt x="21" y="86"/>
                  </a:lnTo>
                  <a:lnTo>
                    <a:pt x="20" y="85"/>
                  </a:lnTo>
                  <a:lnTo>
                    <a:pt x="17" y="82"/>
                  </a:lnTo>
                  <a:lnTo>
                    <a:pt x="16" y="81"/>
                  </a:lnTo>
                  <a:lnTo>
                    <a:pt x="14" y="80"/>
                  </a:lnTo>
                  <a:lnTo>
                    <a:pt x="12" y="78"/>
                  </a:lnTo>
                  <a:lnTo>
                    <a:pt x="11" y="75"/>
                  </a:lnTo>
                  <a:lnTo>
                    <a:pt x="9" y="74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5" y="67"/>
                  </a:lnTo>
                  <a:lnTo>
                    <a:pt x="4" y="64"/>
                  </a:lnTo>
                  <a:lnTo>
                    <a:pt x="4" y="63"/>
                  </a:lnTo>
                  <a:lnTo>
                    <a:pt x="3" y="61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57" name="Rectangle 48">
              <a:extLst>
                <a:ext uri="{FF2B5EF4-FFF2-40B4-BE49-F238E27FC236}">
                  <a16:creationId xmlns:a16="http://schemas.microsoft.com/office/drawing/2014/main" id="{5EDEB0A0-039A-4576-A644-B4CAC9921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2038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58" name="Rectangle 49">
              <a:extLst>
                <a:ext uri="{FF2B5EF4-FFF2-40B4-BE49-F238E27FC236}">
                  <a16:creationId xmlns:a16="http://schemas.microsoft.com/office/drawing/2014/main" id="{1D8AA20D-5A12-4346-BCF5-0BAA706B8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71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59" name="Rectangle 50">
              <a:extLst>
                <a:ext uri="{FF2B5EF4-FFF2-40B4-BE49-F238E27FC236}">
                  <a16:creationId xmlns:a16="http://schemas.microsoft.com/office/drawing/2014/main" id="{14BF597E-94CF-4411-90A7-EDC5446A6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138" y="2489199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0" name="Rectangle 51">
              <a:extLst>
                <a:ext uri="{FF2B5EF4-FFF2-40B4-BE49-F238E27FC236}">
                  <a16:creationId xmlns:a16="http://schemas.microsoft.com/office/drawing/2014/main" id="{7FA866B3-778C-4E06-9DCC-488F88A86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25114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1" name="Line 52">
              <a:extLst>
                <a:ext uri="{FF2B5EF4-FFF2-40B4-BE49-F238E27FC236}">
                  <a16:creationId xmlns:a16="http://schemas.microsoft.com/office/drawing/2014/main" id="{AE5DF1A2-4DC4-423A-A624-85C704A6D9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2492374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2" name="Rectangle 53">
              <a:extLst>
                <a:ext uri="{FF2B5EF4-FFF2-40B4-BE49-F238E27FC236}">
                  <a16:creationId xmlns:a16="http://schemas.microsoft.com/office/drawing/2014/main" id="{391709C2-D952-4302-9F24-5242B9BC1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5749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3" name="Rectangle 54">
              <a:extLst>
                <a:ext uri="{FF2B5EF4-FFF2-40B4-BE49-F238E27FC236}">
                  <a16:creationId xmlns:a16="http://schemas.microsoft.com/office/drawing/2014/main" id="{388A08FE-F2D8-4D52-8206-19D3A1F8C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8576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4" name="Line 55">
              <a:extLst>
                <a:ext uri="{FF2B5EF4-FFF2-40B4-BE49-F238E27FC236}">
                  <a16:creationId xmlns:a16="http://schemas.microsoft.com/office/drawing/2014/main" id="{7FAEC4E9-8B84-4D32-A3CC-59C7BA8C6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3846512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5" name="Rectangle 56">
              <a:extLst>
                <a:ext uri="{FF2B5EF4-FFF2-40B4-BE49-F238E27FC236}">
                  <a16:creationId xmlns:a16="http://schemas.microsoft.com/office/drawing/2014/main" id="{76B3E9A9-18D5-4EF9-8161-C0D592730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9211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6" name="Rectangle 57">
              <a:extLst>
                <a:ext uri="{FF2B5EF4-FFF2-40B4-BE49-F238E27FC236}">
                  <a16:creationId xmlns:a16="http://schemas.microsoft.com/office/drawing/2014/main" id="{A71CA08A-1F2D-4BFD-B78E-CB1C152B8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210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7" name="Line 58">
              <a:extLst>
                <a:ext uri="{FF2B5EF4-FFF2-40B4-BE49-F238E27FC236}">
                  <a16:creationId xmlns:a16="http://schemas.microsoft.com/office/drawing/2014/main" id="{069253B8-7BE4-4770-8CAE-D8B4F92503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5200649"/>
              <a:ext cx="96837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8" name="Rectangle 59">
              <a:extLst>
                <a:ext uri="{FF2B5EF4-FFF2-40B4-BE49-F238E27FC236}">
                  <a16:creationId xmlns:a16="http://schemas.microsoft.com/office/drawing/2014/main" id="{15E7DD1A-D84A-477E-8EDA-C7184A5FE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5273674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69" name="Rectangle 60">
              <a:extLst>
                <a:ext uri="{FF2B5EF4-FFF2-40B4-BE49-F238E27FC236}">
                  <a16:creationId xmlns:a16="http://schemas.microsoft.com/office/drawing/2014/main" id="{97D58CEC-2425-4062-82F7-6582190A1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46640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0" name="Rectangle 61">
              <a:extLst>
                <a:ext uri="{FF2B5EF4-FFF2-40B4-BE49-F238E27FC236}">
                  <a16:creationId xmlns:a16="http://schemas.microsoft.com/office/drawing/2014/main" id="{A960BCBD-B04D-48F3-B0B2-A3D6182E5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4749799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1" name="Rectangle 62">
              <a:extLst>
                <a:ext uri="{FF2B5EF4-FFF2-40B4-BE49-F238E27FC236}">
                  <a16:creationId xmlns:a16="http://schemas.microsoft.com/office/drawing/2014/main" id="{BDBCC625-697D-4213-8690-E1B47A593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3178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2" name="Rectangle 63">
              <a:extLst>
                <a:ext uri="{FF2B5EF4-FFF2-40B4-BE49-F238E27FC236}">
                  <a16:creationId xmlns:a16="http://schemas.microsoft.com/office/drawing/2014/main" id="{B60CA198-CA42-4CE1-BDC4-CC2F303CB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403599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3" name="Rectangle 64">
              <a:extLst>
                <a:ext uri="{FF2B5EF4-FFF2-40B4-BE49-F238E27FC236}">
                  <a16:creationId xmlns:a16="http://schemas.microsoft.com/office/drawing/2014/main" id="{19F1001A-1566-44BC-9286-005629E74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19653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4" name="Rectangle 65">
              <a:extLst>
                <a:ext uri="{FF2B5EF4-FFF2-40B4-BE49-F238E27FC236}">
                  <a16:creationId xmlns:a16="http://schemas.microsoft.com/office/drawing/2014/main" id="{B4FF953A-8441-4BF5-8B10-7BA1DA85E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0542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75" name="Rectangle 72">
              <a:extLst>
                <a:ext uri="{FF2B5EF4-FFF2-40B4-BE49-F238E27FC236}">
                  <a16:creationId xmlns:a16="http://schemas.microsoft.com/office/drawing/2014/main" id="{9DB06019-DBF2-4876-B01E-37DD5FC26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2513012"/>
              <a:ext cx="35266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sp>
        <p:nvSpPr>
          <p:cNvPr id="107523" name="Title 1">
            <a:extLst>
              <a:ext uri="{FF2B5EF4-FFF2-40B4-BE49-F238E27FC236}">
                <a16:creationId xmlns:a16="http://schemas.microsoft.com/office/drawing/2014/main" id="{B6BF2BCC-FDCD-482E-9153-2C7747405911}"/>
              </a:ext>
            </a:extLst>
          </p:cNvPr>
          <p:cNvSpPr txBox="1">
            <a:spLocks/>
          </p:cNvSpPr>
          <p:nvPr/>
        </p:nvSpPr>
        <p:spPr bwMode="auto">
          <a:xfrm>
            <a:off x="82548" y="76200"/>
            <a:ext cx="8985252" cy="93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Comparison of level-sensitive and edge-triggered D storage elements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DD7A276-3BE8-4F5B-9F7E-4A7E7B1E60C6}"/>
              </a:ext>
            </a:extLst>
          </p:cNvPr>
          <p:cNvCxnSpPr>
            <a:cxnSpLocks/>
          </p:cNvCxnSpPr>
          <p:nvPr/>
        </p:nvCxnSpPr>
        <p:spPr bwMode="auto">
          <a:xfrm>
            <a:off x="4205288" y="1043864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A2F2D17-0165-42E1-9E22-8AC1C1606335}"/>
              </a:ext>
            </a:extLst>
          </p:cNvPr>
          <p:cNvCxnSpPr>
            <a:cxnSpLocks/>
          </p:cNvCxnSpPr>
          <p:nvPr/>
        </p:nvCxnSpPr>
        <p:spPr bwMode="auto">
          <a:xfrm>
            <a:off x="5559425" y="1069750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608E846-98F8-4698-9B40-491B874C7710}"/>
              </a:ext>
            </a:extLst>
          </p:cNvPr>
          <p:cNvCxnSpPr>
            <a:cxnSpLocks/>
          </p:cNvCxnSpPr>
          <p:nvPr/>
        </p:nvCxnSpPr>
        <p:spPr bwMode="auto">
          <a:xfrm>
            <a:off x="6919929" y="1032375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59B203-FABE-4735-8D2A-F038B8C07DCF}"/>
              </a:ext>
            </a:extLst>
          </p:cNvPr>
          <p:cNvCxnSpPr>
            <a:cxnSpLocks/>
          </p:cNvCxnSpPr>
          <p:nvPr/>
        </p:nvCxnSpPr>
        <p:spPr bwMode="auto">
          <a:xfrm>
            <a:off x="8247063" y="1058596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768A861-47E9-4BCA-9DC6-5A13D23F5CDC}"/>
              </a:ext>
            </a:extLst>
          </p:cNvPr>
          <p:cNvSpPr txBox="1"/>
          <p:nvPr/>
        </p:nvSpPr>
        <p:spPr>
          <a:xfrm>
            <a:off x="4122737" y="926068"/>
            <a:ext cx="456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1  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2 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3                               </a:t>
            </a:r>
            <a:r>
              <a:rPr lang="en-US" sz="1800" dirty="0">
                <a:solidFill>
                  <a:srgbClr val="FF0000"/>
                </a:solidFill>
              </a:rPr>
              <a:t>t</a:t>
            </a:r>
            <a:r>
              <a:rPr lang="en-US" sz="1800" baseline="-250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157809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45" name="Group 1">
            <a:extLst>
              <a:ext uri="{FF2B5EF4-FFF2-40B4-BE49-F238E27FC236}">
                <a16:creationId xmlns:a16="http://schemas.microsoft.com/office/drawing/2014/main" id="{5E6CC748-31BE-4789-B673-EA709EFE07A2}"/>
              </a:ext>
            </a:extLst>
          </p:cNvPr>
          <p:cNvGrpSpPr>
            <a:grpSpLocks/>
          </p:cNvGrpSpPr>
          <p:nvPr/>
        </p:nvGrpSpPr>
        <p:grpSpPr bwMode="auto">
          <a:xfrm>
            <a:off x="2776538" y="4073525"/>
            <a:ext cx="6291262" cy="2708275"/>
            <a:chOff x="2700338" y="3505200"/>
            <a:chExt cx="6291262" cy="2708275"/>
          </a:xfrm>
        </p:grpSpPr>
        <p:sp>
          <p:nvSpPr>
            <p:cNvPr id="108608" name="Line 4">
              <a:extLst>
                <a:ext uri="{FF2B5EF4-FFF2-40B4-BE49-F238E27FC236}">
                  <a16:creationId xmlns:a16="http://schemas.microsoft.com/office/drawing/2014/main" id="{AE361961-F3CC-4D28-8026-32CA5DD46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9088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09" name="Line 5">
              <a:extLst>
                <a:ext uri="{FF2B5EF4-FFF2-40B4-BE49-F238E27FC236}">
                  <a16:creationId xmlns:a16="http://schemas.microsoft.com/office/drawing/2014/main" id="{24E87AE7-EBBE-4998-8781-0BE1CBAD4D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225" y="3505200"/>
              <a:ext cx="1588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10" name="Line 6">
              <a:extLst>
                <a:ext uri="{FF2B5EF4-FFF2-40B4-BE49-F238E27FC236}">
                  <a16:creationId xmlns:a16="http://schemas.microsoft.com/office/drawing/2014/main" id="{5FD3B9EC-0492-454D-AF1F-AB314FF576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73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11" name="Line 7">
              <a:extLst>
                <a:ext uri="{FF2B5EF4-FFF2-40B4-BE49-F238E27FC236}">
                  <a16:creationId xmlns:a16="http://schemas.microsoft.com/office/drawing/2014/main" id="{06E224BD-C926-497A-9404-8EFD3DEC5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08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12" name="Rectangle 8">
              <a:extLst>
                <a:ext uri="{FF2B5EF4-FFF2-40B4-BE49-F238E27FC236}">
                  <a16:creationId xmlns:a16="http://schemas.microsoft.com/office/drawing/2014/main" id="{E7DE3BD5-F039-41AB-B8C2-A6B39A335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232275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13" name="Rectangle 9">
              <a:extLst>
                <a:ext uri="{FF2B5EF4-FFF2-40B4-BE49-F238E27FC236}">
                  <a16:creationId xmlns:a16="http://schemas.microsoft.com/office/drawing/2014/main" id="{F24677C3-3163-46CD-9036-A7EDE33D5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3687763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14" name="Rectangle 10">
              <a:extLst>
                <a:ext uri="{FF2B5EF4-FFF2-40B4-BE49-F238E27FC236}">
                  <a16:creationId xmlns:a16="http://schemas.microsoft.com/office/drawing/2014/main" id="{ECE28F8B-5389-46BB-938D-68197C395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4746625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15" name="Rectangle 11">
              <a:extLst>
                <a:ext uri="{FF2B5EF4-FFF2-40B4-BE49-F238E27FC236}">
                  <a16:creationId xmlns:a16="http://schemas.microsoft.com/office/drawing/2014/main" id="{7D80E9C2-42AA-4377-8F44-2C98059FA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4832350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16" name="Rectangle 12">
              <a:extLst>
                <a:ext uri="{FF2B5EF4-FFF2-40B4-BE49-F238E27FC236}">
                  <a16:creationId xmlns:a16="http://schemas.microsoft.com/office/drawing/2014/main" id="{6657318C-D6AF-42CC-BA7A-4EAAA3317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5295900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17" name="Rectangle 14">
              <a:extLst>
                <a:ext uri="{FF2B5EF4-FFF2-40B4-BE49-F238E27FC236}">
                  <a16:creationId xmlns:a16="http://schemas.microsoft.com/office/drawing/2014/main" id="{F9D055F0-E9A4-4FF8-9B5B-CA637DE52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5383213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18" name="Freeform 66">
              <a:extLst>
                <a:ext uri="{FF2B5EF4-FFF2-40B4-BE49-F238E27FC236}">
                  <a16:creationId xmlns:a16="http://schemas.microsoft.com/office/drawing/2014/main" id="{C319FF91-9C66-4174-80A0-4ADBAFF5C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3641725"/>
              <a:ext cx="5683250" cy="285750"/>
            </a:xfrm>
            <a:custGeom>
              <a:avLst/>
              <a:gdLst>
                <a:gd name="T0" fmla="*/ 2147483646 w 7160"/>
                <a:gd name="T1" fmla="*/ 2147483646 h 360"/>
                <a:gd name="T2" fmla="*/ 2147483646 w 7160"/>
                <a:gd name="T3" fmla="*/ 2147483646 h 360"/>
                <a:gd name="T4" fmla="*/ 2147483646 w 7160"/>
                <a:gd name="T5" fmla="*/ 0 h 360"/>
                <a:gd name="T6" fmla="*/ 2147483646 w 7160"/>
                <a:gd name="T7" fmla="*/ 0 h 360"/>
                <a:gd name="T8" fmla="*/ 2147483646 w 7160"/>
                <a:gd name="T9" fmla="*/ 2147483646 h 360"/>
                <a:gd name="T10" fmla="*/ 2147483646 w 7160"/>
                <a:gd name="T11" fmla="*/ 2147483646 h 360"/>
                <a:gd name="T12" fmla="*/ 2147483646 w 7160"/>
                <a:gd name="T13" fmla="*/ 0 h 360"/>
                <a:gd name="T14" fmla="*/ 2147483646 w 7160"/>
                <a:gd name="T15" fmla="*/ 0 h 360"/>
                <a:gd name="T16" fmla="*/ 2147483646 w 7160"/>
                <a:gd name="T17" fmla="*/ 2147483646 h 360"/>
                <a:gd name="T18" fmla="*/ 0 w 7160"/>
                <a:gd name="T19" fmla="*/ 2147483646 h 3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60"/>
                <a:gd name="T31" fmla="*/ 0 h 360"/>
                <a:gd name="T32" fmla="*/ 7160 w 7160"/>
                <a:gd name="T33" fmla="*/ 360 h 3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60" h="360">
                  <a:moveTo>
                    <a:pt x="7160" y="360"/>
                  </a:moveTo>
                  <a:lnTo>
                    <a:pt x="6127" y="360"/>
                  </a:lnTo>
                  <a:lnTo>
                    <a:pt x="6127" y="0"/>
                  </a:lnTo>
                  <a:lnTo>
                    <a:pt x="4445" y="0"/>
                  </a:lnTo>
                  <a:lnTo>
                    <a:pt x="4445" y="360"/>
                  </a:lnTo>
                  <a:lnTo>
                    <a:pt x="2739" y="360"/>
                  </a:lnTo>
                  <a:lnTo>
                    <a:pt x="2739" y="0"/>
                  </a:lnTo>
                  <a:lnTo>
                    <a:pt x="1034" y="0"/>
                  </a:lnTo>
                  <a:lnTo>
                    <a:pt x="1034" y="360"/>
                  </a:lnTo>
                  <a:lnTo>
                    <a:pt x="0" y="360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19" name="Freeform 67">
              <a:extLst>
                <a:ext uri="{FF2B5EF4-FFF2-40B4-BE49-F238E27FC236}">
                  <a16:creationId xmlns:a16="http://schemas.microsoft.com/office/drawing/2014/main" id="{A7FB2D21-6264-4AC3-88C9-3ED98309B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194175"/>
              <a:ext cx="5683250" cy="266700"/>
            </a:xfrm>
            <a:custGeom>
              <a:avLst/>
              <a:gdLst>
                <a:gd name="T0" fmla="*/ 2147483646 w 7160"/>
                <a:gd name="T1" fmla="*/ 2147483646 h 336"/>
                <a:gd name="T2" fmla="*/ 2147483646 w 7160"/>
                <a:gd name="T3" fmla="*/ 2147483646 h 336"/>
                <a:gd name="T4" fmla="*/ 2147483646 w 7160"/>
                <a:gd name="T5" fmla="*/ 0 h 336"/>
                <a:gd name="T6" fmla="*/ 2147483646 w 7160"/>
                <a:gd name="T7" fmla="*/ 0 h 336"/>
                <a:gd name="T8" fmla="*/ 2147483646 w 7160"/>
                <a:gd name="T9" fmla="*/ 2147483646 h 336"/>
                <a:gd name="T10" fmla="*/ 2147483646 w 7160"/>
                <a:gd name="T11" fmla="*/ 2147483646 h 336"/>
                <a:gd name="T12" fmla="*/ 2147483646 w 7160"/>
                <a:gd name="T13" fmla="*/ 0 h 336"/>
                <a:gd name="T14" fmla="*/ 2147483646 w 7160"/>
                <a:gd name="T15" fmla="*/ 0 h 336"/>
                <a:gd name="T16" fmla="*/ 2147483646 w 7160"/>
                <a:gd name="T17" fmla="*/ 2147483646 h 336"/>
                <a:gd name="T18" fmla="*/ 2147483646 w 7160"/>
                <a:gd name="T19" fmla="*/ 2147483646 h 336"/>
                <a:gd name="T20" fmla="*/ 2147483646 w 7160"/>
                <a:gd name="T21" fmla="*/ 0 h 336"/>
                <a:gd name="T22" fmla="*/ 2147483646 w 7160"/>
                <a:gd name="T23" fmla="*/ 0 h 336"/>
                <a:gd name="T24" fmla="*/ 2147483646 w 7160"/>
                <a:gd name="T25" fmla="*/ 2147483646 h 336"/>
                <a:gd name="T26" fmla="*/ 2147483646 w 7160"/>
                <a:gd name="T27" fmla="*/ 2147483646 h 336"/>
                <a:gd name="T28" fmla="*/ 2147483646 w 7160"/>
                <a:gd name="T29" fmla="*/ 0 h 336"/>
                <a:gd name="T30" fmla="*/ 2147483646 w 7160"/>
                <a:gd name="T31" fmla="*/ 0 h 336"/>
                <a:gd name="T32" fmla="*/ 2147483646 w 7160"/>
                <a:gd name="T33" fmla="*/ 2147483646 h 336"/>
                <a:gd name="T34" fmla="*/ 2147483646 w 7160"/>
                <a:gd name="T35" fmla="*/ 2147483646 h 336"/>
                <a:gd name="T36" fmla="*/ 2147483646 w 7160"/>
                <a:gd name="T37" fmla="*/ 0 h 336"/>
                <a:gd name="T38" fmla="*/ 2147483646 w 7160"/>
                <a:gd name="T39" fmla="*/ 0 h 336"/>
                <a:gd name="T40" fmla="*/ 2147483646 w 7160"/>
                <a:gd name="T41" fmla="*/ 2147483646 h 336"/>
                <a:gd name="T42" fmla="*/ 2147483646 w 7160"/>
                <a:gd name="T43" fmla="*/ 2147483646 h 336"/>
                <a:gd name="T44" fmla="*/ 2147483646 w 7160"/>
                <a:gd name="T45" fmla="*/ 0 h 336"/>
                <a:gd name="T46" fmla="*/ 2147483646 w 7160"/>
                <a:gd name="T47" fmla="*/ 0 h 336"/>
                <a:gd name="T48" fmla="*/ 2147483646 w 7160"/>
                <a:gd name="T49" fmla="*/ 2147483646 h 336"/>
                <a:gd name="T50" fmla="*/ 0 w 7160"/>
                <a:gd name="T51" fmla="*/ 2147483646 h 3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60"/>
                <a:gd name="T79" fmla="*/ 0 h 336"/>
                <a:gd name="T80" fmla="*/ 7160 w 7160"/>
                <a:gd name="T81" fmla="*/ 336 h 3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60" h="336">
                  <a:moveTo>
                    <a:pt x="7160" y="336"/>
                  </a:moveTo>
                  <a:lnTo>
                    <a:pt x="6487" y="336"/>
                  </a:ln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4085" y="336"/>
                  </a:lnTo>
                  <a:lnTo>
                    <a:pt x="4085" y="0"/>
                  </a:lnTo>
                  <a:lnTo>
                    <a:pt x="3748" y="0"/>
                  </a:lnTo>
                  <a:lnTo>
                    <a:pt x="3748" y="336"/>
                  </a:lnTo>
                  <a:lnTo>
                    <a:pt x="3412" y="336"/>
                  </a:lnTo>
                  <a:lnTo>
                    <a:pt x="3412" y="0"/>
                  </a:lnTo>
                  <a:lnTo>
                    <a:pt x="2908" y="0"/>
                  </a:lnTo>
                  <a:lnTo>
                    <a:pt x="2908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697" y="0"/>
                  </a:lnTo>
                  <a:lnTo>
                    <a:pt x="69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20" name="Freeform 69">
              <a:extLst>
                <a:ext uri="{FF2B5EF4-FFF2-40B4-BE49-F238E27FC236}">
                  <a16:creationId xmlns:a16="http://schemas.microsoft.com/office/drawing/2014/main" id="{48BE6C28-7CD6-439B-98F0-2F2576EAE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72757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0 h 336"/>
                <a:gd name="T6" fmla="*/ 2147483646 w 7160"/>
                <a:gd name="T7" fmla="*/ 2147483646 h 336"/>
                <a:gd name="T8" fmla="*/ 2147483646 w 7160"/>
                <a:gd name="T9" fmla="*/ 2147483646 h 336"/>
                <a:gd name="T10" fmla="*/ 2147483646 w 7160"/>
                <a:gd name="T11" fmla="*/ 0 h 336"/>
                <a:gd name="T12" fmla="*/ 2147483646 w 7160"/>
                <a:gd name="T13" fmla="*/ 0 h 336"/>
                <a:gd name="T14" fmla="*/ 2147483646 w 7160"/>
                <a:gd name="T15" fmla="*/ 2147483646 h 336"/>
                <a:gd name="T16" fmla="*/ 2147483646 w 7160"/>
                <a:gd name="T17" fmla="*/ 2147483646 h 336"/>
                <a:gd name="T18" fmla="*/ 2147483646 w 7160"/>
                <a:gd name="T19" fmla="*/ 0 h 336"/>
                <a:gd name="T20" fmla="*/ 2147483646 w 7160"/>
                <a:gd name="T21" fmla="*/ 0 h 336"/>
                <a:gd name="T22" fmla="*/ 2147483646 w 7160"/>
                <a:gd name="T23" fmla="*/ 2147483646 h 336"/>
                <a:gd name="T24" fmla="*/ 2147483646 w 7160"/>
                <a:gd name="T25" fmla="*/ 2147483646 h 336"/>
                <a:gd name="T26" fmla="*/ 2147483646 w 7160"/>
                <a:gd name="T27" fmla="*/ 0 h 336"/>
                <a:gd name="T28" fmla="*/ 2147483646 w 7160"/>
                <a:gd name="T29" fmla="*/ 0 h 336"/>
                <a:gd name="T30" fmla="*/ 2147483646 w 7160"/>
                <a:gd name="T31" fmla="*/ 2147483646 h 336"/>
                <a:gd name="T32" fmla="*/ 0 w 7160"/>
                <a:gd name="T33" fmla="*/ 2147483646 h 3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160"/>
                <a:gd name="T52" fmla="*/ 0 h 336"/>
                <a:gd name="T53" fmla="*/ 7160 w 7160"/>
                <a:gd name="T54" fmla="*/ 336 h 3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160" h="336">
                  <a:moveTo>
                    <a:pt x="7160" y="0"/>
                  </a:move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1034" y="0"/>
                  </a:lnTo>
                  <a:lnTo>
                    <a:pt x="1034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21" name="Freeform 70">
              <a:extLst>
                <a:ext uri="{FF2B5EF4-FFF2-40B4-BE49-F238E27FC236}">
                  <a16:creationId xmlns:a16="http://schemas.microsoft.com/office/drawing/2014/main" id="{20F524EA-C04A-40A2-8134-1ECF4CC99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260975"/>
              <a:ext cx="5683250" cy="285750"/>
            </a:xfrm>
            <a:custGeom>
              <a:avLst/>
              <a:gdLst>
                <a:gd name="T0" fmla="*/ 2147483646 w 7160"/>
                <a:gd name="T1" fmla="*/ 2147483646 h 361"/>
                <a:gd name="T2" fmla="*/ 2147483646 w 7160"/>
                <a:gd name="T3" fmla="*/ 2147483646 h 361"/>
                <a:gd name="T4" fmla="*/ 2147483646 w 7160"/>
                <a:gd name="T5" fmla="*/ 0 h 361"/>
                <a:gd name="T6" fmla="*/ 2147483646 w 7160"/>
                <a:gd name="T7" fmla="*/ 0 h 361"/>
                <a:gd name="T8" fmla="*/ 2147483646 w 7160"/>
                <a:gd name="T9" fmla="*/ 2147483646 h 361"/>
                <a:gd name="T10" fmla="*/ 0 w 7160"/>
                <a:gd name="T11" fmla="*/ 2147483646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60"/>
                <a:gd name="T19" fmla="*/ 0 h 361"/>
                <a:gd name="T20" fmla="*/ 7160 w 7160"/>
                <a:gd name="T21" fmla="*/ 361 h 3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60" h="361">
                  <a:moveTo>
                    <a:pt x="7160" y="361"/>
                  </a:moveTo>
                  <a:lnTo>
                    <a:pt x="4445" y="361"/>
                  </a:lnTo>
                  <a:lnTo>
                    <a:pt x="4445" y="0"/>
                  </a:lnTo>
                  <a:lnTo>
                    <a:pt x="1034" y="0"/>
                  </a:lnTo>
                  <a:lnTo>
                    <a:pt x="1034" y="361"/>
                  </a:lnTo>
                  <a:lnTo>
                    <a:pt x="0" y="361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22" name="Freeform 71">
              <a:extLst>
                <a:ext uri="{FF2B5EF4-FFF2-40B4-BE49-F238E27FC236}">
                  <a16:creationId xmlns:a16="http://schemas.microsoft.com/office/drawing/2014/main" id="{A96263A7-D37F-440C-B394-8639BC7AA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81342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2147483646 h 336"/>
                <a:gd name="T6" fmla="*/ 0 w 71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60"/>
                <a:gd name="T13" fmla="*/ 0 h 336"/>
                <a:gd name="T14" fmla="*/ 7160 w 71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60" h="336">
                  <a:moveTo>
                    <a:pt x="7160" y="0"/>
                  </a:moveTo>
                  <a:lnTo>
                    <a:pt x="6127" y="0"/>
                  </a:lnTo>
                  <a:lnTo>
                    <a:pt x="612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23" name="Rectangle 73">
              <a:extLst>
                <a:ext uri="{FF2B5EF4-FFF2-40B4-BE49-F238E27FC236}">
                  <a16:creationId xmlns:a16="http://schemas.microsoft.com/office/drawing/2014/main" id="{707A7624-5748-4186-AA64-C24DAB720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13" y="5834063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24" name="Rectangle 74">
              <a:extLst>
                <a:ext uri="{FF2B5EF4-FFF2-40B4-BE49-F238E27FC236}">
                  <a16:creationId xmlns:a16="http://schemas.microsoft.com/office/drawing/2014/main" id="{6309B258-4527-497F-95BB-268DC724A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675" y="5921375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grpSp>
        <p:nvGrpSpPr>
          <p:cNvPr id="108546" name="Group 53">
            <a:extLst>
              <a:ext uri="{FF2B5EF4-FFF2-40B4-BE49-F238E27FC236}">
                <a16:creationId xmlns:a16="http://schemas.microsoft.com/office/drawing/2014/main" id="{17EFEF35-4E30-48F7-AE5C-4EC195562EFF}"/>
              </a:ext>
            </a:extLst>
          </p:cNvPr>
          <p:cNvGrpSpPr>
            <a:grpSpLocks/>
          </p:cNvGrpSpPr>
          <p:nvPr/>
        </p:nvGrpSpPr>
        <p:grpSpPr bwMode="auto">
          <a:xfrm>
            <a:off x="174625" y="244475"/>
            <a:ext cx="2676525" cy="3794125"/>
            <a:chOff x="3005138" y="1768474"/>
            <a:chExt cx="2676177" cy="3794126"/>
          </a:xfrm>
        </p:grpSpPr>
        <p:sp>
          <p:nvSpPr>
            <p:cNvPr id="108556" name="Rectangle 13">
              <a:extLst>
                <a:ext uri="{FF2B5EF4-FFF2-40B4-BE49-F238E27FC236}">
                  <a16:creationId xmlns:a16="http://schemas.microsoft.com/office/drawing/2014/main" id="{44BED82E-A34F-451E-8966-54467122A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1768474"/>
              <a:ext cx="666750" cy="1085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57" name="Rectangle 15">
              <a:extLst>
                <a:ext uri="{FF2B5EF4-FFF2-40B4-BE49-F238E27FC236}">
                  <a16:creationId xmlns:a16="http://schemas.microsoft.com/office/drawing/2014/main" id="{B51E2845-AFA4-4877-A132-C5844AACE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58" name="Rectangle 16">
              <a:extLst>
                <a:ext uri="{FF2B5EF4-FFF2-40B4-BE49-F238E27FC236}">
                  <a16:creationId xmlns:a16="http://schemas.microsoft.com/office/drawing/2014/main" id="{E6B98A7C-B2CF-4739-B4A2-1E1592D5B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19542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59" name="Line 17">
              <a:extLst>
                <a:ext uri="{FF2B5EF4-FFF2-40B4-BE49-F238E27FC236}">
                  <a16:creationId xmlns:a16="http://schemas.microsoft.com/office/drawing/2014/main" id="{73D7631F-72E4-46D6-B163-CF0EDD0E4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2492374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0" name="Rectangle 18">
              <a:extLst>
                <a:ext uri="{FF2B5EF4-FFF2-40B4-BE49-F238E27FC236}">
                  <a16:creationId xmlns:a16="http://schemas.microsoft.com/office/drawing/2014/main" id="{456015E0-49B4-4BA1-ACC4-203A608C9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25003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61" name="Rectangle 19">
              <a:extLst>
                <a:ext uri="{FF2B5EF4-FFF2-40B4-BE49-F238E27FC236}">
                  <a16:creationId xmlns:a16="http://schemas.microsoft.com/office/drawing/2014/main" id="{B1592753-879E-4BCA-ABC6-480FE60C3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3121024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62" name="Rectangle 21">
              <a:extLst>
                <a:ext uri="{FF2B5EF4-FFF2-40B4-BE49-F238E27FC236}">
                  <a16:creationId xmlns:a16="http://schemas.microsoft.com/office/drawing/2014/main" id="{F0CEC977-83CD-4EC2-B5AF-F14B46536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331311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63" name="Rectangle 22">
              <a:extLst>
                <a:ext uri="{FF2B5EF4-FFF2-40B4-BE49-F238E27FC236}">
                  <a16:creationId xmlns:a16="http://schemas.microsoft.com/office/drawing/2014/main" id="{70E2EDA0-D5F3-459F-B52F-41B6D5A19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3305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64" name="Line 23">
              <a:extLst>
                <a:ext uri="{FF2B5EF4-FFF2-40B4-BE49-F238E27FC236}">
                  <a16:creationId xmlns:a16="http://schemas.microsoft.com/office/drawing/2014/main" id="{289D311D-CDAD-48CD-A6E5-BBB4133E9D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3846512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5" name="Freeform 24">
              <a:extLst>
                <a:ext uri="{FF2B5EF4-FFF2-40B4-BE49-F238E27FC236}">
                  <a16:creationId xmlns:a16="http://schemas.microsoft.com/office/drawing/2014/main" id="{56803B17-F660-431E-994E-E02CB096A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3865562"/>
              <a:ext cx="133350" cy="133350"/>
            </a:xfrm>
            <a:custGeom>
              <a:avLst/>
              <a:gdLst>
                <a:gd name="T0" fmla="*/ 0 w 168"/>
                <a:gd name="T1" fmla="*/ 2147483646 h 168"/>
                <a:gd name="T2" fmla="*/ 2147483646 w 168"/>
                <a:gd name="T3" fmla="*/ 2147483646 h 168"/>
                <a:gd name="T4" fmla="*/ 0 w 168"/>
                <a:gd name="T5" fmla="*/ 0 h 168"/>
                <a:gd name="T6" fmla="*/ 0 60000 65536"/>
                <a:gd name="T7" fmla="*/ 0 60000 65536"/>
                <a:gd name="T8" fmla="*/ 0 60000 65536"/>
                <a:gd name="T9" fmla="*/ 0 w 168"/>
                <a:gd name="T10" fmla="*/ 0 h 168"/>
                <a:gd name="T11" fmla="*/ 168 w 168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8">
                  <a:moveTo>
                    <a:pt x="0" y="168"/>
                  </a:moveTo>
                  <a:lnTo>
                    <a:pt x="168" y="96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6" name="Rectangle 25">
              <a:extLst>
                <a:ext uri="{FF2B5EF4-FFF2-40B4-BE49-F238E27FC236}">
                  <a16:creationId xmlns:a16="http://schemas.microsoft.com/office/drawing/2014/main" id="{8D83671D-993D-44E4-BB8E-FDA8B233F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4475162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67" name="Rectangle 26">
              <a:extLst>
                <a:ext uri="{FF2B5EF4-FFF2-40B4-BE49-F238E27FC236}">
                  <a16:creationId xmlns:a16="http://schemas.microsoft.com/office/drawing/2014/main" id="{0AE3E705-5420-4F0F-B06B-1DAF80AB0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38512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68" name="Rectangle 27">
              <a:extLst>
                <a:ext uri="{FF2B5EF4-FFF2-40B4-BE49-F238E27FC236}">
                  <a16:creationId xmlns:a16="http://schemas.microsoft.com/office/drawing/2014/main" id="{4D8699FB-E11D-40CE-9D4A-A9F65C6D4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4664074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69" name="Rectangle 28">
              <a:extLst>
                <a:ext uri="{FF2B5EF4-FFF2-40B4-BE49-F238E27FC236}">
                  <a16:creationId xmlns:a16="http://schemas.microsoft.com/office/drawing/2014/main" id="{2F9887AD-1C76-4ABD-B429-E10B1C09C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46577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70" name="Line 29">
              <a:extLst>
                <a:ext uri="{FF2B5EF4-FFF2-40B4-BE49-F238E27FC236}">
                  <a16:creationId xmlns:a16="http://schemas.microsoft.com/office/drawing/2014/main" id="{55E1A5A9-0DD5-4BBE-BBBC-6F35F5A9B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5200649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1" name="Freeform 30">
              <a:extLst>
                <a:ext uri="{FF2B5EF4-FFF2-40B4-BE49-F238E27FC236}">
                  <a16:creationId xmlns:a16="http://schemas.microsoft.com/office/drawing/2014/main" id="{F5BA84D2-856C-4913-8538-212FFE3F2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5219699"/>
              <a:ext cx="133350" cy="133350"/>
            </a:xfrm>
            <a:custGeom>
              <a:avLst/>
              <a:gdLst>
                <a:gd name="T0" fmla="*/ 0 w 168"/>
                <a:gd name="T1" fmla="*/ 2147483646 h 169"/>
                <a:gd name="T2" fmla="*/ 2147483646 w 168"/>
                <a:gd name="T3" fmla="*/ 2147483646 h 169"/>
                <a:gd name="T4" fmla="*/ 0 w 168"/>
                <a:gd name="T5" fmla="*/ 0 h 169"/>
                <a:gd name="T6" fmla="*/ 0 60000 65536"/>
                <a:gd name="T7" fmla="*/ 0 60000 65536"/>
                <a:gd name="T8" fmla="*/ 0 60000 65536"/>
                <a:gd name="T9" fmla="*/ 0 w 168"/>
                <a:gd name="T10" fmla="*/ 0 h 169"/>
                <a:gd name="T11" fmla="*/ 168 w 168"/>
                <a:gd name="T12" fmla="*/ 169 h 1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9">
                  <a:moveTo>
                    <a:pt x="0" y="169"/>
                  </a:moveTo>
                  <a:lnTo>
                    <a:pt x="168" y="9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2" name="Line 31">
              <a:extLst>
                <a:ext uri="{FF2B5EF4-FFF2-40B4-BE49-F238E27FC236}">
                  <a16:creationId xmlns:a16="http://schemas.microsoft.com/office/drawing/2014/main" id="{5C4CC9C9-184A-4B7C-AC5B-6F2FD06AA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0542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3" name="Line 32">
              <a:extLst>
                <a:ext uri="{FF2B5EF4-FFF2-40B4-BE49-F238E27FC236}">
                  <a16:creationId xmlns:a16="http://schemas.microsoft.com/office/drawing/2014/main" id="{399DF947-2D44-4A60-A0AE-249314EBC5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0542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4" name="Line 33">
              <a:extLst>
                <a:ext uri="{FF2B5EF4-FFF2-40B4-BE49-F238E27FC236}">
                  <a16:creationId xmlns:a16="http://schemas.microsoft.com/office/drawing/2014/main" id="{E56C0A70-C933-49FF-B581-01514C1B4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5876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5" name="Freeform 34">
              <a:extLst>
                <a:ext uri="{FF2B5EF4-FFF2-40B4-BE49-F238E27FC236}">
                  <a16:creationId xmlns:a16="http://schemas.microsoft.com/office/drawing/2014/main" id="{683D3A45-774F-4016-9C37-C580CEC66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713" y="2587624"/>
              <a:ext cx="458787" cy="2708275"/>
            </a:xfrm>
            <a:custGeom>
              <a:avLst/>
              <a:gdLst>
                <a:gd name="T0" fmla="*/ 0 w 576"/>
                <a:gd name="T1" fmla="*/ 0 h 3412"/>
                <a:gd name="T2" fmla="*/ 0 w 576"/>
                <a:gd name="T3" fmla="*/ 2147483646 h 3412"/>
                <a:gd name="T4" fmla="*/ 2147483646 w 576"/>
                <a:gd name="T5" fmla="*/ 2147483646 h 3412"/>
                <a:gd name="T6" fmla="*/ 0 60000 65536"/>
                <a:gd name="T7" fmla="*/ 0 60000 65536"/>
                <a:gd name="T8" fmla="*/ 0 60000 65536"/>
                <a:gd name="T9" fmla="*/ 0 w 576"/>
                <a:gd name="T10" fmla="*/ 0 h 3412"/>
                <a:gd name="T11" fmla="*/ 576 w 576"/>
                <a:gd name="T12" fmla="*/ 3412 h 3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3412">
                  <a:moveTo>
                    <a:pt x="0" y="0"/>
                  </a:moveTo>
                  <a:lnTo>
                    <a:pt x="0" y="3412"/>
                  </a:lnTo>
                  <a:lnTo>
                    <a:pt x="576" y="341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6" name="Freeform 35">
              <a:extLst>
                <a:ext uri="{FF2B5EF4-FFF2-40B4-BE49-F238E27FC236}">
                  <a16:creationId xmlns:a16="http://schemas.microsoft.com/office/drawing/2014/main" id="{D98EE652-38EF-484D-AD21-68783A4D5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050" y="2054224"/>
              <a:ext cx="266700" cy="2687638"/>
            </a:xfrm>
            <a:custGeom>
              <a:avLst/>
              <a:gdLst>
                <a:gd name="T0" fmla="*/ 0 w 337"/>
                <a:gd name="T1" fmla="*/ 0 h 3388"/>
                <a:gd name="T2" fmla="*/ 0 w 337"/>
                <a:gd name="T3" fmla="*/ 2147483646 h 3388"/>
                <a:gd name="T4" fmla="*/ 2147483646 w 337"/>
                <a:gd name="T5" fmla="*/ 2147483646 h 3388"/>
                <a:gd name="T6" fmla="*/ 0 60000 65536"/>
                <a:gd name="T7" fmla="*/ 0 60000 65536"/>
                <a:gd name="T8" fmla="*/ 0 60000 65536"/>
                <a:gd name="T9" fmla="*/ 0 w 337"/>
                <a:gd name="T10" fmla="*/ 0 h 3388"/>
                <a:gd name="T11" fmla="*/ 337 w 337"/>
                <a:gd name="T12" fmla="*/ 3388 h 3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" h="3388">
                  <a:moveTo>
                    <a:pt x="0" y="0"/>
                  </a:moveTo>
                  <a:lnTo>
                    <a:pt x="0" y="3388"/>
                  </a:lnTo>
                  <a:lnTo>
                    <a:pt x="337" y="338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7" name="Line 36">
              <a:extLst>
                <a:ext uri="{FF2B5EF4-FFF2-40B4-BE49-F238E27FC236}">
                  <a16:creationId xmlns:a16="http://schemas.microsoft.com/office/drawing/2014/main" id="{3784EC9C-9B06-402B-99C0-51713510B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713" y="3941762"/>
              <a:ext cx="5540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8" name="Line 37">
              <a:extLst>
                <a:ext uri="{FF2B5EF4-FFF2-40B4-BE49-F238E27FC236}">
                  <a16:creationId xmlns:a16="http://schemas.microsoft.com/office/drawing/2014/main" id="{D8DDA768-7CC4-435D-ABE3-DF36FE0C1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9" name="Line 38">
              <a:extLst>
                <a:ext uri="{FF2B5EF4-FFF2-40B4-BE49-F238E27FC236}">
                  <a16:creationId xmlns:a16="http://schemas.microsoft.com/office/drawing/2014/main" id="{244D95E2-62B7-466B-86AD-F46A7BAE08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5876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0" name="Line 39">
              <a:extLst>
                <a:ext uri="{FF2B5EF4-FFF2-40B4-BE49-F238E27FC236}">
                  <a16:creationId xmlns:a16="http://schemas.microsoft.com/office/drawing/2014/main" id="{D8C8E383-2F44-4B6D-B9DC-4D62B3078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1" name="Line 40">
              <a:extLst>
                <a:ext uri="{FF2B5EF4-FFF2-40B4-BE49-F238E27FC236}">
                  <a16:creationId xmlns:a16="http://schemas.microsoft.com/office/drawing/2014/main" id="{FF00EEA9-7D15-4C86-8CD9-2259F0120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943349"/>
              <a:ext cx="2667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2" name="Line 41">
              <a:extLst>
                <a:ext uri="{FF2B5EF4-FFF2-40B4-BE49-F238E27FC236}">
                  <a16:creationId xmlns:a16="http://schemas.microsoft.com/office/drawing/2014/main" id="{0E55AFCE-7D42-4AC5-9688-F3F32BB27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47418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3" name="Line 42">
              <a:extLst>
                <a:ext uri="{FF2B5EF4-FFF2-40B4-BE49-F238E27FC236}">
                  <a16:creationId xmlns:a16="http://schemas.microsoft.com/office/drawing/2014/main" id="{67E4B1A0-7437-4378-8FA3-D367EA7FE7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5295899"/>
              <a:ext cx="2667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4" name="Freeform 43">
              <a:extLst>
                <a:ext uri="{FF2B5EF4-FFF2-40B4-BE49-F238E27FC236}">
                  <a16:creationId xmlns:a16="http://schemas.microsoft.com/office/drawing/2014/main" id="{817AD725-C28F-4E01-AC22-D479A5A09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3922712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3"/>
                  </a:lnTo>
                  <a:lnTo>
                    <a:pt x="56" y="3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9"/>
                  </a:lnTo>
                  <a:lnTo>
                    <a:pt x="65" y="9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5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1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7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1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7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3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39"/>
                  </a:lnTo>
                  <a:lnTo>
                    <a:pt x="63" y="39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5"/>
                  </a:lnTo>
                  <a:lnTo>
                    <a:pt x="55" y="45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5"/>
                  </a:lnTo>
                  <a:lnTo>
                    <a:pt x="15" y="45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39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3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585" name="Freeform 44">
              <a:extLst>
                <a:ext uri="{FF2B5EF4-FFF2-40B4-BE49-F238E27FC236}">
                  <a16:creationId xmlns:a16="http://schemas.microsoft.com/office/drawing/2014/main" id="{EF94DC70-3A17-4E96-9571-0C35C127A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3368674"/>
              <a:ext cx="57150" cy="58738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8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0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6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8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8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2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6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586" name="Freeform 45">
              <a:extLst>
                <a:ext uri="{FF2B5EF4-FFF2-40B4-BE49-F238E27FC236}">
                  <a16:creationId xmlns:a16="http://schemas.microsoft.com/office/drawing/2014/main" id="{E0738776-EEB7-402C-87FF-C5027E7B1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2568574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6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2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8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4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40"/>
                  </a:lnTo>
                  <a:lnTo>
                    <a:pt x="63" y="40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6"/>
                  </a:lnTo>
                  <a:lnTo>
                    <a:pt x="55" y="46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6"/>
                  </a:lnTo>
                  <a:lnTo>
                    <a:pt x="15" y="46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587" name="Freeform 46">
              <a:extLst>
                <a:ext uri="{FF2B5EF4-FFF2-40B4-BE49-F238E27FC236}">
                  <a16:creationId xmlns:a16="http://schemas.microsoft.com/office/drawing/2014/main" id="{148B67FD-9717-4AB2-860E-96051BEFB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2016124"/>
              <a:ext cx="57150" cy="57150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9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3"/>
                  </a:lnTo>
                  <a:lnTo>
                    <a:pt x="19" y="3"/>
                  </a:lnTo>
                  <a:lnTo>
                    <a:pt x="21" y="3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3"/>
                  </a:lnTo>
                  <a:lnTo>
                    <a:pt x="53" y="3"/>
                  </a:lnTo>
                  <a:lnTo>
                    <a:pt x="54" y="3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9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5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7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1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7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3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9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9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7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588" name="Freeform 47">
              <a:extLst>
                <a:ext uri="{FF2B5EF4-FFF2-40B4-BE49-F238E27FC236}">
                  <a16:creationId xmlns:a16="http://schemas.microsoft.com/office/drawing/2014/main" id="{249F24CD-01BE-4C77-8C15-B4E57C1DD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500" y="5257799"/>
              <a:ext cx="95250" cy="76200"/>
            </a:xfrm>
            <a:custGeom>
              <a:avLst/>
              <a:gdLst>
                <a:gd name="T0" fmla="*/ 0 w 121"/>
                <a:gd name="T1" fmla="*/ 2147483646 h 96"/>
                <a:gd name="T2" fmla="*/ 0 w 121"/>
                <a:gd name="T3" fmla="*/ 2147483646 h 96"/>
                <a:gd name="T4" fmla="*/ 2147483646 w 121"/>
                <a:gd name="T5" fmla="*/ 2147483646 h 96"/>
                <a:gd name="T6" fmla="*/ 2147483646 w 121"/>
                <a:gd name="T7" fmla="*/ 2147483646 h 96"/>
                <a:gd name="T8" fmla="*/ 2147483646 w 121"/>
                <a:gd name="T9" fmla="*/ 2147483646 h 96"/>
                <a:gd name="T10" fmla="*/ 2147483646 w 121"/>
                <a:gd name="T11" fmla="*/ 2147483646 h 96"/>
                <a:gd name="T12" fmla="*/ 2147483646 w 121"/>
                <a:gd name="T13" fmla="*/ 2147483646 h 96"/>
                <a:gd name="T14" fmla="*/ 2147483646 w 121"/>
                <a:gd name="T15" fmla="*/ 2147483646 h 96"/>
                <a:gd name="T16" fmla="*/ 2147483646 w 121"/>
                <a:gd name="T17" fmla="*/ 2147483646 h 96"/>
                <a:gd name="T18" fmla="*/ 2147483646 w 121"/>
                <a:gd name="T19" fmla="*/ 2147483646 h 96"/>
                <a:gd name="T20" fmla="*/ 2147483646 w 121"/>
                <a:gd name="T21" fmla="*/ 2147483646 h 96"/>
                <a:gd name="T22" fmla="*/ 2147483646 w 121"/>
                <a:gd name="T23" fmla="*/ 0 h 96"/>
                <a:gd name="T24" fmla="*/ 2147483646 w 121"/>
                <a:gd name="T25" fmla="*/ 2147483646 h 96"/>
                <a:gd name="T26" fmla="*/ 2147483646 w 121"/>
                <a:gd name="T27" fmla="*/ 2147483646 h 96"/>
                <a:gd name="T28" fmla="*/ 2147483646 w 121"/>
                <a:gd name="T29" fmla="*/ 2147483646 h 96"/>
                <a:gd name="T30" fmla="*/ 2147483646 w 121"/>
                <a:gd name="T31" fmla="*/ 2147483646 h 96"/>
                <a:gd name="T32" fmla="*/ 2147483646 w 121"/>
                <a:gd name="T33" fmla="*/ 2147483646 h 96"/>
                <a:gd name="T34" fmla="*/ 2147483646 w 121"/>
                <a:gd name="T35" fmla="*/ 2147483646 h 96"/>
                <a:gd name="T36" fmla="*/ 2147483646 w 121"/>
                <a:gd name="T37" fmla="*/ 2147483646 h 96"/>
                <a:gd name="T38" fmla="*/ 2147483646 w 121"/>
                <a:gd name="T39" fmla="*/ 2147483646 h 96"/>
                <a:gd name="T40" fmla="*/ 2147483646 w 121"/>
                <a:gd name="T41" fmla="*/ 2147483646 h 96"/>
                <a:gd name="T42" fmla="*/ 2147483646 w 121"/>
                <a:gd name="T43" fmla="*/ 2147483646 h 96"/>
                <a:gd name="T44" fmla="*/ 2147483646 w 121"/>
                <a:gd name="T45" fmla="*/ 2147483646 h 96"/>
                <a:gd name="T46" fmla="*/ 2147483646 w 121"/>
                <a:gd name="T47" fmla="*/ 2147483646 h 96"/>
                <a:gd name="T48" fmla="*/ 2147483646 w 121"/>
                <a:gd name="T49" fmla="*/ 2147483646 h 96"/>
                <a:gd name="T50" fmla="*/ 2147483646 w 121"/>
                <a:gd name="T51" fmla="*/ 2147483646 h 96"/>
                <a:gd name="T52" fmla="*/ 2147483646 w 121"/>
                <a:gd name="T53" fmla="*/ 2147483646 h 96"/>
                <a:gd name="T54" fmla="*/ 2147483646 w 121"/>
                <a:gd name="T55" fmla="*/ 2147483646 h 96"/>
                <a:gd name="T56" fmla="*/ 2147483646 w 121"/>
                <a:gd name="T57" fmla="*/ 2147483646 h 96"/>
                <a:gd name="T58" fmla="*/ 2147483646 w 121"/>
                <a:gd name="T59" fmla="*/ 2147483646 h 96"/>
                <a:gd name="T60" fmla="*/ 2147483646 w 121"/>
                <a:gd name="T61" fmla="*/ 2147483646 h 96"/>
                <a:gd name="T62" fmla="*/ 2147483646 w 121"/>
                <a:gd name="T63" fmla="*/ 2147483646 h 96"/>
                <a:gd name="T64" fmla="*/ 2147483646 w 121"/>
                <a:gd name="T65" fmla="*/ 2147483646 h 96"/>
                <a:gd name="T66" fmla="*/ 2147483646 w 121"/>
                <a:gd name="T67" fmla="*/ 2147483646 h 96"/>
                <a:gd name="T68" fmla="*/ 2147483646 w 121"/>
                <a:gd name="T69" fmla="*/ 2147483646 h 96"/>
                <a:gd name="T70" fmla="*/ 2147483646 w 121"/>
                <a:gd name="T71" fmla="*/ 2147483646 h 96"/>
                <a:gd name="T72" fmla="*/ 2147483646 w 121"/>
                <a:gd name="T73" fmla="*/ 2147483646 h 96"/>
                <a:gd name="T74" fmla="*/ 2147483646 w 121"/>
                <a:gd name="T75" fmla="*/ 2147483646 h 96"/>
                <a:gd name="T76" fmla="*/ 2147483646 w 121"/>
                <a:gd name="T77" fmla="*/ 2147483646 h 96"/>
                <a:gd name="T78" fmla="*/ 2147483646 w 121"/>
                <a:gd name="T79" fmla="*/ 2147483646 h 96"/>
                <a:gd name="T80" fmla="*/ 2147483646 w 121"/>
                <a:gd name="T81" fmla="*/ 2147483646 h 96"/>
                <a:gd name="T82" fmla="*/ 2147483646 w 121"/>
                <a:gd name="T83" fmla="*/ 2147483646 h 96"/>
                <a:gd name="T84" fmla="*/ 2147483646 w 121"/>
                <a:gd name="T85" fmla="*/ 2147483646 h 96"/>
                <a:gd name="T86" fmla="*/ 0 w 121"/>
                <a:gd name="T87" fmla="*/ 2147483646 h 96"/>
                <a:gd name="T88" fmla="*/ 0 w 121"/>
                <a:gd name="T89" fmla="*/ 2147483646 h 9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1"/>
                <a:gd name="T136" fmla="*/ 0 h 96"/>
                <a:gd name="T137" fmla="*/ 121 w 121"/>
                <a:gd name="T138" fmla="*/ 96 h 9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1" h="96">
                  <a:moveTo>
                    <a:pt x="0" y="45"/>
                  </a:moveTo>
                  <a:lnTo>
                    <a:pt x="0" y="51"/>
                  </a:lnTo>
                  <a:lnTo>
                    <a:pt x="0" y="49"/>
                  </a:lnTo>
                  <a:lnTo>
                    <a:pt x="0" y="46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5" y="30"/>
                  </a:lnTo>
                  <a:lnTo>
                    <a:pt x="6" y="27"/>
                  </a:lnTo>
                  <a:lnTo>
                    <a:pt x="8" y="25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2" y="19"/>
                  </a:lnTo>
                  <a:lnTo>
                    <a:pt x="14" y="16"/>
                  </a:lnTo>
                  <a:lnTo>
                    <a:pt x="16" y="15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1" y="10"/>
                  </a:lnTo>
                  <a:lnTo>
                    <a:pt x="23" y="9"/>
                  </a:lnTo>
                  <a:lnTo>
                    <a:pt x="26" y="8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2" y="4"/>
                  </a:lnTo>
                  <a:lnTo>
                    <a:pt x="34" y="3"/>
                  </a:lnTo>
                  <a:lnTo>
                    <a:pt x="36" y="2"/>
                  </a:lnTo>
                  <a:lnTo>
                    <a:pt x="39" y="2"/>
                  </a:lnTo>
                  <a:lnTo>
                    <a:pt x="41" y="1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52" y="0"/>
                  </a:lnTo>
                  <a:lnTo>
                    <a:pt x="69" y="0"/>
                  </a:lnTo>
                  <a:lnTo>
                    <a:pt x="72" y="1"/>
                  </a:lnTo>
                  <a:lnTo>
                    <a:pt x="75" y="1"/>
                  </a:lnTo>
                  <a:lnTo>
                    <a:pt x="77" y="1"/>
                  </a:lnTo>
                  <a:lnTo>
                    <a:pt x="80" y="1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7" y="3"/>
                  </a:lnTo>
                  <a:lnTo>
                    <a:pt x="89" y="4"/>
                  </a:lnTo>
                  <a:lnTo>
                    <a:pt x="92" y="6"/>
                  </a:lnTo>
                  <a:lnTo>
                    <a:pt x="94" y="7"/>
                  </a:lnTo>
                  <a:lnTo>
                    <a:pt x="96" y="8"/>
                  </a:lnTo>
                  <a:lnTo>
                    <a:pt x="98" y="9"/>
                  </a:lnTo>
                  <a:lnTo>
                    <a:pt x="100" y="10"/>
                  </a:lnTo>
                  <a:lnTo>
                    <a:pt x="102" y="12"/>
                  </a:lnTo>
                  <a:lnTo>
                    <a:pt x="104" y="14"/>
                  </a:lnTo>
                  <a:lnTo>
                    <a:pt x="106" y="15"/>
                  </a:lnTo>
                  <a:lnTo>
                    <a:pt x="107" y="16"/>
                  </a:lnTo>
                  <a:lnTo>
                    <a:pt x="108" y="19"/>
                  </a:lnTo>
                  <a:lnTo>
                    <a:pt x="111" y="21"/>
                  </a:lnTo>
                  <a:lnTo>
                    <a:pt x="112" y="22"/>
                  </a:lnTo>
                  <a:lnTo>
                    <a:pt x="113" y="25"/>
                  </a:lnTo>
                  <a:lnTo>
                    <a:pt x="115" y="27"/>
                  </a:lnTo>
                  <a:lnTo>
                    <a:pt x="116" y="30"/>
                  </a:lnTo>
                  <a:lnTo>
                    <a:pt x="117" y="32"/>
                  </a:lnTo>
                  <a:lnTo>
                    <a:pt x="118" y="33"/>
                  </a:lnTo>
                  <a:lnTo>
                    <a:pt x="118" y="36"/>
                  </a:lnTo>
                  <a:lnTo>
                    <a:pt x="119" y="38"/>
                  </a:lnTo>
                  <a:lnTo>
                    <a:pt x="119" y="42"/>
                  </a:lnTo>
                  <a:lnTo>
                    <a:pt x="121" y="44"/>
                  </a:lnTo>
                  <a:lnTo>
                    <a:pt x="121" y="46"/>
                  </a:lnTo>
                  <a:lnTo>
                    <a:pt x="121" y="49"/>
                  </a:lnTo>
                  <a:lnTo>
                    <a:pt x="121" y="51"/>
                  </a:lnTo>
                  <a:lnTo>
                    <a:pt x="121" y="45"/>
                  </a:lnTo>
                  <a:lnTo>
                    <a:pt x="121" y="48"/>
                  </a:lnTo>
                  <a:lnTo>
                    <a:pt x="121" y="50"/>
                  </a:lnTo>
                  <a:lnTo>
                    <a:pt x="121" y="52"/>
                  </a:lnTo>
                  <a:lnTo>
                    <a:pt x="119" y="55"/>
                  </a:lnTo>
                  <a:lnTo>
                    <a:pt x="119" y="58"/>
                  </a:lnTo>
                  <a:lnTo>
                    <a:pt x="118" y="61"/>
                  </a:lnTo>
                  <a:lnTo>
                    <a:pt x="118" y="63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115" y="69"/>
                  </a:lnTo>
                  <a:lnTo>
                    <a:pt x="113" y="72"/>
                  </a:lnTo>
                  <a:lnTo>
                    <a:pt x="112" y="74"/>
                  </a:lnTo>
                  <a:lnTo>
                    <a:pt x="111" y="75"/>
                  </a:lnTo>
                  <a:lnTo>
                    <a:pt x="108" y="78"/>
                  </a:lnTo>
                  <a:lnTo>
                    <a:pt x="107" y="80"/>
                  </a:lnTo>
                  <a:lnTo>
                    <a:pt x="106" y="81"/>
                  </a:lnTo>
                  <a:lnTo>
                    <a:pt x="104" y="82"/>
                  </a:lnTo>
                  <a:lnTo>
                    <a:pt x="102" y="85"/>
                  </a:lnTo>
                  <a:lnTo>
                    <a:pt x="100" y="86"/>
                  </a:lnTo>
                  <a:lnTo>
                    <a:pt x="98" y="87"/>
                  </a:lnTo>
                  <a:lnTo>
                    <a:pt x="96" y="88"/>
                  </a:lnTo>
                  <a:lnTo>
                    <a:pt x="94" y="90"/>
                  </a:lnTo>
                  <a:lnTo>
                    <a:pt x="92" y="91"/>
                  </a:lnTo>
                  <a:lnTo>
                    <a:pt x="89" y="92"/>
                  </a:lnTo>
                  <a:lnTo>
                    <a:pt x="87" y="93"/>
                  </a:lnTo>
                  <a:lnTo>
                    <a:pt x="84" y="94"/>
                  </a:lnTo>
                  <a:lnTo>
                    <a:pt x="82" y="94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5" y="96"/>
                  </a:lnTo>
                  <a:lnTo>
                    <a:pt x="72" y="96"/>
                  </a:lnTo>
                  <a:lnTo>
                    <a:pt x="69" y="96"/>
                  </a:lnTo>
                  <a:lnTo>
                    <a:pt x="52" y="96"/>
                  </a:lnTo>
                  <a:lnTo>
                    <a:pt x="48" y="96"/>
                  </a:lnTo>
                  <a:lnTo>
                    <a:pt x="46" y="96"/>
                  </a:lnTo>
                  <a:lnTo>
                    <a:pt x="44" y="96"/>
                  </a:lnTo>
                  <a:lnTo>
                    <a:pt x="41" y="96"/>
                  </a:lnTo>
                  <a:lnTo>
                    <a:pt x="39" y="94"/>
                  </a:lnTo>
                  <a:lnTo>
                    <a:pt x="36" y="94"/>
                  </a:lnTo>
                  <a:lnTo>
                    <a:pt x="34" y="93"/>
                  </a:lnTo>
                  <a:lnTo>
                    <a:pt x="32" y="92"/>
                  </a:lnTo>
                  <a:lnTo>
                    <a:pt x="29" y="91"/>
                  </a:lnTo>
                  <a:lnTo>
                    <a:pt x="27" y="90"/>
                  </a:lnTo>
                  <a:lnTo>
                    <a:pt x="26" y="88"/>
                  </a:lnTo>
                  <a:lnTo>
                    <a:pt x="23" y="87"/>
                  </a:lnTo>
                  <a:lnTo>
                    <a:pt x="21" y="86"/>
                  </a:lnTo>
                  <a:lnTo>
                    <a:pt x="20" y="85"/>
                  </a:lnTo>
                  <a:lnTo>
                    <a:pt x="17" y="82"/>
                  </a:lnTo>
                  <a:lnTo>
                    <a:pt x="16" y="81"/>
                  </a:lnTo>
                  <a:lnTo>
                    <a:pt x="14" y="80"/>
                  </a:lnTo>
                  <a:lnTo>
                    <a:pt x="12" y="78"/>
                  </a:lnTo>
                  <a:lnTo>
                    <a:pt x="11" y="75"/>
                  </a:lnTo>
                  <a:lnTo>
                    <a:pt x="9" y="74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5" y="67"/>
                  </a:lnTo>
                  <a:lnTo>
                    <a:pt x="4" y="64"/>
                  </a:lnTo>
                  <a:lnTo>
                    <a:pt x="4" y="63"/>
                  </a:lnTo>
                  <a:lnTo>
                    <a:pt x="3" y="61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589" name="Rectangle 48">
              <a:extLst>
                <a:ext uri="{FF2B5EF4-FFF2-40B4-BE49-F238E27FC236}">
                  <a16:creationId xmlns:a16="http://schemas.microsoft.com/office/drawing/2014/main" id="{F677743D-7E4C-4BC8-8833-D36E4AF67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2038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90" name="Rectangle 49">
              <a:extLst>
                <a:ext uri="{FF2B5EF4-FFF2-40B4-BE49-F238E27FC236}">
                  <a16:creationId xmlns:a16="http://schemas.microsoft.com/office/drawing/2014/main" id="{9B73B5BE-B220-4234-96EE-556BD53D9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71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91" name="Rectangle 50">
              <a:extLst>
                <a:ext uri="{FF2B5EF4-FFF2-40B4-BE49-F238E27FC236}">
                  <a16:creationId xmlns:a16="http://schemas.microsoft.com/office/drawing/2014/main" id="{209D9A92-688D-4B1E-8367-0AC69CD50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138" y="2489199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92" name="Rectangle 51">
              <a:extLst>
                <a:ext uri="{FF2B5EF4-FFF2-40B4-BE49-F238E27FC236}">
                  <a16:creationId xmlns:a16="http://schemas.microsoft.com/office/drawing/2014/main" id="{D281CB0C-99BC-4279-BCE2-6EA81E7DD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25114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93" name="Line 52">
              <a:extLst>
                <a:ext uri="{FF2B5EF4-FFF2-40B4-BE49-F238E27FC236}">
                  <a16:creationId xmlns:a16="http://schemas.microsoft.com/office/drawing/2014/main" id="{3D93BA06-8AE5-42D2-B76E-89187E1D1A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2492374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94" name="Rectangle 53">
              <a:extLst>
                <a:ext uri="{FF2B5EF4-FFF2-40B4-BE49-F238E27FC236}">
                  <a16:creationId xmlns:a16="http://schemas.microsoft.com/office/drawing/2014/main" id="{066B2025-57AF-45F6-A375-FC5272874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5749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95" name="Rectangle 54">
              <a:extLst>
                <a:ext uri="{FF2B5EF4-FFF2-40B4-BE49-F238E27FC236}">
                  <a16:creationId xmlns:a16="http://schemas.microsoft.com/office/drawing/2014/main" id="{A842A51C-FBE7-4D14-8AA6-CD4AA689C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8576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96" name="Line 55">
              <a:extLst>
                <a:ext uri="{FF2B5EF4-FFF2-40B4-BE49-F238E27FC236}">
                  <a16:creationId xmlns:a16="http://schemas.microsoft.com/office/drawing/2014/main" id="{59BED691-3FF3-4819-A821-603A7DC4BB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3846512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97" name="Rectangle 56">
              <a:extLst>
                <a:ext uri="{FF2B5EF4-FFF2-40B4-BE49-F238E27FC236}">
                  <a16:creationId xmlns:a16="http://schemas.microsoft.com/office/drawing/2014/main" id="{B2F783DE-6925-4F32-9D96-6A3A69C50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9211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98" name="Rectangle 57">
              <a:extLst>
                <a:ext uri="{FF2B5EF4-FFF2-40B4-BE49-F238E27FC236}">
                  <a16:creationId xmlns:a16="http://schemas.microsoft.com/office/drawing/2014/main" id="{BB87B2D2-1998-4D5B-92B9-19C3C8069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210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599" name="Line 58">
              <a:extLst>
                <a:ext uri="{FF2B5EF4-FFF2-40B4-BE49-F238E27FC236}">
                  <a16:creationId xmlns:a16="http://schemas.microsoft.com/office/drawing/2014/main" id="{1314E634-9349-4C4C-88CC-169A5C4BAF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5200649"/>
              <a:ext cx="96837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00" name="Rectangle 59">
              <a:extLst>
                <a:ext uri="{FF2B5EF4-FFF2-40B4-BE49-F238E27FC236}">
                  <a16:creationId xmlns:a16="http://schemas.microsoft.com/office/drawing/2014/main" id="{D4DB652D-166C-489C-BF94-9C9EE95B7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5273674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01" name="Rectangle 60">
              <a:extLst>
                <a:ext uri="{FF2B5EF4-FFF2-40B4-BE49-F238E27FC236}">
                  <a16:creationId xmlns:a16="http://schemas.microsoft.com/office/drawing/2014/main" id="{4CB6BC49-1051-48E4-9553-E7864DC2E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46640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02" name="Rectangle 61">
              <a:extLst>
                <a:ext uri="{FF2B5EF4-FFF2-40B4-BE49-F238E27FC236}">
                  <a16:creationId xmlns:a16="http://schemas.microsoft.com/office/drawing/2014/main" id="{7F0C13C9-47B9-4741-B5CC-A80F8FB43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4749799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03" name="Rectangle 62">
              <a:extLst>
                <a:ext uri="{FF2B5EF4-FFF2-40B4-BE49-F238E27FC236}">
                  <a16:creationId xmlns:a16="http://schemas.microsoft.com/office/drawing/2014/main" id="{1AC83230-C8DB-492A-A8E3-B77466F4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3178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04" name="Rectangle 63">
              <a:extLst>
                <a:ext uri="{FF2B5EF4-FFF2-40B4-BE49-F238E27FC236}">
                  <a16:creationId xmlns:a16="http://schemas.microsoft.com/office/drawing/2014/main" id="{EE90977D-129E-41C4-AA1B-3FDA294CF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403599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05" name="Rectangle 64">
              <a:extLst>
                <a:ext uri="{FF2B5EF4-FFF2-40B4-BE49-F238E27FC236}">
                  <a16:creationId xmlns:a16="http://schemas.microsoft.com/office/drawing/2014/main" id="{E4CE334A-A8B2-4E4D-9BD6-72757B268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19653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06" name="Rectangle 65">
              <a:extLst>
                <a:ext uri="{FF2B5EF4-FFF2-40B4-BE49-F238E27FC236}">
                  <a16:creationId xmlns:a16="http://schemas.microsoft.com/office/drawing/2014/main" id="{C5378E05-D237-4617-8F35-2F8BB3D44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0542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8607" name="Rectangle 72">
              <a:extLst>
                <a:ext uri="{FF2B5EF4-FFF2-40B4-BE49-F238E27FC236}">
                  <a16:creationId xmlns:a16="http://schemas.microsoft.com/office/drawing/2014/main" id="{7748568D-10E3-4E29-BCB7-66B062A11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2513012"/>
              <a:ext cx="35266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sp>
        <p:nvSpPr>
          <p:cNvPr id="108547" name="Title 1">
            <a:extLst>
              <a:ext uri="{FF2B5EF4-FFF2-40B4-BE49-F238E27FC236}">
                <a16:creationId xmlns:a16="http://schemas.microsoft.com/office/drawing/2014/main" id="{24B1C818-F75C-4E2C-87DC-DE3E56668CDC}"/>
              </a:ext>
            </a:extLst>
          </p:cNvPr>
          <p:cNvSpPr txBox="1">
            <a:spLocks/>
          </p:cNvSpPr>
          <p:nvPr/>
        </p:nvSpPr>
        <p:spPr bwMode="auto">
          <a:xfrm>
            <a:off x="2971800" y="304800"/>
            <a:ext cx="6248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Comparison of level-sensitive and edge-triggered D storage elements</a:t>
            </a:r>
          </a:p>
        </p:txBody>
      </p:sp>
      <p:sp>
        <p:nvSpPr>
          <p:cNvPr id="108548" name="TextBox 5">
            <a:extLst>
              <a:ext uri="{FF2B5EF4-FFF2-40B4-BE49-F238E27FC236}">
                <a16:creationId xmlns:a16="http://schemas.microsoft.com/office/drawing/2014/main" id="{3BDEAF4B-483D-4847-B6F8-E34C51031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362200"/>
            <a:ext cx="56673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Level-sensitive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(the output mirrors the D input when Clk=1)</a:t>
            </a:r>
          </a:p>
        </p:txBody>
      </p:sp>
      <p:sp>
        <p:nvSpPr>
          <p:cNvPr id="108549" name="Oval 1">
            <a:extLst>
              <a:ext uri="{FF2B5EF4-FFF2-40B4-BE49-F238E27FC236}">
                <a16:creationId xmlns:a16="http://schemas.microsoft.com/office/drawing/2014/main" id="{FB835307-3D74-4276-953D-1B1D74B19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76200"/>
            <a:ext cx="2133600" cy="1447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08550" name="Oval 1">
            <a:extLst>
              <a:ext uri="{FF2B5EF4-FFF2-40B4-BE49-F238E27FC236}">
                <a16:creationId xmlns:a16="http://schemas.microsoft.com/office/drawing/2014/main" id="{C59EAC0E-48D2-4CC9-810D-FC6B31707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5181600"/>
            <a:ext cx="1463675" cy="5270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08551" name="Oval 1">
            <a:extLst>
              <a:ext uri="{FF2B5EF4-FFF2-40B4-BE49-F238E27FC236}">
                <a16:creationId xmlns:a16="http://schemas.microsoft.com/office/drawing/2014/main" id="{CA27E148-A69E-4A51-9AB9-90571CB45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5213350"/>
            <a:ext cx="1463675" cy="52546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cxnSp>
        <p:nvCxnSpPr>
          <p:cNvPr id="108552" name="Straight Connector 7">
            <a:extLst>
              <a:ext uri="{FF2B5EF4-FFF2-40B4-BE49-F238E27FC236}">
                <a16:creationId xmlns:a16="http://schemas.microsoft.com/office/drawing/2014/main" id="{44CF7180-D02E-432A-80B1-2B2EB97C7D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87825" y="4206875"/>
            <a:ext cx="13795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8553" name="Straight Connector 87">
            <a:extLst>
              <a:ext uri="{FF2B5EF4-FFF2-40B4-BE49-F238E27FC236}">
                <a16:creationId xmlns:a16="http://schemas.microsoft.com/office/drawing/2014/main" id="{6B48171C-1E90-4A42-A299-890EE0D11B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80225" y="4222750"/>
            <a:ext cx="13795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8554" name="Oval 1">
            <a:extLst>
              <a:ext uri="{FF2B5EF4-FFF2-40B4-BE49-F238E27FC236}">
                <a16:creationId xmlns:a16="http://schemas.microsoft.com/office/drawing/2014/main" id="{8097A37E-1C9D-44E5-AF6B-F5646EBC8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4578350"/>
            <a:ext cx="1463675" cy="5270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08555" name="Oval 1">
            <a:extLst>
              <a:ext uri="{FF2B5EF4-FFF2-40B4-BE49-F238E27FC236}">
                <a16:creationId xmlns:a16="http://schemas.microsoft.com/office/drawing/2014/main" id="{62EE66C6-A9DC-4945-9DA8-D13AD6D17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4591050"/>
            <a:ext cx="1463675" cy="52546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69" name="Group 1">
            <a:extLst>
              <a:ext uri="{FF2B5EF4-FFF2-40B4-BE49-F238E27FC236}">
                <a16:creationId xmlns:a16="http://schemas.microsoft.com/office/drawing/2014/main" id="{598611EA-C557-40EE-B053-BF2FD46E3023}"/>
              </a:ext>
            </a:extLst>
          </p:cNvPr>
          <p:cNvGrpSpPr>
            <a:grpSpLocks/>
          </p:cNvGrpSpPr>
          <p:nvPr/>
        </p:nvGrpSpPr>
        <p:grpSpPr bwMode="auto">
          <a:xfrm>
            <a:off x="2776538" y="4073525"/>
            <a:ext cx="6291262" cy="2708275"/>
            <a:chOff x="2700338" y="3505200"/>
            <a:chExt cx="6291262" cy="2708275"/>
          </a:xfrm>
        </p:grpSpPr>
        <p:sp>
          <p:nvSpPr>
            <p:cNvPr id="109632" name="Line 4">
              <a:extLst>
                <a:ext uri="{FF2B5EF4-FFF2-40B4-BE49-F238E27FC236}">
                  <a16:creationId xmlns:a16="http://schemas.microsoft.com/office/drawing/2014/main" id="{B94C53BD-AB45-42D0-ABA3-B006BB811F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9088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33" name="Line 5">
              <a:extLst>
                <a:ext uri="{FF2B5EF4-FFF2-40B4-BE49-F238E27FC236}">
                  <a16:creationId xmlns:a16="http://schemas.microsoft.com/office/drawing/2014/main" id="{EE3E33EF-BC05-44BA-9A7F-7AE94C65C7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225" y="3505200"/>
              <a:ext cx="1588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34" name="Line 6">
              <a:extLst>
                <a:ext uri="{FF2B5EF4-FFF2-40B4-BE49-F238E27FC236}">
                  <a16:creationId xmlns:a16="http://schemas.microsoft.com/office/drawing/2014/main" id="{A7635F05-94D7-4E56-A2B8-8837A1804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73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35" name="Line 7">
              <a:extLst>
                <a:ext uri="{FF2B5EF4-FFF2-40B4-BE49-F238E27FC236}">
                  <a16:creationId xmlns:a16="http://schemas.microsoft.com/office/drawing/2014/main" id="{5282682D-CC7C-428A-B685-68E780D144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08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36" name="Rectangle 8">
              <a:extLst>
                <a:ext uri="{FF2B5EF4-FFF2-40B4-BE49-F238E27FC236}">
                  <a16:creationId xmlns:a16="http://schemas.microsoft.com/office/drawing/2014/main" id="{B442665F-2B47-4F93-B2CB-A7E52DC64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232275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37" name="Rectangle 9">
              <a:extLst>
                <a:ext uri="{FF2B5EF4-FFF2-40B4-BE49-F238E27FC236}">
                  <a16:creationId xmlns:a16="http://schemas.microsoft.com/office/drawing/2014/main" id="{A730D15A-65EE-4622-9510-D315A2184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3687763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38" name="Rectangle 10">
              <a:extLst>
                <a:ext uri="{FF2B5EF4-FFF2-40B4-BE49-F238E27FC236}">
                  <a16:creationId xmlns:a16="http://schemas.microsoft.com/office/drawing/2014/main" id="{555076C5-A6B5-483C-A5C0-558C0A988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4746625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39" name="Rectangle 11">
              <a:extLst>
                <a:ext uri="{FF2B5EF4-FFF2-40B4-BE49-F238E27FC236}">
                  <a16:creationId xmlns:a16="http://schemas.microsoft.com/office/drawing/2014/main" id="{4557BDDA-73E0-43F0-B598-1EB6923BB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4832350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40" name="Rectangle 12">
              <a:extLst>
                <a:ext uri="{FF2B5EF4-FFF2-40B4-BE49-F238E27FC236}">
                  <a16:creationId xmlns:a16="http://schemas.microsoft.com/office/drawing/2014/main" id="{292F04F8-A71D-4057-887E-BCC621148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5295900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41" name="Rectangle 14">
              <a:extLst>
                <a:ext uri="{FF2B5EF4-FFF2-40B4-BE49-F238E27FC236}">
                  <a16:creationId xmlns:a16="http://schemas.microsoft.com/office/drawing/2014/main" id="{3511DB60-3141-4009-9F0B-8193461EB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5383213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42" name="Freeform 66">
              <a:extLst>
                <a:ext uri="{FF2B5EF4-FFF2-40B4-BE49-F238E27FC236}">
                  <a16:creationId xmlns:a16="http://schemas.microsoft.com/office/drawing/2014/main" id="{EBD48818-E47F-4D2A-B05F-50AA287ED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3641725"/>
              <a:ext cx="5683250" cy="285750"/>
            </a:xfrm>
            <a:custGeom>
              <a:avLst/>
              <a:gdLst>
                <a:gd name="T0" fmla="*/ 2147483646 w 7160"/>
                <a:gd name="T1" fmla="*/ 2147483646 h 360"/>
                <a:gd name="T2" fmla="*/ 2147483646 w 7160"/>
                <a:gd name="T3" fmla="*/ 2147483646 h 360"/>
                <a:gd name="T4" fmla="*/ 2147483646 w 7160"/>
                <a:gd name="T5" fmla="*/ 0 h 360"/>
                <a:gd name="T6" fmla="*/ 2147483646 w 7160"/>
                <a:gd name="T7" fmla="*/ 0 h 360"/>
                <a:gd name="T8" fmla="*/ 2147483646 w 7160"/>
                <a:gd name="T9" fmla="*/ 2147483646 h 360"/>
                <a:gd name="T10" fmla="*/ 2147483646 w 7160"/>
                <a:gd name="T11" fmla="*/ 2147483646 h 360"/>
                <a:gd name="T12" fmla="*/ 2147483646 w 7160"/>
                <a:gd name="T13" fmla="*/ 0 h 360"/>
                <a:gd name="T14" fmla="*/ 2147483646 w 7160"/>
                <a:gd name="T15" fmla="*/ 0 h 360"/>
                <a:gd name="T16" fmla="*/ 2147483646 w 7160"/>
                <a:gd name="T17" fmla="*/ 2147483646 h 360"/>
                <a:gd name="T18" fmla="*/ 0 w 7160"/>
                <a:gd name="T19" fmla="*/ 2147483646 h 3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60"/>
                <a:gd name="T31" fmla="*/ 0 h 360"/>
                <a:gd name="T32" fmla="*/ 7160 w 7160"/>
                <a:gd name="T33" fmla="*/ 360 h 3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60" h="360">
                  <a:moveTo>
                    <a:pt x="7160" y="360"/>
                  </a:moveTo>
                  <a:lnTo>
                    <a:pt x="6127" y="360"/>
                  </a:lnTo>
                  <a:lnTo>
                    <a:pt x="6127" y="0"/>
                  </a:lnTo>
                  <a:lnTo>
                    <a:pt x="4445" y="0"/>
                  </a:lnTo>
                  <a:lnTo>
                    <a:pt x="4445" y="360"/>
                  </a:lnTo>
                  <a:lnTo>
                    <a:pt x="2739" y="360"/>
                  </a:lnTo>
                  <a:lnTo>
                    <a:pt x="2739" y="0"/>
                  </a:lnTo>
                  <a:lnTo>
                    <a:pt x="1034" y="0"/>
                  </a:lnTo>
                  <a:lnTo>
                    <a:pt x="1034" y="360"/>
                  </a:lnTo>
                  <a:lnTo>
                    <a:pt x="0" y="360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43" name="Freeform 67">
              <a:extLst>
                <a:ext uri="{FF2B5EF4-FFF2-40B4-BE49-F238E27FC236}">
                  <a16:creationId xmlns:a16="http://schemas.microsoft.com/office/drawing/2014/main" id="{7F192D84-645A-43BC-B227-BB5E16ADE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194175"/>
              <a:ext cx="5683250" cy="266700"/>
            </a:xfrm>
            <a:custGeom>
              <a:avLst/>
              <a:gdLst>
                <a:gd name="T0" fmla="*/ 2147483646 w 7160"/>
                <a:gd name="T1" fmla="*/ 2147483646 h 336"/>
                <a:gd name="T2" fmla="*/ 2147483646 w 7160"/>
                <a:gd name="T3" fmla="*/ 2147483646 h 336"/>
                <a:gd name="T4" fmla="*/ 2147483646 w 7160"/>
                <a:gd name="T5" fmla="*/ 0 h 336"/>
                <a:gd name="T6" fmla="*/ 2147483646 w 7160"/>
                <a:gd name="T7" fmla="*/ 0 h 336"/>
                <a:gd name="T8" fmla="*/ 2147483646 w 7160"/>
                <a:gd name="T9" fmla="*/ 2147483646 h 336"/>
                <a:gd name="T10" fmla="*/ 2147483646 w 7160"/>
                <a:gd name="T11" fmla="*/ 2147483646 h 336"/>
                <a:gd name="T12" fmla="*/ 2147483646 w 7160"/>
                <a:gd name="T13" fmla="*/ 0 h 336"/>
                <a:gd name="T14" fmla="*/ 2147483646 w 7160"/>
                <a:gd name="T15" fmla="*/ 0 h 336"/>
                <a:gd name="T16" fmla="*/ 2147483646 w 7160"/>
                <a:gd name="T17" fmla="*/ 2147483646 h 336"/>
                <a:gd name="T18" fmla="*/ 2147483646 w 7160"/>
                <a:gd name="T19" fmla="*/ 2147483646 h 336"/>
                <a:gd name="T20" fmla="*/ 2147483646 w 7160"/>
                <a:gd name="T21" fmla="*/ 0 h 336"/>
                <a:gd name="T22" fmla="*/ 2147483646 w 7160"/>
                <a:gd name="T23" fmla="*/ 0 h 336"/>
                <a:gd name="T24" fmla="*/ 2147483646 w 7160"/>
                <a:gd name="T25" fmla="*/ 2147483646 h 336"/>
                <a:gd name="T26" fmla="*/ 2147483646 w 7160"/>
                <a:gd name="T27" fmla="*/ 2147483646 h 336"/>
                <a:gd name="T28" fmla="*/ 2147483646 w 7160"/>
                <a:gd name="T29" fmla="*/ 0 h 336"/>
                <a:gd name="T30" fmla="*/ 2147483646 w 7160"/>
                <a:gd name="T31" fmla="*/ 0 h 336"/>
                <a:gd name="T32" fmla="*/ 2147483646 w 7160"/>
                <a:gd name="T33" fmla="*/ 2147483646 h 336"/>
                <a:gd name="T34" fmla="*/ 2147483646 w 7160"/>
                <a:gd name="T35" fmla="*/ 2147483646 h 336"/>
                <a:gd name="T36" fmla="*/ 2147483646 w 7160"/>
                <a:gd name="T37" fmla="*/ 0 h 336"/>
                <a:gd name="T38" fmla="*/ 2147483646 w 7160"/>
                <a:gd name="T39" fmla="*/ 0 h 336"/>
                <a:gd name="T40" fmla="*/ 2147483646 w 7160"/>
                <a:gd name="T41" fmla="*/ 2147483646 h 336"/>
                <a:gd name="T42" fmla="*/ 2147483646 w 7160"/>
                <a:gd name="T43" fmla="*/ 2147483646 h 336"/>
                <a:gd name="T44" fmla="*/ 2147483646 w 7160"/>
                <a:gd name="T45" fmla="*/ 0 h 336"/>
                <a:gd name="T46" fmla="*/ 2147483646 w 7160"/>
                <a:gd name="T47" fmla="*/ 0 h 336"/>
                <a:gd name="T48" fmla="*/ 2147483646 w 7160"/>
                <a:gd name="T49" fmla="*/ 2147483646 h 336"/>
                <a:gd name="T50" fmla="*/ 0 w 7160"/>
                <a:gd name="T51" fmla="*/ 2147483646 h 3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60"/>
                <a:gd name="T79" fmla="*/ 0 h 336"/>
                <a:gd name="T80" fmla="*/ 7160 w 7160"/>
                <a:gd name="T81" fmla="*/ 336 h 3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60" h="336">
                  <a:moveTo>
                    <a:pt x="7160" y="336"/>
                  </a:moveTo>
                  <a:lnTo>
                    <a:pt x="6487" y="336"/>
                  </a:ln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4085" y="336"/>
                  </a:lnTo>
                  <a:lnTo>
                    <a:pt x="4085" y="0"/>
                  </a:lnTo>
                  <a:lnTo>
                    <a:pt x="3748" y="0"/>
                  </a:lnTo>
                  <a:lnTo>
                    <a:pt x="3748" y="336"/>
                  </a:lnTo>
                  <a:lnTo>
                    <a:pt x="3412" y="336"/>
                  </a:lnTo>
                  <a:lnTo>
                    <a:pt x="3412" y="0"/>
                  </a:lnTo>
                  <a:lnTo>
                    <a:pt x="2908" y="0"/>
                  </a:lnTo>
                  <a:lnTo>
                    <a:pt x="2908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697" y="0"/>
                  </a:lnTo>
                  <a:lnTo>
                    <a:pt x="69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44" name="Freeform 69">
              <a:extLst>
                <a:ext uri="{FF2B5EF4-FFF2-40B4-BE49-F238E27FC236}">
                  <a16:creationId xmlns:a16="http://schemas.microsoft.com/office/drawing/2014/main" id="{C47A7160-E02C-4AE5-AF6B-5D21DC1FF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72757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0 h 336"/>
                <a:gd name="T6" fmla="*/ 2147483646 w 7160"/>
                <a:gd name="T7" fmla="*/ 2147483646 h 336"/>
                <a:gd name="T8" fmla="*/ 2147483646 w 7160"/>
                <a:gd name="T9" fmla="*/ 2147483646 h 336"/>
                <a:gd name="T10" fmla="*/ 2147483646 w 7160"/>
                <a:gd name="T11" fmla="*/ 0 h 336"/>
                <a:gd name="T12" fmla="*/ 2147483646 w 7160"/>
                <a:gd name="T13" fmla="*/ 0 h 336"/>
                <a:gd name="T14" fmla="*/ 2147483646 w 7160"/>
                <a:gd name="T15" fmla="*/ 2147483646 h 336"/>
                <a:gd name="T16" fmla="*/ 2147483646 w 7160"/>
                <a:gd name="T17" fmla="*/ 2147483646 h 336"/>
                <a:gd name="T18" fmla="*/ 2147483646 w 7160"/>
                <a:gd name="T19" fmla="*/ 0 h 336"/>
                <a:gd name="T20" fmla="*/ 2147483646 w 7160"/>
                <a:gd name="T21" fmla="*/ 0 h 336"/>
                <a:gd name="T22" fmla="*/ 2147483646 w 7160"/>
                <a:gd name="T23" fmla="*/ 2147483646 h 336"/>
                <a:gd name="T24" fmla="*/ 2147483646 w 7160"/>
                <a:gd name="T25" fmla="*/ 2147483646 h 336"/>
                <a:gd name="T26" fmla="*/ 2147483646 w 7160"/>
                <a:gd name="T27" fmla="*/ 0 h 336"/>
                <a:gd name="T28" fmla="*/ 2147483646 w 7160"/>
                <a:gd name="T29" fmla="*/ 0 h 336"/>
                <a:gd name="T30" fmla="*/ 2147483646 w 7160"/>
                <a:gd name="T31" fmla="*/ 2147483646 h 336"/>
                <a:gd name="T32" fmla="*/ 0 w 7160"/>
                <a:gd name="T33" fmla="*/ 2147483646 h 3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160"/>
                <a:gd name="T52" fmla="*/ 0 h 336"/>
                <a:gd name="T53" fmla="*/ 7160 w 7160"/>
                <a:gd name="T54" fmla="*/ 336 h 3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160" h="336">
                  <a:moveTo>
                    <a:pt x="7160" y="0"/>
                  </a:move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1034" y="0"/>
                  </a:lnTo>
                  <a:lnTo>
                    <a:pt x="1034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45" name="Freeform 70">
              <a:extLst>
                <a:ext uri="{FF2B5EF4-FFF2-40B4-BE49-F238E27FC236}">
                  <a16:creationId xmlns:a16="http://schemas.microsoft.com/office/drawing/2014/main" id="{CABBA498-D8B4-4639-8858-0B04B5E4F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260975"/>
              <a:ext cx="5683250" cy="285750"/>
            </a:xfrm>
            <a:custGeom>
              <a:avLst/>
              <a:gdLst>
                <a:gd name="T0" fmla="*/ 2147483646 w 7160"/>
                <a:gd name="T1" fmla="*/ 2147483646 h 361"/>
                <a:gd name="T2" fmla="*/ 2147483646 w 7160"/>
                <a:gd name="T3" fmla="*/ 2147483646 h 361"/>
                <a:gd name="T4" fmla="*/ 2147483646 w 7160"/>
                <a:gd name="T5" fmla="*/ 0 h 361"/>
                <a:gd name="T6" fmla="*/ 2147483646 w 7160"/>
                <a:gd name="T7" fmla="*/ 0 h 361"/>
                <a:gd name="T8" fmla="*/ 2147483646 w 7160"/>
                <a:gd name="T9" fmla="*/ 2147483646 h 361"/>
                <a:gd name="T10" fmla="*/ 0 w 7160"/>
                <a:gd name="T11" fmla="*/ 2147483646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60"/>
                <a:gd name="T19" fmla="*/ 0 h 361"/>
                <a:gd name="T20" fmla="*/ 7160 w 7160"/>
                <a:gd name="T21" fmla="*/ 361 h 3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60" h="361">
                  <a:moveTo>
                    <a:pt x="7160" y="361"/>
                  </a:moveTo>
                  <a:lnTo>
                    <a:pt x="4445" y="361"/>
                  </a:lnTo>
                  <a:lnTo>
                    <a:pt x="4445" y="0"/>
                  </a:lnTo>
                  <a:lnTo>
                    <a:pt x="1034" y="0"/>
                  </a:lnTo>
                  <a:lnTo>
                    <a:pt x="1034" y="361"/>
                  </a:lnTo>
                  <a:lnTo>
                    <a:pt x="0" y="361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46" name="Freeform 71">
              <a:extLst>
                <a:ext uri="{FF2B5EF4-FFF2-40B4-BE49-F238E27FC236}">
                  <a16:creationId xmlns:a16="http://schemas.microsoft.com/office/drawing/2014/main" id="{747FB42D-BBE0-4A10-9EDC-8E83C637E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81342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2147483646 h 336"/>
                <a:gd name="T6" fmla="*/ 0 w 71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60"/>
                <a:gd name="T13" fmla="*/ 0 h 336"/>
                <a:gd name="T14" fmla="*/ 7160 w 71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60" h="336">
                  <a:moveTo>
                    <a:pt x="7160" y="0"/>
                  </a:moveTo>
                  <a:lnTo>
                    <a:pt x="6127" y="0"/>
                  </a:lnTo>
                  <a:lnTo>
                    <a:pt x="612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47" name="Rectangle 73">
              <a:extLst>
                <a:ext uri="{FF2B5EF4-FFF2-40B4-BE49-F238E27FC236}">
                  <a16:creationId xmlns:a16="http://schemas.microsoft.com/office/drawing/2014/main" id="{6B95E949-83B7-413E-A9B6-17122432D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13" y="5834063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48" name="Rectangle 74">
              <a:extLst>
                <a:ext uri="{FF2B5EF4-FFF2-40B4-BE49-F238E27FC236}">
                  <a16:creationId xmlns:a16="http://schemas.microsoft.com/office/drawing/2014/main" id="{3AFF72A8-D2B0-4CDD-9F98-85479785D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675" y="5921375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grpSp>
        <p:nvGrpSpPr>
          <p:cNvPr id="109570" name="Group 53">
            <a:extLst>
              <a:ext uri="{FF2B5EF4-FFF2-40B4-BE49-F238E27FC236}">
                <a16:creationId xmlns:a16="http://schemas.microsoft.com/office/drawing/2014/main" id="{7740FACC-0350-481B-A890-26E47A91A1B3}"/>
              </a:ext>
            </a:extLst>
          </p:cNvPr>
          <p:cNvGrpSpPr>
            <a:grpSpLocks/>
          </p:cNvGrpSpPr>
          <p:nvPr/>
        </p:nvGrpSpPr>
        <p:grpSpPr bwMode="auto">
          <a:xfrm>
            <a:off x="174625" y="244475"/>
            <a:ext cx="2676525" cy="3794125"/>
            <a:chOff x="3005138" y="1768474"/>
            <a:chExt cx="2676177" cy="3794126"/>
          </a:xfrm>
        </p:grpSpPr>
        <p:sp>
          <p:nvSpPr>
            <p:cNvPr id="109580" name="Rectangle 13">
              <a:extLst>
                <a:ext uri="{FF2B5EF4-FFF2-40B4-BE49-F238E27FC236}">
                  <a16:creationId xmlns:a16="http://schemas.microsoft.com/office/drawing/2014/main" id="{69CEE5E0-0631-4C4F-8DF6-015D318A1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1768474"/>
              <a:ext cx="666750" cy="1085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81" name="Rectangle 15">
              <a:extLst>
                <a:ext uri="{FF2B5EF4-FFF2-40B4-BE49-F238E27FC236}">
                  <a16:creationId xmlns:a16="http://schemas.microsoft.com/office/drawing/2014/main" id="{9A8A61AD-CA60-4C0D-A7FE-EECD5788F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82" name="Rectangle 16">
              <a:extLst>
                <a:ext uri="{FF2B5EF4-FFF2-40B4-BE49-F238E27FC236}">
                  <a16:creationId xmlns:a16="http://schemas.microsoft.com/office/drawing/2014/main" id="{72CE9CFB-6A9D-4B54-835A-A30802D39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19542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83" name="Line 17">
              <a:extLst>
                <a:ext uri="{FF2B5EF4-FFF2-40B4-BE49-F238E27FC236}">
                  <a16:creationId xmlns:a16="http://schemas.microsoft.com/office/drawing/2014/main" id="{C2A3E98B-D481-43B5-AC14-48AA34CD50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2492374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84" name="Rectangle 18">
              <a:extLst>
                <a:ext uri="{FF2B5EF4-FFF2-40B4-BE49-F238E27FC236}">
                  <a16:creationId xmlns:a16="http://schemas.microsoft.com/office/drawing/2014/main" id="{78409ED6-A3A4-4B2A-87CA-23A50D1F6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25003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85" name="Rectangle 19">
              <a:extLst>
                <a:ext uri="{FF2B5EF4-FFF2-40B4-BE49-F238E27FC236}">
                  <a16:creationId xmlns:a16="http://schemas.microsoft.com/office/drawing/2014/main" id="{CBE6FD76-09B9-49B4-AF26-6C517CAF3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3121024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86" name="Rectangle 21">
              <a:extLst>
                <a:ext uri="{FF2B5EF4-FFF2-40B4-BE49-F238E27FC236}">
                  <a16:creationId xmlns:a16="http://schemas.microsoft.com/office/drawing/2014/main" id="{D59C0398-D827-4C08-860B-9931D2FDB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331311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87" name="Rectangle 22">
              <a:extLst>
                <a:ext uri="{FF2B5EF4-FFF2-40B4-BE49-F238E27FC236}">
                  <a16:creationId xmlns:a16="http://schemas.microsoft.com/office/drawing/2014/main" id="{4DCC8AF5-BF77-403F-8BC3-F1D1DF95F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3305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88" name="Line 23">
              <a:extLst>
                <a:ext uri="{FF2B5EF4-FFF2-40B4-BE49-F238E27FC236}">
                  <a16:creationId xmlns:a16="http://schemas.microsoft.com/office/drawing/2014/main" id="{CD96F6C4-DA39-4C71-9753-D75ACAE30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3846512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89" name="Freeform 24">
              <a:extLst>
                <a:ext uri="{FF2B5EF4-FFF2-40B4-BE49-F238E27FC236}">
                  <a16:creationId xmlns:a16="http://schemas.microsoft.com/office/drawing/2014/main" id="{BBAECD6E-01C2-4774-81D4-5BE643668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3865562"/>
              <a:ext cx="133350" cy="133350"/>
            </a:xfrm>
            <a:custGeom>
              <a:avLst/>
              <a:gdLst>
                <a:gd name="T0" fmla="*/ 0 w 168"/>
                <a:gd name="T1" fmla="*/ 2147483646 h 168"/>
                <a:gd name="T2" fmla="*/ 2147483646 w 168"/>
                <a:gd name="T3" fmla="*/ 2147483646 h 168"/>
                <a:gd name="T4" fmla="*/ 0 w 168"/>
                <a:gd name="T5" fmla="*/ 0 h 168"/>
                <a:gd name="T6" fmla="*/ 0 60000 65536"/>
                <a:gd name="T7" fmla="*/ 0 60000 65536"/>
                <a:gd name="T8" fmla="*/ 0 60000 65536"/>
                <a:gd name="T9" fmla="*/ 0 w 168"/>
                <a:gd name="T10" fmla="*/ 0 h 168"/>
                <a:gd name="T11" fmla="*/ 168 w 168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8">
                  <a:moveTo>
                    <a:pt x="0" y="168"/>
                  </a:moveTo>
                  <a:lnTo>
                    <a:pt x="168" y="96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0" name="Rectangle 25">
              <a:extLst>
                <a:ext uri="{FF2B5EF4-FFF2-40B4-BE49-F238E27FC236}">
                  <a16:creationId xmlns:a16="http://schemas.microsoft.com/office/drawing/2014/main" id="{83B2D818-1D99-4839-802D-8563E1746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4475162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91" name="Rectangle 26">
              <a:extLst>
                <a:ext uri="{FF2B5EF4-FFF2-40B4-BE49-F238E27FC236}">
                  <a16:creationId xmlns:a16="http://schemas.microsoft.com/office/drawing/2014/main" id="{630F6FBB-16DC-445E-AF55-E58E6AF17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38512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92" name="Rectangle 27">
              <a:extLst>
                <a:ext uri="{FF2B5EF4-FFF2-40B4-BE49-F238E27FC236}">
                  <a16:creationId xmlns:a16="http://schemas.microsoft.com/office/drawing/2014/main" id="{156B31D0-BB82-44DB-81FD-5CD7CA9DB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4664074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93" name="Rectangle 28">
              <a:extLst>
                <a:ext uri="{FF2B5EF4-FFF2-40B4-BE49-F238E27FC236}">
                  <a16:creationId xmlns:a16="http://schemas.microsoft.com/office/drawing/2014/main" id="{7BA8EAC2-70AD-421F-92DF-64EEE81F0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46577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594" name="Line 29">
              <a:extLst>
                <a:ext uri="{FF2B5EF4-FFF2-40B4-BE49-F238E27FC236}">
                  <a16:creationId xmlns:a16="http://schemas.microsoft.com/office/drawing/2014/main" id="{C320C712-F7B4-436D-8CF2-511D64EBEA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5200649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5" name="Freeform 30">
              <a:extLst>
                <a:ext uri="{FF2B5EF4-FFF2-40B4-BE49-F238E27FC236}">
                  <a16:creationId xmlns:a16="http://schemas.microsoft.com/office/drawing/2014/main" id="{B44B79AF-B716-4607-A38D-0726B8680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5219699"/>
              <a:ext cx="133350" cy="133350"/>
            </a:xfrm>
            <a:custGeom>
              <a:avLst/>
              <a:gdLst>
                <a:gd name="T0" fmla="*/ 0 w 168"/>
                <a:gd name="T1" fmla="*/ 2147483646 h 169"/>
                <a:gd name="T2" fmla="*/ 2147483646 w 168"/>
                <a:gd name="T3" fmla="*/ 2147483646 h 169"/>
                <a:gd name="T4" fmla="*/ 0 w 168"/>
                <a:gd name="T5" fmla="*/ 0 h 169"/>
                <a:gd name="T6" fmla="*/ 0 60000 65536"/>
                <a:gd name="T7" fmla="*/ 0 60000 65536"/>
                <a:gd name="T8" fmla="*/ 0 60000 65536"/>
                <a:gd name="T9" fmla="*/ 0 w 168"/>
                <a:gd name="T10" fmla="*/ 0 h 169"/>
                <a:gd name="T11" fmla="*/ 168 w 168"/>
                <a:gd name="T12" fmla="*/ 169 h 1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9">
                  <a:moveTo>
                    <a:pt x="0" y="169"/>
                  </a:moveTo>
                  <a:lnTo>
                    <a:pt x="168" y="9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6" name="Line 31">
              <a:extLst>
                <a:ext uri="{FF2B5EF4-FFF2-40B4-BE49-F238E27FC236}">
                  <a16:creationId xmlns:a16="http://schemas.microsoft.com/office/drawing/2014/main" id="{18EE4D6E-75FB-4FAE-B542-DC0845114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0542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7" name="Line 32">
              <a:extLst>
                <a:ext uri="{FF2B5EF4-FFF2-40B4-BE49-F238E27FC236}">
                  <a16:creationId xmlns:a16="http://schemas.microsoft.com/office/drawing/2014/main" id="{D6C7C0F9-0C90-4485-A3A9-957A805C7A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0542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8" name="Line 33">
              <a:extLst>
                <a:ext uri="{FF2B5EF4-FFF2-40B4-BE49-F238E27FC236}">
                  <a16:creationId xmlns:a16="http://schemas.microsoft.com/office/drawing/2014/main" id="{A2711EAC-AB8C-4DEE-9697-F813078B5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5876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9" name="Freeform 34">
              <a:extLst>
                <a:ext uri="{FF2B5EF4-FFF2-40B4-BE49-F238E27FC236}">
                  <a16:creationId xmlns:a16="http://schemas.microsoft.com/office/drawing/2014/main" id="{BA733921-70C2-4ACD-B2EC-34FBE7680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713" y="2587624"/>
              <a:ext cx="458787" cy="2708275"/>
            </a:xfrm>
            <a:custGeom>
              <a:avLst/>
              <a:gdLst>
                <a:gd name="T0" fmla="*/ 0 w 576"/>
                <a:gd name="T1" fmla="*/ 0 h 3412"/>
                <a:gd name="T2" fmla="*/ 0 w 576"/>
                <a:gd name="T3" fmla="*/ 2147483646 h 3412"/>
                <a:gd name="T4" fmla="*/ 2147483646 w 576"/>
                <a:gd name="T5" fmla="*/ 2147483646 h 3412"/>
                <a:gd name="T6" fmla="*/ 0 60000 65536"/>
                <a:gd name="T7" fmla="*/ 0 60000 65536"/>
                <a:gd name="T8" fmla="*/ 0 60000 65536"/>
                <a:gd name="T9" fmla="*/ 0 w 576"/>
                <a:gd name="T10" fmla="*/ 0 h 3412"/>
                <a:gd name="T11" fmla="*/ 576 w 576"/>
                <a:gd name="T12" fmla="*/ 3412 h 3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3412">
                  <a:moveTo>
                    <a:pt x="0" y="0"/>
                  </a:moveTo>
                  <a:lnTo>
                    <a:pt x="0" y="3412"/>
                  </a:lnTo>
                  <a:lnTo>
                    <a:pt x="576" y="341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0" name="Freeform 35">
              <a:extLst>
                <a:ext uri="{FF2B5EF4-FFF2-40B4-BE49-F238E27FC236}">
                  <a16:creationId xmlns:a16="http://schemas.microsoft.com/office/drawing/2014/main" id="{79977BA7-8F53-4F15-A037-A888E0EA5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050" y="2054224"/>
              <a:ext cx="266700" cy="2687638"/>
            </a:xfrm>
            <a:custGeom>
              <a:avLst/>
              <a:gdLst>
                <a:gd name="T0" fmla="*/ 0 w 337"/>
                <a:gd name="T1" fmla="*/ 0 h 3388"/>
                <a:gd name="T2" fmla="*/ 0 w 337"/>
                <a:gd name="T3" fmla="*/ 2147483646 h 3388"/>
                <a:gd name="T4" fmla="*/ 2147483646 w 337"/>
                <a:gd name="T5" fmla="*/ 2147483646 h 3388"/>
                <a:gd name="T6" fmla="*/ 0 60000 65536"/>
                <a:gd name="T7" fmla="*/ 0 60000 65536"/>
                <a:gd name="T8" fmla="*/ 0 60000 65536"/>
                <a:gd name="T9" fmla="*/ 0 w 337"/>
                <a:gd name="T10" fmla="*/ 0 h 3388"/>
                <a:gd name="T11" fmla="*/ 337 w 337"/>
                <a:gd name="T12" fmla="*/ 3388 h 3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" h="3388">
                  <a:moveTo>
                    <a:pt x="0" y="0"/>
                  </a:moveTo>
                  <a:lnTo>
                    <a:pt x="0" y="3388"/>
                  </a:lnTo>
                  <a:lnTo>
                    <a:pt x="337" y="338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1" name="Line 36">
              <a:extLst>
                <a:ext uri="{FF2B5EF4-FFF2-40B4-BE49-F238E27FC236}">
                  <a16:creationId xmlns:a16="http://schemas.microsoft.com/office/drawing/2014/main" id="{6AEB5D52-FE3B-4390-B908-9ADA181EC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713" y="3941762"/>
              <a:ext cx="5540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2" name="Line 37">
              <a:extLst>
                <a:ext uri="{FF2B5EF4-FFF2-40B4-BE49-F238E27FC236}">
                  <a16:creationId xmlns:a16="http://schemas.microsoft.com/office/drawing/2014/main" id="{F3D219F8-8716-416C-BBC3-5BC12C6BD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3" name="Line 38">
              <a:extLst>
                <a:ext uri="{FF2B5EF4-FFF2-40B4-BE49-F238E27FC236}">
                  <a16:creationId xmlns:a16="http://schemas.microsoft.com/office/drawing/2014/main" id="{03010739-04FE-448F-84E8-AB909C7D92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5876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4" name="Line 39">
              <a:extLst>
                <a:ext uri="{FF2B5EF4-FFF2-40B4-BE49-F238E27FC236}">
                  <a16:creationId xmlns:a16="http://schemas.microsoft.com/office/drawing/2014/main" id="{8329DE81-FCD8-416F-ACC9-969D0C04E7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5" name="Line 40">
              <a:extLst>
                <a:ext uri="{FF2B5EF4-FFF2-40B4-BE49-F238E27FC236}">
                  <a16:creationId xmlns:a16="http://schemas.microsoft.com/office/drawing/2014/main" id="{8E1BB009-BF56-4477-A7B9-7DD4EF2BE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943349"/>
              <a:ext cx="2667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6" name="Line 41">
              <a:extLst>
                <a:ext uri="{FF2B5EF4-FFF2-40B4-BE49-F238E27FC236}">
                  <a16:creationId xmlns:a16="http://schemas.microsoft.com/office/drawing/2014/main" id="{62CE3988-9B30-4C19-B29E-17B351692C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47418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7" name="Line 42">
              <a:extLst>
                <a:ext uri="{FF2B5EF4-FFF2-40B4-BE49-F238E27FC236}">
                  <a16:creationId xmlns:a16="http://schemas.microsoft.com/office/drawing/2014/main" id="{66C2C89B-4800-4170-839A-1DF9BAC157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5295899"/>
              <a:ext cx="2667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8" name="Freeform 43">
              <a:extLst>
                <a:ext uri="{FF2B5EF4-FFF2-40B4-BE49-F238E27FC236}">
                  <a16:creationId xmlns:a16="http://schemas.microsoft.com/office/drawing/2014/main" id="{55C8FDDA-165E-4F48-B58D-BF069F878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3922712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3"/>
                  </a:lnTo>
                  <a:lnTo>
                    <a:pt x="56" y="3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9"/>
                  </a:lnTo>
                  <a:lnTo>
                    <a:pt x="65" y="9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5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1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7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1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7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3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39"/>
                  </a:lnTo>
                  <a:lnTo>
                    <a:pt x="63" y="39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5"/>
                  </a:lnTo>
                  <a:lnTo>
                    <a:pt x="55" y="45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5"/>
                  </a:lnTo>
                  <a:lnTo>
                    <a:pt x="15" y="45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39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3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609" name="Freeform 44">
              <a:extLst>
                <a:ext uri="{FF2B5EF4-FFF2-40B4-BE49-F238E27FC236}">
                  <a16:creationId xmlns:a16="http://schemas.microsoft.com/office/drawing/2014/main" id="{B96A1809-1673-4D27-9345-CE3D5F56F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3368674"/>
              <a:ext cx="57150" cy="58738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8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0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6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8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8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2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6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610" name="Freeform 45">
              <a:extLst>
                <a:ext uri="{FF2B5EF4-FFF2-40B4-BE49-F238E27FC236}">
                  <a16:creationId xmlns:a16="http://schemas.microsoft.com/office/drawing/2014/main" id="{D8307E5F-A2FE-43B9-9DCD-A6E05F85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2568574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6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2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8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4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40"/>
                  </a:lnTo>
                  <a:lnTo>
                    <a:pt x="63" y="40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6"/>
                  </a:lnTo>
                  <a:lnTo>
                    <a:pt x="55" y="46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6"/>
                  </a:lnTo>
                  <a:lnTo>
                    <a:pt x="15" y="46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611" name="Freeform 46">
              <a:extLst>
                <a:ext uri="{FF2B5EF4-FFF2-40B4-BE49-F238E27FC236}">
                  <a16:creationId xmlns:a16="http://schemas.microsoft.com/office/drawing/2014/main" id="{3992E34A-6368-4ACF-98F5-CE1C00DBC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2016124"/>
              <a:ext cx="57150" cy="57150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9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3"/>
                  </a:lnTo>
                  <a:lnTo>
                    <a:pt x="19" y="3"/>
                  </a:lnTo>
                  <a:lnTo>
                    <a:pt x="21" y="3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3"/>
                  </a:lnTo>
                  <a:lnTo>
                    <a:pt x="53" y="3"/>
                  </a:lnTo>
                  <a:lnTo>
                    <a:pt x="54" y="3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9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5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7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1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7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3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9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9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7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612" name="Freeform 47">
              <a:extLst>
                <a:ext uri="{FF2B5EF4-FFF2-40B4-BE49-F238E27FC236}">
                  <a16:creationId xmlns:a16="http://schemas.microsoft.com/office/drawing/2014/main" id="{069C5D2C-1E54-4804-AA85-0CE431F3F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500" y="5257799"/>
              <a:ext cx="95250" cy="76200"/>
            </a:xfrm>
            <a:custGeom>
              <a:avLst/>
              <a:gdLst>
                <a:gd name="T0" fmla="*/ 0 w 121"/>
                <a:gd name="T1" fmla="*/ 2147483646 h 96"/>
                <a:gd name="T2" fmla="*/ 0 w 121"/>
                <a:gd name="T3" fmla="*/ 2147483646 h 96"/>
                <a:gd name="T4" fmla="*/ 2147483646 w 121"/>
                <a:gd name="T5" fmla="*/ 2147483646 h 96"/>
                <a:gd name="T6" fmla="*/ 2147483646 w 121"/>
                <a:gd name="T7" fmla="*/ 2147483646 h 96"/>
                <a:gd name="T8" fmla="*/ 2147483646 w 121"/>
                <a:gd name="T9" fmla="*/ 2147483646 h 96"/>
                <a:gd name="T10" fmla="*/ 2147483646 w 121"/>
                <a:gd name="T11" fmla="*/ 2147483646 h 96"/>
                <a:gd name="T12" fmla="*/ 2147483646 w 121"/>
                <a:gd name="T13" fmla="*/ 2147483646 h 96"/>
                <a:gd name="T14" fmla="*/ 2147483646 w 121"/>
                <a:gd name="T15" fmla="*/ 2147483646 h 96"/>
                <a:gd name="T16" fmla="*/ 2147483646 w 121"/>
                <a:gd name="T17" fmla="*/ 2147483646 h 96"/>
                <a:gd name="T18" fmla="*/ 2147483646 w 121"/>
                <a:gd name="T19" fmla="*/ 2147483646 h 96"/>
                <a:gd name="T20" fmla="*/ 2147483646 w 121"/>
                <a:gd name="T21" fmla="*/ 2147483646 h 96"/>
                <a:gd name="T22" fmla="*/ 2147483646 w 121"/>
                <a:gd name="T23" fmla="*/ 0 h 96"/>
                <a:gd name="T24" fmla="*/ 2147483646 w 121"/>
                <a:gd name="T25" fmla="*/ 2147483646 h 96"/>
                <a:gd name="T26" fmla="*/ 2147483646 w 121"/>
                <a:gd name="T27" fmla="*/ 2147483646 h 96"/>
                <a:gd name="T28" fmla="*/ 2147483646 w 121"/>
                <a:gd name="T29" fmla="*/ 2147483646 h 96"/>
                <a:gd name="T30" fmla="*/ 2147483646 w 121"/>
                <a:gd name="T31" fmla="*/ 2147483646 h 96"/>
                <a:gd name="T32" fmla="*/ 2147483646 w 121"/>
                <a:gd name="T33" fmla="*/ 2147483646 h 96"/>
                <a:gd name="T34" fmla="*/ 2147483646 w 121"/>
                <a:gd name="T35" fmla="*/ 2147483646 h 96"/>
                <a:gd name="T36" fmla="*/ 2147483646 w 121"/>
                <a:gd name="T37" fmla="*/ 2147483646 h 96"/>
                <a:gd name="T38" fmla="*/ 2147483646 w 121"/>
                <a:gd name="T39" fmla="*/ 2147483646 h 96"/>
                <a:gd name="T40" fmla="*/ 2147483646 w 121"/>
                <a:gd name="T41" fmla="*/ 2147483646 h 96"/>
                <a:gd name="T42" fmla="*/ 2147483646 w 121"/>
                <a:gd name="T43" fmla="*/ 2147483646 h 96"/>
                <a:gd name="T44" fmla="*/ 2147483646 w 121"/>
                <a:gd name="T45" fmla="*/ 2147483646 h 96"/>
                <a:gd name="T46" fmla="*/ 2147483646 w 121"/>
                <a:gd name="T47" fmla="*/ 2147483646 h 96"/>
                <a:gd name="T48" fmla="*/ 2147483646 w 121"/>
                <a:gd name="T49" fmla="*/ 2147483646 h 96"/>
                <a:gd name="T50" fmla="*/ 2147483646 w 121"/>
                <a:gd name="T51" fmla="*/ 2147483646 h 96"/>
                <a:gd name="T52" fmla="*/ 2147483646 w 121"/>
                <a:gd name="T53" fmla="*/ 2147483646 h 96"/>
                <a:gd name="T54" fmla="*/ 2147483646 w 121"/>
                <a:gd name="T55" fmla="*/ 2147483646 h 96"/>
                <a:gd name="T56" fmla="*/ 2147483646 w 121"/>
                <a:gd name="T57" fmla="*/ 2147483646 h 96"/>
                <a:gd name="T58" fmla="*/ 2147483646 w 121"/>
                <a:gd name="T59" fmla="*/ 2147483646 h 96"/>
                <a:gd name="T60" fmla="*/ 2147483646 w 121"/>
                <a:gd name="T61" fmla="*/ 2147483646 h 96"/>
                <a:gd name="T62" fmla="*/ 2147483646 w 121"/>
                <a:gd name="T63" fmla="*/ 2147483646 h 96"/>
                <a:gd name="T64" fmla="*/ 2147483646 w 121"/>
                <a:gd name="T65" fmla="*/ 2147483646 h 96"/>
                <a:gd name="T66" fmla="*/ 2147483646 w 121"/>
                <a:gd name="T67" fmla="*/ 2147483646 h 96"/>
                <a:gd name="T68" fmla="*/ 2147483646 w 121"/>
                <a:gd name="T69" fmla="*/ 2147483646 h 96"/>
                <a:gd name="T70" fmla="*/ 2147483646 w 121"/>
                <a:gd name="T71" fmla="*/ 2147483646 h 96"/>
                <a:gd name="T72" fmla="*/ 2147483646 w 121"/>
                <a:gd name="T73" fmla="*/ 2147483646 h 96"/>
                <a:gd name="T74" fmla="*/ 2147483646 w 121"/>
                <a:gd name="T75" fmla="*/ 2147483646 h 96"/>
                <a:gd name="T76" fmla="*/ 2147483646 w 121"/>
                <a:gd name="T77" fmla="*/ 2147483646 h 96"/>
                <a:gd name="T78" fmla="*/ 2147483646 w 121"/>
                <a:gd name="T79" fmla="*/ 2147483646 h 96"/>
                <a:gd name="T80" fmla="*/ 2147483646 w 121"/>
                <a:gd name="T81" fmla="*/ 2147483646 h 96"/>
                <a:gd name="T82" fmla="*/ 2147483646 w 121"/>
                <a:gd name="T83" fmla="*/ 2147483646 h 96"/>
                <a:gd name="T84" fmla="*/ 2147483646 w 121"/>
                <a:gd name="T85" fmla="*/ 2147483646 h 96"/>
                <a:gd name="T86" fmla="*/ 0 w 121"/>
                <a:gd name="T87" fmla="*/ 2147483646 h 96"/>
                <a:gd name="T88" fmla="*/ 0 w 121"/>
                <a:gd name="T89" fmla="*/ 2147483646 h 9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1"/>
                <a:gd name="T136" fmla="*/ 0 h 96"/>
                <a:gd name="T137" fmla="*/ 121 w 121"/>
                <a:gd name="T138" fmla="*/ 96 h 9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1" h="96">
                  <a:moveTo>
                    <a:pt x="0" y="45"/>
                  </a:moveTo>
                  <a:lnTo>
                    <a:pt x="0" y="51"/>
                  </a:lnTo>
                  <a:lnTo>
                    <a:pt x="0" y="49"/>
                  </a:lnTo>
                  <a:lnTo>
                    <a:pt x="0" y="46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5" y="30"/>
                  </a:lnTo>
                  <a:lnTo>
                    <a:pt x="6" y="27"/>
                  </a:lnTo>
                  <a:lnTo>
                    <a:pt x="8" y="25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2" y="19"/>
                  </a:lnTo>
                  <a:lnTo>
                    <a:pt x="14" y="16"/>
                  </a:lnTo>
                  <a:lnTo>
                    <a:pt x="16" y="15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1" y="10"/>
                  </a:lnTo>
                  <a:lnTo>
                    <a:pt x="23" y="9"/>
                  </a:lnTo>
                  <a:lnTo>
                    <a:pt x="26" y="8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2" y="4"/>
                  </a:lnTo>
                  <a:lnTo>
                    <a:pt x="34" y="3"/>
                  </a:lnTo>
                  <a:lnTo>
                    <a:pt x="36" y="2"/>
                  </a:lnTo>
                  <a:lnTo>
                    <a:pt x="39" y="2"/>
                  </a:lnTo>
                  <a:lnTo>
                    <a:pt x="41" y="1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52" y="0"/>
                  </a:lnTo>
                  <a:lnTo>
                    <a:pt x="69" y="0"/>
                  </a:lnTo>
                  <a:lnTo>
                    <a:pt x="72" y="1"/>
                  </a:lnTo>
                  <a:lnTo>
                    <a:pt x="75" y="1"/>
                  </a:lnTo>
                  <a:lnTo>
                    <a:pt x="77" y="1"/>
                  </a:lnTo>
                  <a:lnTo>
                    <a:pt x="80" y="1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7" y="3"/>
                  </a:lnTo>
                  <a:lnTo>
                    <a:pt x="89" y="4"/>
                  </a:lnTo>
                  <a:lnTo>
                    <a:pt x="92" y="6"/>
                  </a:lnTo>
                  <a:lnTo>
                    <a:pt x="94" y="7"/>
                  </a:lnTo>
                  <a:lnTo>
                    <a:pt x="96" y="8"/>
                  </a:lnTo>
                  <a:lnTo>
                    <a:pt x="98" y="9"/>
                  </a:lnTo>
                  <a:lnTo>
                    <a:pt x="100" y="10"/>
                  </a:lnTo>
                  <a:lnTo>
                    <a:pt x="102" y="12"/>
                  </a:lnTo>
                  <a:lnTo>
                    <a:pt x="104" y="14"/>
                  </a:lnTo>
                  <a:lnTo>
                    <a:pt x="106" y="15"/>
                  </a:lnTo>
                  <a:lnTo>
                    <a:pt x="107" y="16"/>
                  </a:lnTo>
                  <a:lnTo>
                    <a:pt x="108" y="19"/>
                  </a:lnTo>
                  <a:lnTo>
                    <a:pt x="111" y="21"/>
                  </a:lnTo>
                  <a:lnTo>
                    <a:pt x="112" y="22"/>
                  </a:lnTo>
                  <a:lnTo>
                    <a:pt x="113" y="25"/>
                  </a:lnTo>
                  <a:lnTo>
                    <a:pt x="115" y="27"/>
                  </a:lnTo>
                  <a:lnTo>
                    <a:pt x="116" y="30"/>
                  </a:lnTo>
                  <a:lnTo>
                    <a:pt x="117" y="32"/>
                  </a:lnTo>
                  <a:lnTo>
                    <a:pt x="118" y="33"/>
                  </a:lnTo>
                  <a:lnTo>
                    <a:pt x="118" y="36"/>
                  </a:lnTo>
                  <a:lnTo>
                    <a:pt x="119" y="38"/>
                  </a:lnTo>
                  <a:lnTo>
                    <a:pt x="119" y="42"/>
                  </a:lnTo>
                  <a:lnTo>
                    <a:pt x="121" y="44"/>
                  </a:lnTo>
                  <a:lnTo>
                    <a:pt x="121" y="46"/>
                  </a:lnTo>
                  <a:lnTo>
                    <a:pt x="121" y="49"/>
                  </a:lnTo>
                  <a:lnTo>
                    <a:pt x="121" y="51"/>
                  </a:lnTo>
                  <a:lnTo>
                    <a:pt x="121" y="45"/>
                  </a:lnTo>
                  <a:lnTo>
                    <a:pt x="121" y="48"/>
                  </a:lnTo>
                  <a:lnTo>
                    <a:pt x="121" y="50"/>
                  </a:lnTo>
                  <a:lnTo>
                    <a:pt x="121" y="52"/>
                  </a:lnTo>
                  <a:lnTo>
                    <a:pt x="119" y="55"/>
                  </a:lnTo>
                  <a:lnTo>
                    <a:pt x="119" y="58"/>
                  </a:lnTo>
                  <a:lnTo>
                    <a:pt x="118" y="61"/>
                  </a:lnTo>
                  <a:lnTo>
                    <a:pt x="118" y="63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115" y="69"/>
                  </a:lnTo>
                  <a:lnTo>
                    <a:pt x="113" y="72"/>
                  </a:lnTo>
                  <a:lnTo>
                    <a:pt x="112" y="74"/>
                  </a:lnTo>
                  <a:lnTo>
                    <a:pt x="111" y="75"/>
                  </a:lnTo>
                  <a:lnTo>
                    <a:pt x="108" y="78"/>
                  </a:lnTo>
                  <a:lnTo>
                    <a:pt x="107" y="80"/>
                  </a:lnTo>
                  <a:lnTo>
                    <a:pt x="106" y="81"/>
                  </a:lnTo>
                  <a:lnTo>
                    <a:pt x="104" y="82"/>
                  </a:lnTo>
                  <a:lnTo>
                    <a:pt x="102" y="85"/>
                  </a:lnTo>
                  <a:lnTo>
                    <a:pt x="100" y="86"/>
                  </a:lnTo>
                  <a:lnTo>
                    <a:pt x="98" y="87"/>
                  </a:lnTo>
                  <a:lnTo>
                    <a:pt x="96" y="88"/>
                  </a:lnTo>
                  <a:lnTo>
                    <a:pt x="94" y="90"/>
                  </a:lnTo>
                  <a:lnTo>
                    <a:pt x="92" y="91"/>
                  </a:lnTo>
                  <a:lnTo>
                    <a:pt x="89" y="92"/>
                  </a:lnTo>
                  <a:lnTo>
                    <a:pt x="87" y="93"/>
                  </a:lnTo>
                  <a:lnTo>
                    <a:pt x="84" y="94"/>
                  </a:lnTo>
                  <a:lnTo>
                    <a:pt x="82" y="94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5" y="96"/>
                  </a:lnTo>
                  <a:lnTo>
                    <a:pt x="72" y="96"/>
                  </a:lnTo>
                  <a:lnTo>
                    <a:pt x="69" y="96"/>
                  </a:lnTo>
                  <a:lnTo>
                    <a:pt x="52" y="96"/>
                  </a:lnTo>
                  <a:lnTo>
                    <a:pt x="48" y="96"/>
                  </a:lnTo>
                  <a:lnTo>
                    <a:pt x="46" y="96"/>
                  </a:lnTo>
                  <a:lnTo>
                    <a:pt x="44" y="96"/>
                  </a:lnTo>
                  <a:lnTo>
                    <a:pt x="41" y="96"/>
                  </a:lnTo>
                  <a:lnTo>
                    <a:pt x="39" y="94"/>
                  </a:lnTo>
                  <a:lnTo>
                    <a:pt x="36" y="94"/>
                  </a:lnTo>
                  <a:lnTo>
                    <a:pt x="34" y="93"/>
                  </a:lnTo>
                  <a:lnTo>
                    <a:pt x="32" y="92"/>
                  </a:lnTo>
                  <a:lnTo>
                    <a:pt x="29" y="91"/>
                  </a:lnTo>
                  <a:lnTo>
                    <a:pt x="27" y="90"/>
                  </a:lnTo>
                  <a:lnTo>
                    <a:pt x="26" y="88"/>
                  </a:lnTo>
                  <a:lnTo>
                    <a:pt x="23" y="87"/>
                  </a:lnTo>
                  <a:lnTo>
                    <a:pt x="21" y="86"/>
                  </a:lnTo>
                  <a:lnTo>
                    <a:pt x="20" y="85"/>
                  </a:lnTo>
                  <a:lnTo>
                    <a:pt x="17" y="82"/>
                  </a:lnTo>
                  <a:lnTo>
                    <a:pt x="16" y="81"/>
                  </a:lnTo>
                  <a:lnTo>
                    <a:pt x="14" y="80"/>
                  </a:lnTo>
                  <a:lnTo>
                    <a:pt x="12" y="78"/>
                  </a:lnTo>
                  <a:lnTo>
                    <a:pt x="11" y="75"/>
                  </a:lnTo>
                  <a:lnTo>
                    <a:pt x="9" y="74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5" y="67"/>
                  </a:lnTo>
                  <a:lnTo>
                    <a:pt x="4" y="64"/>
                  </a:lnTo>
                  <a:lnTo>
                    <a:pt x="4" y="63"/>
                  </a:lnTo>
                  <a:lnTo>
                    <a:pt x="3" y="61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613" name="Rectangle 48">
              <a:extLst>
                <a:ext uri="{FF2B5EF4-FFF2-40B4-BE49-F238E27FC236}">
                  <a16:creationId xmlns:a16="http://schemas.microsoft.com/office/drawing/2014/main" id="{0CABF3C2-191B-4001-9351-FEB70A02E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2038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14" name="Rectangle 49">
              <a:extLst>
                <a:ext uri="{FF2B5EF4-FFF2-40B4-BE49-F238E27FC236}">
                  <a16:creationId xmlns:a16="http://schemas.microsoft.com/office/drawing/2014/main" id="{C0B2813C-3D5B-4B40-9698-C8567F984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71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15" name="Rectangle 50">
              <a:extLst>
                <a:ext uri="{FF2B5EF4-FFF2-40B4-BE49-F238E27FC236}">
                  <a16:creationId xmlns:a16="http://schemas.microsoft.com/office/drawing/2014/main" id="{7F39F4F7-CDC5-422D-A298-1AD52E613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138" y="2489199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16" name="Rectangle 51">
              <a:extLst>
                <a:ext uri="{FF2B5EF4-FFF2-40B4-BE49-F238E27FC236}">
                  <a16:creationId xmlns:a16="http://schemas.microsoft.com/office/drawing/2014/main" id="{73B783E8-CFC3-4932-9197-906CCDC42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25114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17" name="Line 52">
              <a:extLst>
                <a:ext uri="{FF2B5EF4-FFF2-40B4-BE49-F238E27FC236}">
                  <a16:creationId xmlns:a16="http://schemas.microsoft.com/office/drawing/2014/main" id="{2594BA40-ABE1-42FE-A2E9-29761EE91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2492374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18" name="Rectangle 53">
              <a:extLst>
                <a:ext uri="{FF2B5EF4-FFF2-40B4-BE49-F238E27FC236}">
                  <a16:creationId xmlns:a16="http://schemas.microsoft.com/office/drawing/2014/main" id="{09D60CF2-D645-4A26-A413-19CD04E41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5749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19" name="Rectangle 54">
              <a:extLst>
                <a:ext uri="{FF2B5EF4-FFF2-40B4-BE49-F238E27FC236}">
                  <a16:creationId xmlns:a16="http://schemas.microsoft.com/office/drawing/2014/main" id="{A0259C21-A919-4216-9F10-C10850184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8576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20" name="Line 55">
              <a:extLst>
                <a:ext uri="{FF2B5EF4-FFF2-40B4-BE49-F238E27FC236}">
                  <a16:creationId xmlns:a16="http://schemas.microsoft.com/office/drawing/2014/main" id="{DDE5689E-366B-41AC-9917-2A1172517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3846512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21" name="Rectangle 56">
              <a:extLst>
                <a:ext uri="{FF2B5EF4-FFF2-40B4-BE49-F238E27FC236}">
                  <a16:creationId xmlns:a16="http://schemas.microsoft.com/office/drawing/2014/main" id="{DF075D82-6652-43C2-B562-FC0110B47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9211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22" name="Rectangle 57">
              <a:extLst>
                <a:ext uri="{FF2B5EF4-FFF2-40B4-BE49-F238E27FC236}">
                  <a16:creationId xmlns:a16="http://schemas.microsoft.com/office/drawing/2014/main" id="{533CCDE0-349C-435E-9187-9EE2D9585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210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23" name="Line 58">
              <a:extLst>
                <a:ext uri="{FF2B5EF4-FFF2-40B4-BE49-F238E27FC236}">
                  <a16:creationId xmlns:a16="http://schemas.microsoft.com/office/drawing/2014/main" id="{4A5FEA2C-C5CE-4687-950C-5F513E232B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5200649"/>
              <a:ext cx="96837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24" name="Rectangle 59">
              <a:extLst>
                <a:ext uri="{FF2B5EF4-FFF2-40B4-BE49-F238E27FC236}">
                  <a16:creationId xmlns:a16="http://schemas.microsoft.com/office/drawing/2014/main" id="{EB7E1290-F341-44DF-BD89-D52903CF7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5273674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25" name="Rectangle 60">
              <a:extLst>
                <a:ext uri="{FF2B5EF4-FFF2-40B4-BE49-F238E27FC236}">
                  <a16:creationId xmlns:a16="http://schemas.microsoft.com/office/drawing/2014/main" id="{06919AF4-3466-4D36-BF42-D2AC3F066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46640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26" name="Rectangle 61">
              <a:extLst>
                <a:ext uri="{FF2B5EF4-FFF2-40B4-BE49-F238E27FC236}">
                  <a16:creationId xmlns:a16="http://schemas.microsoft.com/office/drawing/2014/main" id="{35F1BB0D-6047-4935-B2C9-DD1407950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4749799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27" name="Rectangle 62">
              <a:extLst>
                <a:ext uri="{FF2B5EF4-FFF2-40B4-BE49-F238E27FC236}">
                  <a16:creationId xmlns:a16="http://schemas.microsoft.com/office/drawing/2014/main" id="{A8ADB288-9B58-475B-9450-10D0D063F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3178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28" name="Rectangle 63">
              <a:extLst>
                <a:ext uri="{FF2B5EF4-FFF2-40B4-BE49-F238E27FC236}">
                  <a16:creationId xmlns:a16="http://schemas.microsoft.com/office/drawing/2014/main" id="{6C6E268D-BB6E-46E8-9AC1-CFE07C018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403599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29" name="Rectangle 64">
              <a:extLst>
                <a:ext uri="{FF2B5EF4-FFF2-40B4-BE49-F238E27FC236}">
                  <a16:creationId xmlns:a16="http://schemas.microsoft.com/office/drawing/2014/main" id="{42DB00AC-E835-4272-8171-BA3382C2F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19653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30" name="Rectangle 65">
              <a:extLst>
                <a:ext uri="{FF2B5EF4-FFF2-40B4-BE49-F238E27FC236}">
                  <a16:creationId xmlns:a16="http://schemas.microsoft.com/office/drawing/2014/main" id="{1DB1BE6B-ACDA-4306-B4AC-030B1E825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0542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9631" name="Rectangle 72">
              <a:extLst>
                <a:ext uri="{FF2B5EF4-FFF2-40B4-BE49-F238E27FC236}">
                  <a16:creationId xmlns:a16="http://schemas.microsoft.com/office/drawing/2014/main" id="{63522EF8-F177-4D4C-A9B2-BB331509C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2513012"/>
              <a:ext cx="35266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sp>
        <p:nvSpPr>
          <p:cNvPr id="109571" name="Title 1">
            <a:extLst>
              <a:ext uri="{FF2B5EF4-FFF2-40B4-BE49-F238E27FC236}">
                <a16:creationId xmlns:a16="http://schemas.microsoft.com/office/drawing/2014/main" id="{1AF58D15-C687-406E-B6DD-2483EBC63D67}"/>
              </a:ext>
            </a:extLst>
          </p:cNvPr>
          <p:cNvSpPr txBox="1">
            <a:spLocks/>
          </p:cNvSpPr>
          <p:nvPr/>
        </p:nvSpPr>
        <p:spPr bwMode="auto">
          <a:xfrm>
            <a:off x="2971800" y="304800"/>
            <a:ext cx="6248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Comparison of level-sensitive and edge-triggered D storage elements</a:t>
            </a:r>
          </a:p>
        </p:txBody>
      </p:sp>
      <p:sp>
        <p:nvSpPr>
          <p:cNvPr id="109572" name="Oval 1">
            <a:extLst>
              <a:ext uri="{FF2B5EF4-FFF2-40B4-BE49-F238E27FC236}">
                <a16:creationId xmlns:a16="http://schemas.microsoft.com/office/drawing/2014/main" id="{C7C62FD7-1AFD-4B6A-9368-8B9345895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5718175"/>
            <a:ext cx="671512" cy="56356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09573" name="Oval 1">
            <a:extLst>
              <a:ext uri="{FF2B5EF4-FFF2-40B4-BE49-F238E27FC236}">
                <a16:creationId xmlns:a16="http://schemas.microsoft.com/office/drawing/2014/main" id="{EEA43B90-93BC-48CD-BE6D-BCFA76945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5699125"/>
            <a:ext cx="671513" cy="5651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cxnSp>
        <p:nvCxnSpPr>
          <p:cNvPr id="109574" name="Straight Arrow Connector 3">
            <a:extLst>
              <a:ext uri="{FF2B5EF4-FFF2-40B4-BE49-F238E27FC236}">
                <a16:creationId xmlns:a16="http://schemas.microsoft.com/office/drawing/2014/main" id="{41ACAD05-CA79-48FB-A536-1A99CB7FEDC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06875" y="4184650"/>
            <a:ext cx="4763" cy="3111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575" name="Straight Arrow Connector 79">
            <a:extLst>
              <a:ext uri="{FF2B5EF4-FFF2-40B4-BE49-F238E27FC236}">
                <a16:creationId xmlns:a16="http://schemas.microsoft.com/office/drawing/2014/main" id="{BEB3A5C3-8E3D-4CD9-880E-99D5FA5DF12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910388" y="4189413"/>
            <a:ext cx="4762" cy="3111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9576" name="TextBox 5">
            <a:extLst>
              <a:ext uri="{FF2B5EF4-FFF2-40B4-BE49-F238E27FC236}">
                <a16:creationId xmlns:a16="http://schemas.microsoft.com/office/drawing/2014/main" id="{B79070EB-AFB2-427C-8552-EAA215553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362200"/>
            <a:ext cx="3048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Positive-edge-triggered</a:t>
            </a:r>
          </a:p>
        </p:txBody>
      </p:sp>
      <p:sp>
        <p:nvSpPr>
          <p:cNvPr id="109577" name="Oval 1">
            <a:extLst>
              <a:ext uri="{FF2B5EF4-FFF2-40B4-BE49-F238E27FC236}">
                <a16:creationId xmlns:a16="http://schemas.microsoft.com/office/drawing/2014/main" id="{69103493-6016-4353-9FC0-1D0B176E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382713"/>
            <a:ext cx="2133600" cy="1447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09578" name="Oval 1">
            <a:extLst>
              <a:ext uri="{FF2B5EF4-FFF2-40B4-BE49-F238E27FC236}">
                <a16:creationId xmlns:a16="http://schemas.microsoft.com/office/drawing/2014/main" id="{8A864538-C630-4950-BE2B-7F8A34B88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4687888"/>
            <a:ext cx="138112" cy="1333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09579" name="Oval 137">
            <a:extLst>
              <a:ext uri="{FF2B5EF4-FFF2-40B4-BE49-F238E27FC236}">
                <a16:creationId xmlns:a16="http://schemas.microsoft.com/office/drawing/2014/main" id="{FFFF0A49-315D-4D46-9AE8-A96702738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953000"/>
            <a:ext cx="138113" cy="1333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3" name="Group 1">
            <a:extLst>
              <a:ext uri="{FF2B5EF4-FFF2-40B4-BE49-F238E27FC236}">
                <a16:creationId xmlns:a16="http://schemas.microsoft.com/office/drawing/2014/main" id="{CC24B27E-DBFF-4B3F-B3BC-B0E2F997BD8A}"/>
              </a:ext>
            </a:extLst>
          </p:cNvPr>
          <p:cNvGrpSpPr>
            <a:grpSpLocks/>
          </p:cNvGrpSpPr>
          <p:nvPr/>
        </p:nvGrpSpPr>
        <p:grpSpPr bwMode="auto">
          <a:xfrm>
            <a:off x="2776538" y="4073525"/>
            <a:ext cx="6291262" cy="2708275"/>
            <a:chOff x="2700338" y="3505200"/>
            <a:chExt cx="6291262" cy="2708275"/>
          </a:xfrm>
        </p:grpSpPr>
        <p:sp>
          <p:nvSpPr>
            <p:cNvPr id="110655" name="Line 4">
              <a:extLst>
                <a:ext uri="{FF2B5EF4-FFF2-40B4-BE49-F238E27FC236}">
                  <a16:creationId xmlns:a16="http://schemas.microsoft.com/office/drawing/2014/main" id="{C1EDA4FF-4CFD-474D-B68A-2CF4ABB09E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9088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56" name="Line 5">
              <a:extLst>
                <a:ext uri="{FF2B5EF4-FFF2-40B4-BE49-F238E27FC236}">
                  <a16:creationId xmlns:a16="http://schemas.microsoft.com/office/drawing/2014/main" id="{9585A96B-A93D-41C5-96E8-2686BEC9C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225" y="3505200"/>
              <a:ext cx="1588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57" name="Line 6">
              <a:extLst>
                <a:ext uri="{FF2B5EF4-FFF2-40B4-BE49-F238E27FC236}">
                  <a16:creationId xmlns:a16="http://schemas.microsoft.com/office/drawing/2014/main" id="{9DCAD41C-9128-40B2-82F0-C853E73448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73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58" name="Line 7">
              <a:extLst>
                <a:ext uri="{FF2B5EF4-FFF2-40B4-BE49-F238E27FC236}">
                  <a16:creationId xmlns:a16="http://schemas.microsoft.com/office/drawing/2014/main" id="{CCAE3284-BBAA-4D53-B61A-213E36DB55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08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59" name="Rectangle 8">
              <a:extLst>
                <a:ext uri="{FF2B5EF4-FFF2-40B4-BE49-F238E27FC236}">
                  <a16:creationId xmlns:a16="http://schemas.microsoft.com/office/drawing/2014/main" id="{47C6CAFF-185B-4319-90BB-949C68611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232275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60" name="Rectangle 9">
              <a:extLst>
                <a:ext uri="{FF2B5EF4-FFF2-40B4-BE49-F238E27FC236}">
                  <a16:creationId xmlns:a16="http://schemas.microsoft.com/office/drawing/2014/main" id="{A50DCEC7-C881-465B-B1BF-05A3384A5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3687763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61" name="Rectangle 10">
              <a:extLst>
                <a:ext uri="{FF2B5EF4-FFF2-40B4-BE49-F238E27FC236}">
                  <a16:creationId xmlns:a16="http://schemas.microsoft.com/office/drawing/2014/main" id="{6ED2C12C-51B1-45DE-97DA-C3BB0DE61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4746625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62" name="Rectangle 11">
              <a:extLst>
                <a:ext uri="{FF2B5EF4-FFF2-40B4-BE49-F238E27FC236}">
                  <a16:creationId xmlns:a16="http://schemas.microsoft.com/office/drawing/2014/main" id="{E919126D-497E-4536-B796-C87E22CC4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4832350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63" name="Rectangle 12">
              <a:extLst>
                <a:ext uri="{FF2B5EF4-FFF2-40B4-BE49-F238E27FC236}">
                  <a16:creationId xmlns:a16="http://schemas.microsoft.com/office/drawing/2014/main" id="{353C0A84-AE41-434F-9023-94AED1DF9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5295900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64" name="Rectangle 14">
              <a:extLst>
                <a:ext uri="{FF2B5EF4-FFF2-40B4-BE49-F238E27FC236}">
                  <a16:creationId xmlns:a16="http://schemas.microsoft.com/office/drawing/2014/main" id="{262B1660-092E-49D0-95F6-85967E19C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5383213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65" name="Freeform 66">
              <a:extLst>
                <a:ext uri="{FF2B5EF4-FFF2-40B4-BE49-F238E27FC236}">
                  <a16:creationId xmlns:a16="http://schemas.microsoft.com/office/drawing/2014/main" id="{82A133D2-AD53-4A15-A6D3-9B822FFD5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3641725"/>
              <a:ext cx="5683250" cy="285750"/>
            </a:xfrm>
            <a:custGeom>
              <a:avLst/>
              <a:gdLst>
                <a:gd name="T0" fmla="*/ 2147483646 w 7160"/>
                <a:gd name="T1" fmla="*/ 2147483646 h 360"/>
                <a:gd name="T2" fmla="*/ 2147483646 w 7160"/>
                <a:gd name="T3" fmla="*/ 2147483646 h 360"/>
                <a:gd name="T4" fmla="*/ 2147483646 w 7160"/>
                <a:gd name="T5" fmla="*/ 0 h 360"/>
                <a:gd name="T6" fmla="*/ 2147483646 w 7160"/>
                <a:gd name="T7" fmla="*/ 0 h 360"/>
                <a:gd name="T8" fmla="*/ 2147483646 w 7160"/>
                <a:gd name="T9" fmla="*/ 2147483646 h 360"/>
                <a:gd name="T10" fmla="*/ 2147483646 w 7160"/>
                <a:gd name="T11" fmla="*/ 2147483646 h 360"/>
                <a:gd name="T12" fmla="*/ 2147483646 w 7160"/>
                <a:gd name="T13" fmla="*/ 0 h 360"/>
                <a:gd name="T14" fmla="*/ 2147483646 w 7160"/>
                <a:gd name="T15" fmla="*/ 0 h 360"/>
                <a:gd name="T16" fmla="*/ 2147483646 w 7160"/>
                <a:gd name="T17" fmla="*/ 2147483646 h 360"/>
                <a:gd name="T18" fmla="*/ 0 w 7160"/>
                <a:gd name="T19" fmla="*/ 2147483646 h 3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60"/>
                <a:gd name="T31" fmla="*/ 0 h 360"/>
                <a:gd name="T32" fmla="*/ 7160 w 7160"/>
                <a:gd name="T33" fmla="*/ 360 h 3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60" h="360">
                  <a:moveTo>
                    <a:pt x="7160" y="360"/>
                  </a:moveTo>
                  <a:lnTo>
                    <a:pt x="6127" y="360"/>
                  </a:lnTo>
                  <a:lnTo>
                    <a:pt x="6127" y="0"/>
                  </a:lnTo>
                  <a:lnTo>
                    <a:pt x="4445" y="0"/>
                  </a:lnTo>
                  <a:lnTo>
                    <a:pt x="4445" y="360"/>
                  </a:lnTo>
                  <a:lnTo>
                    <a:pt x="2739" y="360"/>
                  </a:lnTo>
                  <a:lnTo>
                    <a:pt x="2739" y="0"/>
                  </a:lnTo>
                  <a:lnTo>
                    <a:pt x="1034" y="0"/>
                  </a:lnTo>
                  <a:lnTo>
                    <a:pt x="1034" y="360"/>
                  </a:lnTo>
                  <a:lnTo>
                    <a:pt x="0" y="360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66" name="Freeform 67">
              <a:extLst>
                <a:ext uri="{FF2B5EF4-FFF2-40B4-BE49-F238E27FC236}">
                  <a16:creationId xmlns:a16="http://schemas.microsoft.com/office/drawing/2014/main" id="{1F20A7CC-7273-4936-AB6A-C1375C9C9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194175"/>
              <a:ext cx="5683250" cy="266700"/>
            </a:xfrm>
            <a:custGeom>
              <a:avLst/>
              <a:gdLst>
                <a:gd name="T0" fmla="*/ 2147483646 w 7160"/>
                <a:gd name="T1" fmla="*/ 2147483646 h 336"/>
                <a:gd name="T2" fmla="*/ 2147483646 w 7160"/>
                <a:gd name="T3" fmla="*/ 2147483646 h 336"/>
                <a:gd name="T4" fmla="*/ 2147483646 w 7160"/>
                <a:gd name="T5" fmla="*/ 0 h 336"/>
                <a:gd name="T6" fmla="*/ 2147483646 w 7160"/>
                <a:gd name="T7" fmla="*/ 0 h 336"/>
                <a:gd name="T8" fmla="*/ 2147483646 w 7160"/>
                <a:gd name="T9" fmla="*/ 2147483646 h 336"/>
                <a:gd name="T10" fmla="*/ 2147483646 w 7160"/>
                <a:gd name="T11" fmla="*/ 2147483646 h 336"/>
                <a:gd name="T12" fmla="*/ 2147483646 w 7160"/>
                <a:gd name="T13" fmla="*/ 0 h 336"/>
                <a:gd name="T14" fmla="*/ 2147483646 w 7160"/>
                <a:gd name="T15" fmla="*/ 0 h 336"/>
                <a:gd name="T16" fmla="*/ 2147483646 w 7160"/>
                <a:gd name="T17" fmla="*/ 2147483646 h 336"/>
                <a:gd name="T18" fmla="*/ 2147483646 w 7160"/>
                <a:gd name="T19" fmla="*/ 2147483646 h 336"/>
                <a:gd name="T20" fmla="*/ 2147483646 w 7160"/>
                <a:gd name="T21" fmla="*/ 0 h 336"/>
                <a:gd name="T22" fmla="*/ 2147483646 w 7160"/>
                <a:gd name="T23" fmla="*/ 0 h 336"/>
                <a:gd name="T24" fmla="*/ 2147483646 w 7160"/>
                <a:gd name="T25" fmla="*/ 2147483646 h 336"/>
                <a:gd name="T26" fmla="*/ 2147483646 w 7160"/>
                <a:gd name="T27" fmla="*/ 2147483646 h 336"/>
                <a:gd name="T28" fmla="*/ 2147483646 w 7160"/>
                <a:gd name="T29" fmla="*/ 0 h 336"/>
                <a:gd name="T30" fmla="*/ 2147483646 w 7160"/>
                <a:gd name="T31" fmla="*/ 0 h 336"/>
                <a:gd name="T32" fmla="*/ 2147483646 w 7160"/>
                <a:gd name="T33" fmla="*/ 2147483646 h 336"/>
                <a:gd name="T34" fmla="*/ 2147483646 w 7160"/>
                <a:gd name="T35" fmla="*/ 2147483646 h 336"/>
                <a:gd name="T36" fmla="*/ 2147483646 w 7160"/>
                <a:gd name="T37" fmla="*/ 0 h 336"/>
                <a:gd name="T38" fmla="*/ 2147483646 w 7160"/>
                <a:gd name="T39" fmla="*/ 0 h 336"/>
                <a:gd name="T40" fmla="*/ 2147483646 w 7160"/>
                <a:gd name="T41" fmla="*/ 2147483646 h 336"/>
                <a:gd name="T42" fmla="*/ 2147483646 w 7160"/>
                <a:gd name="T43" fmla="*/ 2147483646 h 336"/>
                <a:gd name="T44" fmla="*/ 2147483646 w 7160"/>
                <a:gd name="T45" fmla="*/ 0 h 336"/>
                <a:gd name="T46" fmla="*/ 2147483646 w 7160"/>
                <a:gd name="T47" fmla="*/ 0 h 336"/>
                <a:gd name="T48" fmla="*/ 2147483646 w 7160"/>
                <a:gd name="T49" fmla="*/ 2147483646 h 336"/>
                <a:gd name="T50" fmla="*/ 0 w 7160"/>
                <a:gd name="T51" fmla="*/ 2147483646 h 3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60"/>
                <a:gd name="T79" fmla="*/ 0 h 336"/>
                <a:gd name="T80" fmla="*/ 7160 w 7160"/>
                <a:gd name="T81" fmla="*/ 336 h 3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60" h="336">
                  <a:moveTo>
                    <a:pt x="7160" y="336"/>
                  </a:moveTo>
                  <a:lnTo>
                    <a:pt x="6487" y="336"/>
                  </a:ln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4085" y="336"/>
                  </a:lnTo>
                  <a:lnTo>
                    <a:pt x="4085" y="0"/>
                  </a:lnTo>
                  <a:lnTo>
                    <a:pt x="3748" y="0"/>
                  </a:lnTo>
                  <a:lnTo>
                    <a:pt x="3748" y="336"/>
                  </a:lnTo>
                  <a:lnTo>
                    <a:pt x="3412" y="336"/>
                  </a:lnTo>
                  <a:lnTo>
                    <a:pt x="3412" y="0"/>
                  </a:lnTo>
                  <a:lnTo>
                    <a:pt x="2908" y="0"/>
                  </a:lnTo>
                  <a:lnTo>
                    <a:pt x="2908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697" y="0"/>
                  </a:lnTo>
                  <a:lnTo>
                    <a:pt x="69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67" name="Freeform 69">
              <a:extLst>
                <a:ext uri="{FF2B5EF4-FFF2-40B4-BE49-F238E27FC236}">
                  <a16:creationId xmlns:a16="http://schemas.microsoft.com/office/drawing/2014/main" id="{D977247F-DFB7-471A-9110-092EB78C5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72757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0 h 336"/>
                <a:gd name="T6" fmla="*/ 2147483646 w 7160"/>
                <a:gd name="T7" fmla="*/ 2147483646 h 336"/>
                <a:gd name="T8" fmla="*/ 2147483646 w 7160"/>
                <a:gd name="T9" fmla="*/ 2147483646 h 336"/>
                <a:gd name="T10" fmla="*/ 2147483646 w 7160"/>
                <a:gd name="T11" fmla="*/ 0 h 336"/>
                <a:gd name="T12" fmla="*/ 2147483646 w 7160"/>
                <a:gd name="T13" fmla="*/ 0 h 336"/>
                <a:gd name="T14" fmla="*/ 2147483646 w 7160"/>
                <a:gd name="T15" fmla="*/ 2147483646 h 336"/>
                <a:gd name="T16" fmla="*/ 2147483646 w 7160"/>
                <a:gd name="T17" fmla="*/ 2147483646 h 336"/>
                <a:gd name="T18" fmla="*/ 2147483646 w 7160"/>
                <a:gd name="T19" fmla="*/ 0 h 336"/>
                <a:gd name="T20" fmla="*/ 2147483646 w 7160"/>
                <a:gd name="T21" fmla="*/ 0 h 336"/>
                <a:gd name="T22" fmla="*/ 2147483646 w 7160"/>
                <a:gd name="T23" fmla="*/ 2147483646 h 336"/>
                <a:gd name="T24" fmla="*/ 2147483646 w 7160"/>
                <a:gd name="T25" fmla="*/ 2147483646 h 336"/>
                <a:gd name="T26" fmla="*/ 2147483646 w 7160"/>
                <a:gd name="T27" fmla="*/ 0 h 336"/>
                <a:gd name="T28" fmla="*/ 2147483646 w 7160"/>
                <a:gd name="T29" fmla="*/ 0 h 336"/>
                <a:gd name="T30" fmla="*/ 2147483646 w 7160"/>
                <a:gd name="T31" fmla="*/ 2147483646 h 336"/>
                <a:gd name="T32" fmla="*/ 0 w 7160"/>
                <a:gd name="T33" fmla="*/ 2147483646 h 3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160"/>
                <a:gd name="T52" fmla="*/ 0 h 336"/>
                <a:gd name="T53" fmla="*/ 7160 w 7160"/>
                <a:gd name="T54" fmla="*/ 336 h 3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160" h="336">
                  <a:moveTo>
                    <a:pt x="7160" y="0"/>
                  </a:move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1034" y="0"/>
                  </a:lnTo>
                  <a:lnTo>
                    <a:pt x="1034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68" name="Freeform 70">
              <a:extLst>
                <a:ext uri="{FF2B5EF4-FFF2-40B4-BE49-F238E27FC236}">
                  <a16:creationId xmlns:a16="http://schemas.microsoft.com/office/drawing/2014/main" id="{AD2052B3-3785-4D79-8964-D42F8B708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260975"/>
              <a:ext cx="5683250" cy="285750"/>
            </a:xfrm>
            <a:custGeom>
              <a:avLst/>
              <a:gdLst>
                <a:gd name="T0" fmla="*/ 2147483646 w 7160"/>
                <a:gd name="T1" fmla="*/ 2147483646 h 361"/>
                <a:gd name="T2" fmla="*/ 2147483646 w 7160"/>
                <a:gd name="T3" fmla="*/ 2147483646 h 361"/>
                <a:gd name="T4" fmla="*/ 2147483646 w 7160"/>
                <a:gd name="T5" fmla="*/ 0 h 361"/>
                <a:gd name="T6" fmla="*/ 2147483646 w 7160"/>
                <a:gd name="T7" fmla="*/ 0 h 361"/>
                <a:gd name="T8" fmla="*/ 2147483646 w 7160"/>
                <a:gd name="T9" fmla="*/ 2147483646 h 361"/>
                <a:gd name="T10" fmla="*/ 0 w 7160"/>
                <a:gd name="T11" fmla="*/ 2147483646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60"/>
                <a:gd name="T19" fmla="*/ 0 h 361"/>
                <a:gd name="T20" fmla="*/ 7160 w 7160"/>
                <a:gd name="T21" fmla="*/ 361 h 3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60" h="361">
                  <a:moveTo>
                    <a:pt x="7160" y="361"/>
                  </a:moveTo>
                  <a:lnTo>
                    <a:pt x="4445" y="361"/>
                  </a:lnTo>
                  <a:lnTo>
                    <a:pt x="4445" y="0"/>
                  </a:lnTo>
                  <a:lnTo>
                    <a:pt x="1034" y="0"/>
                  </a:lnTo>
                  <a:lnTo>
                    <a:pt x="1034" y="361"/>
                  </a:lnTo>
                  <a:lnTo>
                    <a:pt x="0" y="361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69" name="Freeform 71">
              <a:extLst>
                <a:ext uri="{FF2B5EF4-FFF2-40B4-BE49-F238E27FC236}">
                  <a16:creationId xmlns:a16="http://schemas.microsoft.com/office/drawing/2014/main" id="{0E9808D8-3D89-44E6-AB9B-B3D3EE8CA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81342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2147483646 h 336"/>
                <a:gd name="T6" fmla="*/ 0 w 71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60"/>
                <a:gd name="T13" fmla="*/ 0 h 336"/>
                <a:gd name="T14" fmla="*/ 7160 w 71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60" h="336">
                  <a:moveTo>
                    <a:pt x="7160" y="0"/>
                  </a:moveTo>
                  <a:lnTo>
                    <a:pt x="6127" y="0"/>
                  </a:lnTo>
                  <a:lnTo>
                    <a:pt x="612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70" name="Rectangle 73">
              <a:extLst>
                <a:ext uri="{FF2B5EF4-FFF2-40B4-BE49-F238E27FC236}">
                  <a16:creationId xmlns:a16="http://schemas.microsoft.com/office/drawing/2014/main" id="{7F3EAF40-128E-4E59-84D5-366FA083A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13" y="5834063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71" name="Rectangle 74">
              <a:extLst>
                <a:ext uri="{FF2B5EF4-FFF2-40B4-BE49-F238E27FC236}">
                  <a16:creationId xmlns:a16="http://schemas.microsoft.com/office/drawing/2014/main" id="{AA153B6D-211C-4977-9DA3-15D5E554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675" y="5921375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grpSp>
        <p:nvGrpSpPr>
          <p:cNvPr id="110594" name="Group 53">
            <a:extLst>
              <a:ext uri="{FF2B5EF4-FFF2-40B4-BE49-F238E27FC236}">
                <a16:creationId xmlns:a16="http://schemas.microsoft.com/office/drawing/2014/main" id="{D22EC112-AA38-48D6-A198-63AF6B3E1557}"/>
              </a:ext>
            </a:extLst>
          </p:cNvPr>
          <p:cNvGrpSpPr>
            <a:grpSpLocks/>
          </p:cNvGrpSpPr>
          <p:nvPr/>
        </p:nvGrpSpPr>
        <p:grpSpPr bwMode="auto">
          <a:xfrm>
            <a:off x="174625" y="244475"/>
            <a:ext cx="2676525" cy="3794125"/>
            <a:chOff x="3005138" y="1768474"/>
            <a:chExt cx="2676177" cy="3794126"/>
          </a:xfrm>
        </p:grpSpPr>
        <p:sp>
          <p:nvSpPr>
            <p:cNvPr id="110603" name="Rectangle 13">
              <a:extLst>
                <a:ext uri="{FF2B5EF4-FFF2-40B4-BE49-F238E27FC236}">
                  <a16:creationId xmlns:a16="http://schemas.microsoft.com/office/drawing/2014/main" id="{30C41892-604B-4806-A5BC-78616BB84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1768474"/>
              <a:ext cx="666750" cy="1085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04" name="Rectangle 15">
              <a:extLst>
                <a:ext uri="{FF2B5EF4-FFF2-40B4-BE49-F238E27FC236}">
                  <a16:creationId xmlns:a16="http://schemas.microsoft.com/office/drawing/2014/main" id="{A21E2484-0598-441E-A24D-13DB5FF96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05" name="Rectangle 16">
              <a:extLst>
                <a:ext uri="{FF2B5EF4-FFF2-40B4-BE49-F238E27FC236}">
                  <a16:creationId xmlns:a16="http://schemas.microsoft.com/office/drawing/2014/main" id="{85F8CCAC-1887-4885-8083-B9B11A56E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19542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06" name="Line 17">
              <a:extLst>
                <a:ext uri="{FF2B5EF4-FFF2-40B4-BE49-F238E27FC236}">
                  <a16:creationId xmlns:a16="http://schemas.microsoft.com/office/drawing/2014/main" id="{B17EB545-38C9-499C-827F-28C71307E8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2492374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07" name="Rectangle 18">
              <a:extLst>
                <a:ext uri="{FF2B5EF4-FFF2-40B4-BE49-F238E27FC236}">
                  <a16:creationId xmlns:a16="http://schemas.microsoft.com/office/drawing/2014/main" id="{0D2730BF-CAC1-4D00-A851-A615F0D9E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2500312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08" name="Rectangle 19">
              <a:extLst>
                <a:ext uri="{FF2B5EF4-FFF2-40B4-BE49-F238E27FC236}">
                  <a16:creationId xmlns:a16="http://schemas.microsoft.com/office/drawing/2014/main" id="{D0662D5B-D428-48E9-A992-DF8547BDC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3121024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09" name="Rectangle 21">
              <a:extLst>
                <a:ext uri="{FF2B5EF4-FFF2-40B4-BE49-F238E27FC236}">
                  <a16:creationId xmlns:a16="http://schemas.microsoft.com/office/drawing/2014/main" id="{21E635C5-0A62-4164-9400-F981D9F7B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331311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10" name="Rectangle 22">
              <a:extLst>
                <a:ext uri="{FF2B5EF4-FFF2-40B4-BE49-F238E27FC236}">
                  <a16:creationId xmlns:a16="http://schemas.microsoft.com/office/drawing/2014/main" id="{444DD788-8A62-4670-8C1A-E0075AA6B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3305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11" name="Line 23">
              <a:extLst>
                <a:ext uri="{FF2B5EF4-FFF2-40B4-BE49-F238E27FC236}">
                  <a16:creationId xmlns:a16="http://schemas.microsoft.com/office/drawing/2014/main" id="{583372FE-2ABD-4406-BCEC-A675E15588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3846512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2" name="Freeform 24">
              <a:extLst>
                <a:ext uri="{FF2B5EF4-FFF2-40B4-BE49-F238E27FC236}">
                  <a16:creationId xmlns:a16="http://schemas.microsoft.com/office/drawing/2014/main" id="{022ABA4B-C288-4A51-A0D7-3C4BBE692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3865562"/>
              <a:ext cx="133350" cy="133350"/>
            </a:xfrm>
            <a:custGeom>
              <a:avLst/>
              <a:gdLst>
                <a:gd name="T0" fmla="*/ 0 w 168"/>
                <a:gd name="T1" fmla="*/ 2147483646 h 168"/>
                <a:gd name="T2" fmla="*/ 2147483646 w 168"/>
                <a:gd name="T3" fmla="*/ 2147483646 h 168"/>
                <a:gd name="T4" fmla="*/ 0 w 168"/>
                <a:gd name="T5" fmla="*/ 0 h 168"/>
                <a:gd name="T6" fmla="*/ 0 60000 65536"/>
                <a:gd name="T7" fmla="*/ 0 60000 65536"/>
                <a:gd name="T8" fmla="*/ 0 60000 65536"/>
                <a:gd name="T9" fmla="*/ 0 w 168"/>
                <a:gd name="T10" fmla="*/ 0 h 168"/>
                <a:gd name="T11" fmla="*/ 168 w 168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8">
                  <a:moveTo>
                    <a:pt x="0" y="168"/>
                  </a:moveTo>
                  <a:lnTo>
                    <a:pt x="168" y="96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3" name="Rectangle 25">
              <a:extLst>
                <a:ext uri="{FF2B5EF4-FFF2-40B4-BE49-F238E27FC236}">
                  <a16:creationId xmlns:a16="http://schemas.microsoft.com/office/drawing/2014/main" id="{861CF5A5-2082-42F9-8253-B294BC517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0" y="4475162"/>
              <a:ext cx="666750" cy="10874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14" name="Rectangle 26">
              <a:extLst>
                <a:ext uri="{FF2B5EF4-FFF2-40B4-BE49-F238E27FC236}">
                  <a16:creationId xmlns:a16="http://schemas.microsoft.com/office/drawing/2014/main" id="{FBED94CD-CB07-493B-B4AD-C46FC8488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38512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15" name="Rectangle 27">
              <a:extLst>
                <a:ext uri="{FF2B5EF4-FFF2-40B4-BE49-F238E27FC236}">
                  <a16:creationId xmlns:a16="http://schemas.microsoft.com/office/drawing/2014/main" id="{B0A6E130-0BFA-4468-B191-B2CD03126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4664074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16" name="Rectangle 28">
              <a:extLst>
                <a:ext uri="{FF2B5EF4-FFF2-40B4-BE49-F238E27FC236}">
                  <a16:creationId xmlns:a16="http://schemas.microsoft.com/office/drawing/2014/main" id="{71D78CAF-2E94-4BBB-894E-F0C0AA32C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8538" y="46577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17" name="Line 29">
              <a:extLst>
                <a:ext uri="{FF2B5EF4-FFF2-40B4-BE49-F238E27FC236}">
                  <a16:creationId xmlns:a16="http://schemas.microsoft.com/office/drawing/2014/main" id="{5FAD9A7A-BED6-488D-8D4F-B61000185B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0" y="5200649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8" name="Freeform 30">
              <a:extLst>
                <a:ext uri="{FF2B5EF4-FFF2-40B4-BE49-F238E27FC236}">
                  <a16:creationId xmlns:a16="http://schemas.microsoft.com/office/drawing/2014/main" id="{9F3095C9-08A6-4D6C-8783-4B3A16AE6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750" y="5219699"/>
              <a:ext cx="133350" cy="133350"/>
            </a:xfrm>
            <a:custGeom>
              <a:avLst/>
              <a:gdLst>
                <a:gd name="T0" fmla="*/ 0 w 168"/>
                <a:gd name="T1" fmla="*/ 2147483646 h 169"/>
                <a:gd name="T2" fmla="*/ 2147483646 w 168"/>
                <a:gd name="T3" fmla="*/ 2147483646 h 169"/>
                <a:gd name="T4" fmla="*/ 0 w 168"/>
                <a:gd name="T5" fmla="*/ 0 h 169"/>
                <a:gd name="T6" fmla="*/ 0 60000 65536"/>
                <a:gd name="T7" fmla="*/ 0 60000 65536"/>
                <a:gd name="T8" fmla="*/ 0 60000 65536"/>
                <a:gd name="T9" fmla="*/ 0 w 168"/>
                <a:gd name="T10" fmla="*/ 0 h 169"/>
                <a:gd name="T11" fmla="*/ 168 w 168"/>
                <a:gd name="T12" fmla="*/ 169 h 1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69">
                  <a:moveTo>
                    <a:pt x="0" y="169"/>
                  </a:moveTo>
                  <a:lnTo>
                    <a:pt x="168" y="9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9" name="Line 31">
              <a:extLst>
                <a:ext uri="{FF2B5EF4-FFF2-40B4-BE49-F238E27FC236}">
                  <a16:creationId xmlns:a16="http://schemas.microsoft.com/office/drawing/2014/main" id="{DDF0B5BD-0200-4326-956C-CDB2D0EBA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0542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0" name="Line 32">
              <a:extLst>
                <a:ext uri="{FF2B5EF4-FFF2-40B4-BE49-F238E27FC236}">
                  <a16:creationId xmlns:a16="http://schemas.microsoft.com/office/drawing/2014/main" id="{58A47FDF-5C14-4FF8-857B-8A3AD1D0A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0542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1" name="Line 33">
              <a:extLst>
                <a:ext uri="{FF2B5EF4-FFF2-40B4-BE49-F238E27FC236}">
                  <a16:creationId xmlns:a16="http://schemas.microsoft.com/office/drawing/2014/main" id="{11042CED-A124-4528-9948-56CF124B2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9013" y="2587624"/>
              <a:ext cx="8207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2" name="Freeform 34">
              <a:extLst>
                <a:ext uri="{FF2B5EF4-FFF2-40B4-BE49-F238E27FC236}">
                  <a16:creationId xmlns:a16="http://schemas.microsoft.com/office/drawing/2014/main" id="{B1B4C852-7EA9-4A5E-8059-8726B6899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713" y="2587624"/>
              <a:ext cx="458787" cy="2708275"/>
            </a:xfrm>
            <a:custGeom>
              <a:avLst/>
              <a:gdLst>
                <a:gd name="T0" fmla="*/ 0 w 576"/>
                <a:gd name="T1" fmla="*/ 0 h 3412"/>
                <a:gd name="T2" fmla="*/ 0 w 576"/>
                <a:gd name="T3" fmla="*/ 2147483646 h 3412"/>
                <a:gd name="T4" fmla="*/ 2147483646 w 576"/>
                <a:gd name="T5" fmla="*/ 2147483646 h 3412"/>
                <a:gd name="T6" fmla="*/ 0 60000 65536"/>
                <a:gd name="T7" fmla="*/ 0 60000 65536"/>
                <a:gd name="T8" fmla="*/ 0 60000 65536"/>
                <a:gd name="T9" fmla="*/ 0 w 576"/>
                <a:gd name="T10" fmla="*/ 0 h 3412"/>
                <a:gd name="T11" fmla="*/ 576 w 576"/>
                <a:gd name="T12" fmla="*/ 3412 h 3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3412">
                  <a:moveTo>
                    <a:pt x="0" y="0"/>
                  </a:moveTo>
                  <a:lnTo>
                    <a:pt x="0" y="3412"/>
                  </a:lnTo>
                  <a:lnTo>
                    <a:pt x="576" y="341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3" name="Freeform 35">
              <a:extLst>
                <a:ext uri="{FF2B5EF4-FFF2-40B4-BE49-F238E27FC236}">
                  <a16:creationId xmlns:a16="http://schemas.microsoft.com/office/drawing/2014/main" id="{FDC5FDCD-6EE2-48AD-9ECB-8FA93DC3D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050" y="2054224"/>
              <a:ext cx="266700" cy="2687638"/>
            </a:xfrm>
            <a:custGeom>
              <a:avLst/>
              <a:gdLst>
                <a:gd name="T0" fmla="*/ 0 w 337"/>
                <a:gd name="T1" fmla="*/ 0 h 3388"/>
                <a:gd name="T2" fmla="*/ 0 w 337"/>
                <a:gd name="T3" fmla="*/ 2147483646 h 3388"/>
                <a:gd name="T4" fmla="*/ 2147483646 w 337"/>
                <a:gd name="T5" fmla="*/ 2147483646 h 3388"/>
                <a:gd name="T6" fmla="*/ 0 60000 65536"/>
                <a:gd name="T7" fmla="*/ 0 60000 65536"/>
                <a:gd name="T8" fmla="*/ 0 60000 65536"/>
                <a:gd name="T9" fmla="*/ 0 w 337"/>
                <a:gd name="T10" fmla="*/ 0 h 3388"/>
                <a:gd name="T11" fmla="*/ 337 w 337"/>
                <a:gd name="T12" fmla="*/ 3388 h 3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7" h="3388">
                  <a:moveTo>
                    <a:pt x="0" y="0"/>
                  </a:moveTo>
                  <a:lnTo>
                    <a:pt x="0" y="3388"/>
                  </a:lnTo>
                  <a:lnTo>
                    <a:pt x="337" y="338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4" name="Line 36">
              <a:extLst>
                <a:ext uri="{FF2B5EF4-FFF2-40B4-BE49-F238E27FC236}">
                  <a16:creationId xmlns:a16="http://schemas.microsoft.com/office/drawing/2014/main" id="{20CB23EB-E535-4553-8593-CA71F8BD0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713" y="3941762"/>
              <a:ext cx="5540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5" name="Line 37">
              <a:extLst>
                <a:ext uri="{FF2B5EF4-FFF2-40B4-BE49-F238E27FC236}">
                  <a16:creationId xmlns:a16="http://schemas.microsoft.com/office/drawing/2014/main" id="{B4A60220-EF6B-4FCA-9689-0D2A5927D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05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6" name="Line 38">
              <a:extLst>
                <a:ext uri="{FF2B5EF4-FFF2-40B4-BE49-F238E27FC236}">
                  <a16:creationId xmlns:a16="http://schemas.microsoft.com/office/drawing/2014/main" id="{9F687F7C-59C4-49BA-82F8-283C08E5A9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2587624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7" name="Line 39">
              <a:extLst>
                <a:ext uri="{FF2B5EF4-FFF2-40B4-BE49-F238E27FC236}">
                  <a16:creationId xmlns:a16="http://schemas.microsoft.com/office/drawing/2014/main" id="{911CCCCE-82E1-439B-83F7-59889918CF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4083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8" name="Line 40">
              <a:extLst>
                <a:ext uri="{FF2B5EF4-FFF2-40B4-BE49-F238E27FC236}">
                  <a16:creationId xmlns:a16="http://schemas.microsoft.com/office/drawing/2014/main" id="{3292F08D-B75B-4554-ABAA-ACC6AA4FA7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3943349"/>
              <a:ext cx="2667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9" name="Line 41">
              <a:extLst>
                <a:ext uri="{FF2B5EF4-FFF2-40B4-BE49-F238E27FC236}">
                  <a16:creationId xmlns:a16="http://schemas.microsoft.com/office/drawing/2014/main" id="{B025036A-1043-4ACE-BA55-862C879273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4741862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30" name="Line 42">
              <a:extLst>
                <a:ext uri="{FF2B5EF4-FFF2-40B4-BE49-F238E27FC236}">
                  <a16:creationId xmlns:a16="http://schemas.microsoft.com/office/drawing/2014/main" id="{4A5DA384-F5CE-4741-89D7-527E10B040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6500" y="5295899"/>
              <a:ext cx="2667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31" name="Freeform 43">
              <a:extLst>
                <a:ext uri="{FF2B5EF4-FFF2-40B4-BE49-F238E27FC236}">
                  <a16:creationId xmlns:a16="http://schemas.microsoft.com/office/drawing/2014/main" id="{8CCE38FF-86A2-4CD6-9E66-C926AA2B7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3922712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1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9"/>
                  </a:lnTo>
                  <a:lnTo>
                    <a:pt x="8" y="9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3"/>
                  </a:lnTo>
                  <a:lnTo>
                    <a:pt x="56" y="3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9"/>
                  </a:lnTo>
                  <a:lnTo>
                    <a:pt x="65" y="9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5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1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7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1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7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3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39"/>
                  </a:lnTo>
                  <a:lnTo>
                    <a:pt x="63" y="39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5"/>
                  </a:lnTo>
                  <a:lnTo>
                    <a:pt x="55" y="45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5"/>
                  </a:lnTo>
                  <a:lnTo>
                    <a:pt x="15" y="45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39"/>
                  </a:lnTo>
                  <a:lnTo>
                    <a:pt x="7" y="39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3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32" name="Freeform 44">
              <a:extLst>
                <a:ext uri="{FF2B5EF4-FFF2-40B4-BE49-F238E27FC236}">
                  <a16:creationId xmlns:a16="http://schemas.microsoft.com/office/drawing/2014/main" id="{DA275758-75B2-47E5-A567-C3223BD23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3368674"/>
              <a:ext cx="57150" cy="58738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8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0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6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8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8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2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6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33" name="Freeform 45">
              <a:extLst>
                <a:ext uri="{FF2B5EF4-FFF2-40B4-BE49-F238E27FC236}">
                  <a16:creationId xmlns:a16="http://schemas.microsoft.com/office/drawing/2014/main" id="{816E2384-1EBF-41B2-BEBE-E86279472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663" y="2568574"/>
              <a:ext cx="57150" cy="38100"/>
            </a:xfrm>
            <a:custGeom>
              <a:avLst/>
              <a:gdLst>
                <a:gd name="T0" fmla="*/ 0 w 72"/>
                <a:gd name="T1" fmla="*/ 2147483646 h 48"/>
                <a:gd name="T2" fmla="*/ 2147483646 w 72"/>
                <a:gd name="T3" fmla="*/ 2147483646 h 48"/>
                <a:gd name="T4" fmla="*/ 2147483646 w 72"/>
                <a:gd name="T5" fmla="*/ 2147483646 h 48"/>
                <a:gd name="T6" fmla="*/ 2147483646 w 72"/>
                <a:gd name="T7" fmla="*/ 2147483646 h 48"/>
                <a:gd name="T8" fmla="*/ 2147483646 w 72"/>
                <a:gd name="T9" fmla="*/ 2147483646 h 48"/>
                <a:gd name="T10" fmla="*/ 2147483646 w 72"/>
                <a:gd name="T11" fmla="*/ 2147483646 h 48"/>
                <a:gd name="T12" fmla="*/ 2147483646 w 72"/>
                <a:gd name="T13" fmla="*/ 2147483646 h 48"/>
                <a:gd name="T14" fmla="*/ 2147483646 w 72"/>
                <a:gd name="T15" fmla="*/ 2147483646 h 48"/>
                <a:gd name="T16" fmla="*/ 2147483646 w 72"/>
                <a:gd name="T17" fmla="*/ 2147483646 h 48"/>
                <a:gd name="T18" fmla="*/ 2147483646 w 72"/>
                <a:gd name="T19" fmla="*/ 2147483646 h 48"/>
                <a:gd name="T20" fmla="*/ 2147483646 w 72"/>
                <a:gd name="T21" fmla="*/ 2147483646 h 48"/>
                <a:gd name="T22" fmla="*/ 2147483646 w 72"/>
                <a:gd name="T23" fmla="*/ 0 h 48"/>
                <a:gd name="T24" fmla="*/ 2147483646 w 72"/>
                <a:gd name="T25" fmla="*/ 2147483646 h 48"/>
                <a:gd name="T26" fmla="*/ 2147483646 w 72"/>
                <a:gd name="T27" fmla="*/ 2147483646 h 48"/>
                <a:gd name="T28" fmla="*/ 2147483646 w 72"/>
                <a:gd name="T29" fmla="*/ 2147483646 h 48"/>
                <a:gd name="T30" fmla="*/ 2147483646 w 72"/>
                <a:gd name="T31" fmla="*/ 2147483646 h 48"/>
                <a:gd name="T32" fmla="*/ 2147483646 w 72"/>
                <a:gd name="T33" fmla="*/ 2147483646 h 48"/>
                <a:gd name="T34" fmla="*/ 2147483646 w 72"/>
                <a:gd name="T35" fmla="*/ 2147483646 h 48"/>
                <a:gd name="T36" fmla="*/ 2147483646 w 72"/>
                <a:gd name="T37" fmla="*/ 2147483646 h 48"/>
                <a:gd name="T38" fmla="*/ 2147483646 w 72"/>
                <a:gd name="T39" fmla="*/ 2147483646 h 48"/>
                <a:gd name="T40" fmla="*/ 2147483646 w 72"/>
                <a:gd name="T41" fmla="*/ 2147483646 h 48"/>
                <a:gd name="T42" fmla="*/ 2147483646 w 72"/>
                <a:gd name="T43" fmla="*/ 2147483646 h 48"/>
                <a:gd name="T44" fmla="*/ 2147483646 w 72"/>
                <a:gd name="T45" fmla="*/ 2147483646 h 48"/>
                <a:gd name="T46" fmla="*/ 2147483646 w 72"/>
                <a:gd name="T47" fmla="*/ 2147483646 h 48"/>
                <a:gd name="T48" fmla="*/ 2147483646 w 72"/>
                <a:gd name="T49" fmla="*/ 2147483646 h 48"/>
                <a:gd name="T50" fmla="*/ 2147483646 w 72"/>
                <a:gd name="T51" fmla="*/ 2147483646 h 48"/>
                <a:gd name="T52" fmla="*/ 2147483646 w 72"/>
                <a:gd name="T53" fmla="*/ 2147483646 h 48"/>
                <a:gd name="T54" fmla="*/ 2147483646 w 72"/>
                <a:gd name="T55" fmla="*/ 2147483646 h 48"/>
                <a:gd name="T56" fmla="*/ 2147483646 w 72"/>
                <a:gd name="T57" fmla="*/ 2147483646 h 48"/>
                <a:gd name="T58" fmla="*/ 2147483646 w 72"/>
                <a:gd name="T59" fmla="*/ 2147483646 h 48"/>
                <a:gd name="T60" fmla="*/ 2147483646 w 72"/>
                <a:gd name="T61" fmla="*/ 2147483646 h 48"/>
                <a:gd name="T62" fmla="*/ 2147483646 w 72"/>
                <a:gd name="T63" fmla="*/ 2147483646 h 48"/>
                <a:gd name="T64" fmla="*/ 2147483646 w 72"/>
                <a:gd name="T65" fmla="*/ 2147483646 h 48"/>
                <a:gd name="T66" fmla="*/ 2147483646 w 72"/>
                <a:gd name="T67" fmla="*/ 2147483646 h 48"/>
                <a:gd name="T68" fmla="*/ 2147483646 w 72"/>
                <a:gd name="T69" fmla="*/ 2147483646 h 48"/>
                <a:gd name="T70" fmla="*/ 2147483646 w 72"/>
                <a:gd name="T71" fmla="*/ 2147483646 h 48"/>
                <a:gd name="T72" fmla="*/ 2147483646 w 72"/>
                <a:gd name="T73" fmla="*/ 2147483646 h 48"/>
                <a:gd name="T74" fmla="*/ 2147483646 w 72"/>
                <a:gd name="T75" fmla="*/ 2147483646 h 48"/>
                <a:gd name="T76" fmla="*/ 2147483646 w 72"/>
                <a:gd name="T77" fmla="*/ 2147483646 h 48"/>
                <a:gd name="T78" fmla="*/ 2147483646 w 72"/>
                <a:gd name="T79" fmla="*/ 2147483646 h 48"/>
                <a:gd name="T80" fmla="*/ 2147483646 w 72"/>
                <a:gd name="T81" fmla="*/ 2147483646 h 48"/>
                <a:gd name="T82" fmla="*/ 2147483646 w 72"/>
                <a:gd name="T83" fmla="*/ 2147483646 h 48"/>
                <a:gd name="T84" fmla="*/ 2147483646 w 72"/>
                <a:gd name="T85" fmla="*/ 2147483646 h 48"/>
                <a:gd name="T86" fmla="*/ 2147483646 w 72"/>
                <a:gd name="T87" fmla="*/ 2147483646 h 48"/>
                <a:gd name="T88" fmla="*/ 2147483646 w 72"/>
                <a:gd name="T89" fmla="*/ 2147483646 h 48"/>
                <a:gd name="T90" fmla="*/ 2147483646 w 72"/>
                <a:gd name="T91" fmla="*/ 2147483646 h 48"/>
                <a:gd name="T92" fmla="*/ 2147483646 w 72"/>
                <a:gd name="T93" fmla="*/ 2147483646 h 48"/>
                <a:gd name="T94" fmla="*/ 2147483646 w 72"/>
                <a:gd name="T95" fmla="*/ 2147483646 h 48"/>
                <a:gd name="T96" fmla="*/ 2147483646 w 72"/>
                <a:gd name="T97" fmla="*/ 2147483646 h 48"/>
                <a:gd name="T98" fmla="*/ 2147483646 w 72"/>
                <a:gd name="T99" fmla="*/ 2147483646 h 48"/>
                <a:gd name="T100" fmla="*/ 2147483646 w 72"/>
                <a:gd name="T101" fmla="*/ 2147483646 h 48"/>
                <a:gd name="T102" fmla="*/ 2147483646 w 72"/>
                <a:gd name="T103" fmla="*/ 2147483646 h 48"/>
                <a:gd name="T104" fmla="*/ 2147483646 w 72"/>
                <a:gd name="T105" fmla="*/ 2147483646 h 48"/>
                <a:gd name="T106" fmla="*/ 2147483646 w 72"/>
                <a:gd name="T107" fmla="*/ 2147483646 h 48"/>
                <a:gd name="T108" fmla="*/ 2147483646 w 72"/>
                <a:gd name="T109" fmla="*/ 2147483646 h 48"/>
                <a:gd name="T110" fmla="*/ 0 w 72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48"/>
                <a:gd name="T170" fmla="*/ 72 w 72"/>
                <a:gd name="T171" fmla="*/ 48 h 48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48">
                  <a:moveTo>
                    <a:pt x="0" y="19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6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1" y="2"/>
                  </a:lnTo>
                  <a:lnTo>
                    <a:pt x="53" y="2"/>
                  </a:lnTo>
                  <a:lnTo>
                    <a:pt x="54" y="2"/>
                  </a:lnTo>
                  <a:lnTo>
                    <a:pt x="55" y="4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2" y="8"/>
                  </a:lnTo>
                  <a:lnTo>
                    <a:pt x="63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8" y="14"/>
                  </a:lnTo>
                  <a:lnTo>
                    <a:pt x="68" y="16"/>
                  </a:lnTo>
                  <a:lnTo>
                    <a:pt x="69" y="17"/>
                  </a:lnTo>
                  <a:lnTo>
                    <a:pt x="69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6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19"/>
                  </a:lnTo>
                  <a:lnTo>
                    <a:pt x="72" y="22"/>
                  </a:lnTo>
                  <a:lnTo>
                    <a:pt x="72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1" y="26"/>
                  </a:lnTo>
                  <a:lnTo>
                    <a:pt x="71" y="28"/>
                  </a:lnTo>
                  <a:lnTo>
                    <a:pt x="71" y="30"/>
                  </a:lnTo>
                  <a:lnTo>
                    <a:pt x="69" y="31"/>
                  </a:lnTo>
                  <a:lnTo>
                    <a:pt x="69" y="32"/>
                  </a:lnTo>
                  <a:lnTo>
                    <a:pt x="68" y="34"/>
                  </a:lnTo>
                  <a:lnTo>
                    <a:pt x="68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6" y="38"/>
                  </a:lnTo>
                  <a:lnTo>
                    <a:pt x="65" y="40"/>
                  </a:lnTo>
                  <a:lnTo>
                    <a:pt x="63" y="40"/>
                  </a:lnTo>
                  <a:lnTo>
                    <a:pt x="62" y="41"/>
                  </a:lnTo>
                  <a:lnTo>
                    <a:pt x="61" y="42"/>
                  </a:lnTo>
                  <a:lnTo>
                    <a:pt x="60" y="43"/>
                  </a:lnTo>
                  <a:lnTo>
                    <a:pt x="59" y="43"/>
                  </a:lnTo>
                  <a:lnTo>
                    <a:pt x="57" y="44"/>
                  </a:lnTo>
                  <a:lnTo>
                    <a:pt x="56" y="46"/>
                  </a:lnTo>
                  <a:lnTo>
                    <a:pt x="55" y="46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0" y="48"/>
                  </a:lnTo>
                  <a:lnTo>
                    <a:pt x="49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4" y="48"/>
                  </a:lnTo>
                  <a:lnTo>
                    <a:pt x="43" y="48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0" y="47"/>
                  </a:lnTo>
                  <a:lnTo>
                    <a:pt x="19" y="47"/>
                  </a:lnTo>
                  <a:lnTo>
                    <a:pt x="18" y="47"/>
                  </a:lnTo>
                  <a:lnTo>
                    <a:pt x="17" y="46"/>
                  </a:lnTo>
                  <a:lnTo>
                    <a:pt x="15" y="46"/>
                  </a:lnTo>
                  <a:lnTo>
                    <a:pt x="14" y="44"/>
                  </a:lnTo>
                  <a:lnTo>
                    <a:pt x="13" y="43"/>
                  </a:lnTo>
                  <a:lnTo>
                    <a:pt x="12" y="43"/>
                  </a:lnTo>
                  <a:lnTo>
                    <a:pt x="11" y="42"/>
                  </a:lnTo>
                  <a:lnTo>
                    <a:pt x="9" y="41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6" y="37"/>
                  </a:lnTo>
                  <a:lnTo>
                    <a:pt x="5" y="36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2" y="32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1" y="28"/>
                  </a:lnTo>
                  <a:lnTo>
                    <a:pt x="1" y="26"/>
                  </a:lnTo>
                  <a:lnTo>
                    <a:pt x="1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34" name="Freeform 46">
              <a:extLst>
                <a:ext uri="{FF2B5EF4-FFF2-40B4-BE49-F238E27FC236}">
                  <a16:creationId xmlns:a16="http://schemas.microsoft.com/office/drawing/2014/main" id="{AA0CD454-F9E5-476E-9648-F68AC84E1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950" y="2016124"/>
              <a:ext cx="57150" cy="57150"/>
            </a:xfrm>
            <a:custGeom>
              <a:avLst/>
              <a:gdLst>
                <a:gd name="T0" fmla="*/ 0 w 72"/>
                <a:gd name="T1" fmla="*/ 2147483646 h 72"/>
                <a:gd name="T2" fmla="*/ 2147483646 w 72"/>
                <a:gd name="T3" fmla="*/ 2147483646 h 72"/>
                <a:gd name="T4" fmla="*/ 2147483646 w 72"/>
                <a:gd name="T5" fmla="*/ 2147483646 h 72"/>
                <a:gd name="T6" fmla="*/ 2147483646 w 72"/>
                <a:gd name="T7" fmla="*/ 2147483646 h 72"/>
                <a:gd name="T8" fmla="*/ 2147483646 w 72"/>
                <a:gd name="T9" fmla="*/ 2147483646 h 72"/>
                <a:gd name="T10" fmla="*/ 2147483646 w 72"/>
                <a:gd name="T11" fmla="*/ 2147483646 h 72"/>
                <a:gd name="T12" fmla="*/ 2147483646 w 72"/>
                <a:gd name="T13" fmla="*/ 2147483646 h 72"/>
                <a:gd name="T14" fmla="*/ 2147483646 w 72"/>
                <a:gd name="T15" fmla="*/ 2147483646 h 72"/>
                <a:gd name="T16" fmla="*/ 2147483646 w 72"/>
                <a:gd name="T17" fmla="*/ 2147483646 h 72"/>
                <a:gd name="T18" fmla="*/ 2147483646 w 72"/>
                <a:gd name="T19" fmla="*/ 2147483646 h 72"/>
                <a:gd name="T20" fmla="*/ 2147483646 w 72"/>
                <a:gd name="T21" fmla="*/ 2147483646 h 72"/>
                <a:gd name="T22" fmla="*/ 2147483646 w 72"/>
                <a:gd name="T23" fmla="*/ 0 h 72"/>
                <a:gd name="T24" fmla="*/ 2147483646 w 72"/>
                <a:gd name="T25" fmla="*/ 2147483646 h 72"/>
                <a:gd name="T26" fmla="*/ 2147483646 w 72"/>
                <a:gd name="T27" fmla="*/ 2147483646 h 72"/>
                <a:gd name="T28" fmla="*/ 2147483646 w 72"/>
                <a:gd name="T29" fmla="*/ 2147483646 h 72"/>
                <a:gd name="T30" fmla="*/ 2147483646 w 72"/>
                <a:gd name="T31" fmla="*/ 2147483646 h 72"/>
                <a:gd name="T32" fmla="*/ 2147483646 w 72"/>
                <a:gd name="T33" fmla="*/ 2147483646 h 72"/>
                <a:gd name="T34" fmla="*/ 2147483646 w 72"/>
                <a:gd name="T35" fmla="*/ 2147483646 h 72"/>
                <a:gd name="T36" fmla="*/ 2147483646 w 72"/>
                <a:gd name="T37" fmla="*/ 2147483646 h 72"/>
                <a:gd name="T38" fmla="*/ 2147483646 w 72"/>
                <a:gd name="T39" fmla="*/ 2147483646 h 72"/>
                <a:gd name="T40" fmla="*/ 2147483646 w 72"/>
                <a:gd name="T41" fmla="*/ 2147483646 h 72"/>
                <a:gd name="T42" fmla="*/ 2147483646 w 72"/>
                <a:gd name="T43" fmla="*/ 2147483646 h 72"/>
                <a:gd name="T44" fmla="*/ 2147483646 w 72"/>
                <a:gd name="T45" fmla="*/ 2147483646 h 72"/>
                <a:gd name="T46" fmla="*/ 2147483646 w 72"/>
                <a:gd name="T47" fmla="*/ 2147483646 h 72"/>
                <a:gd name="T48" fmla="*/ 2147483646 w 72"/>
                <a:gd name="T49" fmla="*/ 2147483646 h 72"/>
                <a:gd name="T50" fmla="*/ 2147483646 w 72"/>
                <a:gd name="T51" fmla="*/ 2147483646 h 72"/>
                <a:gd name="T52" fmla="*/ 2147483646 w 72"/>
                <a:gd name="T53" fmla="*/ 2147483646 h 72"/>
                <a:gd name="T54" fmla="*/ 2147483646 w 72"/>
                <a:gd name="T55" fmla="*/ 2147483646 h 72"/>
                <a:gd name="T56" fmla="*/ 2147483646 w 72"/>
                <a:gd name="T57" fmla="*/ 2147483646 h 72"/>
                <a:gd name="T58" fmla="*/ 2147483646 w 72"/>
                <a:gd name="T59" fmla="*/ 2147483646 h 72"/>
                <a:gd name="T60" fmla="*/ 2147483646 w 72"/>
                <a:gd name="T61" fmla="*/ 2147483646 h 72"/>
                <a:gd name="T62" fmla="*/ 2147483646 w 72"/>
                <a:gd name="T63" fmla="*/ 2147483646 h 72"/>
                <a:gd name="T64" fmla="*/ 2147483646 w 72"/>
                <a:gd name="T65" fmla="*/ 2147483646 h 72"/>
                <a:gd name="T66" fmla="*/ 2147483646 w 72"/>
                <a:gd name="T67" fmla="*/ 2147483646 h 72"/>
                <a:gd name="T68" fmla="*/ 2147483646 w 72"/>
                <a:gd name="T69" fmla="*/ 2147483646 h 72"/>
                <a:gd name="T70" fmla="*/ 2147483646 w 72"/>
                <a:gd name="T71" fmla="*/ 2147483646 h 72"/>
                <a:gd name="T72" fmla="*/ 2147483646 w 72"/>
                <a:gd name="T73" fmla="*/ 2147483646 h 72"/>
                <a:gd name="T74" fmla="*/ 2147483646 w 72"/>
                <a:gd name="T75" fmla="*/ 2147483646 h 72"/>
                <a:gd name="T76" fmla="*/ 2147483646 w 72"/>
                <a:gd name="T77" fmla="*/ 2147483646 h 72"/>
                <a:gd name="T78" fmla="*/ 2147483646 w 72"/>
                <a:gd name="T79" fmla="*/ 2147483646 h 72"/>
                <a:gd name="T80" fmla="*/ 2147483646 w 72"/>
                <a:gd name="T81" fmla="*/ 2147483646 h 72"/>
                <a:gd name="T82" fmla="*/ 2147483646 w 72"/>
                <a:gd name="T83" fmla="*/ 2147483646 h 72"/>
                <a:gd name="T84" fmla="*/ 2147483646 w 72"/>
                <a:gd name="T85" fmla="*/ 2147483646 h 72"/>
                <a:gd name="T86" fmla="*/ 2147483646 w 72"/>
                <a:gd name="T87" fmla="*/ 2147483646 h 72"/>
                <a:gd name="T88" fmla="*/ 2147483646 w 72"/>
                <a:gd name="T89" fmla="*/ 2147483646 h 72"/>
                <a:gd name="T90" fmla="*/ 2147483646 w 72"/>
                <a:gd name="T91" fmla="*/ 2147483646 h 72"/>
                <a:gd name="T92" fmla="*/ 2147483646 w 72"/>
                <a:gd name="T93" fmla="*/ 2147483646 h 72"/>
                <a:gd name="T94" fmla="*/ 2147483646 w 72"/>
                <a:gd name="T95" fmla="*/ 2147483646 h 72"/>
                <a:gd name="T96" fmla="*/ 2147483646 w 72"/>
                <a:gd name="T97" fmla="*/ 2147483646 h 72"/>
                <a:gd name="T98" fmla="*/ 2147483646 w 72"/>
                <a:gd name="T99" fmla="*/ 2147483646 h 72"/>
                <a:gd name="T100" fmla="*/ 2147483646 w 72"/>
                <a:gd name="T101" fmla="*/ 2147483646 h 72"/>
                <a:gd name="T102" fmla="*/ 2147483646 w 72"/>
                <a:gd name="T103" fmla="*/ 2147483646 h 72"/>
                <a:gd name="T104" fmla="*/ 2147483646 w 72"/>
                <a:gd name="T105" fmla="*/ 2147483646 h 72"/>
                <a:gd name="T106" fmla="*/ 2147483646 w 72"/>
                <a:gd name="T107" fmla="*/ 2147483646 h 72"/>
                <a:gd name="T108" fmla="*/ 2147483646 w 72"/>
                <a:gd name="T109" fmla="*/ 2147483646 h 72"/>
                <a:gd name="T110" fmla="*/ 0 w 72"/>
                <a:gd name="T111" fmla="*/ 2147483646 h 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72"/>
                <a:gd name="T169" fmla="*/ 0 h 72"/>
                <a:gd name="T170" fmla="*/ 72 w 72"/>
                <a:gd name="T171" fmla="*/ 72 h 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72" h="72">
                  <a:moveTo>
                    <a:pt x="0" y="43"/>
                  </a:moveTo>
                  <a:lnTo>
                    <a:pt x="0" y="30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10" y="9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3"/>
                  </a:lnTo>
                  <a:lnTo>
                    <a:pt x="19" y="3"/>
                  </a:lnTo>
                  <a:lnTo>
                    <a:pt x="21" y="3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0"/>
                  </a:lnTo>
                  <a:lnTo>
                    <a:pt x="43" y="0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3"/>
                  </a:lnTo>
                  <a:lnTo>
                    <a:pt x="53" y="3"/>
                  </a:lnTo>
                  <a:lnTo>
                    <a:pt x="54" y="3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8" y="5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1" y="7"/>
                  </a:lnTo>
                  <a:lnTo>
                    <a:pt x="63" y="9"/>
                  </a:lnTo>
                  <a:lnTo>
                    <a:pt x="64" y="10"/>
                  </a:lnTo>
                  <a:lnTo>
                    <a:pt x="65" y="10"/>
                  </a:lnTo>
                  <a:lnTo>
                    <a:pt x="66" y="11"/>
                  </a:lnTo>
                  <a:lnTo>
                    <a:pt x="66" y="12"/>
                  </a:lnTo>
                  <a:lnTo>
                    <a:pt x="67" y="13"/>
                  </a:lnTo>
                  <a:lnTo>
                    <a:pt x="69" y="15"/>
                  </a:lnTo>
                  <a:lnTo>
                    <a:pt x="69" y="16"/>
                  </a:lnTo>
                  <a:lnTo>
                    <a:pt x="70" y="17"/>
                  </a:lnTo>
                  <a:lnTo>
                    <a:pt x="70" y="18"/>
                  </a:lnTo>
                  <a:lnTo>
                    <a:pt x="71" y="19"/>
                  </a:lnTo>
                  <a:lnTo>
                    <a:pt x="71" y="22"/>
                  </a:lnTo>
                  <a:lnTo>
                    <a:pt x="71" y="23"/>
                  </a:lnTo>
                  <a:lnTo>
                    <a:pt x="72" y="24"/>
                  </a:lnTo>
                  <a:lnTo>
                    <a:pt x="72" y="25"/>
                  </a:lnTo>
                  <a:lnTo>
                    <a:pt x="72" y="27"/>
                  </a:lnTo>
                  <a:lnTo>
                    <a:pt x="72" y="28"/>
                  </a:lnTo>
                  <a:lnTo>
                    <a:pt x="72" y="30"/>
                  </a:lnTo>
                  <a:lnTo>
                    <a:pt x="72" y="43"/>
                  </a:lnTo>
                  <a:lnTo>
                    <a:pt x="72" y="46"/>
                  </a:lnTo>
                  <a:lnTo>
                    <a:pt x="72" y="47"/>
                  </a:lnTo>
                  <a:lnTo>
                    <a:pt x="72" y="48"/>
                  </a:lnTo>
                  <a:lnTo>
                    <a:pt x="72" y="49"/>
                  </a:lnTo>
                  <a:lnTo>
                    <a:pt x="71" y="51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5"/>
                  </a:lnTo>
                  <a:lnTo>
                    <a:pt x="70" y="57"/>
                  </a:lnTo>
                  <a:lnTo>
                    <a:pt x="69" y="58"/>
                  </a:lnTo>
                  <a:lnTo>
                    <a:pt x="69" y="59"/>
                  </a:lnTo>
                  <a:lnTo>
                    <a:pt x="67" y="60"/>
                  </a:lnTo>
                  <a:lnTo>
                    <a:pt x="66" y="61"/>
                  </a:lnTo>
                  <a:lnTo>
                    <a:pt x="66" y="63"/>
                  </a:lnTo>
                  <a:lnTo>
                    <a:pt x="65" y="64"/>
                  </a:lnTo>
                  <a:lnTo>
                    <a:pt x="64" y="64"/>
                  </a:lnTo>
                  <a:lnTo>
                    <a:pt x="63" y="65"/>
                  </a:lnTo>
                  <a:lnTo>
                    <a:pt x="61" y="66"/>
                  </a:lnTo>
                  <a:lnTo>
                    <a:pt x="60" y="67"/>
                  </a:lnTo>
                  <a:lnTo>
                    <a:pt x="59" y="67"/>
                  </a:lnTo>
                  <a:lnTo>
                    <a:pt x="58" y="69"/>
                  </a:lnTo>
                  <a:lnTo>
                    <a:pt x="57" y="70"/>
                  </a:lnTo>
                  <a:lnTo>
                    <a:pt x="55" y="70"/>
                  </a:lnTo>
                  <a:lnTo>
                    <a:pt x="54" y="71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1" y="72"/>
                  </a:lnTo>
                  <a:lnTo>
                    <a:pt x="49" y="72"/>
                  </a:lnTo>
                  <a:lnTo>
                    <a:pt x="48" y="72"/>
                  </a:lnTo>
                  <a:lnTo>
                    <a:pt x="46" y="72"/>
                  </a:lnTo>
                  <a:lnTo>
                    <a:pt x="45" y="72"/>
                  </a:lnTo>
                  <a:lnTo>
                    <a:pt x="43" y="72"/>
                  </a:lnTo>
                  <a:lnTo>
                    <a:pt x="29" y="72"/>
                  </a:lnTo>
                  <a:lnTo>
                    <a:pt x="28" y="72"/>
                  </a:lnTo>
                  <a:lnTo>
                    <a:pt x="27" y="72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2" y="72"/>
                  </a:lnTo>
                  <a:lnTo>
                    <a:pt x="21" y="71"/>
                  </a:lnTo>
                  <a:lnTo>
                    <a:pt x="19" y="71"/>
                  </a:lnTo>
                  <a:lnTo>
                    <a:pt x="18" y="71"/>
                  </a:lnTo>
                  <a:lnTo>
                    <a:pt x="17" y="70"/>
                  </a:lnTo>
                  <a:lnTo>
                    <a:pt x="16" y="70"/>
                  </a:lnTo>
                  <a:lnTo>
                    <a:pt x="15" y="69"/>
                  </a:lnTo>
                  <a:lnTo>
                    <a:pt x="13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3"/>
                  </a:lnTo>
                  <a:lnTo>
                    <a:pt x="6" y="61"/>
                  </a:lnTo>
                  <a:lnTo>
                    <a:pt x="5" y="60"/>
                  </a:lnTo>
                  <a:lnTo>
                    <a:pt x="5" y="59"/>
                  </a:lnTo>
                  <a:lnTo>
                    <a:pt x="4" y="58"/>
                  </a:lnTo>
                  <a:lnTo>
                    <a:pt x="3" y="57"/>
                  </a:lnTo>
                  <a:lnTo>
                    <a:pt x="3" y="55"/>
                  </a:lnTo>
                  <a:lnTo>
                    <a:pt x="3" y="54"/>
                  </a:lnTo>
                  <a:lnTo>
                    <a:pt x="1" y="52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0" y="48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35" name="Freeform 47">
              <a:extLst>
                <a:ext uri="{FF2B5EF4-FFF2-40B4-BE49-F238E27FC236}">
                  <a16:creationId xmlns:a16="http://schemas.microsoft.com/office/drawing/2014/main" id="{CF8BE968-4FA6-4BF1-8F56-87677AFFB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500" y="5257799"/>
              <a:ext cx="95250" cy="76200"/>
            </a:xfrm>
            <a:custGeom>
              <a:avLst/>
              <a:gdLst>
                <a:gd name="T0" fmla="*/ 0 w 121"/>
                <a:gd name="T1" fmla="*/ 2147483646 h 96"/>
                <a:gd name="T2" fmla="*/ 0 w 121"/>
                <a:gd name="T3" fmla="*/ 2147483646 h 96"/>
                <a:gd name="T4" fmla="*/ 2147483646 w 121"/>
                <a:gd name="T5" fmla="*/ 2147483646 h 96"/>
                <a:gd name="T6" fmla="*/ 2147483646 w 121"/>
                <a:gd name="T7" fmla="*/ 2147483646 h 96"/>
                <a:gd name="T8" fmla="*/ 2147483646 w 121"/>
                <a:gd name="T9" fmla="*/ 2147483646 h 96"/>
                <a:gd name="T10" fmla="*/ 2147483646 w 121"/>
                <a:gd name="T11" fmla="*/ 2147483646 h 96"/>
                <a:gd name="T12" fmla="*/ 2147483646 w 121"/>
                <a:gd name="T13" fmla="*/ 2147483646 h 96"/>
                <a:gd name="T14" fmla="*/ 2147483646 w 121"/>
                <a:gd name="T15" fmla="*/ 2147483646 h 96"/>
                <a:gd name="T16" fmla="*/ 2147483646 w 121"/>
                <a:gd name="T17" fmla="*/ 2147483646 h 96"/>
                <a:gd name="T18" fmla="*/ 2147483646 w 121"/>
                <a:gd name="T19" fmla="*/ 2147483646 h 96"/>
                <a:gd name="T20" fmla="*/ 2147483646 w 121"/>
                <a:gd name="T21" fmla="*/ 2147483646 h 96"/>
                <a:gd name="T22" fmla="*/ 2147483646 w 121"/>
                <a:gd name="T23" fmla="*/ 0 h 96"/>
                <a:gd name="T24" fmla="*/ 2147483646 w 121"/>
                <a:gd name="T25" fmla="*/ 2147483646 h 96"/>
                <a:gd name="T26" fmla="*/ 2147483646 w 121"/>
                <a:gd name="T27" fmla="*/ 2147483646 h 96"/>
                <a:gd name="T28" fmla="*/ 2147483646 w 121"/>
                <a:gd name="T29" fmla="*/ 2147483646 h 96"/>
                <a:gd name="T30" fmla="*/ 2147483646 w 121"/>
                <a:gd name="T31" fmla="*/ 2147483646 h 96"/>
                <a:gd name="T32" fmla="*/ 2147483646 w 121"/>
                <a:gd name="T33" fmla="*/ 2147483646 h 96"/>
                <a:gd name="T34" fmla="*/ 2147483646 w 121"/>
                <a:gd name="T35" fmla="*/ 2147483646 h 96"/>
                <a:gd name="T36" fmla="*/ 2147483646 w 121"/>
                <a:gd name="T37" fmla="*/ 2147483646 h 96"/>
                <a:gd name="T38" fmla="*/ 2147483646 w 121"/>
                <a:gd name="T39" fmla="*/ 2147483646 h 96"/>
                <a:gd name="T40" fmla="*/ 2147483646 w 121"/>
                <a:gd name="T41" fmla="*/ 2147483646 h 96"/>
                <a:gd name="T42" fmla="*/ 2147483646 w 121"/>
                <a:gd name="T43" fmla="*/ 2147483646 h 96"/>
                <a:gd name="T44" fmla="*/ 2147483646 w 121"/>
                <a:gd name="T45" fmla="*/ 2147483646 h 96"/>
                <a:gd name="T46" fmla="*/ 2147483646 w 121"/>
                <a:gd name="T47" fmla="*/ 2147483646 h 96"/>
                <a:gd name="T48" fmla="*/ 2147483646 w 121"/>
                <a:gd name="T49" fmla="*/ 2147483646 h 96"/>
                <a:gd name="T50" fmla="*/ 2147483646 w 121"/>
                <a:gd name="T51" fmla="*/ 2147483646 h 96"/>
                <a:gd name="T52" fmla="*/ 2147483646 w 121"/>
                <a:gd name="T53" fmla="*/ 2147483646 h 96"/>
                <a:gd name="T54" fmla="*/ 2147483646 w 121"/>
                <a:gd name="T55" fmla="*/ 2147483646 h 96"/>
                <a:gd name="T56" fmla="*/ 2147483646 w 121"/>
                <a:gd name="T57" fmla="*/ 2147483646 h 96"/>
                <a:gd name="T58" fmla="*/ 2147483646 w 121"/>
                <a:gd name="T59" fmla="*/ 2147483646 h 96"/>
                <a:gd name="T60" fmla="*/ 2147483646 w 121"/>
                <a:gd name="T61" fmla="*/ 2147483646 h 96"/>
                <a:gd name="T62" fmla="*/ 2147483646 w 121"/>
                <a:gd name="T63" fmla="*/ 2147483646 h 96"/>
                <a:gd name="T64" fmla="*/ 2147483646 w 121"/>
                <a:gd name="T65" fmla="*/ 2147483646 h 96"/>
                <a:gd name="T66" fmla="*/ 2147483646 w 121"/>
                <a:gd name="T67" fmla="*/ 2147483646 h 96"/>
                <a:gd name="T68" fmla="*/ 2147483646 w 121"/>
                <a:gd name="T69" fmla="*/ 2147483646 h 96"/>
                <a:gd name="T70" fmla="*/ 2147483646 w 121"/>
                <a:gd name="T71" fmla="*/ 2147483646 h 96"/>
                <a:gd name="T72" fmla="*/ 2147483646 w 121"/>
                <a:gd name="T73" fmla="*/ 2147483646 h 96"/>
                <a:gd name="T74" fmla="*/ 2147483646 w 121"/>
                <a:gd name="T75" fmla="*/ 2147483646 h 96"/>
                <a:gd name="T76" fmla="*/ 2147483646 w 121"/>
                <a:gd name="T77" fmla="*/ 2147483646 h 96"/>
                <a:gd name="T78" fmla="*/ 2147483646 w 121"/>
                <a:gd name="T79" fmla="*/ 2147483646 h 96"/>
                <a:gd name="T80" fmla="*/ 2147483646 w 121"/>
                <a:gd name="T81" fmla="*/ 2147483646 h 96"/>
                <a:gd name="T82" fmla="*/ 2147483646 w 121"/>
                <a:gd name="T83" fmla="*/ 2147483646 h 96"/>
                <a:gd name="T84" fmla="*/ 2147483646 w 121"/>
                <a:gd name="T85" fmla="*/ 2147483646 h 96"/>
                <a:gd name="T86" fmla="*/ 0 w 121"/>
                <a:gd name="T87" fmla="*/ 2147483646 h 96"/>
                <a:gd name="T88" fmla="*/ 0 w 121"/>
                <a:gd name="T89" fmla="*/ 2147483646 h 9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1"/>
                <a:gd name="T136" fmla="*/ 0 h 96"/>
                <a:gd name="T137" fmla="*/ 121 w 121"/>
                <a:gd name="T138" fmla="*/ 96 h 9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1" h="96">
                  <a:moveTo>
                    <a:pt x="0" y="45"/>
                  </a:moveTo>
                  <a:lnTo>
                    <a:pt x="0" y="51"/>
                  </a:lnTo>
                  <a:lnTo>
                    <a:pt x="0" y="49"/>
                  </a:lnTo>
                  <a:lnTo>
                    <a:pt x="0" y="46"/>
                  </a:lnTo>
                  <a:lnTo>
                    <a:pt x="2" y="44"/>
                  </a:lnTo>
                  <a:lnTo>
                    <a:pt x="2" y="42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5" y="30"/>
                  </a:lnTo>
                  <a:lnTo>
                    <a:pt x="6" y="27"/>
                  </a:lnTo>
                  <a:lnTo>
                    <a:pt x="8" y="25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2" y="19"/>
                  </a:lnTo>
                  <a:lnTo>
                    <a:pt x="14" y="16"/>
                  </a:lnTo>
                  <a:lnTo>
                    <a:pt x="16" y="15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1" y="10"/>
                  </a:lnTo>
                  <a:lnTo>
                    <a:pt x="23" y="9"/>
                  </a:lnTo>
                  <a:lnTo>
                    <a:pt x="26" y="8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2" y="4"/>
                  </a:lnTo>
                  <a:lnTo>
                    <a:pt x="34" y="3"/>
                  </a:lnTo>
                  <a:lnTo>
                    <a:pt x="36" y="2"/>
                  </a:lnTo>
                  <a:lnTo>
                    <a:pt x="39" y="2"/>
                  </a:lnTo>
                  <a:lnTo>
                    <a:pt x="41" y="1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52" y="0"/>
                  </a:lnTo>
                  <a:lnTo>
                    <a:pt x="69" y="0"/>
                  </a:lnTo>
                  <a:lnTo>
                    <a:pt x="72" y="1"/>
                  </a:lnTo>
                  <a:lnTo>
                    <a:pt x="75" y="1"/>
                  </a:lnTo>
                  <a:lnTo>
                    <a:pt x="77" y="1"/>
                  </a:lnTo>
                  <a:lnTo>
                    <a:pt x="80" y="1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7" y="3"/>
                  </a:lnTo>
                  <a:lnTo>
                    <a:pt x="89" y="4"/>
                  </a:lnTo>
                  <a:lnTo>
                    <a:pt x="92" y="6"/>
                  </a:lnTo>
                  <a:lnTo>
                    <a:pt x="94" y="7"/>
                  </a:lnTo>
                  <a:lnTo>
                    <a:pt x="96" y="8"/>
                  </a:lnTo>
                  <a:lnTo>
                    <a:pt x="98" y="9"/>
                  </a:lnTo>
                  <a:lnTo>
                    <a:pt x="100" y="10"/>
                  </a:lnTo>
                  <a:lnTo>
                    <a:pt x="102" y="12"/>
                  </a:lnTo>
                  <a:lnTo>
                    <a:pt x="104" y="14"/>
                  </a:lnTo>
                  <a:lnTo>
                    <a:pt x="106" y="15"/>
                  </a:lnTo>
                  <a:lnTo>
                    <a:pt x="107" y="16"/>
                  </a:lnTo>
                  <a:lnTo>
                    <a:pt x="108" y="19"/>
                  </a:lnTo>
                  <a:lnTo>
                    <a:pt x="111" y="21"/>
                  </a:lnTo>
                  <a:lnTo>
                    <a:pt x="112" y="22"/>
                  </a:lnTo>
                  <a:lnTo>
                    <a:pt x="113" y="25"/>
                  </a:lnTo>
                  <a:lnTo>
                    <a:pt x="115" y="27"/>
                  </a:lnTo>
                  <a:lnTo>
                    <a:pt x="116" y="30"/>
                  </a:lnTo>
                  <a:lnTo>
                    <a:pt x="117" y="32"/>
                  </a:lnTo>
                  <a:lnTo>
                    <a:pt x="118" y="33"/>
                  </a:lnTo>
                  <a:lnTo>
                    <a:pt x="118" y="36"/>
                  </a:lnTo>
                  <a:lnTo>
                    <a:pt x="119" y="38"/>
                  </a:lnTo>
                  <a:lnTo>
                    <a:pt x="119" y="42"/>
                  </a:lnTo>
                  <a:lnTo>
                    <a:pt x="121" y="44"/>
                  </a:lnTo>
                  <a:lnTo>
                    <a:pt x="121" y="46"/>
                  </a:lnTo>
                  <a:lnTo>
                    <a:pt x="121" y="49"/>
                  </a:lnTo>
                  <a:lnTo>
                    <a:pt x="121" y="51"/>
                  </a:lnTo>
                  <a:lnTo>
                    <a:pt x="121" y="45"/>
                  </a:lnTo>
                  <a:lnTo>
                    <a:pt x="121" y="48"/>
                  </a:lnTo>
                  <a:lnTo>
                    <a:pt x="121" y="50"/>
                  </a:lnTo>
                  <a:lnTo>
                    <a:pt x="121" y="52"/>
                  </a:lnTo>
                  <a:lnTo>
                    <a:pt x="119" y="55"/>
                  </a:lnTo>
                  <a:lnTo>
                    <a:pt x="119" y="58"/>
                  </a:lnTo>
                  <a:lnTo>
                    <a:pt x="118" y="61"/>
                  </a:lnTo>
                  <a:lnTo>
                    <a:pt x="118" y="63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115" y="69"/>
                  </a:lnTo>
                  <a:lnTo>
                    <a:pt x="113" y="72"/>
                  </a:lnTo>
                  <a:lnTo>
                    <a:pt x="112" y="74"/>
                  </a:lnTo>
                  <a:lnTo>
                    <a:pt x="111" y="75"/>
                  </a:lnTo>
                  <a:lnTo>
                    <a:pt x="108" y="78"/>
                  </a:lnTo>
                  <a:lnTo>
                    <a:pt x="107" y="80"/>
                  </a:lnTo>
                  <a:lnTo>
                    <a:pt x="106" y="81"/>
                  </a:lnTo>
                  <a:lnTo>
                    <a:pt x="104" y="82"/>
                  </a:lnTo>
                  <a:lnTo>
                    <a:pt x="102" y="85"/>
                  </a:lnTo>
                  <a:lnTo>
                    <a:pt x="100" y="86"/>
                  </a:lnTo>
                  <a:lnTo>
                    <a:pt x="98" y="87"/>
                  </a:lnTo>
                  <a:lnTo>
                    <a:pt x="96" y="88"/>
                  </a:lnTo>
                  <a:lnTo>
                    <a:pt x="94" y="90"/>
                  </a:lnTo>
                  <a:lnTo>
                    <a:pt x="92" y="91"/>
                  </a:lnTo>
                  <a:lnTo>
                    <a:pt x="89" y="92"/>
                  </a:lnTo>
                  <a:lnTo>
                    <a:pt x="87" y="93"/>
                  </a:lnTo>
                  <a:lnTo>
                    <a:pt x="84" y="94"/>
                  </a:lnTo>
                  <a:lnTo>
                    <a:pt x="82" y="94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5" y="96"/>
                  </a:lnTo>
                  <a:lnTo>
                    <a:pt x="72" y="96"/>
                  </a:lnTo>
                  <a:lnTo>
                    <a:pt x="69" y="96"/>
                  </a:lnTo>
                  <a:lnTo>
                    <a:pt x="52" y="96"/>
                  </a:lnTo>
                  <a:lnTo>
                    <a:pt x="48" y="96"/>
                  </a:lnTo>
                  <a:lnTo>
                    <a:pt x="46" y="96"/>
                  </a:lnTo>
                  <a:lnTo>
                    <a:pt x="44" y="96"/>
                  </a:lnTo>
                  <a:lnTo>
                    <a:pt x="41" y="96"/>
                  </a:lnTo>
                  <a:lnTo>
                    <a:pt x="39" y="94"/>
                  </a:lnTo>
                  <a:lnTo>
                    <a:pt x="36" y="94"/>
                  </a:lnTo>
                  <a:lnTo>
                    <a:pt x="34" y="93"/>
                  </a:lnTo>
                  <a:lnTo>
                    <a:pt x="32" y="92"/>
                  </a:lnTo>
                  <a:lnTo>
                    <a:pt x="29" y="91"/>
                  </a:lnTo>
                  <a:lnTo>
                    <a:pt x="27" y="90"/>
                  </a:lnTo>
                  <a:lnTo>
                    <a:pt x="26" y="88"/>
                  </a:lnTo>
                  <a:lnTo>
                    <a:pt x="23" y="87"/>
                  </a:lnTo>
                  <a:lnTo>
                    <a:pt x="21" y="86"/>
                  </a:lnTo>
                  <a:lnTo>
                    <a:pt x="20" y="85"/>
                  </a:lnTo>
                  <a:lnTo>
                    <a:pt x="17" y="82"/>
                  </a:lnTo>
                  <a:lnTo>
                    <a:pt x="16" y="81"/>
                  </a:lnTo>
                  <a:lnTo>
                    <a:pt x="14" y="80"/>
                  </a:lnTo>
                  <a:lnTo>
                    <a:pt x="12" y="78"/>
                  </a:lnTo>
                  <a:lnTo>
                    <a:pt x="11" y="75"/>
                  </a:lnTo>
                  <a:lnTo>
                    <a:pt x="9" y="74"/>
                  </a:lnTo>
                  <a:lnTo>
                    <a:pt x="8" y="72"/>
                  </a:lnTo>
                  <a:lnTo>
                    <a:pt x="6" y="69"/>
                  </a:lnTo>
                  <a:lnTo>
                    <a:pt x="5" y="67"/>
                  </a:lnTo>
                  <a:lnTo>
                    <a:pt x="4" y="64"/>
                  </a:lnTo>
                  <a:lnTo>
                    <a:pt x="4" y="63"/>
                  </a:lnTo>
                  <a:lnTo>
                    <a:pt x="3" y="61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36" name="Rectangle 48">
              <a:extLst>
                <a:ext uri="{FF2B5EF4-FFF2-40B4-BE49-F238E27FC236}">
                  <a16:creationId xmlns:a16="http://schemas.microsoft.com/office/drawing/2014/main" id="{DAD330F7-51AC-495F-9864-8FC3119EC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2038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37" name="Rectangle 49">
              <a:extLst>
                <a:ext uri="{FF2B5EF4-FFF2-40B4-BE49-F238E27FC236}">
                  <a16:creationId xmlns:a16="http://schemas.microsoft.com/office/drawing/2014/main" id="{CCFF6957-5AB3-4E80-8B61-95DFF630B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7713" y="1960562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38" name="Rectangle 50">
              <a:extLst>
                <a:ext uri="{FF2B5EF4-FFF2-40B4-BE49-F238E27FC236}">
                  <a16:creationId xmlns:a16="http://schemas.microsoft.com/office/drawing/2014/main" id="{3110494D-58F9-4B9D-8A1B-3190E3DAD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138" y="2489199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39" name="Rectangle 51">
              <a:extLst>
                <a:ext uri="{FF2B5EF4-FFF2-40B4-BE49-F238E27FC236}">
                  <a16:creationId xmlns:a16="http://schemas.microsoft.com/office/drawing/2014/main" id="{D67FAF89-9EFF-4295-AB5F-A6EEF97EF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25114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40" name="Line 52">
              <a:extLst>
                <a:ext uri="{FF2B5EF4-FFF2-40B4-BE49-F238E27FC236}">
                  <a16:creationId xmlns:a16="http://schemas.microsoft.com/office/drawing/2014/main" id="{60AA9CFD-3E57-47A1-A416-5EFB537D2D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2492374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41" name="Rectangle 53">
              <a:extLst>
                <a:ext uri="{FF2B5EF4-FFF2-40B4-BE49-F238E27FC236}">
                  <a16:creationId xmlns:a16="http://schemas.microsoft.com/office/drawing/2014/main" id="{23F75688-7D82-43D4-A17C-0D8EDDFC9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5749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42" name="Rectangle 54">
              <a:extLst>
                <a:ext uri="{FF2B5EF4-FFF2-40B4-BE49-F238E27FC236}">
                  <a16:creationId xmlns:a16="http://schemas.microsoft.com/office/drawing/2014/main" id="{25764472-EEDF-4AD7-8895-AA94764AC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8576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43" name="Line 55">
              <a:extLst>
                <a:ext uri="{FF2B5EF4-FFF2-40B4-BE49-F238E27FC236}">
                  <a16:creationId xmlns:a16="http://schemas.microsoft.com/office/drawing/2014/main" id="{51E71BE9-0520-4ED5-9BC3-B54DE42EF3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3846512"/>
              <a:ext cx="96837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44" name="Rectangle 56">
              <a:extLst>
                <a:ext uri="{FF2B5EF4-FFF2-40B4-BE49-F238E27FC236}">
                  <a16:creationId xmlns:a16="http://schemas.microsoft.com/office/drawing/2014/main" id="{2BFCA2C4-17D3-4852-B15C-D12C7AC8A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9211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45" name="Rectangle 57">
              <a:extLst>
                <a:ext uri="{FF2B5EF4-FFF2-40B4-BE49-F238E27FC236}">
                  <a16:creationId xmlns:a16="http://schemas.microsoft.com/office/drawing/2014/main" id="{C999D380-DF93-4E1D-8C29-BADE38214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52101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46" name="Line 58">
              <a:extLst>
                <a:ext uri="{FF2B5EF4-FFF2-40B4-BE49-F238E27FC236}">
                  <a16:creationId xmlns:a16="http://schemas.microsoft.com/office/drawing/2014/main" id="{20FE539F-43AF-4641-9A2A-756ED411B4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35600" y="5200649"/>
              <a:ext cx="96837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47" name="Rectangle 59">
              <a:extLst>
                <a:ext uri="{FF2B5EF4-FFF2-40B4-BE49-F238E27FC236}">
                  <a16:creationId xmlns:a16="http://schemas.microsoft.com/office/drawing/2014/main" id="{C7CC6994-AF4C-43AB-B6D0-DEFE7B662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5273674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48" name="Rectangle 60">
              <a:extLst>
                <a:ext uri="{FF2B5EF4-FFF2-40B4-BE49-F238E27FC236}">
                  <a16:creationId xmlns:a16="http://schemas.microsoft.com/office/drawing/2014/main" id="{A8DFE040-BF54-457F-8DE0-CF82A3EC4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46640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49" name="Rectangle 61">
              <a:extLst>
                <a:ext uri="{FF2B5EF4-FFF2-40B4-BE49-F238E27FC236}">
                  <a16:creationId xmlns:a16="http://schemas.microsoft.com/office/drawing/2014/main" id="{6EDF2CD6-BFB4-4131-8B88-5CA120A29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4749799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50" name="Rectangle 62">
              <a:extLst>
                <a:ext uri="{FF2B5EF4-FFF2-40B4-BE49-F238E27FC236}">
                  <a16:creationId xmlns:a16="http://schemas.microsoft.com/office/drawing/2014/main" id="{3A6319CA-D3EF-48E6-AA45-D9BA38EA6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331787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51" name="Rectangle 63">
              <a:extLst>
                <a:ext uri="{FF2B5EF4-FFF2-40B4-BE49-F238E27FC236}">
                  <a16:creationId xmlns:a16="http://schemas.microsoft.com/office/drawing/2014/main" id="{1F7C681D-2BB7-4E6F-8445-D3A17787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3403599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52" name="Rectangle 64">
              <a:extLst>
                <a:ext uri="{FF2B5EF4-FFF2-40B4-BE49-F238E27FC236}">
                  <a16:creationId xmlns:a16="http://schemas.microsoft.com/office/drawing/2014/main" id="{71DEF545-1AED-4E75-8928-82804BCB4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313" y="1965324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53" name="Rectangle 65">
              <a:extLst>
                <a:ext uri="{FF2B5EF4-FFF2-40B4-BE49-F238E27FC236}">
                  <a16:creationId xmlns:a16="http://schemas.microsoft.com/office/drawing/2014/main" id="{B2047A56-85DE-4428-937C-3558415DF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075" y="2054224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10654" name="Rectangle 72">
              <a:extLst>
                <a:ext uri="{FF2B5EF4-FFF2-40B4-BE49-F238E27FC236}">
                  <a16:creationId xmlns:a16="http://schemas.microsoft.com/office/drawing/2014/main" id="{9B39F3DD-D5CE-4EA2-A91A-DD64ABC15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663" y="2513012"/>
              <a:ext cx="35266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sp>
        <p:nvSpPr>
          <p:cNvPr id="110595" name="Title 1">
            <a:extLst>
              <a:ext uri="{FF2B5EF4-FFF2-40B4-BE49-F238E27FC236}">
                <a16:creationId xmlns:a16="http://schemas.microsoft.com/office/drawing/2014/main" id="{EAADA326-882B-4F40-BF13-01A6978D31CC}"/>
              </a:ext>
            </a:extLst>
          </p:cNvPr>
          <p:cNvSpPr txBox="1">
            <a:spLocks/>
          </p:cNvSpPr>
          <p:nvPr/>
        </p:nvSpPr>
        <p:spPr bwMode="auto">
          <a:xfrm>
            <a:off x="2971800" y="304800"/>
            <a:ext cx="6248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0000"/>
                </a:solidFill>
              </a:rPr>
              <a:t>Comparison of level-sensitive and edge-triggered D storage elements</a:t>
            </a:r>
          </a:p>
        </p:txBody>
      </p:sp>
      <p:sp>
        <p:nvSpPr>
          <p:cNvPr id="110596" name="Oval 1">
            <a:extLst>
              <a:ext uri="{FF2B5EF4-FFF2-40B4-BE49-F238E27FC236}">
                <a16:creationId xmlns:a16="http://schemas.microsoft.com/office/drawing/2014/main" id="{B93021D7-C515-400D-998C-4AE521053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3" y="6221413"/>
            <a:ext cx="671512" cy="5651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cxnSp>
        <p:nvCxnSpPr>
          <p:cNvPr id="110597" name="Straight Arrow Connector 79">
            <a:extLst>
              <a:ext uri="{FF2B5EF4-FFF2-40B4-BE49-F238E27FC236}">
                <a16:creationId xmlns:a16="http://schemas.microsoft.com/office/drawing/2014/main" id="{D1A6946E-F12E-4277-861F-004B9C3B6F8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8240713" y="4202113"/>
            <a:ext cx="4762" cy="3111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598" name="TextBox 5">
            <a:extLst>
              <a:ext uri="{FF2B5EF4-FFF2-40B4-BE49-F238E27FC236}">
                <a16:creationId xmlns:a16="http://schemas.microsoft.com/office/drawing/2014/main" id="{AFE3A0D6-BF9E-4E13-847C-F03F7A832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362200"/>
            <a:ext cx="31924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Negative-edge-triggered</a:t>
            </a:r>
          </a:p>
        </p:txBody>
      </p:sp>
      <p:sp>
        <p:nvSpPr>
          <p:cNvPr id="110599" name="Oval 1">
            <a:extLst>
              <a:ext uri="{FF2B5EF4-FFF2-40B4-BE49-F238E27FC236}">
                <a16:creationId xmlns:a16="http://schemas.microsoft.com/office/drawing/2014/main" id="{401D4CBE-C72A-4AD2-85D9-919EBF9DF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50" y="2822575"/>
            <a:ext cx="2133600" cy="1447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cxnSp>
        <p:nvCxnSpPr>
          <p:cNvPr id="110600" name="Straight Arrow Connector 80">
            <a:extLst>
              <a:ext uri="{FF2B5EF4-FFF2-40B4-BE49-F238E27FC236}">
                <a16:creationId xmlns:a16="http://schemas.microsoft.com/office/drawing/2014/main" id="{205DBAF5-726E-4B33-98A1-7449657D006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5557838" y="4206875"/>
            <a:ext cx="4762" cy="3111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601" name="Oval 78">
            <a:extLst>
              <a:ext uri="{FF2B5EF4-FFF2-40B4-BE49-F238E27FC236}">
                <a16:creationId xmlns:a16="http://schemas.microsoft.com/office/drawing/2014/main" id="{281EF9D7-6159-4D9D-B3D7-11EEC85F8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088" y="4687888"/>
            <a:ext cx="138112" cy="1333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10602" name="Oval 81">
            <a:extLst>
              <a:ext uri="{FF2B5EF4-FFF2-40B4-BE49-F238E27FC236}">
                <a16:creationId xmlns:a16="http://schemas.microsoft.com/office/drawing/2014/main" id="{F5415C98-8888-4D8C-B947-D1BB9CD32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959350"/>
            <a:ext cx="138113" cy="13335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7" name="Group 128">
            <a:extLst>
              <a:ext uri="{FF2B5EF4-FFF2-40B4-BE49-F238E27FC236}">
                <a16:creationId xmlns:a16="http://schemas.microsoft.com/office/drawing/2014/main" id="{6DAFC317-C6C5-41A4-AD49-3DBE138B108E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914400"/>
            <a:ext cx="7824788" cy="4757737"/>
            <a:chOff x="374" y="361"/>
            <a:chExt cx="4929" cy="2997"/>
          </a:xfrm>
        </p:grpSpPr>
        <p:sp>
          <p:nvSpPr>
            <p:cNvPr id="111620" name="AutoShape 125">
              <a:extLst>
                <a:ext uri="{FF2B5EF4-FFF2-40B4-BE49-F238E27FC236}">
                  <a16:creationId xmlns:a16="http://schemas.microsoft.com/office/drawing/2014/main" id="{62B58213-AB39-4510-8407-8D6AD193B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61"/>
              <a:ext cx="348" cy="30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21" name="AutoShape 123">
              <a:extLst>
                <a:ext uri="{FF2B5EF4-FFF2-40B4-BE49-F238E27FC236}">
                  <a16:creationId xmlns:a16="http://schemas.microsoft.com/office/drawing/2014/main" id="{DF0C721F-DBCC-4BD7-B5CF-22DEFE8A9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736"/>
              <a:ext cx="349" cy="304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22" name="AutoShape 121">
              <a:extLst>
                <a:ext uri="{FF2B5EF4-FFF2-40B4-BE49-F238E27FC236}">
                  <a16:creationId xmlns:a16="http://schemas.microsoft.com/office/drawing/2014/main" id="{4AEA2763-8AAA-4977-9BFE-266185C70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091"/>
              <a:ext cx="349" cy="30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23" name="AutoShape 122">
              <a:extLst>
                <a:ext uri="{FF2B5EF4-FFF2-40B4-BE49-F238E27FC236}">
                  <a16:creationId xmlns:a16="http://schemas.microsoft.com/office/drawing/2014/main" id="{482DEA34-26AE-4CFD-BD26-FCD00F3EB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2003"/>
              <a:ext cx="348" cy="304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24" name="AutoShape 120">
              <a:extLst>
                <a:ext uri="{FF2B5EF4-FFF2-40B4-BE49-F238E27FC236}">
                  <a16:creationId xmlns:a16="http://schemas.microsoft.com/office/drawing/2014/main" id="{A5786529-5A7D-49A2-A185-F8EB67423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3" y="1186"/>
              <a:ext cx="349" cy="30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25" name="AutoShape 119">
              <a:extLst>
                <a:ext uri="{FF2B5EF4-FFF2-40B4-BE49-F238E27FC236}">
                  <a16:creationId xmlns:a16="http://schemas.microsoft.com/office/drawing/2014/main" id="{1A0EFA6F-9390-47C4-8188-E6C08CA97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3" y="1912"/>
              <a:ext cx="349" cy="304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26" name="Line 4">
              <a:extLst>
                <a:ext uri="{FF2B5EF4-FFF2-40B4-BE49-F238E27FC236}">
                  <a16:creationId xmlns:a16="http://schemas.microsoft.com/office/drawing/2014/main" id="{F1F9A716-DD83-42FD-B9A6-F7196E02CB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6" y="508"/>
              <a:ext cx="10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27" name="Line 5">
              <a:extLst>
                <a:ext uri="{FF2B5EF4-FFF2-40B4-BE49-F238E27FC236}">
                  <a16:creationId xmlns:a16="http://schemas.microsoft.com/office/drawing/2014/main" id="{41961996-5315-4FE3-ADF3-1EBAA1292C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6" y="1242"/>
              <a:ext cx="747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28" name="Freeform 6">
              <a:extLst>
                <a:ext uri="{FF2B5EF4-FFF2-40B4-BE49-F238E27FC236}">
                  <a16:creationId xmlns:a16="http://schemas.microsoft.com/office/drawing/2014/main" id="{17CD1A92-76F8-4A40-9F29-4BB818206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598"/>
              <a:ext cx="826" cy="644"/>
            </a:xfrm>
            <a:custGeom>
              <a:avLst/>
              <a:gdLst>
                <a:gd name="T0" fmla="*/ 1 w 1436"/>
                <a:gd name="T1" fmla="*/ 1 h 1121"/>
                <a:gd name="T2" fmla="*/ 1 w 1436"/>
                <a:gd name="T3" fmla="*/ 1 h 1121"/>
                <a:gd name="T4" fmla="*/ 0 w 1436"/>
                <a:gd name="T5" fmla="*/ 1 h 1121"/>
                <a:gd name="T6" fmla="*/ 0 w 1436"/>
                <a:gd name="T7" fmla="*/ 0 h 11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121"/>
                <a:gd name="T14" fmla="*/ 1436 w 1436"/>
                <a:gd name="T15" fmla="*/ 1121 h 11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121">
                  <a:moveTo>
                    <a:pt x="1436" y="1121"/>
                  </a:moveTo>
                  <a:lnTo>
                    <a:pt x="1436" y="651"/>
                  </a:lnTo>
                  <a:lnTo>
                    <a:pt x="0" y="33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29" name="Freeform 7">
              <a:extLst>
                <a:ext uri="{FF2B5EF4-FFF2-40B4-BE49-F238E27FC236}">
                  <a16:creationId xmlns:a16="http://schemas.microsoft.com/office/drawing/2014/main" id="{D4AF745D-70D7-4AB4-A0F7-B629CB1A9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508"/>
              <a:ext cx="826" cy="644"/>
            </a:xfrm>
            <a:custGeom>
              <a:avLst/>
              <a:gdLst>
                <a:gd name="T0" fmla="*/ 1 w 1436"/>
                <a:gd name="T1" fmla="*/ 0 h 1121"/>
                <a:gd name="T2" fmla="*/ 1 w 1436"/>
                <a:gd name="T3" fmla="*/ 1 h 1121"/>
                <a:gd name="T4" fmla="*/ 0 w 1436"/>
                <a:gd name="T5" fmla="*/ 1 h 1121"/>
                <a:gd name="T6" fmla="*/ 0 w 1436"/>
                <a:gd name="T7" fmla="*/ 1 h 11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121"/>
                <a:gd name="T14" fmla="*/ 1436 w 1436"/>
                <a:gd name="T15" fmla="*/ 1121 h 11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121">
                  <a:moveTo>
                    <a:pt x="1436" y="0"/>
                  </a:moveTo>
                  <a:lnTo>
                    <a:pt x="1436" y="494"/>
                  </a:lnTo>
                  <a:lnTo>
                    <a:pt x="0" y="808"/>
                  </a:lnTo>
                  <a:lnTo>
                    <a:pt x="0" y="112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0" name="Freeform 8">
              <a:extLst>
                <a:ext uri="{FF2B5EF4-FFF2-40B4-BE49-F238E27FC236}">
                  <a16:creationId xmlns:a16="http://schemas.microsoft.com/office/drawing/2014/main" id="{D1291ABD-BC5F-49A6-A91A-279F01ED0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230"/>
              <a:ext cx="26" cy="25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3" y="22"/>
                  </a:move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0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5" y="36"/>
                  </a:lnTo>
                  <a:lnTo>
                    <a:pt x="6" y="37"/>
                  </a:lnTo>
                  <a:lnTo>
                    <a:pt x="6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9" y="42"/>
                  </a:lnTo>
                  <a:lnTo>
                    <a:pt x="10" y="42"/>
                  </a:lnTo>
                  <a:lnTo>
                    <a:pt x="11" y="43"/>
                  </a:lnTo>
                  <a:lnTo>
                    <a:pt x="12" y="43"/>
                  </a:lnTo>
                  <a:lnTo>
                    <a:pt x="12" y="44"/>
                  </a:lnTo>
                  <a:lnTo>
                    <a:pt x="14" y="44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3" y="45"/>
                  </a:lnTo>
                  <a:lnTo>
                    <a:pt x="24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9" y="45"/>
                  </a:lnTo>
                  <a:lnTo>
                    <a:pt x="30" y="44"/>
                  </a:lnTo>
                  <a:lnTo>
                    <a:pt x="31" y="44"/>
                  </a:lnTo>
                  <a:lnTo>
                    <a:pt x="33" y="44"/>
                  </a:lnTo>
                  <a:lnTo>
                    <a:pt x="34" y="43"/>
                  </a:lnTo>
                  <a:lnTo>
                    <a:pt x="35" y="42"/>
                  </a:lnTo>
                  <a:lnTo>
                    <a:pt x="36" y="42"/>
                  </a:lnTo>
                  <a:lnTo>
                    <a:pt x="37" y="40"/>
                  </a:lnTo>
                  <a:lnTo>
                    <a:pt x="38" y="39"/>
                  </a:lnTo>
                  <a:lnTo>
                    <a:pt x="39" y="38"/>
                  </a:lnTo>
                  <a:lnTo>
                    <a:pt x="40" y="37"/>
                  </a:lnTo>
                  <a:lnTo>
                    <a:pt x="40" y="36"/>
                  </a:lnTo>
                  <a:lnTo>
                    <a:pt x="42" y="36"/>
                  </a:lnTo>
                  <a:lnTo>
                    <a:pt x="42" y="35"/>
                  </a:lnTo>
                  <a:lnTo>
                    <a:pt x="43" y="34"/>
                  </a:lnTo>
                  <a:lnTo>
                    <a:pt x="43" y="33"/>
                  </a:lnTo>
                  <a:lnTo>
                    <a:pt x="44" y="31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2"/>
                  </a:lnTo>
                  <a:lnTo>
                    <a:pt x="45" y="21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3" y="13"/>
                  </a:lnTo>
                  <a:lnTo>
                    <a:pt x="43" y="12"/>
                  </a:lnTo>
                  <a:lnTo>
                    <a:pt x="42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40" y="9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7" y="6"/>
                  </a:lnTo>
                  <a:lnTo>
                    <a:pt x="36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0"/>
                  </a:lnTo>
                  <a:lnTo>
                    <a:pt x="23" y="22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1" name="Freeform 9">
              <a:extLst>
                <a:ext uri="{FF2B5EF4-FFF2-40B4-BE49-F238E27FC236}">
                  <a16:creationId xmlns:a16="http://schemas.microsoft.com/office/drawing/2014/main" id="{E80B0B90-924E-4785-B0E1-0C6A0DF77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222"/>
              <a:ext cx="32" cy="31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5" y="0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5" y="3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10" y="6"/>
                  </a:lnTo>
                  <a:lnTo>
                    <a:pt x="9" y="7"/>
                  </a:lnTo>
                  <a:lnTo>
                    <a:pt x="7" y="7"/>
                  </a:lnTo>
                  <a:lnTo>
                    <a:pt x="6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1" y="34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2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7" y="47"/>
                  </a:lnTo>
                  <a:lnTo>
                    <a:pt x="9" y="48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3" y="51"/>
                  </a:lnTo>
                  <a:lnTo>
                    <a:pt x="14" y="51"/>
                  </a:lnTo>
                  <a:lnTo>
                    <a:pt x="15" y="52"/>
                  </a:lnTo>
                  <a:lnTo>
                    <a:pt x="16" y="52"/>
                  </a:lnTo>
                  <a:lnTo>
                    <a:pt x="18" y="53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1" y="55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7" y="55"/>
                  </a:lnTo>
                  <a:lnTo>
                    <a:pt x="29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2"/>
                  </a:lnTo>
                  <a:lnTo>
                    <a:pt x="40" y="51"/>
                  </a:lnTo>
                  <a:lnTo>
                    <a:pt x="41" y="51"/>
                  </a:lnTo>
                  <a:lnTo>
                    <a:pt x="42" y="50"/>
                  </a:lnTo>
                  <a:lnTo>
                    <a:pt x="43" y="49"/>
                  </a:lnTo>
                  <a:lnTo>
                    <a:pt x="44" y="49"/>
                  </a:lnTo>
                  <a:lnTo>
                    <a:pt x="46" y="48"/>
                  </a:lnTo>
                  <a:lnTo>
                    <a:pt x="47" y="47"/>
                  </a:lnTo>
                  <a:lnTo>
                    <a:pt x="47" y="46"/>
                  </a:lnTo>
                  <a:lnTo>
                    <a:pt x="48" y="44"/>
                  </a:lnTo>
                  <a:lnTo>
                    <a:pt x="49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1" y="40"/>
                  </a:lnTo>
                  <a:lnTo>
                    <a:pt x="51" y="39"/>
                  </a:lnTo>
                  <a:lnTo>
                    <a:pt x="52" y="38"/>
                  </a:lnTo>
                  <a:lnTo>
                    <a:pt x="52" y="37"/>
                  </a:lnTo>
                  <a:lnTo>
                    <a:pt x="53" y="35"/>
                  </a:lnTo>
                  <a:lnTo>
                    <a:pt x="53" y="34"/>
                  </a:lnTo>
                  <a:lnTo>
                    <a:pt x="53" y="33"/>
                  </a:lnTo>
                  <a:lnTo>
                    <a:pt x="53" y="31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5"/>
                  </a:lnTo>
                  <a:lnTo>
                    <a:pt x="55" y="24"/>
                  </a:lnTo>
                  <a:lnTo>
                    <a:pt x="53" y="23"/>
                  </a:lnTo>
                  <a:lnTo>
                    <a:pt x="53" y="22"/>
                  </a:lnTo>
                  <a:lnTo>
                    <a:pt x="53" y="21"/>
                  </a:lnTo>
                  <a:lnTo>
                    <a:pt x="53" y="19"/>
                  </a:lnTo>
                  <a:lnTo>
                    <a:pt x="52" y="18"/>
                  </a:lnTo>
                  <a:lnTo>
                    <a:pt x="52" y="16"/>
                  </a:lnTo>
                  <a:lnTo>
                    <a:pt x="51" y="15"/>
                  </a:lnTo>
                  <a:lnTo>
                    <a:pt x="51" y="14"/>
                  </a:lnTo>
                  <a:lnTo>
                    <a:pt x="50" y="13"/>
                  </a:lnTo>
                  <a:lnTo>
                    <a:pt x="50" y="12"/>
                  </a:lnTo>
                  <a:lnTo>
                    <a:pt x="49" y="11"/>
                  </a:lnTo>
                  <a:lnTo>
                    <a:pt x="48" y="10"/>
                  </a:lnTo>
                  <a:lnTo>
                    <a:pt x="47" y="9"/>
                  </a:lnTo>
                  <a:lnTo>
                    <a:pt x="47" y="7"/>
                  </a:lnTo>
                  <a:lnTo>
                    <a:pt x="46" y="7"/>
                  </a:lnTo>
                  <a:lnTo>
                    <a:pt x="44" y="6"/>
                  </a:lnTo>
                  <a:lnTo>
                    <a:pt x="43" y="5"/>
                  </a:lnTo>
                  <a:lnTo>
                    <a:pt x="42" y="4"/>
                  </a:lnTo>
                  <a:lnTo>
                    <a:pt x="41" y="4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8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2" name="Line 10">
              <a:extLst>
                <a:ext uri="{FF2B5EF4-FFF2-40B4-BE49-F238E27FC236}">
                  <a16:creationId xmlns:a16="http://schemas.microsoft.com/office/drawing/2014/main" id="{644F7172-BDB8-4C1B-BDE8-210D1D128C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417"/>
              <a:ext cx="1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3" name="Line 11">
              <a:extLst>
                <a:ext uri="{FF2B5EF4-FFF2-40B4-BE49-F238E27FC236}">
                  <a16:creationId xmlns:a16="http://schemas.microsoft.com/office/drawing/2014/main" id="{B004CADC-5C96-4734-8EB6-BF5F98FA1A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6" y="2158"/>
              <a:ext cx="74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4" name="Line 12">
              <a:extLst>
                <a:ext uri="{FF2B5EF4-FFF2-40B4-BE49-F238E27FC236}">
                  <a16:creationId xmlns:a16="http://schemas.microsoft.com/office/drawing/2014/main" id="{25A01298-366A-41FF-AA38-5DF34A7B4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2" y="2893"/>
              <a:ext cx="20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5" name="Freeform 13">
              <a:extLst>
                <a:ext uri="{FF2B5EF4-FFF2-40B4-BE49-F238E27FC236}">
                  <a16:creationId xmlns:a16="http://schemas.microsoft.com/office/drawing/2014/main" id="{814E1CD8-9728-40C7-BD95-C5B213634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247"/>
              <a:ext cx="826" cy="644"/>
            </a:xfrm>
            <a:custGeom>
              <a:avLst/>
              <a:gdLst>
                <a:gd name="T0" fmla="*/ 1 w 1436"/>
                <a:gd name="T1" fmla="*/ 1 h 1121"/>
                <a:gd name="T2" fmla="*/ 1 w 1436"/>
                <a:gd name="T3" fmla="*/ 1 h 1121"/>
                <a:gd name="T4" fmla="*/ 0 w 1436"/>
                <a:gd name="T5" fmla="*/ 1 h 1121"/>
                <a:gd name="T6" fmla="*/ 0 w 1436"/>
                <a:gd name="T7" fmla="*/ 0 h 11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121"/>
                <a:gd name="T14" fmla="*/ 1436 w 1436"/>
                <a:gd name="T15" fmla="*/ 1121 h 11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121">
                  <a:moveTo>
                    <a:pt x="1436" y="1121"/>
                  </a:moveTo>
                  <a:lnTo>
                    <a:pt x="1436" y="628"/>
                  </a:lnTo>
                  <a:lnTo>
                    <a:pt x="0" y="314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6" name="Freeform 14">
              <a:extLst>
                <a:ext uri="{FF2B5EF4-FFF2-40B4-BE49-F238E27FC236}">
                  <a16:creationId xmlns:a16="http://schemas.microsoft.com/office/drawing/2014/main" id="{1CE4ACC8-5B9C-4A2E-B887-BB33F887F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157"/>
              <a:ext cx="826" cy="644"/>
            </a:xfrm>
            <a:custGeom>
              <a:avLst/>
              <a:gdLst>
                <a:gd name="T0" fmla="*/ 1 w 1436"/>
                <a:gd name="T1" fmla="*/ 0 h 1121"/>
                <a:gd name="T2" fmla="*/ 1 w 1436"/>
                <a:gd name="T3" fmla="*/ 1 h 1121"/>
                <a:gd name="T4" fmla="*/ 0 w 1436"/>
                <a:gd name="T5" fmla="*/ 1 h 1121"/>
                <a:gd name="T6" fmla="*/ 0 w 1436"/>
                <a:gd name="T7" fmla="*/ 1 h 11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121"/>
                <a:gd name="T14" fmla="*/ 1436 w 1436"/>
                <a:gd name="T15" fmla="*/ 1121 h 11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121">
                  <a:moveTo>
                    <a:pt x="1436" y="0"/>
                  </a:moveTo>
                  <a:lnTo>
                    <a:pt x="1436" y="471"/>
                  </a:lnTo>
                  <a:lnTo>
                    <a:pt x="0" y="785"/>
                  </a:lnTo>
                  <a:lnTo>
                    <a:pt x="0" y="112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7" name="Freeform 15">
              <a:extLst>
                <a:ext uri="{FF2B5EF4-FFF2-40B4-BE49-F238E27FC236}">
                  <a16:creationId xmlns:a16="http://schemas.microsoft.com/office/drawing/2014/main" id="{AF21501F-32D1-4800-B927-797D7FF26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2144"/>
              <a:ext cx="26" cy="26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3" y="23"/>
                  </a:move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0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5" y="36"/>
                  </a:lnTo>
                  <a:lnTo>
                    <a:pt x="6" y="37"/>
                  </a:lnTo>
                  <a:lnTo>
                    <a:pt x="6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1"/>
                  </a:lnTo>
                  <a:lnTo>
                    <a:pt x="9" y="42"/>
                  </a:lnTo>
                  <a:lnTo>
                    <a:pt x="10" y="42"/>
                  </a:lnTo>
                  <a:lnTo>
                    <a:pt x="11" y="43"/>
                  </a:lnTo>
                  <a:lnTo>
                    <a:pt x="12" y="43"/>
                  </a:lnTo>
                  <a:lnTo>
                    <a:pt x="12" y="44"/>
                  </a:lnTo>
                  <a:lnTo>
                    <a:pt x="14" y="44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3" y="45"/>
                  </a:lnTo>
                  <a:lnTo>
                    <a:pt x="24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9" y="45"/>
                  </a:lnTo>
                  <a:lnTo>
                    <a:pt x="30" y="44"/>
                  </a:lnTo>
                  <a:lnTo>
                    <a:pt x="31" y="44"/>
                  </a:lnTo>
                  <a:lnTo>
                    <a:pt x="33" y="44"/>
                  </a:lnTo>
                  <a:lnTo>
                    <a:pt x="34" y="43"/>
                  </a:lnTo>
                  <a:lnTo>
                    <a:pt x="35" y="42"/>
                  </a:lnTo>
                  <a:lnTo>
                    <a:pt x="36" y="42"/>
                  </a:lnTo>
                  <a:lnTo>
                    <a:pt x="37" y="41"/>
                  </a:lnTo>
                  <a:lnTo>
                    <a:pt x="38" y="39"/>
                  </a:lnTo>
                  <a:lnTo>
                    <a:pt x="39" y="38"/>
                  </a:lnTo>
                  <a:lnTo>
                    <a:pt x="40" y="37"/>
                  </a:lnTo>
                  <a:lnTo>
                    <a:pt x="40" y="36"/>
                  </a:lnTo>
                  <a:lnTo>
                    <a:pt x="42" y="36"/>
                  </a:lnTo>
                  <a:lnTo>
                    <a:pt x="42" y="35"/>
                  </a:lnTo>
                  <a:lnTo>
                    <a:pt x="43" y="34"/>
                  </a:lnTo>
                  <a:lnTo>
                    <a:pt x="43" y="33"/>
                  </a:lnTo>
                  <a:lnTo>
                    <a:pt x="44" y="32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3"/>
                  </a:lnTo>
                  <a:lnTo>
                    <a:pt x="45" y="22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3" y="14"/>
                  </a:lnTo>
                  <a:lnTo>
                    <a:pt x="43" y="13"/>
                  </a:lnTo>
                  <a:lnTo>
                    <a:pt x="42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40" y="9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7" y="6"/>
                  </a:lnTo>
                  <a:lnTo>
                    <a:pt x="36" y="5"/>
                  </a:lnTo>
                  <a:lnTo>
                    <a:pt x="35" y="5"/>
                  </a:lnTo>
                  <a:lnTo>
                    <a:pt x="34" y="4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0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38" name="Freeform 16">
              <a:extLst>
                <a:ext uri="{FF2B5EF4-FFF2-40B4-BE49-F238E27FC236}">
                  <a16:creationId xmlns:a16="http://schemas.microsoft.com/office/drawing/2014/main" id="{D0008B7D-6FFB-4ADE-8EE0-4FFD6C730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136"/>
              <a:ext cx="32" cy="31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5" y="0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5" y="3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10" y="6"/>
                  </a:lnTo>
                  <a:lnTo>
                    <a:pt x="9" y="8"/>
                  </a:lnTo>
                  <a:lnTo>
                    <a:pt x="7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1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2"/>
                  </a:lnTo>
                  <a:lnTo>
                    <a:pt x="5" y="43"/>
                  </a:lnTo>
                  <a:lnTo>
                    <a:pt x="5" y="45"/>
                  </a:lnTo>
                  <a:lnTo>
                    <a:pt x="6" y="46"/>
                  </a:lnTo>
                  <a:lnTo>
                    <a:pt x="7" y="47"/>
                  </a:lnTo>
                  <a:lnTo>
                    <a:pt x="9" y="48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3" y="51"/>
                  </a:lnTo>
                  <a:lnTo>
                    <a:pt x="14" y="51"/>
                  </a:lnTo>
                  <a:lnTo>
                    <a:pt x="15" y="52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1" y="55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7" y="55"/>
                  </a:lnTo>
                  <a:lnTo>
                    <a:pt x="29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8" y="52"/>
                  </a:lnTo>
                  <a:lnTo>
                    <a:pt x="39" y="52"/>
                  </a:lnTo>
                  <a:lnTo>
                    <a:pt x="40" y="51"/>
                  </a:lnTo>
                  <a:lnTo>
                    <a:pt x="41" y="51"/>
                  </a:lnTo>
                  <a:lnTo>
                    <a:pt x="42" y="50"/>
                  </a:lnTo>
                  <a:lnTo>
                    <a:pt x="43" y="49"/>
                  </a:lnTo>
                  <a:lnTo>
                    <a:pt x="44" y="49"/>
                  </a:lnTo>
                  <a:lnTo>
                    <a:pt x="46" y="48"/>
                  </a:lnTo>
                  <a:lnTo>
                    <a:pt x="47" y="47"/>
                  </a:lnTo>
                  <a:lnTo>
                    <a:pt x="47" y="46"/>
                  </a:lnTo>
                  <a:lnTo>
                    <a:pt x="48" y="45"/>
                  </a:lnTo>
                  <a:lnTo>
                    <a:pt x="49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1" y="40"/>
                  </a:lnTo>
                  <a:lnTo>
                    <a:pt x="51" y="39"/>
                  </a:lnTo>
                  <a:lnTo>
                    <a:pt x="52" y="38"/>
                  </a:lnTo>
                  <a:lnTo>
                    <a:pt x="52" y="37"/>
                  </a:lnTo>
                  <a:lnTo>
                    <a:pt x="53" y="36"/>
                  </a:lnTo>
                  <a:lnTo>
                    <a:pt x="53" y="35"/>
                  </a:lnTo>
                  <a:lnTo>
                    <a:pt x="53" y="33"/>
                  </a:lnTo>
                  <a:lnTo>
                    <a:pt x="53" y="31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6"/>
                  </a:lnTo>
                  <a:lnTo>
                    <a:pt x="55" y="24"/>
                  </a:lnTo>
                  <a:lnTo>
                    <a:pt x="53" y="23"/>
                  </a:lnTo>
                  <a:lnTo>
                    <a:pt x="53" y="22"/>
                  </a:lnTo>
                  <a:lnTo>
                    <a:pt x="53" y="21"/>
                  </a:lnTo>
                  <a:lnTo>
                    <a:pt x="53" y="19"/>
                  </a:lnTo>
                  <a:lnTo>
                    <a:pt x="52" y="18"/>
                  </a:lnTo>
                  <a:lnTo>
                    <a:pt x="52" y="17"/>
                  </a:lnTo>
                  <a:lnTo>
                    <a:pt x="51" y="15"/>
                  </a:lnTo>
                  <a:lnTo>
                    <a:pt x="51" y="14"/>
                  </a:lnTo>
                  <a:lnTo>
                    <a:pt x="50" y="13"/>
                  </a:lnTo>
                  <a:lnTo>
                    <a:pt x="50" y="12"/>
                  </a:lnTo>
                  <a:lnTo>
                    <a:pt x="49" y="11"/>
                  </a:lnTo>
                  <a:lnTo>
                    <a:pt x="48" y="10"/>
                  </a:lnTo>
                  <a:lnTo>
                    <a:pt x="47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4" y="6"/>
                  </a:lnTo>
                  <a:lnTo>
                    <a:pt x="43" y="5"/>
                  </a:lnTo>
                  <a:lnTo>
                    <a:pt x="42" y="4"/>
                  </a:lnTo>
                  <a:lnTo>
                    <a:pt x="41" y="4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8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9" name="Line 17">
              <a:extLst>
                <a:ext uri="{FF2B5EF4-FFF2-40B4-BE49-F238E27FC236}">
                  <a16:creationId xmlns:a16="http://schemas.microsoft.com/office/drawing/2014/main" id="{E36BAA80-3172-42AB-8C6B-C92D913C7B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3" y="2157"/>
              <a:ext cx="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40" name="Line 18">
              <a:extLst>
                <a:ext uri="{FF2B5EF4-FFF2-40B4-BE49-F238E27FC236}">
                  <a16:creationId xmlns:a16="http://schemas.microsoft.com/office/drawing/2014/main" id="{344F9120-B15F-4551-9D56-6F613675B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417"/>
              <a:ext cx="19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41" name="Freeform 19">
              <a:extLst>
                <a:ext uri="{FF2B5EF4-FFF2-40B4-BE49-F238E27FC236}">
                  <a16:creationId xmlns:a16="http://schemas.microsoft.com/office/drawing/2014/main" id="{8FF72C32-841C-4841-965C-973335374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1242"/>
              <a:ext cx="826" cy="824"/>
            </a:xfrm>
            <a:custGeom>
              <a:avLst/>
              <a:gdLst>
                <a:gd name="T0" fmla="*/ 0 w 1436"/>
                <a:gd name="T1" fmla="*/ 1 h 1436"/>
                <a:gd name="T2" fmla="*/ 0 w 1436"/>
                <a:gd name="T3" fmla="*/ 1 h 1436"/>
                <a:gd name="T4" fmla="*/ 1 w 1436"/>
                <a:gd name="T5" fmla="*/ 1 h 1436"/>
                <a:gd name="T6" fmla="*/ 1 w 1436"/>
                <a:gd name="T7" fmla="*/ 0 h 14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436"/>
                <a:gd name="T14" fmla="*/ 1436 w 1436"/>
                <a:gd name="T15" fmla="*/ 1436 h 14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436">
                  <a:moveTo>
                    <a:pt x="0" y="1436"/>
                  </a:moveTo>
                  <a:lnTo>
                    <a:pt x="0" y="1122"/>
                  </a:lnTo>
                  <a:lnTo>
                    <a:pt x="1436" y="314"/>
                  </a:lnTo>
                  <a:lnTo>
                    <a:pt x="143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42" name="Freeform 20">
              <a:extLst>
                <a:ext uri="{FF2B5EF4-FFF2-40B4-BE49-F238E27FC236}">
                  <a16:creationId xmlns:a16="http://schemas.microsoft.com/office/drawing/2014/main" id="{F6926C02-280C-4CF7-9F23-52D08C5D8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" y="1324"/>
              <a:ext cx="371" cy="833"/>
            </a:xfrm>
            <a:custGeom>
              <a:avLst/>
              <a:gdLst>
                <a:gd name="T0" fmla="*/ 0 w 314"/>
                <a:gd name="T1" fmla="*/ 1 h 1436"/>
                <a:gd name="T2" fmla="*/ 0 w 314"/>
                <a:gd name="T3" fmla="*/ 1 h 1436"/>
                <a:gd name="T4" fmla="*/ 0 w 314"/>
                <a:gd name="T5" fmla="*/ 0 h 1436"/>
                <a:gd name="T6" fmla="*/ 4528 w 314"/>
                <a:gd name="T7" fmla="*/ 0 h 14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4"/>
                <a:gd name="T13" fmla="*/ 0 h 1436"/>
                <a:gd name="T14" fmla="*/ 314 w 314"/>
                <a:gd name="T15" fmla="*/ 1436 h 14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4" h="1436">
                  <a:moveTo>
                    <a:pt x="0" y="1436"/>
                  </a:moveTo>
                  <a:lnTo>
                    <a:pt x="0" y="1436"/>
                  </a:lnTo>
                  <a:lnTo>
                    <a:pt x="0" y="0"/>
                  </a:lnTo>
                  <a:lnTo>
                    <a:pt x="3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43" name="Line 21">
              <a:extLst>
                <a:ext uri="{FF2B5EF4-FFF2-40B4-BE49-F238E27FC236}">
                  <a16:creationId xmlns:a16="http://schemas.microsoft.com/office/drawing/2014/main" id="{C713D3DF-9901-46DA-9865-ACCCBD7DD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" y="1745"/>
              <a:ext cx="37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44" name="Freeform 22">
              <a:extLst>
                <a:ext uri="{FF2B5EF4-FFF2-40B4-BE49-F238E27FC236}">
                  <a16:creationId xmlns:a16="http://schemas.microsoft.com/office/drawing/2014/main" id="{6319AA1C-FF4B-4DCF-AD85-C50BB32BF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1732"/>
              <a:ext cx="26" cy="25"/>
            </a:xfrm>
            <a:custGeom>
              <a:avLst/>
              <a:gdLst>
                <a:gd name="T0" fmla="*/ 1 w 45"/>
                <a:gd name="T1" fmla="*/ 1 h 44"/>
                <a:gd name="T2" fmla="*/ 1 w 45"/>
                <a:gd name="T3" fmla="*/ 1 h 44"/>
                <a:gd name="T4" fmla="*/ 1 w 45"/>
                <a:gd name="T5" fmla="*/ 1 h 44"/>
                <a:gd name="T6" fmla="*/ 1 w 45"/>
                <a:gd name="T7" fmla="*/ 1 h 44"/>
                <a:gd name="T8" fmla="*/ 1 w 45"/>
                <a:gd name="T9" fmla="*/ 1 h 44"/>
                <a:gd name="T10" fmla="*/ 1 w 45"/>
                <a:gd name="T11" fmla="*/ 1 h 44"/>
                <a:gd name="T12" fmla="*/ 1 w 45"/>
                <a:gd name="T13" fmla="*/ 1 h 44"/>
                <a:gd name="T14" fmla="*/ 1 w 45"/>
                <a:gd name="T15" fmla="*/ 1 h 44"/>
                <a:gd name="T16" fmla="*/ 1 w 45"/>
                <a:gd name="T17" fmla="*/ 1 h 44"/>
                <a:gd name="T18" fmla="*/ 0 w 45"/>
                <a:gd name="T19" fmla="*/ 1 h 44"/>
                <a:gd name="T20" fmla="*/ 0 w 45"/>
                <a:gd name="T21" fmla="*/ 1 h 44"/>
                <a:gd name="T22" fmla="*/ 0 w 45"/>
                <a:gd name="T23" fmla="*/ 1 h 44"/>
                <a:gd name="T24" fmla="*/ 0 w 45"/>
                <a:gd name="T25" fmla="*/ 1 h 44"/>
                <a:gd name="T26" fmla="*/ 1 w 45"/>
                <a:gd name="T27" fmla="*/ 1 h 44"/>
                <a:gd name="T28" fmla="*/ 1 w 45"/>
                <a:gd name="T29" fmla="*/ 1 h 44"/>
                <a:gd name="T30" fmla="*/ 1 w 45"/>
                <a:gd name="T31" fmla="*/ 1 h 44"/>
                <a:gd name="T32" fmla="*/ 1 w 45"/>
                <a:gd name="T33" fmla="*/ 1 h 44"/>
                <a:gd name="T34" fmla="*/ 1 w 45"/>
                <a:gd name="T35" fmla="*/ 1 h 44"/>
                <a:gd name="T36" fmla="*/ 1 w 45"/>
                <a:gd name="T37" fmla="*/ 1 h 44"/>
                <a:gd name="T38" fmla="*/ 1 w 45"/>
                <a:gd name="T39" fmla="*/ 1 h 44"/>
                <a:gd name="T40" fmla="*/ 1 w 45"/>
                <a:gd name="T41" fmla="*/ 1 h 44"/>
                <a:gd name="T42" fmla="*/ 1 w 45"/>
                <a:gd name="T43" fmla="*/ 1 h 44"/>
                <a:gd name="T44" fmla="*/ 1 w 45"/>
                <a:gd name="T45" fmla="*/ 1 h 44"/>
                <a:gd name="T46" fmla="*/ 1 w 45"/>
                <a:gd name="T47" fmla="*/ 1 h 44"/>
                <a:gd name="T48" fmla="*/ 1 w 45"/>
                <a:gd name="T49" fmla="*/ 1 h 44"/>
                <a:gd name="T50" fmla="*/ 1 w 45"/>
                <a:gd name="T51" fmla="*/ 1 h 44"/>
                <a:gd name="T52" fmla="*/ 1 w 45"/>
                <a:gd name="T53" fmla="*/ 1 h 44"/>
                <a:gd name="T54" fmla="*/ 1 w 45"/>
                <a:gd name="T55" fmla="*/ 1 h 44"/>
                <a:gd name="T56" fmla="*/ 1 w 45"/>
                <a:gd name="T57" fmla="*/ 1 h 44"/>
                <a:gd name="T58" fmla="*/ 1 w 45"/>
                <a:gd name="T59" fmla="*/ 1 h 44"/>
                <a:gd name="T60" fmla="*/ 1 w 45"/>
                <a:gd name="T61" fmla="*/ 1 h 44"/>
                <a:gd name="T62" fmla="*/ 1 w 45"/>
                <a:gd name="T63" fmla="*/ 1 h 44"/>
                <a:gd name="T64" fmla="*/ 1 w 45"/>
                <a:gd name="T65" fmla="*/ 1 h 44"/>
                <a:gd name="T66" fmla="*/ 1 w 45"/>
                <a:gd name="T67" fmla="*/ 1 h 44"/>
                <a:gd name="T68" fmla="*/ 1 w 45"/>
                <a:gd name="T69" fmla="*/ 1 h 44"/>
                <a:gd name="T70" fmla="*/ 1 w 45"/>
                <a:gd name="T71" fmla="*/ 1 h 44"/>
                <a:gd name="T72" fmla="*/ 1 w 45"/>
                <a:gd name="T73" fmla="*/ 1 h 44"/>
                <a:gd name="T74" fmla="*/ 1 w 45"/>
                <a:gd name="T75" fmla="*/ 1 h 44"/>
                <a:gd name="T76" fmla="*/ 1 w 45"/>
                <a:gd name="T77" fmla="*/ 1 h 44"/>
                <a:gd name="T78" fmla="*/ 1 w 45"/>
                <a:gd name="T79" fmla="*/ 1 h 44"/>
                <a:gd name="T80" fmla="*/ 1 w 45"/>
                <a:gd name="T81" fmla="*/ 1 h 44"/>
                <a:gd name="T82" fmla="*/ 1 w 45"/>
                <a:gd name="T83" fmla="*/ 1 h 44"/>
                <a:gd name="T84" fmla="*/ 1 w 45"/>
                <a:gd name="T85" fmla="*/ 1 h 44"/>
                <a:gd name="T86" fmla="*/ 1 w 45"/>
                <a:gd name="T87" fmla="*/ 1 h 44"/>
                <a:gd name="T88" fmla="*/ 1 w 45"/>
                <a:gd name="T89" fmla="*/ 1 h 4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4"/>
                <a:gd name="T137" fmla="*/ 45 w 45"/>
                <a:gd name="T138" fmla="*/ 44 h 4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4">
                  <a:moveTo>
                    <a:pt x="23" y="22"/>
                  </a:moveTo>
                  <a:lnTo>
                    <a:pt x="23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3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4"/>
                  </a:lnTo>
                  <a:lnTo>
                    <a:pt x="9" y="4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7"/>
                  </a:lnTo>
                  <a:lnTo>
                    <a:pt x="6" y="9"/>
                  </a:lnTo>
                  <a:lnTo>
                    <a:pt x="5" y="10"/>
                  </a:lnTo>
                  <a:lnTo>
                    <a:pt x="4" y="11"/>
                  </a:lnTo>
                  <a:lnTo>
                    <a:pt x="4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3" y="31"/>
                  </a:lnTo>
                  <a:lnTo>
                    <a:pt x="3" y="32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5" y="35"/>
                  </a:lnTo>
                  <a:lnTo>
                    <a:pt x="6" y="37"/>
                  </a:lnTo>
                  <a:lnTo>
                    <a:pt x="6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9" y="41"/>
                  </a:lnTo>
                  <a:lnTo>
                    <a:pt x="10" y="41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3" y="43"/>
                  </a:lnTo>
                  <a:lnTo>
                    <a:pt x="14" y="43"/>
                  </a:lnTo>
                  <a:lnTo>
                    <a:pt x="15" y="43"/>
                  </a:lnTo>
                  <a:lnTo>
                    <a:pt x="16" y="44"/>
                  </a:lnTo>
                  <a:lnTo>
                    <a:pt x="17" y="44"/>
                  </a:lnTo>
                  <a:lnTo>
                    <a:pt x="18" y="44"/>
                  </a:lnTo>
                  <a:lnTo>
                    <a:pt x="19" y="44"/>
                  </a:lnTo>
                  <a:lnTo>
                    <a:pt x="21" y="44"/>
                  </a:lnTo>
                  <a:lnTo>
                    <a:pt x="22" y="44"/>
                  </a:lnTo>
                  <a:lnTo>
                    <a:pt x="23" y="44"/>
                  </a:lnTo>
                  <a:lnTo>
                    <a:pt x="24" y="44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3"/>
                  </a:lnTo>
                  <a:lnTo>
                    <a:pt x="32" y="43"/>
                  </a:lnTo>
                  <a:lnTo>
                    <a:pt x="33" y="43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41"/>
                  </a:lnTo>
                  <a:lnTo>
                    <a:pt x="37" y="40"/>
                  </a:lnTo>
                  <a:lnTo>
                    <a:pt x="38" y="39"/>
                  </a:lnTo>
                  <a:lnTo>
                    <a:pt x="40" y="38"/>
                  </a:lnTo>
                  <a:lnTo>
                    <a:pt x="41" y="37"/>
                  </a:lnTo>
                  <a:lnTo>
                    <a:pt x="41" y="35"/>
                  </a:lnTo>
                  <a:lnTo>
                    <a:pt x="42" y="35"/>
                  </a:lnTo>
                  <a:lnTo>
                    <a:pt x="42" y="34"/>
                  </a:lnTo>
                  <a:lnTo>
                    <a:pt x="43" y="33"/>
                  </a:lnTo>
                  <a:lnTo>
                    <a:pt x="43" y="32"/>
                  </a:lnTo>
                  <a:lnTo>
                    <a:pt x="44" y="31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5"/>
                  </a:lnTo>
                  <a:lnTo>
                    <a:pt x="45" y="24"/>
                  </a:lnTo>
                  <a:lnTo>
                    <a:pt x="45" y="22"/>
                  </a:lnTo>
                  <a:lnTo>
                    <a:pt x="45" y="21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4" y="14"/>
                  </a:lnTo>
                  <a:lnTo>
                    <a:pt x="43" y="13"/>
                  </a:lnTo>
                  <a:lnTo>
                    <a:pt x="43" y="12"/>
                  </a:lnTo>
                  <a:lnTo>
                    <a:pt x="42" y="11"/>
                  </a:lnTo>
                  <a:lnTo>
                    <a:pt x="42" y="10"/>
                  </a:lnTo>
                  <a:lnTo>
                    <a:pt x="41" y="10"/>
                  </a:lnTo>
                  <a:lnTo>
                    <a:pt x="41" y="9"/>
                  </a:lnTo>
                  <a:lnTo>
                    <a:pt x="40" y="7"/>
                  </a:lnTo>
                  <a:lnTo>
                    <a:pt x="38" y="6"/>
                  </a:lnTo>
                  <a:lnTo>
                    <a:pt x="37" y="5"/>
                  </a:lnTo>
                  <a:lnTo>
                    <a:pt x="36" y="4"/>
                  </a:lnTo>
                  <a:lnTo>
                    <a:pt x="35" y="4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0"/>
                  </a:lnTo>
                  <a:lnTo>
                    <a:pt x="23" y="2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45" name="Freeform 23">
              <a:extLst>
                <a:ext uri="{FF2B5EF4-FFF2-40B4-BE49-F238E27FC236}">
                  <a16:creationId xmlns:a16="http://schemas.microsoft.com/office/drawing/2014/main" id="{8884E0C6-CB2A-4AF4-AB7D-4B4292C03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1724"/>
              <a:ext cx="32" cy="32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6" y="0"/>
                  </a:lnTo>
                  <a:lnTo>
                    <a:pt x="25" y="0"/>
                  </a:lnTo>
                  <a:lnTo>
                    <a:pt x="23" y="1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3" y="5"/>
                  </a:lnTo>
                  <a:lnTo>
                    <a:pt x="12" y="5"/>
                  </a:lnTo>
                  <a:lnTo>
                    <a:pt x="11" y="6"/>
                  </a:lnTo>
                  <a:lnTo>
                    <a:pt x="10" y="7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4" y="12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1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1"/>
                  </a:lnTo>
                  <a:lnTo>
                    <a:pt x="3" y="42"/>
                  </a:lnTo>
                  <a:lnTo>
                    <a:pt x="4" y="43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6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2"/>
                  </a:lnTo>
                  <a:lnTo>
                    <a:pt x="16" y="53"/>
                  </a:lnTo>
                  <a:lnTo>
                    <a:pt x="17" y="53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1" y="55"/>
                  </a:lnTo>
                  <a:lnTo>
                    <a:pt x="23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7" y="55"/>
                  </a:lnTo>
                  <a:lnTo>
                    <a:pt x="29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8" y="53"/>
                  </a:lnTo>
                  <a:lnTo>
                    <a:pt x="39" y="53"/>
                  </a:lnTo>
                  <a:lnTo>
                    <a:pt x="40" y="52"/>
                  </a:lnTo>
                  <a:lnTo>
                    <a:pt x="41" y="52"/>
                  </a:lnTo>
                  <a:lnTo>
                    <a:pt x="43" y="51"/>
                  </a:lnTo>
                  <a:lnTo>
                    <a:pt x="44" y="49"/>
                  </a:lnTo>
                  <a:lnTo>
                    <a:pt x="45" y="49"/>
                  </a:lnTo>
                  <a:lnTo>
                    <a:pt x="46" y="48"/>
                  </a:lnTo>
                  <a:lnTo>
                    <a:pt x="47" y="47"/>
                  </a:lnTo>
                  <a:lnTo>
                    <a:pt x="47" y="46"/>
                  </a:lnTo>
                  <a:lnTo>
                    <a:pt x="48" y="45"/>
                  </a:lnTo>
                  <a:lnTo>
                    <a:pt x="49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1" y="41"/>
                  </a:lnTo>
                  <a:lnTo>
                    <a:pt x="51" y="39"/>
                  </a:lnTo>
                  <a:lnTo>
                    <a:pt x="53" y="38"/>
                  </a:lnTo>
                  <a:lnTo>
                    <a:pt x="53" y="37"/>
                  </a:lnTo>
                  <a:lnTo>
                    <a:pt x="54" y="36"/>
                  </a:lnTo>
                  <a:lnTo>
                    <a:pt x="54" y="35"/>
                  </a:lnTo>
                  <a:lnTo>
                    <a:pt x="54" y="34"/>
                  </a:lnTo>
                  <a:lnTo>
                    <a:pt x="54" y="32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6"/>
                  </a:lnTo>
                  <a:lnTo>
                    <a:pt x="55" y="25"/>
                  </a:lnTo>
                  <a:lnTo>
                    <a:pt x="54" y="24"/>
                  </a:lnTo>
                  <a:lnTo>
                    <a:pt x="54" y="23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3" y="18"/>
                  </a:lnTo>
                  <a:lnTo>
                    <a:pt x="53" y="17"/>
                  </a:lnTo>
                  <a:lnTo>
                    <a:pt x="51" y="16"/>
                  </a:lnTo>
                  <a:lnTo>
                    <a:pt x="51" y="15"/>
                  </a:lnTo>
                  <a:lnTo>
                    <a:pt x="50" y="14"/>
                  </a:lnTo>
                  <a:lnTo>
                    <a:pt x="50" y="12"/>
                  </a:lnTo>
                  <a:lnTo>
                    <a:pt x="49" y="11"/>
                  </a:lnTo>
                  <a:lnTo>
                    <a:pt x="48" y="10"/>
                  </a:lnTo>
                  <a:lnTo>
                    <a:pt x="47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5" y="7"/>
                  </a:lnTo>
                  <a:lnTo>
                    <a:pt x="44" y="6"/>
                  </a:lnTo>
                  <a:lnTo>
                    <a:pt x="43" y="5"/>
                  </a:lnTo>
                  <a:lnTo>
                    <a:pt x="41" y="5"/>
                  </a:lnTo>
                  <a:lnTo>
                    <a:pt x="40" y="4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4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46" name="Line 24">
              <a:extLst>
                <a:ext uri="{FF2B5EF4-FFF2-40B4-BE49-F238E27FC236}">
                  <a16:creationId xmlns:a16="http://schemas.microsoft.com/office/drawing/2014/main" id="{6261038A-F99A-4D5A-9821-93135749F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0" y="2066"/>
              <a:ext cx="3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47" name="Freeform 25">
              <a:extLst>
                <a:ext uri="{FF2B5EF4-FFF2-40B4-BE49-F238E27FC236}">
                  <a16:creationId xmlns:a16="http://schemas.microsoft.com/office/drawing/2014/main" id="{435C8C09-DEA1-4864-A42A-8F9BBEB36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1423"/>
              <a:ext cx="826" cy="643"/>
            </a:xfrm>
            <a:custGeom>
              <a:avLst/>
              <a:gdLst>
                <a:gd name="T0" fmla="*/ 1 w 1435"/>
                <a:gd name="T1" fmla="*/ 1 h 1122"/>
                <a:gd name="T2" fmla="*/ 1 w 1435"/>
                <a:gd name="T3" fmla="*/ 1 h 1122"/>
                <a:gd name="T4" fmla="*/ 0 w 1435"/>
                <a:gd name="T5" fmla="*/ 1 h 1122"/>
                <a:gd name="T6" fmla="*/ 0 w 1435"/>
                <a:gd name="T7" fmla="*/ 0 h 1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5"/>
                <a:gd name="T13" fmla="*/ 0 h 1122"/>
                <a:gd name="T14" fmla="*/ 1435 w 1435"/>
                <a:gd name="T15" fmla="*/ 1122 h 1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5" h="1122">
                  <a:moveTo>
                    <a:pt x="1435" y="1122"/>
                  </a:moveTo>
                  <a:lnTo>
                    <a:pt x="1435" y="651"/>
                  </a:lnTo>
                  <a:lnTo>
                    <a:pt x="0" y="314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48" name="Freeform 26">
              <a:extLst>
                <a:ext uri="{FF2B5EF4-FFF2-40B4-BE49-F238E27FC236}">
                  <a16:creationId xmlns:a16="http://schemas.microsoft.com/office/drawing/2014/main" id="{EBB9D993-CE17-42BA-9F8E-A716167CA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1332"/>
              <a:ext cx="826" cy="645"/>
            </a:xfrm>
            <a:custGeom>
              <a:avLst/>
              <a:gdLst>
                <a:gd name="T0" fmla="*/ 1 w 1435"/>
                <a:gd name="T1" fmla="*/ 0 h 1122"/>
                <a:gd name="T2" fmla="*/ 1 w 1435"/>
                <a:gd name="T3" fmla="*/ 1 h 1122"/>
                <a:gd name="T4" fmla="*/ 0 w 1435"/>
                <a:gd name="T5" fmla="*/ 1 h 1122"/>
                <a:gd name="T6" fmla="*/ 0 w 1435"/>
                <a:gd name="T7" fmla="*/ 1 h 1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5"/>
                <a:gd name="T13" fmla="*/ 0 h 1122"/>
                <a:gd name="T14" fmla="*/ 1435 w 1435"/>
                <a:gd name="T15" fmla="*/ 1122 h 1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5" h="1122">
                  <a:moveTo>
                    <a:pt x="1435" y="0"/>
                  </a:moveTo>
                  <a:lnTo>
                    <a:pt x="1435" y="471"/>
                  </a:lnTo>
                  <a:lnTo>
                    <a:pt x="0" y="808"/>
                  </a:lnTo>
                  <a:lnTo>
                    <a:pt x="0" y="112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49" name="Freeform 27">
              <a:extLst>
                <a:ext uri="{FF2B5EF4-FFF2-40B4-BE49-F238E27FC236}">
                  <a16:creationId xmlns:a16="http://schemas.microsoft.com/office/drawing/2014/main" id="{68BD9944-BCBB-45A4-B5C6-1D2D75ADC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319"/>
              <a:ext cx="27" cy="26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2" y="22"/>
                  </a:moveTo>
                  <a:lnTo>
                    <a:pt x="22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0" y="4"/>
                  </a:lnTo>
                  <a:lnTo>
                    <a:pt x="9" y="4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3" y="35"/>
                  </a:lnTo>
                  <a:lnTo>
                    <a:pt x="4" y="36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9" y="41"/>
                  </a:lnTo>
                  <a:lnTo>
                    <a:pt x="10" y="41"/>
                  </a:lnTo>
                  <a:lnTo>
                    <a:pt x="11" y="43"/>
                  </a:lnTo>
                  <a:lnTo>
                    <a:pt x="12" y="43"/>
                  </a:lnTo>
                  <a:lnTo>
                    <a:pt x="12" y="44"/>
                  </a:lnTo>
                  <a:lnTo>
                    <a:pt x="13" y="44"/>
                  </a:lnTo>
                  <a:lnTo>
                    <a:pt x="14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23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9" y="45"/>
                  </a:lnTo>
                  <a:lnTo>
                    <a:pt x="30" y="44"/>
                  </a:lnTo>
                  <a:lnTo>
                    <a:pt x="31" y="44"/>
                  </a:lnTo>
                  <a:lnTo>
                    <a:pt x="32" y="44"/>
                  </a:lnTo>
                  <a:lnTo>
                    <a:pt x="34" y="43"/>
                  </a:lnTo>
                  <a:lnTo>
                    <a:pt x="35" y="41"/>
                  </a:lnTo>
                  <a:lnTo>
                    <a:pt x="36" y="41"/>
                  </a:lnTo>
                  <a:lnTo>
                    <a:pt x="37" y="40"/>
                  </a:lnTo>
                  <a:lnTo>
                    <a:pt x="38" y="39"/>
                  </a:lnTo>
                  <a:lnTo>
                    <a:pt x="39" y="38"/>
                  </a:lnTo>
                  <a:lnTo>
                    <a:pt x="40" y="37"/>
                  </a:lnTo>
                  <a:lnTo>
                    <a:pt x="40" y="36"/>
                  </a:lnTo>
                  <a:lnTo>
                    <a:pt x="41" y="36"/>
                  </a:lnTo>
                  <a:lnTo>
                    <a:pt x="41" y="35"/>
                  </a:lnTo>
                  <a:lnTo>
                    <a:pt x="42" y="34"/>
                  </a:lnTo>
                  <a:lnTo>
                    <a:pt x="42" y="33"/>
                  </a:lnTo>
                  <a:lnTo>
                    <a:pt x="44" y="31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2"/>
                  </a:lnTo>
                  <a:lnTo>
                    <a:pt x="45" y="21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2" y="13"/>
                  </a:lnTo>
                  <a:lnTo>
                    <a:pt x="42" y="12"/>
                  </a:lnTo>
                  <a:lnTo>
                    <a:pt x="41" y="11"/>
                  </a:lnTo>
                  <a:lnTo>
                    <a:pt x="41" y="10"/>
                  </a:lnTo>
                  <a:lnTo>
                    <a:pt x="40" y="10"/>
                  </a:lnTo>
                  <a:lnTo>
                    <a:pt x="40" y="9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7" y="6"/>
                  </a:lnTo>
                  <a:lnTo>
                    <a:pt x="36" y="4"/>
                  </a:lnTo>
                  <a:lnTo>
                    <a:pt x="35" y="4"/>
                  </a:lnTo>
                  <a:lnTo>
                    <a:pt x="34" y="3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50" name="Freeform 28">
              <a:extLst>
                <a:ext uri="{FF2B5EF4-FFF2-40B4-BE49-F238E27FC236}">
                  <a16:creationId xmlns:a16="http://schemas.microsoft.com/office/drawing/2014/main" id="{E4305BB0-D6FD-4107-9950-1B8761359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1324"/>
              <a:ext cx="31" cy="32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6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6" y="3"/>
                  </a:lnTo>
                  <a:lnTo>
                    <a:pt x="15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2" y="6"/>
                  </a:lnTo>
                  <a:lnTo>
                    <a:pt x="11" y="7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5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5" y="43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6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11" y="49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2"/>
                  </a:lnTo>
                  <a:lnTo>
                    <a:pt x="15" y="52"/>
                  </a:lnTo>
                  <a:lnTo>
                    <a:pt x="16" y="53"/>
                  </a:lnTo>
                  <a:lnTo>
                    <a:pt x="17" y="53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1" y="54"/>
                  </a:lnTo>
                  <a:lnTo>
                    <a:pt x="22" y="55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7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5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9" y="53"/>
                  </a:lnTo>
                  <a:lnTo>
                    <a:pt x="40" y="53"/>
                  </a:lnTo>
                  <a:lnTo>
                    <a:pt x="41" y="52"/>
                  </a:lnTo>
                  <a:lnTo>
                    <a:pt x="42" y="52"/>
                  </a:lnTo>
                  <a:lnTo>
                    <a:pt x="43" y="50"/>
                  </a:lnTo>
                  <a:lnTo>
                    <a:pt x="44" y="49"/>
                  </a:lnTo>
                  <a:lnTo>
                    <a:pt x="45" y="49"/>
                  </a:lnTo>
                  <a:lnTo>
                    <a:pt x="46" y="48"/>
                  </a:lnTo>
                  <a:lnTo>
                    <a:pt x="48" y="47"/>
                  </a:lnTo>
                  <a:lnTo>
                    <a:pt x="48" y="46"/>
                  </a:lnTo>
                  <a:lnTo>
                    <a:pt x="49" y="45"/>
                  </a:lnTo>
                  <a:lnTo>
                    <a:pt x="50" y="44"/>
                  </a:lnTo>
                  <a:lnTo>
                    <a:pt x="51" y="43"/>
                  </a:lnTo>
                  <a:lnTo>
                    <a:pt x="51" y="41"/>
                  </a:lnTo>
                  <a:lnTo>
                    <a:pt x="52" y="40"/>
                  </a:lnTo>
                  <a:lnTo>
                    <a:pt x="52" y="39"/>
                  </a:lnTo>
                  <a:lnTo>
                    <a:pt x="53" y="38"/>
                  </a:lnTo>
                  <a:lnTo>
                    <a:pt x="53" y="37"/>
                  </a:lnTo>
                  <a:lnTo>
                    <a:pt x="54" y="36"/>
                  </a:lnTo>
                  <a:lnTo>
                    <a:pt x="54" y="35"/>
                  </a:lnTo>
                  <a:lnTo>
                    <a:pt x="54" y="34"/>
                  </a:lnTo>
                  <a:lnTo>
                    <a:pt x="54" y="31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6"/>
                  </a:lnTo>
                  <a:lnTo>
                    <a:pt x="55" y="25"/>
                  </a:lnTo>
                  <a:lnTo>
                    <a:pt x="54" y="24"/>
                  </a:lnTo>
                  <a:lnTo>
                    <a:pt x="54" y="22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3" y="18"/>
                  </a:lnTo>
                  <a:lnTo>
                    <a:pt x="53" y="17"/>
                  </a:lnTo>
                  <a:lnTo>
                    <a:pt x="52" y="16"/>
                  </a:lnTo>
                  <a:lnTo>
                    <a:pt x="52" y="15"/>
                  </a:lnTo>
                  <a:lnTo>
                    <a:pt x="51" y="13"/>
                  </a:lnTo>
                  <a:lnTo>
                    <a:pt x="51" y="12"/>
                  </a:lnTo>
                  <a:lnTo>
                    <a:pt x="50" y="11"/>
                  </a:lnTo>
                  <a:lnTo>
                    <a:pt x="49" y="10"/>
                  </a:lnTo>
                  <a:lnTo>
                    <a:pt x="48" y="9"/>
                  </a:lnTo>
                  <a:lnTo>
                    <a:pt x="48" y="8"/>
                  </a:lnTo>
                  <a:lnTo>
                    <a:pt x="46" y="8"/>
                  </a:lnTo>
                  <a:lnTo>
                    <a:pt x="45" y="7"/>
                  </a:lnTo>
                  <a:lnTo>
                    <a:pt x="44" y="6"/>
                  </a:lnTo>
                  <a:lnTo>
                    <a:pt x="43" y="4"/>
                  </a:lnTo>
                  <a:lnTo>
                    <a:pt x="42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51" name="Freeform 29">
              <a:extLst>
                <a:ext uri="{FF2B5EF4-FFF2-40B4-BE49-F238E27FC236}">
                  <a16:creationId xmlns:a16="http://schemas.microsoft.com/office/drawing/2014/main" id="{D3B4628B-6847-43B6-8081-CE2643070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054"/>
              <a:ext cx="27" cy="26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2" y="23"/>
                  </a:moveTo>
                  <a:lnTo>
                    <a:pt x="22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0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3" y="35"/>
                  </a:lnTo>
                  <a:lnTo>
                    <a:pt x="4" y="36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1"/>
                  </a:lnTo>
                  <a:lnTo>
                    <a:pt x="9" y="42"/>
                  </a:lnTo>
                  <a:lnTo>
                    <a:pt x="10" y="42"/>
                  </a:lnTo>
                  <a:lnTo>
                    <a:pt x="11" y="43"/>
                  </a:lnTo>
                  <a:lnTo>
                    <a:pt x="12" y="43"/>
                  </a:lnTo>
                  <a:lnTo>
                    <a:pt x="12" y="44"/>
                  </a:lnTo>
                  <a:lnTo>
                    <a:pt x="13" y="44"/>
                  </a:lnTo>
                  <a:lnTo>
                    <a:pt x="14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23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9" y="45"/>
                  </a:lnTo>
                  <a:lnTo>
                    <a:pt x="30" y="44"/>
                  </a:lnTo>
                  <a:lnTo>
                    <a:pt x="31" y="44"/>
                  </a:lnTo>
                  <a:lnTo>
                    <a:pt x="32" y="44"/>
                  </a:lnTo>
                  <a:lnTo>
                    <a:pt x="34" y="43"/>
                  </a:lnTo>
                  <a:lnTo>
                    <a:pt x="35" y="42"/>
                  </a:lnTo>
                  <a:lnTo>
                    <a:pt x="36" y="42"/>
                  </a:lnTo>
                  <a:lnTo>
                    <a:pt x="37" y="41"/>
                  </a:lnTo>
                  <a:lnTo>
                    <a:pt x="38" y="39"/>
                  </a:lnTo>
                  <a:lnTo>
                    <a:pt x="39" y="38"/>
                  </a:lnTo>
                  <a:lnTo>
                    <a:pt x="40" y="37"/>
                  </a:lnTo>
                  <a:lnTo>
                    <a:pt x="40" y="36"/>
                  </a:lnTo>
                  <a:lnTo>
                    <a:pt x="41" y="36"/>
                  </a:lnTo>
                  <a:lnTo>
                    <a:pt x="41" y="35"/>
                  </a:lnTo>
                  <a:lnTo>
                    <a:pt x="42" y="34"/>
                  </a:lnTo>
                  <a:lnTo>
                    <a:pt x="42" y="33"/>
                  </a:lnTo>
                  <a:lnTo>
                    <a:pt x="44" y="32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3"/>
                  </a:lnTo>
                  <a:lnTo>
                    <a:pt x="45" y="22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2" y="14"/>
                  </a:lnTo>
                  <a:lnTo>
                    <a:pt x="42" y="13"/>
                  </a:lnTo>
                  <a:lnTo>
                    <a:pt x="41" y="11"/>
                  </a:lnTo>
                  <a:lnTo>
                    <a:pt x="41" y="10"/>
                  </a:lnTo>
                  <a:lnTo>
                    <a:pt x="40" y="10"/>
                  </a:lnTo>
                  <a:lnTo>
                    <a:pt x="40" y="9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7" y="6"/>
                  </a:lnTo>
                  <a:lnTo>
                    <a:pt x="36" y="5"/>
                  </a:lnTo>
                  <a:lnTo>
                    <a:pt x="35" y="5"/>
                  </a:lnTo>
                  <a:lnTo>
                    <a:pt x="34" y="4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2" y="2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52" name="Freeform 30">
              <a:extLst>
                <a:ext uri="{FF2B5EF4-FFF2-40B4-BE49-F238E27FC236}">
                  <a16:creationId xmlns:a16="http://schemas.microsoft.com/office/drawing/2014/main" id="{433EAD73-D881-4E49-A9EC-2760DF439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2046"/>
              <a:ext cx="31" cy="32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6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6" y="3"/>
                  </a:lnTo>
                  <a:lnTo>
                    <a:pt x="15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2" y="5"/>
                  </a:lnTo>
                  <a:lnTo>
                    <a:pt x="11" y="7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5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3" y="15"/>
                  </a:lnTo>
                  <a:lnTo>
                    <a:pt x="3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5" y="42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6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11" y="49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1" y="54"/>
                  </a:lnTo>
                  <a:lnTo>
                    <a:pt x="22" y="55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7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5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9" y="52"/>
                  </a:lnTo>
                  <a:lnTo>
                    <a:pt x="40" y="52"/>
                  </a:lnTo>
                  <a:lnTo>
                    <a:pt x="41" y="51"/>
                  </a:lnTo>
                  <a:lnTo>
                    <a:pt x="42" y="51"/>
                  </a:lnTo>
                  <a:lnTo>
                    <a:pt x="43" y="50"/>
                  </a:lnTo>
                  <a:lnTo>
                    <a:pt x="44" y="49"/>
                  </a:lnTo>
                  <a:lnTo>
                    <a:pt x="45" y="49"/>
                  </a:lnTo>
                  <a:lnTo>
                    <a:pt x="46" y="48"/>
                  </a:lnTo>
                  <a:lnTo>
                    <a:pt x="48" y="47"/>
                  </a:lnTo>
                  <a:lnTo>
                    <a:pt x="48" y="46"/>
                  </a:lnTo>
                  <a:lnTo>
                    <a:pt x="49" y="45"/>
                  </a:lnTo>
                  <a:lnTo>
                    <a:pt x="50" y="44"/>
                  </a:lnTo>
                  <a:lnTo>
                    <a:pt x="51" y="42"/>
                  </a:lnTo>
                  <a:lnTo>
                    <a:pt x="51" y="41"/>
                  </a:lnTo>
                  <a:lnTo>
                    <a:pt x="52" y="40"/>
                  </a:lnTo>
                  <a:lnTo>
                    <a:pt x="52" y="39"/>
                  </a:lnTo>
                  <a:lnTo>
                    <a:pt x="53" y="38"/>
                  </a:lnTo>
                  <a:lnTo>
                    <a:pt x="53" y="37"/>
                  </a:lnTo>
                  <a:lnTo>
                    <a:pt x="54" y="36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6"/>
                  </a:lnTo>
                  <a:lnTo>
                    <a:pt x="55" y="24"/>
                  </a:lnTo>
                  <a:lnTo>
                    <a:pt x="54" y="23"/>
                  </a:lnTo>
                  <a:lnTo>
                    <a:pt x="54" y="22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3" y="18"/>
                  </a:lnTo>
                  <a:lnTo>
                    <a:pt x="53" y="17"/>
                  </a:lnTo>
                  <a:lnTo>
                    <a:pt x="52" y="15"/>
                  </a:lnTo>
                  <a:lnTo>
                    <a:pt x="52" y="14"/>
                  </a:lnTo>
                  <a:lnTo>
                    <a:pt x="51" y="13"/>
                  </a:lnTo>
                  <a:lnTo>
                    <a:pt x="51" y="12"/>
                  </a:lnTo>
                  <a:lnTo>
                    <a:pt x="50" y="11"/>
                  </a:lnTo>
                  <a:lnTo>
                    <a:pt x="49" y="10"/>
                  </a:lnTo>
                  <a:lnTo>
                    <a:pt x="48" y="9"/>
                  </a:lnTo>
                  <a:lnTo>
                    <a:pt x="48" y="8"/>
                  </a:lnTo>
                  <a:lnTo>
                    <a:pt x="46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2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53" name="Line 31">
              <a:extLst>
                <a:ext uri="{FF2B5EF4-FFF2-40B4-BE49-F238E27FC236}">
                  <a16:creationId xmlns:a16="http://schemas.microsoft.com/office/drawing/2014/main" id="{5A6E775E-8AB7-45FC-9D32-7E096B097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9" y="1332"/>
              <a:ext cx="3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54" name="Rectangle 32">
              <a:extLst>
                <a:ext uri="{FF2B5EF4-FFF2-40B4-BE49-F238E27FC236}">
                  <a16:creationId xmlns:a16="http://schemas.microsoft.com/office/drawing/2014/main" id="{2CF283CE-6381-4423-A87C-F45FC94F0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2917"/>
              <a:ext cx="10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55" name="Rectangle 33">
              <a:extLst>
                <a:ext uri="{FF2B5EF4-FFF2-40B4-BE49-F238E27FC236}">
                  <a16:creationId xmlns:a16="http://schemas.microsoft.com/office/drawing/2014/main" id="{85836E02-A895-4818-88A0-524072E90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" y="1683"/>
              <a:ext cx="27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56" name="Rectangle 34">
              <a:extLst>
                <a:ext uri="{FF2B5EF4-FFF2-40B4-BE49-F238E27FC236}">
                  <a16:creationId xmlns:a16="http://schemas.microsoft.com/office/drawing/2014/main" id="{F7938080-665A-4913-976C-980E45392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" y="2824"/>
              <a:ext cx="1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P4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57" name="Rectangle 35">
              <a:extLst>
                <a:ext uri="{FF2B5EF4-FFF2-40B4-BE49-F238E27FC236}">
                  <a16:creationId xmlns:a16="http://schemas.microsoft.com/office/drawing/2014/main" id="{827A8E15-02EE-45AA-874C-A6ACB2CA9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" y="455"/>
              <a:ext cx="1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P3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58" name="Rectangle 36">
              <a:extLst>
                <a:ext uri="{FF2B5EF4-FFF2-40B4-BE49-F238E27FC236}">
                  <a16:creationId xmlns:a16="http://schemas.microsoft.com/office/drawing/2014/main" id="{37341CCC-F019-48D2-A9E9-FE021D2DF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1100"/>
              <a:ext cx="1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P1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59" name="Line 42">
              <a:extLst>
                <a:ext uri="{FF2B5EF4-FFF2-40B4-BE49-F238E27FC236}">
                  <a16:creationId xmlns:a16="http://schemas.microsoft.com/office/drawing/2014/main" id="{144716BF-8AB2-48E0-8EC2-A390E38C52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40" y="1424"/>
              <a:ext cx="19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60" name="Rectangle 44">
              <a:extLst>
                <a:ext uri="{FF2B5EF4-FFF2-40B4-BE49-F238E27FC236}">
                  <a16:creationId xmlns:a16="http://schemas.microsoft.com/office/drawing/2014/main" id="{BE7CCC75-74C6-4A36-BE23-099FE4541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2013"/>
              <a:ext cx="1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P2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61" name="Freeform 46">
              <a:extLst>
                <a:ext uri="{FF2B5EF4-FFF2-40B4-BE49-F238E27FC236}">
                  <a16:creationId xmlns:a16="http://schemas.microsoft.com/office/drawing/2014/main" id="{790EFBF5-0FBB-4B3B-B6B4-39B1ACD1C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1302"/>
              <a:ext cx="70" cy="69"/>
            </a:xfrm>
            <a:custGeom>
              <a:avLst/>
              <a:gdLst>
                <a:gd name="T0" fmla="*/ 1 w 122"/>
                <a:gd name="T1" fmla="*/ 1 h 121"/>
                <a:gd name="T2" fmla="*/ 1 w 122"/>
                <a:gd name="T3" fmla="*/ 1 h 121"/>
                <a:gd name="T4" fmla="*/ 1 w 122"/>
                <a:gd name="T5" fmla="*/ 1 h 121"/>
                <a:gd name="T6" fmla="*/ 1 w 122"/>
                <a:gd name="T7" fmla="*/ 1 h 121"/>
                <a:gd name="T8" fmla="*/ 1 w 122"/>
                <a:gd name="T9" fmla="*/ 1 h 121"/>
                <a:gd name="T10" fmla="*/ 1 w 122"/>
                <a:gd name="T11" fmla="*/ 1 h 121"/>
                <a:gd name="T12" fmla="*/ 1 w 122"/>
                <a:gd name="T13" fmla="*/ 1 h 121"/>
                <a:gd name="T14" fmla="*/ 1 w 122"/>
                <a:gd name="T15" fmla="*/ 1 h 121"/>
                <a:gd name="T16" fmla="*/ 1 w 122"/>
                <a:gd name="T17" fmla="*/ 1 h 121"/>
                <a:gd name="T18" fmla="*/ 1 w 122"/>
                <a:gd name="T19" fmla="*/ 1 h 121"/>
                <a:gd name="T20" fmla="*/ 0 w 122"/>
                <a:gd name="T21" fmla="*/ 1 h 121"/>
                <a:gd name="T22" fmla="*/ 0 w 122"/>
                <a:gd name="T23" fmla="*/ 1 h 121"/>
                <a:gd name="T24" fmla="*/ 1 w 122"/>
                <a:gd name="T25" fmla="*/ 1 h 121"/>
                <a:gd name="T26" fmla="*/ 1 w 122"/>
                <a:gd name="T27" fmla="*/ 1 h 121"/>
                <a:gd name="T28" fmla="*/ 1 w 122"/>
                <a:gd name="T29" fmla="*/ 1 h 121"/>
                <a:gd name="T30" fmla="*/ 1 w 122"/>
                <a:gd name="T31" fmla="*/ 1 h 121"/>
                <a:gd name="T32" fmla="*/ 1 w 122"/>
                <a:gd name="T33" fmla="*/ 1 h 121"/>
                <a:gd name="T34" fmla="*/ 1 w 122"/>
                <a:gd name="T35" fmla="*/ 1 h 121"/>
                <a:gd name="T36" fmla="*/ 1 w 122"/>
                <a:gd name="T37" fmla="*/ 1 h 121"/>
                <a:gd name="T38" fmla="*/ 1 w 122"/>
                <a:gd name="T39" fmla="*/ 1 h 121"/>
                <a:gd name="T40" fmla="*/ 1 w 122"/>
                <a:gd name="T41" fmla="*/ 1 h 121"/>
                <a:gd name="T42" fmla="*/ 1 w 122"/>
                <a:gd name="T43" fmla="*/ 1 h 121"/>
                <a:gd name="T44" fmla="*/ 1 w 122"/>
                <a:gd name="T45" fmla="*/ 1 h 121"/>
                <a:gd name="T46" fmla="*/ 1 w 122"/>
                <a:gd name="T47" fmla="*/ 1 h 121"/>
                <a:gd name="T48" fmla="*/ 1 w 122"/>
                <a:gd name="T49" fmla="*/ 1 h 121"/>
                <a:gd name="T50" fmla="*/ 1 w 122"/>
                <a:gd name="T51" fmla="*/ 1 h 121"/>
                <a:gd name="T52" fmla="*/ 1 w 122"/>
                <a:gd name="T53" fmla="*/ 1 h 121"/>
                <a:gd name="T54" fmla="*/ 1 w 122"/>
                <a:gd name="T55" fmla="*/ 1 h 121"/>
                <a:gd name="T56" fmla="*/ 1 w 122"/>
                <a:gd name="T57" fmla="*/ 1 h 121"/>
                <a:gd name="T58" fmla="*/ 1 w 122"/>
                <a:gd name="T59" fmla="*/ 1 h 121"/>
                <a:gd name="T60" fmla="*/ 1 w 122"/>
                <a:gd name="T61" fmla="*/ 1 h 121"/>
                <a:gd name="T62" fmla="*/ 1 w 122"/>
                <a:gd name="T63" fmla="*/ 1 h 121"/>
                <a:gd name="T64" fmla="*/ 1 w 122"/>
                <a:gd name="T65" fmla="*/ 1 h 121"/>
                <a:gd name="T66" fmla="*/ 1 w 122"/>
                <a:gd name="T67" fmla="*/ 1 h 121"/>
                <a:gd name="T68" fmla="*/ 1 w 122"/>
                <a:gd name="T69" fmla="*/ 1 h 121"/>
                <a:gd name="T70" fmla="*/ 1 w 122"/>
                <a:gd name="T71" fmla="*/ 1 h 121"/>
                <a:gd name="T72" fmla="*/ 1 w 122"/>
                <a:gd name="T73" fmla="*/ 1 h 121"/>
                <a:gd name="T74" fmla="*/ 1 w 122"/>
                <a:gd name="T75" fmla="*/ 1 h 121"/>
                <a:gd name="T76" fmla="*/ 1 w 122"/>
                <a:gd name="T77" fmla="*/ 1 h 121"/>
                <a:gd name="T78" fmla="*/ 1 w 122"/>
                <a:gd name="T79" fmla="*/ 1 h 121"/>
                <a:gd name="T80" fmla="*/ 1 w 122"/>
                <a:gd name="T81" fmla="*/ 1 h 121"/>
                <a:gd name="T82" fmla="*/ 1 w 122"/>
                <a:gd name="T83" fmla="*/ 1 h 121"/>
                <a:gd name="T84" fmla="*/ 1 w 122"/>
                <a:gd name="T85" fmla="*/ 1 h 121"/>
                <a:gd name="T86" fmla="*/ 1 w 122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2"/>
                <a:gd name="T133" fmla="*/ 0 h 121"/>
                <a:gd name="T134" fmla="*/ 122 w 122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2" h="121">
                  <a:moveTo>
                    <a:pt x="61" y="0"/>
                  </a:moveTo>
                  <a:lnTo>
                    <a:pt x="58" y="1"/>
                  </a:lnTo>
                  <a:lnTo>
                    <a:pt x="55" y="1"/>
                  </a:lnTo>
                  <a:lnTo>
                    <a:pt x="52" y="1"/>
                  </a:lnTo>
                  <a:lnTo>
                    <a:pt x="49" y="2"/>
                  </a:lnTo>
                  <a:lnTo>
                    <a:pt x="46" y="2"/>
                  </a:lnTo>
                  <a:lnTo>
                    <a:pt x="43" y="3"/>
                  </a:lnTo>
                  <a:lnTo>
                    <a:pt x="41" y="4"/>
                  </a:lnTo>
                  <a:lnTo>
                    <a:pt x="37" y="5"/>
                  </a:lnTo>
                  <a:lnTo>
                    <a:pt x="35" y="6"/>
                  </a:lnTo>
                  <a:lnTo>
                    <a:pt x="32" y="8"/>
                  </a:lnTo>
                  <a:lnTo>
                    <a:pt x="30" y="9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3" y="14"/>
                  </a:lnTo>
                  <a:lnTo>
                    <a:pt x="21" y="17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3" y="24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5" y="37"/>
                  </a:lnTo>
                  <a:lnTo>
                    <a:pt x="4" y="40"/>
                  </a:lnTo>
                  <a:lnTo>
                    <a:pt x="4" y="42"/>
                  </a:lnTo>
                  <a:lnTo>
                    <a:pt x="3" y="46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1" y="70"/>
                  </a:lnTo>
                  <a:lnTo>
                    <a:pt x="1" y="73"/>
                  </a:lnTo>
                  <a:lnTo>
                    <a:pt x="3" y="76"/>
                  </a:lnTo>
                  <a:lnTo>
                    <a:pt x="4" y="79"/>
                  </a:lnTo>
                  <a:lnTo>
                    <a:pt x="4" y="82"/>
                  </a:lnTo>
                  <a:lnTo>
                    <a:pt x="5" y="85"/>
                  </a:lnTo>
                  <a:lnTo>
                    <a:pt x="6" y="87"/>
                  </a:lnTo>
                  <a:lnTo>
                    <a:pt x="8" y="89"/>
                  </a:lnTo>
                  <a:lnTo>
                    <a:pt x="9" y="92"/>
                  </a:lnTo>
                  <a:lnTo>
                    <a:pt x="10" y="95"/>
                  </a:lnTo>
                  <a:lnTo>
                    <a:pt x="13" y="97"/>
                  </a:lnTo>
                  <a:lnTo>
                    <a:pt x="14" y="100"/>
                  </a:lnTo>
                  <a:lnTo>
                    <a:pt x="16" y="102"/>
                  </a:lnTo>
                  <a:lnTo>
                    <a:pt x="18" y="104"/>
                  </a:lnTo>
                  <a:lnTo>
                    <a:pt x="21" y="105"/>
                  </a:lnTo>
                  <a:lnTo>
                    <a:pt x="23" y="107"/>
                  </a:lnTo>
                  <a:lnTo>
                    <a:pt x="25" y="110"/>
                  </a:lnTo>
                  <a:lnTo>
                    <a:pt x="27" y="111"/>
                  </a:lnTo>
                  <a:lnTo>
                    <a:pt x="30" y="113"/>
                  </a:lnTo>
                  <a:lnTo>
                    <a:pt x="32" y="114"/>
                  </a:lnTo>
                  <a:lnTo>
                    <a:pt x="35" y="115"/>
                  </a:lnTo>
                  <a:lnTo>
                    <a:pt x="37" y="116"/>
                  </a:lnTo>
                  <a:lnTo>
                    <a:pt x="41" y="117"/>
                  </a:lnTo>
                  <a:lnTo>
                    <a:pt x="43" y="119"/>
                  </a:lnTo>
                  <a:lnTo>
                    <a:pt x="46" y="120"/>
                  </a:lnTo>
                  <a:lnTo>
                    <a:pt x="49" y="120"/>
                  </a:lnTo>
                  <a:lnTo>
                    <a:pt x="52" y="121"/>
                  </a:lnTo>
                  <a:lnTo>
                    <a:pt x="55" y="121"/>
                  </a:lnTo>
                  <a:lnTo>
                    <a:pt x="58" y="121"/>
                  </a:lnTo>
                  <a:lnTo>
                    <a:pt x="61" y="121"/>
                  </a:lnTo>
                  <a:lnTo>
                    <a:pt x="64" y="121"/>
                  </a:lnTo>
                  <a:lnTo>
                    <a:pt x="68" y="121"/>
                  </a:lnTo>
                  <a:lnTo>
                    <a:pt x="70" y="121"/>
                  </a:lnTo>
                  <a:lnTo>
                    <a:pt x="73" y="120"/>
                  </a:lnTo>
                  <a:lnTo>
                    <a:pt x="77" y="120"/>
                  </a:lnTo>
                  <a:lnTo>
                    <a:pt x="79" y="119"/>
                  </a:lnTo>
                  <a:lnTo>
                    <a:pt x="82" y="117"/>
                  </a:lnTo>
                  <a:lnTo>
                    <a:pt x="84" y="116"/>
                  </a:lnTo>
                  <a:lnTo>
                    <a:pt x="87" y="115"/>
                  </a:lnTo>
                  <a:lnTo>
                    <a:pt x="90" y="114"/>
                  </a:lnTo>
                  <a:lnTo>
                    <a:pt x="92" y="113"/>
                  </a:lnTo>
                  <a:lnTo>
                    <a:pt x="95" y="111"/>
                  </a:lnTo>
                  <a:lnTo>
                    <a:pt x="97" y="110"/>
                  </a:lnTo>
                  <a:lnTo>
                    <a:pt x="99" y="107"/>
                  </a:lnTo>
                  <a:lnTo>
                    <a:pt x="101" y="105"/>
                  </a:lnTo>
                  <a:lnTo>
                    <a:pt x="104" y="104"/>
                  </a:lnTo>
                  <a:lnTo>
                    <a:pt x="106" y="102"/>
                  </a:lnTo>
                  <a:lnTo>
                    <a:pt x="108" y="100"/>
                  </a:lnTo>
                  <a:lnTo>
                    <a:pt x="109" y="97"/>
                  </a:lnTo>
                  <a:lnTo>
                    <a:pt x="111" y="95"/>
                  </a:lnTo>
                  <a:lnTo>
                    <a:pt x="113" y="92"/>
                  </a:lnTo>
                  <a:lnTo>
                    <a:pt x="115" y="89"/>
                  </a:lnTo>
                  <a:lnTo>
                    <a:pt x="116" y="87"/>
                  </a:lnTo>
                  <a:lnTo>
                    <a:pt x="117" y="85"/>
                  </a:lnTo>
                  <a:lnTo>
                    <a:pt x="118" y="82"/>
                  </a:lnTo>
                  <a:lnTo>
                    <a:pt x="119" y="79"/>
                  </a:lnTo>
                  <a:lnTo>
                    <a:pt x="119" y="76"/>
                  </a:lnTo>
                  <a:lnTo>
                    <a:pt x="120" y="73"/>
                  </a:lnTo>
                  <a:lnTo>
                    <a:pt x="120" y="70"/>
                  </a:lnTo>
                  <a:lnTo>
                    <a:pt x="122" y="67"/>
                  </a:lnTo>
                  <a:lnTo>
                    <a:pt x="122" y="64"/>
                  </a:lnTo>
                  <a:lnTo>
                    <a:pt x="122" y="60"/>
                  </a:lnTo>
                  <a:lnTo>
                    <a:pt x="122" y="58"/>
                  </a:lnTo>
                  <a:lnTo>
                    <a:pt x="122" y="55"/>
                  </a:lnTo>
                  <a:lnTo>
                    <a:pt x="120" y="51"/>
                  </a:lnTo>
                  <a:lnTo>
                    <a:pt x="120" y="49"/>
                  </a:lnTo>
                  <a:lnTo>
                    <a:pt x="119" y="46"/>
                  </a:lnTo>
                  <a:lnTo>
                    <a:pt x="119" y="42"/>
                  </a:lnTo>
                  <a:lnTo>
                    <a:pt x="118" y="40"/>
                  </a:lnTo>
                  <a:lnTo>
                    <a:pt x="117" y="37"/>
                  </a:lnTo>
                  <a:lnTo>
                    <a:pt x="116" y="34"/>
                  </a:lnTo>
                  <a:lnTo>
                    <a:pt x="115" y="32"/>
                  </a:lnTo>
                  <a:lnTo>
                    <a:pt x="113" y="29"/>
                  </a:lnTo>
                  <a:lnTo>
                    <a:pt x="111" y="27"/>
                  </a:lnTo>
                  <a:lnTo>
                    <a:pt x="109" y="24"/>
                  </a:lnTo>
                  <a:lnTo>
                    <a:pt x="108" y="22"/>
                  </a:lnTo>
                  <a:lnTo>
                    <a:pt x="106" y="20"/>
                  </a:lnTo>
                  <a:lnTo>
                    <a:pt x="104" y="18"/>
                  </a:lnTo>
                  <a:lnTo>
                    <a:pt x="101" y="17"/>
                  </a:lnTo>
                  <a:lnTo>
                    <a:pt x="99" y="14"/>
                  </a:lnTo>
                  <a:lnTo>
                    <a:pt x="97" y="12"/>
                  </a:lnTo>
                  <a:lnTo>
                    <a:pt x="95" y="11"/>
                  </a:lnTo>
                  <a:lnTo>
                    <a:pt x="92" y="9"/>
                  </a:lnTo>
                  <a:lnTo>
                    <a:pt x="90" y="8"/>
                  </a:lnTo>
                  <a:lnTo>
                    <a:pt x="87" y="6"/>
                  </a:lnTo>
                  <a:lnTo>
                    <a:pt x="84" y="5"/>
                  </a:lnTo>
                  <a:lnTo>
                    <a:pt x="82" y="4"/>
                  </a:lnTo>
                  <a:lnTo>
                    <a:pt x="79" y="3"/>
                  </a:lnTo>
                  <a:lnTo>
                    <a:pt x="77" y="2"/>
                  </a:lnTo>
                  <a:lnTo>
                    <a:pt x="73" y="2"/>
                  </a:lnTo>
                  <a:lnTo>
                    <a:pt x="70" y="1"/>
                  </a:lnTo>
                  <a:lnTo>
                    <a:pt x="68" y="1"/>
                  </a:lnTo>
                  <a:lnTo>
                    <a:pt x="64" y="1"/>
                  </a:lnTo>
                  <a:lnTo>
                    <a:pt x="61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62" name="Line 51">
              <a:extLst>
                <a:ext uri="{FF2B5EF4-FFF2-40B4-BE49-F238E27FC236}">
                  <a16:creationId xmlns:a16="http://schemas.microsoft.com/office/drawing/2014/main" id="{9BDA4F7C-E107-4E64-9D24-BA91B2982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0" y="1978"/>
              <a:ext cx="19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63" name="Rectangle 54">
              <a:extLst>
                <a:ext uri="{FF2B5EF4-FFF2-40B4-BE49-F238E27FC236}">
                  <a16:creationId xmlns:a16="http://schemas.microsoft.com/office/drawing/2014/main" id="{7C3E3CB2-E353-44C9-9745-C07269B37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8" y="1264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5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64" name="Freeform 56">
              <a:extLst>
                <a:ext uri="{FF2B5EF4-FFF2-40B4-BE49-F238E27FC236}">
                  <a16:creationId xmlns:a16="http://schemas.microsoft.com/office/drawing/2014/main" id="{91E3F72B-572F-4F2B-AA43-39D449E64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2028"/>
              <a:ext cx="70" cy="69"/>
            </a:xfrm>
            <a:custGeom>
              <a:avLst/>
              <a:gdLst>
                <a:gd name="T0" fmla="*/ 1 w 122"/>
                <a:gd name="T1" fmla="*/ 1 h 121"/>
                <a:gd name="T2" fmla="*/ 1 w 122"/>
                <a:gd name="T3" fmla="*/ 1 h 121"/>
                <a:gd name="T4" fmla="*/ 1 w 122"/>
                <a:gd name="T5" fmla="*/ 1 h 121"/>
                <a:gd name="T6" fmla="*/ 1 w 122"/>
                <a:gd name="T7" fmla="*/ 1 h 121"/>
                <a:gd name="T8" fmla="*/ 1 w 122"/>
                <a:gd name="T9" fmla="*/ 1 h 121"/>
                <a:gd name="T10" fmla="*/ 1 w 122"/>
                <a:gd name="T11" fmla="*/ 1 h 121"/>
                <a:gd name="T12" fmla="*/ 1 w 122"/>
                <a:gd name="T13" fmla="*/ 1 h 121"/>
                <a:gd name="T14" fmla="*/ 1 w 122"/>
                <a:gd name="T15" fmla="*/ 1 h 121"/>
                <a:gd name="T16" fmla="*/ 1 w 122"/>
                <a:gd name="T17" fmla="*/ 1 h 121"/>
                <a:gd name="T18" fmla="*/ 1 w 122"/>
                <a:gd name="T19" fmla="*/ 1 h 121"/>
                <a:gd name="T20" fmla="*/ 0 w 122"/>
                <a:gd name="T21" fmla="*/ 1 h 121"/>
                <a:gd name="T22" fmla="*/ 0 w 122"/>
                <a:gd name="T23" fmla="*/ 1 h 121"/>
                <a:gd name="T24" fmla="*/ 1 w 122"/>
                <a:gd name="T25" fmla="*/ 1 h 121"/>
                <a:gd name="T26" fmla="*/ 1 w 122"/>
                <a:gd name="T27" fmla="*/ 1 h 121"/>
                <a:gd name="T28" fmla="*/ 1 w 122"/>
                <a:gd name="T29" fmla="*/ 1 h 121"/>
                <a:gd name="T30" fmla="*/ 1 w 122"/>
                <a:gd name="T31" fmla="*/ 1 h 121"/>
                <a:gd name="T32" fmla="*/ 1 w 122"/>
                <a:gd name="T33" fmla="*/ 1 h 121"/>
                <a:gd name="T34" fmla="*/ 1 w 122"/>
                <a:gd name="T35" fmla="*/ 1 h 121"/>
                <a:gd name="T36" fmla="*/ 1 w 122"/>
                <a:gd name="T37" fmla="*/ 1 h 121"/>
                <a:gd name="T38" fmla="*/ 1 w 122"/>
                <a:gd name="T39" fmla="*/ 1 h 121"/>
                <a:gd name="T40" fmla="*/ 1 w 122"/>
                <a:gd name="T41" fmla="*/ 1 h 121"/>
                <a:gd name="T42" fmla="*/ 1 w 122"/>
                <a:gd name="T43" fmla="*/ 1 h 121"/>
                <a:gd name="T44" fmla="*/ 1 w 122"/>
                <a:gd name="T45" fmla="*/ 1 h 121"/>
                <a:gd name="T46" fmla="*/ 1 w 122"/>
                <a:gd name="T47" fmla="*/ 1 h 121"/>
                <a:gd name="T48" fmla="*/ 1 w 122"/>
                <a:gd name="T49" fmla="*/ 1 h 121"/>
                <a:gd name="T50" fmla="*/ 1 w 122"/>
                <a:gd name="T51" fmla="*/ 1 h 121"/>
                <a:gd name="T52" fmla="*/ 1 w 122"/>
                <a:gd name="T53" fmla="*/ 1 h 121"/>
                <a:gd name="T54" fmla="*/ 1 w 122"/>
                <a:gd name="T55" fmla="*/ 1 h 121"/>
                <a:gd name="T56" fmla="*/ 1 w 122"/>
                <a:gd name="T57" fmla="*/ 1 h 121"/>
                <a:gd name="T58" fmla="*/ 1 w 122"/>
                <a:gd name="T59" fmla="*/ 1 h 121"/>
                <a:gd name="T60" fmla="*/ 1 w 122"/>
                <a:gd name="T61" fmla="*/ 1 h 121"/>
                <a:gd name="T62" fmla="*/ 1 w 122"/>
                <a:gd name="T63" fmla="*/ 1 h 121"/>
                <a:gd name="T64" fmla="*/ 1 w 122"/>
                <a:gd name="T65" fmla="*/ 1 h 121"/>
                <a:gd name="T66" fmla="*/ 1 w 122"/>
                <a:gd name="T67" fmla="*/ 1 h 121"/>
                <a:gd name="T68" fmla="*/ 1 w 122"/>
                <a:gd name="T69" fmla="*/ 1 h 121"/>
                <a:gd name="T70" fmla="*/ 1 w 122"/>
                <a:gd name="T71" fmla="*/ 1 h 121"/>
                <a:gd name="T72" fmla="*/ 1 w 122"/>
                <a:gd name="T73" fmla="*/ 1 h 121"/>
                <a:gd name="T74" fmla="*/ 1 w 122"/>
                <a:gd name="T75" fmla="*/ 1 h 121"/>
                <a:gd name="T76" fmla="*/ 1 w 122"/>
                <a:gd name="T77" fmla="*/ 1 h 121"/>
                <a:gd name="T78" fmla="*/ 1 w 122"/>
                <a:gd name="T79" fmla="*/ 1 h 121"/>
                <a:gd name="T80" fmla="*/ 1 w 122"/>
                <a:gd name="T81" fmla="*/ 1 h 121"/>
                <a:gd name="T82" fmla="*/ 1 w 122"/>
                <a:gd name="T83" fmla="*/ 1 h 121"/>
                <a:gd name="T84" fmla="*/ 1 w 122"/>
                <a:gd name="T85" fmla="*/ 1 h 121"/>
                <a:gd name="T86" fmla="*/ 1 w 122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2"/>
                <a:gd name="T133" fmla="*/ 0 h 121"/>
                <a:gd name="T134" fmla="*/ 122 w 122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2" h="121">
                  <a:moveTo>
                    <a:pt x="61" y="0"/>
                  </a:moveTo>
                  <a:lnTo>
                    <a:pt x="58" y="1"/>
                  </a:lnTo>
                  <a:lnTo>
                    <a:pt x="55" y="1"/>
                  </a:lnTo>
                  <a:lnTo>
                    <a:pt x="52" y="1"/>
                  </a:lnTo>
                  <a:lnTo>
                    <a:pt x="49" y="2"/>
                  </a:lnTo>
                  <a:lnTo>
                    <a:pt x="46" y="2"/>
                  </a:lnTo>
                  <a:lnTo>
                    <a:pt x="43" y="3"/>
                  </a:lnTo>
                  <a:lnTo>
                    <a:pt x="41" y="4"/>
                  </a:lnTo>
                  <a:lnTo>
                    <a:pt x="37" y="5"/>
                  </a:lnTo>
                  <a:lnTo>
                    <a:pt x="35" y="6"/>
                  </a:lnTo>
                  <a:lnTo>
                    <a:pt x="32" y="7"/>
                  </a:lnTo>
                  <a:lnTo>
                    <a:pt x="30" y="9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3" y="14"/>
                  </a:lnTo>
                  <a:lnTo>
                    <a:pt x="21" y="16"/>
                  </a:lnTo>
                  <a:lnTo>
                    <a:pt x="18" y="17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3" y="24"/>
                  </a:lnTo>
                  <a:lnTo>
                    <a:pt x="10" y="26"/>
                  </a:lnTo>
                  <a:lnTo>
                    <a:pt x="9" y="29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5" y="37"/>
                  </a:lnTo>
                  <a:lnTo>
                    <a:pt x="4" y="40"/>
                  </a:lnTo>
                  <a:lnTo>
                    <a:pt x="4" y="42"/>
                  </a:lnTo>
                  <a:lnTo>
                    <a:pt x="3" y="46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1" y="70"/>
                  </a:lnTo>
                  <a:lnTo>
                    <a:pt x="1" y="72"/>
                  </a:lnTo>
                  <a:lnTo>
                    <a:pt x="3" y="76"/>
                  </a:lnTo>
                  <a:lnTo>
                    <a:pt x="4" y="79"/>
                  </a:lnTo>
                  <a:lnTo>
                    <a:pt x="4" y="81"/>
                  </a:lnTo>
                  <a:lnTo>
                    <a:pt x="5" y="85"/>
                  </a:lnTo>
                  <a:lnTo>
                    <a:pt x="6" y="87"/>
                  </a:lnTo>
                  <a:lnTo>
                    <a:pt x="8" y="89"/>
                  </a:lnTo>
                  <a:lnTo>
                    <a:pt x="9" y="91"/>
                  </a:lnTo>
                  <a:lnTo>
                    <a:pt x="10" y="95"/>
                  </a:lnTo>
                  <a:lnTo>
                    <a:pt x="13" y="97"/>
                  </a:lnTo>
                  <a:lnTo>
                    <a:pt x="14" y="99"/>
                  </a:lnTo>
                  <a:lnTo>
                    <a:pt x="16" y="102"/>
                  </a:lnTo>
                  <a:lnTo>
                    <a:pt x="18" y="104"/>
                  </a:lnTo>
                  <a:lnTo>
                    <a:pt x="21" y="105"/>
                  </a:lnTo>
                  <a:lnTo>
                    <a:pt x="23" y="107"/>
                  </a:lnTo>
                  <a:lnTo>
                    <a:pt x="25" y="109"/>
                  </a:lnTo>
                  <a:lnTo>
                    <a:pt x="27" y="111"/>
                  </a:lnTo>
                  <a:lnTo>
                    <a:pt x="30" y="113"/>
                  </a:lnTo>
                  <a:lnTo>
                    <a:pt x="32" y="114"/>
                  </a:lnTo>
                  <a:lnTo>
                    <a:pt x="35" y="115"/>
                  </a:lnTo>
                  <a:lnTo>
                    <a:pt x="37" y="116"/>
                  </a:lnTo>
                  <a:lnTo>
                    <a:pt x="41" y="117"/>
                  </a:lnTo>
                  <a:lnTo>
                    <a:pt x="43" y="118"/>
                  </a:lnTo>
                  <a:lnTo>
                    <a:pt x="46" y="120"/>
                  </a:lnTo>
                  <a:lnTo>
                    <a:pt x="49" y="120"/>
                  </a:lnTo>
                  <a:lnTo>
                    <a:pt x="52" y="121"/>
                  </a:lnTo>
                  <a:lnTo>
                    <a:pt x="55" y="121"/>
                  </a:lnTo>
                  <a:lnTo>
                    <a:pt x="58" y="121"/>
                  </a:lnTo>
                  <a:lnTo>
                    <a:pt x="61" y="121"/>
                  </a:lnTo>
                  <a:lnTo>
                    <a:pt x="64" y="121"/>
                  </a:lnTo>
                  <a:lnTo>
                    <a:pt x="68" y="121"/>
                  </a:lnTo>
                  <a:lnTo>
                    <a:pt x="70" y="121"/>
                  </a:lnTo>
                  <a:lnTo>
                    <a:pt x="73" y="120"/>
                  </a:lnTo>
                  <a:lnTo>
                    <a:pt x="77" y="120"/>
                  </a:lnTo>
                  <a:lnTo>
                    <a:pt x="79" y="118"/>
                  </a:lnTo>
                  <a:lnTo>
                    <a:pt x="82" y="117"/>
                  </a:lnTo>
                  <a:lnTo>
                    <a:pt x="84" y="116"/>
                  </a:lnTo>
                  <a:lnTo>
                    <a:pt x="87" y="115"/>
                  </a:lnTo>
                  <a:lnTo>
                    <a:pt x="90" y="114"/>
                  </a:lnTo>
                  <a:lnTo>
                    <a:pt x="92" y="113"/>
                  </a:lnTo>
                  <a:lnTo>
                    <a:pt x="95" y="111"/>
                  </a:lnTo>
                  <a:lnTo>
                    <a:pt x="97" y="109"/>
                  </a:lnTo>
                  <a:lnTo>
                    <a:pt x="99" y="107"/>
                  </a:lnTo>
                  <a:lnTo>
                    <a:pt x="101" y="105"/>
                  </a:lnTo>
                  <a:lnTo>
                    <a:pt x="104" y="104"/>
                  </a:lnTo>
                  <a:lnTo>
                    <a:pt x="106" y="102"/>
                  </a:lnTo>
                  <a:lnTo>
                    <a:pt x="108" y="99"/>
                  </a:lnTo>
                  <a:lnTo>
                    <a:pt x="109" y="97"/>
                  </a:lnTo>
                  <a:lnTo>
                    <a:pt x="111" y="95"/>
                  </a:lnTo>
                  <a:lnTo>
                    <a:pt x="113" y="91"/>
                  </a:lnTo>
                  <a:lnTo>
                    <a:pt x="115" y="89"/>
                  </a:lnTo>
                  <a:lnTo>
                    <a:pt x="116" y="87"/>
                  </a:lnTo>
                  <a:lnTo>
                    <a:pt x="117" y="85"/>
                  </a:lnTo>
                  <a:lnTo>
                    <a:pt x="118" y="81"/>
                  </a:lnTo>
                  <a:lnTo>
                    <a:pt x="119" y="79"/>
                  </a:lnTo>
                  <a:lnTo>
                    <a:pt x="119" y="76"/>
                  </a:lnTo>
                  <a:lnTo>
                    <a:pt x="120" y="72"/>
                  </a:lnTo>
                  <a:lnTo>
                    <a:pt x="120" y="70"/>
                  </a:lnTo>
                  <a:lnTo>
                    <a:pt x="122" y="67"/>
                  </a:lnTo>
                  <a:lnTo>
                    <a:pt x="122" y="63"/>
                  </a:lnTo>
                  <a:lnTo>
                    <a:pt x="122" y="60"/>
                  </a:lnTo>
                  <a:lnTo>
                    <a:pt x="122" y="58"/>
                  </a:lnTo>
                  <a:lnTo>
                    <a:pt x="122" y="54"/>
                  </a:lnTo>
                  <a:lnTo>
                    <a:pt x="120" y="51"/>
                  </a:lnTo>
                  <a:lnTo>
                    <a:pt x="120" y="49"/>
                  </a:lnTo>
                  <a:lnTo>
                    <a:pt x="119" y="46"/>
                  </a:lnTo>
                  <a:lnTo>
                    <a:pt x="119" y="42"/>
                  </a:lnTo>
                  <a:lnTo>
                    <a:pt x="118" y="40"/>
                  </a:lnTo>
                  <a:lnTo>
                    <a:pt x="117" y="37"/>
                  </a:lnTo>
                  <a:lnTo>
                    <a:pt x="116" y="34"/>
                  </a:lnTo>
                  <a:lnTo>
                    <a:pt x="115" y="32"/>
                  </a:lnTo>
                  <a:lnTo>
                    <a:pt x="113" y="29"/>
                  </a:lnTo>
                  <a:lnTo>
                    <a:pt x="111" y="26"/>
                  </a:lnTo>
                  <a:lnTo>
                    <a:pt x="109" y="24"/>
                  </a:lnTo>
                  <a:lnTo>
                    <a:pt x="108" y="22"/>
                  </a:lnTo>
                  <a:lnTo>
                    <a:pt x="106" y="20"/>
                  </a:lnTo>
                  <a:lnTo>
                    <a:pt x="104" y="17"/>
                  </a:lnTo>
                  <a:lnTo>
                    <a:pt x="101" y="16"/>
                  </a:lnTo>
                  <a:lnTo>
                    <a:pt x="99" y="14"/>
                  </a:lnTo>
                  <a:lnTo>
                    <a:pt x="97" y="12"/>
                  </a:lnTo>
                  <a:lnTo>
                    <a:pt x="95" y="11"/>
                  </a:lnTo>
                  <a:lnTo>
                    <a:pt x="92" y="9"/>
                  </a:lnTo>
                  <a:lnTo>
                    <a:pt x="90" y="7"/>
                  </a:lnTo>
                  <a:lnTo>
                    <a:pt x="87" y="6"/>
                  </a:lnTo>
                  <a:lnTo>
                    <a:pt x="84" y="5"/>
                  </a:lnTo>
                  <a:lnTo>
                    <a:pt x="82" y="4"/>
                  </a:lnTo>
                  <a:lnTo>
                    <a:pt x="79" y="3"/>
                  </a:lnTo>
                  <a:lnTo>
                    <a:pt x="77" y="2"/>
                  </a:lnTo>
                  <a:lnTo>
                    <a:pt x="73" y="2"/>
                  </a:lnTo>
                  <a:lnTo>
                    <a:pt x="70" y="1"/>
                  </a:lnTo>
                  <a:lnTo>
                    <a:pt x="68" y="1"/>
                  </a:lnTo>
                  <a:lnTo>
                    <a:pt x="64" y="1"/>
                  </a:lnTo>
                  <a:lnTo>
                    <a:pt x="61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65" name="Line 61">
              <a:extLst>
                <a:ext uri="{FF2B5EF4-FFF2-40B4-BE49-F238E27FC236}">
                  <a16:creationId xmlns:a16="http://schemas.microsoft.com/office/drawing/2014/main" id="{27423911-884C-4D41-BA52-2E7E9544E2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2" y="417"/>
              <a:ext cx="1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66" name="Line 62">
              <a:extLst>
                <a:ext uri="{FF2B5EF4-FFF2-40B4-BE49-F238E27FC236}">
                  <a16:creationId xmlns:a16="http://schemas.microsoft.com/office/drawing/2014/main" id="{118C4ADC-7C9D-4E00-AAE3-ADD3C12D0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2" y="599"/>
              <a:ext cx="18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67" name="Line 63">
              <a:extLst>
                <a:ext uri="{FF2B5EF4-FFF2-40B4-BE49-F238E27FC236}">
                  <a16:creationId xmlns:a16="http://schemas.microsoft.com/office/drawing/2014/main" id="{0357B3DA-B912-4F64-BAE5-7D47904739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508"/>
              <a:ext cx="18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68" name="Rectangle 64">
              <a:extLst>
                <a:ext uri="{FF2B5EF4-FFF2-40B4-BE49-F238E27FC236}">
                  <a16:creationId xmlns:a16="http://schemas.microsoft.com/office/drawing/2014/main" id="{9B1966DF-D486-40F5-A10A-034AD32E1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1985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6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69" name="Freeform 66">
              <a:extLst>
                <a:ext uri="{FF2B5EF4-FFF2-40B4-BE49-F238E27FC236}">
                  <a16:creationId xmlns:a16="http://schemas.microsoft.com/office/drawing/2014/main" id="{59D74894-4632-41B1-8153-B9E617452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475"/>
              <a:ext cx="69" cy="70"/>
            </a:xfrm>
            <a:custGeom>
              <a:avLst/>
              <a:gdLst>
                <a:gd name="T0" fmla="*/ 1 w 121"/>
                <a:gd name="T1" fmla="*/ 1 h 122"/>
                <a:gd name="T2" fmla="*/ 1 w 121"/>
                <a:gd name="T3" fmla="*/ 1 h 122"/>
                <a:gd name="T4" fmla="*/ 1 w 121"/>
                <a:gd name="T5" fmla="*/ 1 h 122"/>
                <a:gd name="T6" fmla="*/ 1 w 121"/>
                <a:gd name="T7" fmla="*/ 1 h 122"/>
                <a:gd name="T8" fmla="*/ 1 w 121"/>
                <a:gd name="T9" fmla="*/ 1 h 122"/>
                <a:gd name="T10" fmla="*/ 1 w 121"/>
                <a:gd name="T11" fmla="*/ 1 h 122"/>
                <a:gd name="T12" fmla="*/ 1 w 121"/>
                <a:gd name="T13" fmla="*/ 1 h 122"/>
                <a:gd name="T14" fmla="*/ 1 w 121"/>
                <a:gd name="T15" fmla="*/ 1 h 122"/>
                <a:gd name="T16" fmla="*/ 1 w 121"/>
                <a:gd name="T17" fmla="*/ 1 h 122"/>
                <a:gd name="T18" fmla="*/ 1 w 121"/>
                <a:gd name="T19" fmla="*/ 1 h 122"/>
                <a:gd name="T20" fmla="*/ 0 w 121"/>
                <a:gd name="T21" fmla="*/ 1 h 122"/>
                <a:gd name="T22" fmla="*/ 0 w 121"/>
                <a:gd name="T23" fmla="*/ 1 h 122"/>
                <a:gd name="T24" fmla="*/ 1 w 121"/>
                <a:gd name="T25" fmla="*/ 1 h 122"/>
                <a:gd name="T26" fmla="*/ 1 w 121"/>
                <a:gd name="T27" fmla="*/ 1 h 122"/>
                <a:gd name="T28" fmla="*/ 1 w 121"/>
                <a:gd name="T29" fmla="*/ 1 h 122"/>
                <a:gd name="T30" fmla="*/ 1 w 121"/>
                <a:gd name="T31" fmla="*/ 1 h 122"/>
                <a:gd name="T32" fmla="*/ 1 w 121"/>
                <a:gd name="T33" fmla="*/ 1 h 122"/>
                <a:gd name="T34" fmla="*/ 1 w 121"/>
                <a:gd name="T35" fmla="*/ 1 h 122"/>
                <a:gd name="T36" fmla="*/ 1 w 121"/>
                <a:gd name="T37" fmla="*/ 1 h 122"/>
                <a:gd name="T38" fmla="*/ 1 w 121"/>
                <a:gd name="T39" fmla="*/ 1 h 122"/>
                <a:gd name="T40" fmla="*/ 1 w 121"/>
                <a:gd name="T41" fmla="*/ 1 h 122"/>
                <a:gd name="T42" fmla="*/ 1 w 121"/>
                <a:gd name="T43" fmla="*/ 1 h 122"/>
                <a:gd name="T44" fmla="*/ 1 w 121"/>
                <a:gd name="T45" fmla="*/ 1 h 122"/>
                <a:gd name="T46" fmla="*/ 1 w 121"/>
                <a:gd name="T47" fmla="*/ 1 h 122"/>
                <a:gd name="T48" fmla="*/ 1 w 121"/>
                <a:gd name="T49" fmla="*/ 1 h 122"/>
                <a:gd name="T50" fmla="*/ 1 w 121"/>
                <a:gd name="T51" fmla="*/ 1 h 122"/>
                <a:gd name="T52" fmla="*/ 1 w 121"/>
                <a:gd name="T53" fmla="*/ 1 h 122"/>
                <a:gd name="T54" fmla="*/ 1 w 121"/>
                <a:gd name="T55" fmla="*/ 1 h 122"/>
                <a:gd name="T56" fmla="*/ 1 w 121"/>
                <a:gd name="T57" fmla="*/ 1 h 122"/>
                <a:gd name="T58" fmla="*/ 1 w 121"/>
                <a:gd name="T59" fmla="*/ 1 h 122"/>
                <a:gd name="T60" fmla="*/ 1 w 121"/>
                <a:gd name="T61" fmla="*/ 1 h 122"/>
                <a:gd name="T62" fmla="*/ 1 w 121"/>
                <a:gd name="T63" fmla="*/ 1 h 122"/>
                <a:gd name="T64" fmla="*/ 1 w 121"/>
                <a:gd name="T65" fmla="*/ 1 h 122"/>
                <a:gd name="T66" fmla="*/ 1 w 121"/>
                <a:gd name="T67" fmla="*/ 1 h 122"/>
                <a:gd name="T68" fmla="*/ 1 w 121"/>
                <a:gd name="T69" fmla="*/ 1 h 122"/>
                <a:gd name="T70" fmla="*/ 1 w 121"/>
                <a:gd name="T71" fmla="*/ 1 h 122"/>
                <a:gd name="T72" fmla="*/ 1 w 121"/>
                <a:gd name="T73" fmla="*/ 1 h 122"/>
                <a:gd name="T74" fmla="*/ 1 w 121"/>
                <a:gd name="T75" fmla="*/ 1 h 122"/>
                <a:gd name="T76" fmla="*/ 1 w 121"/>
                <a:gd name="T77" fmla="*/ 1 h 122"/>
                <a:gd name="T78" fmla="*/ 1 w 121"/>
                <a:gd name="T79" fmla="*/ 1 h 122"/>
                <a:gd name="T80" fmla="*/ 1 w 121"/>
                <a:gd name="T81" fmla="*/ 1 h 122"/>
                <a:gd name="T82" fmla="*/ 1 w 121"/>
                <a:gd name="T83" fmla="*/ 1 h 122"/>
                <a:gd name="T84" fmla="*/ 1 w 121"/>
                <a:gd name="T85" fmla="*/ 1 h 122"/>
                <a:gd name="T86" fmla="*/ 1 w 121"/>
                <a:gd name="T87" fmla="*/ 0 h 1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1"/>
                <a:gd name="T133" fmla="*/ 0 h 122"/>
                <a:gd name="T134" fmla="*/ 121 w 121"/>
                <a:gd name="T135" fmla="*/ 122 h 12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1" h="122">
                  <a:moveTo>
                    <a:pt x="60" y="0"/>
                  </a:moveTo>
                  <a:lnTo>
                    <a:pt x="57" y="2"/>
                  </a:lnTo>
                  <a:lnTo>
                    <a:pt x="55" y="2"/>
                  </a:lnTo>
                  <a:lnTo>
                    <a:pt x="51" y="2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2" y="4"/>
                  </a:lnTo>
                  <a:lnTo>
                    <a:pt x="40" y="5"/>
                  </a:lnTo>
                  <a:lnTo>
                    <a:pt x="37" y="6"/>
                  </a:lnTo>
                  <a:lnTo>
                    <a:pt x="34" y="7"/>
                  </a:lnTo>
                  <a:lnTo>
                    <a:pt x="31" y="8"/>
                  </a:lnTo>
                  <a:lnTo>
                    <a:pt x="29" y="9"/>
                  </a:lnTo>
                  <a:lnTo>
                    <a:pt x="26" y="12"/>
                  </a:lnTo>
                  <a:lnTo>
                    <a:pt x="24" y="13"/>
                  </a:lnTo>
                  <a:lnTo>
                    <a:pt x="22" y="15"/>
                  </a:lnTo>
                  <a:lnTo>
                    <a:pt x="20" y="17"/>
                  </a:lnTo>
                  <a:lnTo>
                    <a:pt x="18" y="18"/>
                  </a:lnTo>
                  <a:lnTo>
                    <a:pt x="15" y="21"/>
                  </a:lnTo>
                  <a:lnTo>
                    <a:pt x="13" y="23"/>
                  </a:lnTo>
                  <a:lnTo>
                    <a:pt x="12" y="25"/>
                  </a:lnTo>
                  <a:lnTo>
                    <a:pt x="10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5"/>
                  </a:lnTo>
                  <a:lnTo>
                    <a:pt x="4" y="37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2" y="46"/>
                  </a:lnTo>
                  <a:lnTo>
                    <a:pt x="1" y="50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9"/>
                  </a:lnTo>
                  <a:lnTo>
                    <a:pt x="0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1" y="71"/>
                  </a:lnTo>
                  <a:lnTo>
                    <a:pt x="1" y="73"/>
                  </a:lnTo>
                  <a:lnTo>
                    <a:pt x="2" y="77"/>
                  </a:lnTo>
                  <a:lnTo>
                    <a:pt x="3" y="80"/>
                  </a:lnTo>
                  <a:lnTo>
                    <a:pt x="3" y="82"/>
                  </a:lnTo>
                  <a:lnTo>
                    <a:pt x="4" y="86"/>
                  </a:lnTo>
                  <a:lnTo>
                    <a:pt x="5" y="88"/>
                  </a:lnTo>
                  <a:lnTo>
                    <a:pt x="7" y="90"/>
                  </a:lnTo>
                  <a:lnTo>
                    <a:pt x="9" y="94"/>
                  </a:lnTo>
                  <a:lnTo>
                    <a:pt x="10" y="96"/>
                  </a:lnTo>
                  <a:lnTo>
                    <a:pt x="12" y="98"/>
                  </a:lnTo>
                  <a:lnTo>
                    <a:pt x="13" y="100"/>
                  </a:lnTo>
                  <a:lnTo>
                    <a:pt x="15" y="103"/>
                  </a:lnTo>
                  <a:lnTo>
                    <a:pt x="18" y="105"/>
                  </a:lnTo>
                  <a:lnTo>
                    <a:pt x="20" y="106"/>
                  </a:lnTo>
                  <a:lnTo>
                    <a:pt x="22" y="108"/>
                  </a:lnTo>
                  <a:lnTo>
                    <a:pt x="24" y="110"/>
                  </a:lnTo>
                  <a:lnTo>
                    <a:pt x="26" y="112"/>
                  </a:lnTo>
                  <a:lnTo>
                    <a:pt x="29" y="114"/>
                  </a:lnTo>
                  <a:lnTo>
                    <a:pt x="31" y="115"/>
                  </a:lnTo>
                  <a:lnTo>
                    <a:pt x="34" y="116"/>
                  </a:lnTo>
                  <a:lnTo>
                    <a:pt x="37" y="117"/>
                  </a:lnTo>
                  <a:lnTo>
                    <a:pt x="40" y="118"/>
                  </a:lnTo>
                  <a:lnTo>
                    <a:pt x="42" y="119"/>
                  </a:lnTo>
                  <a:lnTo>
                    <a:pt x="46" y="120"/>
                  </a:lnTo>
                  <a:lnTo>
                    <a:pt x="48" y="120"/>
                  </a:lnTo>
                  <a:lnTo>
                    <a:pt x="51" y="122"/>
                  </a:lnTo>
                  <a:lnTo>
                    <a:pt x="55" y="122"/>
                  </a:lnTo>
                  <a:lnTo>
                    <a:pt x="57" y="122"/>
                  </a:lnTo>
                  <a:lnTo>
                    <a:pt x="60" y="122"/>
                  </a:lnTo>
                  <a:lnTo>
                    <a:pt x="64" y="122"/>
                  </a:lnTo>
                  <a:lnTo>
                    <a:pt x="67" y="122"/>
                  </a:lnTo>
                  <a:lnTo>
                    <a:pt x="69" y="122"/>
                  </a:lnTo>
                  <a:lnTo>
                    <a:pt x="72" y="120"/>
                  </a:lnTo>
                  <a:lnTo>
                    <a:pt x="76" y="120"/>
                  </a:lnTo>
                  <a:lnTo>
                    <a:pt x="78" y="119"/>
                  </a:lnTo>
                  <a:lnTo>
                    <a:pt x="81" y="118"/>
                  </a:lnTo>
                  <a:lnTo>
                    <a:pt x="84" y="117"/>
                  </a:lnTo>
                  <a:lnTo>
                    <a:pt x="86" y="116"/>
                  </a:lnTo>
                  <a:lnTo>
                    <a:pt x="89" y="115"/>
                  </a:lnTo>
                  <a:lnTo>
                    <a:pt x="92" y="114"/>
                  </a:lnTo>
                  <a:lnTo>
                    <a:pt x="94" y="112"/>
                  </a:lnTo>
                  <a:lnTo>
                    <a:pt x="96" y="110"/>
                  </a:lnTo>
                  <a:lnTo>
                    <a:pt x="98" y="108"/>
                  </a:lnTo>
                  <a:lnTo>
                    <a:pt x="101" y="106"/>
                  </a:lnTo>
                  <a:lnTo>
                    <a:pt x="103" y="105"/>
                  </a:lnTo>
                  <a:lnTo>
                    <a:pt x="105" y="103"/>
                  </a:lnTo>
                  <a:lnTo>
                    <a:pt x="107" y="100"/>
                  </a:lnTo>
                  <a:lnTo>
                    <a:pt x="108" y="98"/>
                  </a:lnTo>
                  <a:lnTo>
                    <a:pt x="111" y="96"/>
                  </a:lnTo>
                  <a:lnTo>
                    <a:pt x="112" y="94"/>
                  </a:lnTo>
                  <a:lnTo>
                    <a:pt x="114" y="90"/>
                  </a:lnTo>
                  <a:lnTo>
                    <a:pt x="115" y="88"/>
                  </a:lnTo>
                  <a:lnTo>
                    <a:pt x="116" y="86"/>
                  </a:lnTo>
                  <a:lnTo>
                    <a:pt x="117" y="82"/>
                  </a:lnTo>
                  <a:lnTo>
                    <a:pt x="118" y="80"/>
                  </a:lnTo>
                  <a:lnTo>
                    <a:pt x="118" y="77"/>
                  </a:lnTo>
                  <a:lnTo>
                    <a:pt x="120" y="73"/>
                  </a:lnTo>
                  <a:lnTo>
                    <a:pt x="120" y="71"/>
                  </a:lnTo>
                  <a:lnTo>
                    <a:pt x="121" y="68"/>
                  </a:lnTo>
                  <a:lnTo>
                    <a:pt x="121" y="64"/>
                  </a:lnTo>
                  <a:lnTo>
                    <a:pt x="121" y="61"/>
                  </a:lnTo>
                  <a:lnTo>
                    <a:pt x="121" y="59"/>
                  </a:lnTo>
                  <a:lnTo>
                    <a:pt x="121" y="55"/>
                  </a:lnTo>
                  <a:lnTo>
                    <a:pt x="120" y="52"/>
                  </a:lnTo>
                  <a:lnTo>
                    <a:pt x="120" y="50"/>
                  </a:lnTo>
                  <a:lnTo>
                    <a:pt x="118" y="46"/>
                  </a:lnTo>
                  <a:lnTo>
                    <a:pt x="118" y="43"/>
                  </a:lnTo>
                  <a:lnTo>
                    <a:pt x="117" y="41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4" y="33"/>
                  </a:lnTo>
                  <a:lnTo>
                    <a:pt x="112" y="30"/>
                  </a:lnTo>
                  <a:lnTo>
                    <a:pt x="111" y="27"/>
                  </a:lnTo>
                  <a:lnTo>
                    <a:pt x="108" y="25"/>
                  </a:lnTo>
                  <a:lnTo>
                    <a:pt x="107" y="23"/>
                  </a:lnTo>
                  <a:lnTo>
                    <a:pt x="105" y="21"/>
                  </a:lnTo>
                  <a:lnTo>
                    <a:pt x="103" y="18"/>
                  </a:lnTo>
                  <a:lnTo>
                    <a:pt x="101" y="17"/>
                  </a:lnTo>
                  <a:lnTo>
                    <a:pt x="98" y="15"/>
                  </a:lnTo>
                  <a:lnTo>
                    <a:pt x="96" y="13"/>
                  </a:lnTo>
                  <a:lnTo>
                    <a:pt x="94" y="12"/>
                  </a:lnTo>
                  <a:lnTo>
                    <a:pt x="92" y="9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4" y="6"/>
                  </a:lnTo>
                  <a:lnTo>
                    <a:pt x="81" y="5"/>
                  </a:lnTo>
                  <a:lnTo>
                    <a:pt x="78" y="4"/>
                  </a:lnTo>
                  <a:lnTo>
                    <a:pt x="76" y="3"/>
                  </a:lnTo>
                  <a:lnTo>
                    <a:pt x="72" y="3"/>
                  </a:lnTo>
                  <a:lnTo>
                    <a:pt x="69" y="2"/>
                  </a:lnTo>
                  <a:lnTo>
                    <a:pt x="67" y="2"/>
                  </a:lnTo>
                  <a:lnTo>
                    <a:pt x="64" y="2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70" name="Line 71">
              <a:extLst>
                <a:ext uri="{FF2B5EF4-FFF2-40B4-BE49-F238E27FC236}">
                  <a16:creationId xmlns:a16="http://schemas.microsoft.com/office/drawing/2014/main" id="{320A87A5-0BB6-401B-9B81-DB99C4AE1E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2" y="1152"/>
              <a:ext cx="1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71" name="Line 73">
              <a:extLst>
                <a:ext uri="{FF2B5EF4-FFF2-40B4-BE49-F238E27FC236}">
                  <a16:creationId xmlns:a16="http://schemas.microsoft.com/office/drawing/2014/main" id="{904149AC-3D27-485B-AE3B-61121D0FFC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1242"/>
              <a:ext cx="182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72" name="Rectangle 74">
              <a:extLst>
                <a:ext uri="{FF2B5EF4-FFF2-40B4-BE49-F238E27FC236}">
                  <a16:creationId xmlns:a16="http://schemas.microsoft.com/office/drawing/2014/main" id="{F57004FF-A45D-4EE2-BFA9-1F55B9B67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437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73" name="Freeform 76">
              <a:extLst>
                <a:ext uri="{FF2B5EF4-FFF2-40B4-BE49-F238E27FC236}">
                  <a16:creationId xmlns:a16="http://schemas.microsoft.com/office/drawing/2014/main" id="{632AE1FD-6261-4E1E-A787-748EFC0A8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1209"/>
              <a:ext cx="69" cy="70"/>
            </a:xfrm>
            <a:custGeom>
              <a:avLst/>
              <a:gdLst>
                <a:gd name="T0" fmla="*/ 1 w 121"/>
                <a:gd name="T1" fmla="*/ 1 h 121"/>
                <a:gd name="T2" fmla="*/ 1 w 121"/>
                <a:gd name="T3" fmla="*/ 1 h 121"/>
                <a:gd name="T4" fmla="*/ 1 w 121"/>
                <a:gd name="T5" fmla="*/ 1 h 121"/>
                <a:gd name="T6" fmla="*/ 1 w 121"/>
                <a:gd name="T7" fmla="*/ 1 h 121"/>
                <a:gd name="T8" fmla="*/ 1 w 121"/>
                <a:gd name="T9" fmla="*/ 1 h 121"/>
                <a:gd name="T10" fmla="*/ 1 w 121"/>
                <a:gd name="T11" fmla="*/ 1 h 121"/>
                <a:gd name="T12" fmla="*/ 1 w 121"/>
                <a:gd name="T13" fmla="*/ 1 h 121"/>
                <a:gd name="T14" fmla="*/ 1 w 121"/>
                <a:gd name="T15" fmla="*/ 1 h 121"/>
                <a:gd name="T16" fmla="*/ 1 w 121"/>
                <a:gd name="T17" fmla="*/ 1 h 121"/>
                <a:gd name="T18" fmla="*/ 1 w 121"/>
                <a:gd name="T19" fmla="*/ 1 h 121"/>
                <a:gd name="T20" fmla="*/ 0 w 121"/>
                <a:gd name="T21" fmla="*/ 1 h 121"/>
                <a:gd name="T22" fmla="*/ 0 w 121"/>
                <a:gd name="T23" fmla="*/ 1 h 121"/>
                <a:gd name="T24" fmla="*/ 1 w 121"/>
                <a:gd name="T25" fmla="*/ 1 h 121"/>
                <a:gd name="T26" fmla="*/ 1 w 121"/>
                <a:gd name="T27" fmla="*/ 1 h 121"/>
                <a:gd name="T28" fmla="*/ 1 w 121"/>
                <a:gd name="T29" fmla="*/ 1 h 121"/>
                <a:gd name="T30" fmla="*/ 1 w 121"/>
                <a:gd name="T31" fmla="*/ 1 h 121"/>
                <a:gd name="T32" fmla="*/ 1 w 121"/>
                <a:gd name="T33" fmla="*/ 1 h 121"/>
                <a:gd name="T34" fmla="*/ 1 w 121"/>
                <a:gd name="T35" fmla="*/ 1 h 121"/>
                <a:gd name="T36" fmla="*/ 1 w 121"/>
                <a:gd name="T37" fmla="*/ 1 h 121"/>
                <a:gd name="T38" fmla="*/ 1 w 121"/>
                <a:gd name="T39" fmla="*/ 1 h 121"/>
                <a:gd name="T40" fmla="*/ 1 w 121"/>
                <a:gd name="T41" fmla="*/ 1 h 121"/>
                <a:gd name="T42" fmla="*/ 1 w 121"/>
                <a:gd name="T43" fmla="*/ 1 h 121"/>
                <a:gd name="T44" fmla="*/ 1 w 121"/>
                <a:gd name="T45" fmla="*/ 1 h 121"/>
                <a:gd name="T46" fmla="*/ 1 w 121"/>
                <a:gd name="T47" fmla="*/ 1 h 121"/>
                <a:gd name="T48" fmla="*/ 1 w 121"/>
                <a:gd name="T49" fmla="*/ 1 h 121"/>
                <a:gd name="T50" fmla="*/ 1 w 121"/>
                <a:gd name="T51" fmla="*/ 1 h 121"/>
                <a:gd name="T52" fmla="*/ 1 w 121"/>
                <a:gd name="T53" fmla="*/ 1 h 121"/>
                <a:gd name="T54" fmla="*/ 1 w 121"/>
                <a:gd name="T55" fmla="*/ 1 h 121"/>
                <a:gd name="T56" fmla="*/ 1 w 121"/>
                <a:gd name="T57" fmla="*/ 1 h 121"/>
                <a:gd name="T58" fmla="*/ 1 w 121"/>
                <a:gd name="T59" fmla="*/ 1 h 121"/>
                <a:gd name="T60" fmla="*/ 1 w 121"/>
                <a:gd name="T61" fmla="*/ 1 h 121"/>
                <a:gd name="T62" fmla="*/ 1 w 121"/>
                <a:gd name="T63" fmla="*/ 1 h 121"/>
                <a:gd name="T64" fmla="*/ 1 w 121"/>
                <a:gd name="T65" fmla="*/ 1 h 121"/>
                <a:gd name="T66" fmla="*/ 1 w 121"/>
                <a:gd name="T67" fmla="*/ 1 h 121"/>
                <a:gd name="T68" fmla="*/ 1 w 121"/>
                <a:gd name="T69" fmla="*/ 1 h 121"/>
                <a:gd name="T70" fmla="*/ 1 w 121"/>
                <a:gd name="T71" fmla="*/ 1 h 121"/>
                <a:gd name="T72" fmla="*/ 1 w 121"/>
                <a:gd name="T73" fmla="*/ 1 h 121"/>
                <a:gd name="T74" fmla="*/ 1 w 121"/>
                <a:gd name="T75" fmla="*/ 1 h 121"/>
                <a:gd name="T76" fmla="*/ 1 w 121"/>
                <a:gd name="T77" fmla="*/ 1 h 121"/>
                <a:gd name="T78" fmla="*/ 1 w 121"/>
                <a:gd name="T79" fmla="*/ 1 h 121"/>
                <a:gd name="T80" fmla="*/ 1 w 121"/>
                <a:gd name="T81" fmla="*/ 1 h 121"/>
                <a:gd name="T82" fmla="*/ 1 w 121"/>
                <a:gd name="T83" fmla="*/ 1 h 121"/>
                <a:gd name="T84" fmla="*/ 1 w 121"/>
                <a:gd name="T85" fmla="*/ 1 h 121"/>
                <a:gd name="T86" fmla="*/ 1 w 121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1"/>
                <a:gd name="T133" fmla="*/ 0 h 121"/>
                <a:gd name="T134" fmla="*/ 121 w 121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1" h="121">
                  <a:moveTo>
                    <a:pt x="60" y="0"/>
                  </a:moveTo>
                  <a:lnTo>
                    <a:pt x="57" y="1"/>
                  </a:lnTo>
                  <a:lnTo>
                    <a:pt x="55" y="1"/>
                  </a:lnTo>
                  <a:lnTo>
                    <a:pt x="51" y="1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2" y="3"/>
                  </a:lnTo>
                  <a:lnTo>
                    <a:pt x="40" y="4"/>
                  </a:lnTo>
                  <a:lnTo>
                    <a:pt x="37" y="5"/>
                  </a:lnTo>
                  <a:lnTo>
                    <a:pt x="34" y="6"/>
                  </a:lnTo>
                  <a:lnTo>
                    <a:pt x="31" y="8"/>
                  </a:lnTo>
                  <a:lnTo>
                    <a:pt x="29" y="9"/>
                  </a:lnTo>
                  <a:lnTo>
                    <a:pt x="26" y="11"/>
                  </a:lnTo>
                  <a:lnTo>
                    <a:pt x="24" y="12"/>
                  </a:lnTo>
                  <a:lnTo>
                    <a:pt x="22" y="14"/>
                  </a:lnTo>
                  <a:lnTo>
                    <a:pt x="20" y="17"/>
                  </a:lnTo>
                  <a:lnTo>
                    <a:pt x="18" y="18"/>
                  </a:lnTo>
                  <a:lnTo>
                    <a:pt x="15" y="20"/>
                  </a:lnTo>
                  <a:lnTo>
                    <a:pt x="13" y="22"/>
                  </a:lnTo>
                  <a:lnTo>
                    <a:pt x="12" y="24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7" y="32"/>
                  </a:lnTo>
                  <a:lnTo>
                    <a:pt x="5" y="35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2" y="46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1" y="70"/>
                  </a:lnTo>
                  <a:lnTo>
                    <a:pt x="1" y="73"/>
                  </a:lnTo>
                  <a:lnTo>
                    <a:pt x="2" y="76"/>
                  </a:lnTo>
                  <a:lnTo>
                    <a:pt x="3" y="79"/>
                  </a:lnTo>
                  <a:lnTo>
                    <a:pt x="3" y="82"/>
                  </a:lnTo>
                  <a:lnTo>
                    <a:pt x="4" y="85"/>
                  </a:lnTo>
                  <a:lnTo>
                    <a:pt x="5" y="87"/>
                  </a:lnTo>
                  <a:lnTo>
                    <a:pt x="7" y="89"/>
                  </a:lnTo>
                  <a:lnTo>
                    <a:pt x="9" y="92"/>
                  </a:lnTo>
                  <a:lnTo>
                    <a:pt x="10" y="95"/>
                  </a:lnTo>
                  <a:lnTo>
                    <a:pt x="12" y="97"/>
                  </a:lnTo>
                  <a:lnTo>
                    <a:pt x="13" y="100"/>
                  </a:lnTo>
                  <a:lnTo>
                    <a:pt x="15" y="102"/>
                  </a:lnTo>
                  <a:lnTo>
                    <a:pt x="18" y="104"/>
                  </a:lnTo>
                  <a:lnTo>
                    <a:pt x="20" y="105"/>
                  </a:lnTo>
                  <a:lnTo>
                    <a:pt x="22" y="107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9" y="113"/>
                  </a:lnTo>
                  <a:lnTo>
                    <a:pt x="31" y="114"/>
                  </a:lnTo>
                  <a:lnTo>
                    <a:pt x="34" y="115"/>
                  </a:lnTo>
                  <a:lnTo>
                    <a:pt x="37" y="116"/>
                  </a:lnTo>
                  <a:lnTo>
                    <a:pt x="40" y="117"/>
                  </a:lnTo>
                  <a:lnTo>
                    <a:pt x="42" y="119"/>
                  </a:lnTo>
                  <a:lnTo>
                    <a:pt x="46" y="120"/>
                  </a:lnTo>
                  <a:lnTo>
                    <a:pt x="48" y="120"/>
                  </a:lnTo>
                  <a:lnTo>
                    <a:pt x="51" y="121"/>
                  </a:lnTo>
                  <a:lnTo>
                    <a:pt x="55" y="121"/>
                  </a:lnTo>
                  <a:lnTo>
                    <a:pt x="57" y="121"/>
                  </a:lnTo>
                  <a:lnTo>
                    <a:pt x="60" y="121"/>
                  </a:lnTo>
                  <a:lnTo>
                    <a:pt x="64" y="121"/>
                  </a:lnTo>
                  <a:lnTo>
                    <a:pt x="67" y="121"/>
                  </a:lnTo>
                  <a:lnTo>
                    <a:pt x="69" y="121"/>
                  </a:lnTo>
                  <a:lnTo>
                    <a:pt x="72" y="120"/>
                  </a:lnTo>
                  <a:lnTo>
                    <a:pt x="76" y="120"/>
                  </a:lnTo>
                  <a:lnTo>
                    <a:pt x="78" y="119"/>
                  </a:lnTo>
                  <a:lnTo>
                    <a:pt x="81" y="117"/>
                  </a:lnTo>
                  <a:lnTo>
                    <a:pt x="84" y="116"/>
                  </a:lnTo>
                  <a:lnTo>
                    <a:pt x="86" y="115"/>
                  </a:lnTo>
                  <a:lnTo>
                    <a:pt x="89" y="114"/>
                  </a:lnTo>
                  <a:lnTo>
                    <a:pt x="92" y="113"/>
                  </a:lnTo>
                  <a:lnTo>
                    <a:pt x="94" y="111"/>
                  </a:lnTo>
                  <a:lnTo>
                    <a:pt x="96" y="110"/>
                  </a:lnTo>
                  <a:lnTo>
                    <a:pt x="98" y="107"/>
                  </a:lnTo>
                  <a:lnTo>
                    <a:pt x="101" y="105"/>
                  </a:lnTo>
                  <a:lnTo>
                    <a:pt x="103" y="104"/>
                  </a:lnTo>
                  <a:lnTo>
                    <a:pt x="105" y="102"/>
                  </a:lnTo>
                  <a:lnTo>
                    <a:pt x="107" y="100"/>
                  </a:lnTo>
                  <a:lnTo>
                    <a:pt x="108" y="97"/>
                  </a:lnTo>
                  <a:lnTo>
                    <a:pt x="111" y="95"/>
                  </a:lnTo>
                  <a:lnTo>
                    <a:pt x="112" y="92"/>
                  </a:lnTo>
                  <a:lnTo>
                    <a:pt x="114" y="89"/>
                  </a:lnTo>
                  <a:lnTo>
                    <a:pt x="115" y="87"/>
                  </a:lnTo>
                  <a:lnTo>
                    <a:pt x="116" y="85"/>
                  </a:lnTo>
                  <a:lnTo>
                    <a:pt x="117" y="82"/>
                  </a:lnTo>
                  <a:lnTo>
                    <a:pt x="118" y="79"/>
                  </a:lnTo>
                  <a:lnTo>
                    <a:pt x="118" y="76"/>
                  </a:lnTo>
                  <a:lnTo>
                    <a:pt x="120" y="73"/>
                  </a:lnTo>
                  <a:lnTo>
                    <a:pt x="120" y="70"/>
                  </a:lnTo>
                  <a:lnTo>
                    <a:pt x="121" y="67"/>
                  </a:lnTo>
                  <a:lnTo>
                    <a:pt x="121" y="64"/>
                  </a:lnTo>
                  <a:lnTo>
                    <a:pt x="121" y="60"/>
                  </a:lnTo>
                  <a:lnTo>
                    <a:pt x="121" y="58"/>
                  </a:lnTo>
                  <a:lnTo>
                    <a:pt x="121" y="55"/>
                  </a:lnTo>
                  <a:lnTo>
                    <a:pt x="120" y="51"/>
                  </a:lnTo>
                  <a:lnTo>
                    <a:pt x="120" y="49"/>
                  </a:lnTo>
                  <a:lnTo>
                    <a:pt x="118" y="46"/>
                  </a:lnTo>
                  <a:lnTo>
                    <a:pt x="118" y="42"/>
                  </a:lnTo>
                  <a:lnTo>
                    <a:pt x="117" y="40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4" y="32"/>
                  </a:lnTo>
                  <a:lnTo>
                    <a:pt x="112" y="29"/>
                  </a:lnTo>
                  <a:lnTo>
                    <a:pt x="111" y="27"/>
                  </a:lnTo>
                  <a:lnTo>
                    <a:pt x="108" y="24"/>
                  </a:lnTo>
                  <a:lnTo>
                    <a:pt x="107" y="22"/>
                  </a:lnTo>
                  <a:lnTo>
                    <a:pt x="105" y="20"/>
                  </a:lnTo>
                  <a:lnTo>
                    <a:pt x="103" y="18"/>
                  </a:lnTo>
                  <a:lnTo>
                    <a:pt x="101" y="17"/>
                  </a:lnTo>
                  <a:lnTo>
                    <a:pt x="98" y="14"/>
                  </a:lnTo>
                  <a:lnTo>
                    <a:pt x="96" y="12"/>
                  </a:lnTo>
                  <a:lnTo>
                    <a:pt x="94" y="11"/>
                  </a:lnTo>
                  <a:lnTo>
                    <a:pt x="92" y="9"/>
                  </a:lnTo>
                  <a:lnTo>
                    <a:pt x="89" y="8"/>
                  </a:lnTo>
                  <a:lnTo>
                    <a:pt x="86" y="6"/>
                  </a:lnTo>
                  <a:lnTo>
                    <a:pt x="84" y="5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6" y="2"/>
                  </a:lnTo>
                  <a:lnTo>
                    <a:pt x="72" y="2"/>
                  </a:lnTo>
                  <a:lnTo>
                    <a:pt x="69" y="1"/>
                  </a:lnTo>
                  <a:lnTo>
                    <a:pt x="67" y="1"/>
                  </a:lnTo>
                  <a:lnTo>
                    <a:pt x="64" y="1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74" name="Line 81">
              <a:extLst>
                <a:ext uri="{FF2B5EF4-FFF2-40B4-BE49-F238E27FC236}">
                  <a16:creationId xmlns:a16="http://schemas.microsoft.com/office/drawing/2014/main" id="{1447DA7B-0B3B-42BC-A678-0CAE4ADC73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2066"/>
              <a:ext cx="16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75" name="Line 83">
              <a:extLst>
                <a:ext uri="{FF2B5EF4-FFF2-40B4-BE49-F238E27FC236}">
                  <a16:creationId xmlns:a16="http://schemas.microsoft.com/office/drawing/2014/main" id="{9EB8B4F4-F20D-4738-B354-CD353542D7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2157"/>
              <a:ext cx="18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76" name="Rectangle 84">
              <a:extLst>
                <a:ext uri="{FF2B5EF4-FFF2-40B4-BE49-F238E27FC236}">
                  <a16:creationId xmlns:a16="http://schemas.microsoft.com/office/drawing/2014/main" id="{905F4153-A4E6-4F6F-90A8-73B6C09C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1168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77" name="Freeform 86">
              <a:extLst>
                <a:ext uri="{FF2B5EF4-FFF2-40B4-BE49-F238E27FC236}">
                  <a16:creationId xmlns:a16="http://schemas.microsoft.com/office/drawing/2014/main" id="{92CDD7A4-DD5D-4D4C-83CF-FE58098BD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126"/>
              <a:ext cx="69" cy="70"/>
            </a:xfrm>
            <a:custGeom>
              <a:avLst/>
              <a:gdLst>
                <a:gd name="T0" fmla="*/ 1 w 121"/>
                <a:gd name="T1" fmla="*/ 1 h 121"/>
                <a:gd name="T2" fmla="*/ 1 w 121"/>
                <a:gd name="T3" fmla="*/ 1 h 121"/>
                <a:gd name="T4" fmla="*/ 1 w 121"/>
                <a:gd name="T5" fmla="*/ 1 h 121"/>
                <a:gd name="T6" fmla="*/ 1 w 121"/>
                <a:gd name="T7" fmla="*/ 1 h 121"/>
                <a:gd name="T8" fmla="*/ 1 w 121"/>
                <a:gd name="T9" fmla="*/ 1 h 121"/>
                <a:gd name="T10" fmla="*/ 1 w 121"/>
                <a:gd name="T11" fmla="*/ 1 h 121"/>
                <a:gd name="T12" fmla="*/ 1 w 121"/>
                <a:gd name="T13" fmla="*/ 1 h 121"/>
                <a:gd name="T14" fmla="*/ 1 w 121"/>
                <a:gd name="T15" fmla="*/ 1 h 121"/>
                <a:gd name="T16" fmla="*/ 1 w 121"/>
                <a:gd name="T17" fmla="*/ 1 h 121"/>
                <a:gd name="T18" fmla="*/ 1 w 121"/>
                <a:gd name="T19" fmla="*/ 1 h 121"/>
                <a:gd name="T20" fmla="*/ 0 w 121"/>
                <a:gd name="T21" fmla="*/ 1 h 121"/>
                <a:gd name="T22" fmla="*/ 0 w 121"/>
                <a:gd name="T23" fmla="*/ 1 h 121"/>
                <a:gd name="T24" fmla="*/ 1 w 121"/>
                <a:gd name="T25" fmla="*/ 1 h 121"/>
                <a:gd name="T26" fmla="*/ 1 w 121"/>
                <a:gd name="T27" fmla="*/ 1 h 121"/>
                <a:gd name="T28" fmla="*/ 1 w 121"/>
                <a:gd name="T29" fmla="*/ 1 h 121"/>
                <a:gd name="T30" fmla="*/ 1 w 121"/>
                <a:gd name="T31" fmla="*/ 1 h 121"/>
                <a:gd name="T32" fmla="*/ 1 w 121"/>
                <a:gd name="T33" fmla="*/ 1 h 121"/>
                <a:gd name="T34" fmla="*/ 1 w 121"/>
                <a:gd name="T35" fmla="*/ 1 h 121"/>
                <a:gd name="T36" fmla="*/ 1 w 121"/>
                <a:gd name="T37" fmla="*/ 1 h 121"/>
                <a:gd name="T38" fmla="*/ 1 w 121"/>
                <a:gd name="T39" fmla="*/ 1 h 121"/>
                <a:gd name="T40" fmla="*/ 1 w 121"/>
                <a:gd name="T41" fmla="*/ 1 h 121"/>
                <a:gd name="T42" fmla="*/ 1 w 121"/>
                <a:gd name="T43" fmla="*/ 1 h 121"/>
                <a:gd name="T44" fmla="*/ 1 w 121"/>
                <a:gd name="T45" fmla="*/ 1 h 121"/>
                <a:gd name="T46" fmla="*/ 1 w 121"/>
                <a:gd name="T47" fmla="*/ 1 h 121"/>
                <a:gd name="T48" fmla="*/ 1 w 121"/>
                <a:gd name="T49" fmla="*/ 1 h 121"/>
                <a:gd name="T50" fmla="*/ 1 w 121"/>
                <a:gd name="T51" fmla="*/ 1 h 121"/>
                <a:gd name="T52" fmla="*/ 1 w 121"/>
                <a:gd name="T53" fmla="*/ 1 h 121"/>
                <a:gd name="T54" fmla="*/ 1 w 121"/>
                <a:gd name="T55" fmla="*/ 1 h 121"/>
                <a:gd name="T56" fmla="*/ 1 w 121"/>
                <a:gd name="T57" fmla="*/ 1 h 121"/>
                <a:gd name="T58" fmla="*/ 1 w 121"/>
                <a:gd name="T59" fmla="*/ 1 h 121"/>
                <a:gd name="T60" fmla="*/ 1 w 121"/>
                <a:gd name="T61" fmla="*/ 1 h 121"/>
                <a:gd name="T62" fmla="*/ 1 w 121"/>
                <a:gd name="T63" fmla="*/ 1 h 121"/>
                <a:gd name="T64" fmla="*/ 1 w 121"/>
                <a:gd name="T65" fmla="*/ 1 h 121"/>
                <a:gd name="T66" fmla="*/ 1 w 121"/>
                <a:gd name="T67" fmla="*/ 1 h 121"/>
                <a:gd name="T68" fmla="*/ 1 w 121"/>
                <a:gd name="T69" fmla="*/ 1 h 121"/>
                <a:gd name="T70" fmla="*/ 1 w 121"/>
                <a:gd name="T71" fmla="*/ 1 h 121"/>
                <a:gd name="T72" fmla="*/ 1 w 121"/>
                <a:gd name="T73" fmla="*/ 1 h 121"/>
                <a:gd name="T74" fmla="*/ 1 w 121"/>
                <a:gd name="T75" fmla="*/ 1 h 121"/>
                <a:gd name="T76" fmla="*/ 1 w 121"/>
                <a:gd name="T77" fmla="*/ 1 h 121"/>
                <a:gd name="T78" fmla="*/ 1 w 121"/>
                <a:gd name="T79" fmla="*/ 1 h 121"/>
                <a:gd name="T80" fmla="*/ 1 w 121"/>
                <a:gd name="T81" fmla="*/ 1 h 121"/>
                <a:gd name="T82" fmla="*/ 1 w 121"/>
                <a:gd name="T83" fmla="*/ 1 h 121"/>
                <a:gd name="T84" fmla="*/ 1 w 121"/>
                <a:gd name="T85" fmla="*/ 1 h 121"/>
                <a:gd name="T86" fmla="*/ 1 w 121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1"/>
                <a:gd name="T133" fmla="*/ 0 h 121"/>
                <a:gd name="T134" fmla="*/ 121 w 121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1" h="121">
                  <a:moveTo>
                    <a:pt x="60" y="0"/>
                  </a:moveTo>
                  <a:lnTo>
                    <a:pt x="57" y="1"/>
                  </a:lnTo>
                  <a:lnTo>
                    <a:pt x="55" y="1"/>
                  </a:lnTo>
                  <a:lnTo>
                    <a:pt x="51" y="1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2" y="3"/>
                  </a:lnTo>
                  <a:lnTo>
                    <a:pt x="40" y="4"/>
                  </a:lnTo>
                  <a:lnTo>
                    <a:pt x="37" y="6"/>
                  </a:lnTo>
                  <a:lnTo>
                    <a:pt x="34" y="7"/>
                  </a:lnTo>
                  <a:lnTo>
                    <a:pt x="31" y="8"/>
                  </a:lnTo>
                  <a:lnTo>
                    <a:pt x="29" y="9"/>
                  </a:lnTo>
                  <a:lnTo>
                    <a:pt x="26" y="11"/>
                  </a:lnTo>
                  <a:lnTo>
                    <a:pt x="24" y="12"/>
                  </a:lnTo>
                  <a:lnTo>
                    <a:pt x="22" y="15"/>
                  </a:lnTo>
                  <a:lnTo>
                    <a:pt x="20" y="17"/>
                  </a:lnTo>
                  <a:lnTo>
                    <a:pt x="18" y="18"/>
                  </a:lnTo>
                  <a:lnTo>
                    <a:pt x="15" y="20"/>
                  </a:lnTo>
                  <a:lnTo>
                    <a:pt x="13" y="22"/>
                  </a:lnTo>
                  <a:lnTo>
                    <a:pt x="12" y="25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7" y="32"/>
                  </a:lnTo>
                  <a:lnTo>
                    <a:pt x="5" y="35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2" y="46"/>
                  </a:lnTo>
                  <a:lnTo>
                    <a:pt x="1" y="49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1" y="71"/>
                  </a:lnTo>
                  <a:lnTo>
                    <a:pt x="1" y="73"/>
                  </a:lnTo>
                  <a:lnTo>
                    <a:pt x="2" y="76"/>
                  </a:lnTo>
                  <a:lnTo>
                    <a:pt x="3" y="80"/>
                  </a:lnTo>
                  <a:lnTo>
                    <a:pt x="3" y="82"/>
                  </a:lnTo>
                  <a:lnTo>
                    <a:pt x="4" y="85"/>
                  </a:lnTo>
                  <a:lnTo>
                    <a:pt x="5" y="87"/>
                  </a:lnTo>
                  <a:lnTo>
                    <a:pt x="7" y="90"/>
                  </a:lnTo>
                  <a:lnTo>
                    <a:pt x="9" y="92"/>
                  </a:lnTo>
                  <a:lnTo>
                    <a:pt x="10" y="95"/>
                  </a:lnTo>
                  <a:lnTo>
                    <a:pt x="12" y="97"/>
                  </a:lnTo>
                  <a:lnTo>
                    <a:pt x="13" y="100"/>
                  </a:lnTo>
                  <a:lnTo>
                    <a:pt x="15" y="102"/>
                  </a:lnTo>
                  <a:lnTo>
                    <a:pt x="18" y="104"/>
                  </a:lnTo>
                  <a:lnTo>
                    <a:pt x="20" y="105"/>
                  </a:lnTo>
                  <a:lnTo>
                    <a:pt x="22" y="108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9" y="113"/>
                  </a:lnTo>
                  <a:lnTo>
                    <a:pt x="31" y="114"/>
                  </a:lnTo>
                  <a:lnTo>
                    <a:pt x="34" y="115"/>
                  </a:lnTo>
                  <a:lnTo>
                    <a:pt x="37" y="117"/>
                  </a:lnTo>
                  <a:lnTo>
                    <a:pt x="40" y="118"/>
                  </a:lnTo>
                  <a:lnTo>
                    <a:pt x="42" y="119"/>
                  </a:lnTo>
                  <a:lnTo>
                    <a:pt x="46" y="120"/>
                  </a:lnTo>
                  <a:lnTo>
                    <a:pt x="48" y="120"/>
                  </a:lnTo>
                  <a:lnTo>
                    <a:pt x="51" y="121"/>
                  </a:lnTo>
                  <a:lnTo>
                    <a:pt x="55" y="121"/>
                  </a:lnTo>
                  <a:lnTo>
                    <a:pt x="57" y="121"/>
                  </a:lnTo>
                  <a:lnTo>
                    <a:pt x="60" y="121"/>
                  </a:lnTo>
                  <a:lnTo>
                    <a:pt x="64" y="121"/>
                  </a:lnTo>
                  <a:lnTo>
                    <a:pt x="67" y="121"/>
                  </a:lnTo>
                  <a:lnTo>
                    <a:pt x="69" y="121"/>
                  </a:lnTo>
                  <a:lnTo>
                    <a:pt x="72" y="120"/>
                  </a:lnTo>
                  <a:lnTo>
                    <a:pt x="76" y="120"/>
                  </a:lnTo>
                  <a:lnTo>
                    <a:pt x="78" y="119"/>
                  </a:lnTo>
                  <a:lnTo>
                    <a:pt x="81" y="118"/>
                  </a:lnTo>
                  <a:lnTo>
                    <a:pt x="84" y="117"/>
                  </a:lnTo>
                  <a:lnTo>
                    <a:pt x="86" y="115"/>
                  </a:lnTo>
                  <a:lnTo>
                    <a:pt x="89" y="114"/>
                  </a:lnTo>
                  <a:lnTo>
                    <a:pt x="92" y="113"/>
                  </a:lnTo>
                  <a:lnTo>
                    <a:pt x="94" y="111"/>
                  </a:lnTo>
                  <a:lnTo>
                    <a:pt x="96" y="110"/>
                  </a:lnTo>
                  <a:lnTo>
                    <a:pt x="98" y="108"/>
                  </a:lnTo>
                  <a:lnTo>
                    <a:pt x="101" y="105"/>
                  </a:lnTo>
                  <a:lnTo>
                    <a:pt x="103" y="104"/>
                  </a:lnTo>
                  <a:lnTo>
                    <a:pt x="105" y="102"/>
                  </a:lnTo>
                  <a:lnTo>
                    <a:pt x="107" y="100"/>
                  </a:lnTo>
                  <a:lnTo>
                    <a:pt x="108" y="97"/>
                  </a:lnTo>
                  <a:lnTo>
                    <a:pt x="111" y="95"/>
                  </a:lnTo>
                  <a:lnTo>
                    <a:pt x="112" y="92"/>
                  </a:lnTo>
                  <a:lnTo>
                    <a:pt x="114" y="90"/>
                  </a:lnTo>
                  <a:lnTo>
                    <a:pt x="115" y="87"/>
                  </a:lnTo>
                  <a:lnTo>
                    <a:pt x="116" y="85"/>
                  </a:lnTo>
                  <a:lnTo>
                    <a:pt x="117" y="82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20" y="73"/>
                  </a:lnTo>
                  <a:lnTo>
                    <a:pt x="120" y="71"/>
                  </a:lnTo>
                  <a:lnTo>
                    <a:pt x="121" y="67"/>
                  </a:lnTo>
                  <a:lnTo>
                    <a:pt x="121" y="64"/>
                  </a:lnTo>
                  <a:lnTo>
                    <a:pt x="121" y="60"/>
                  </a:lnTo>
                  <a:lnTo>
                    <a:pt x="121" y="58"/>
                  </a:lnTo>
                  <a:lnTo>
                    <a:pt x="121" y="55"/>
                  </a:lnTo>
                  <a:lnTo>
                    <a:pt x="120" y="52"/>
                  </a:lnTo>
                  <a:lnTo>
                    <a:pt x="120" y="49"/>
                  </a:lnTo>
                  <a:lnTo>
                    <a:pt x="118" y="46"/>
                  </a:lnTo>
                  <a:lnTo>
                    <a:pt x="118" y="43"/>
                  </a:lnTo>
                  <a:lnTo>
                    <a:pt x="117" y="40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4" y="32"/>
                  </a:lnTo>
                  <a:lnTo>
                    <a:pt x="112" y="29"/>
                  </a:lnTo>
                  <a:lnTo>
                    <a:pt x="111" y="27"/>
                  </a:lnTo>
                  <a:lnTo>
                    <a:pt x="108" y="25"/>
                  </a:lnTo>
                  <a:lnTo>
                    <a:pt x="107" y="22"/>
                  </a:lnTo>
                  <a:lnTo>
                    <a:pt x="105" y="20"/>
                  </a:lnTo>
                  <a:lnTo>
                    <a:pt x="103" y="18"/>
                  </a:lnTo>
                  <a:lnTo>
                    <a:pt x="101" y="17"/>
                  </a:lnTo>
                  <a:lnTo>
                    <a:pt x="98" y="15"/>
                  </a:lnTo>
                  <a:lnTo>
                    <a:pt x="96" y="12"/>
                  </a:lnTo>
                  <a:lnTo>
                    <a:pt x="94" y="11"/>
                  </a:lnTo>
                  <a:lnTo>
                    <a:pt x="92" y="9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4" y="6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6" y="2"/>
                  </a:lnTo>
                  <a:lnTo>
                    <a:pt x="72" y="2"/>
                  </a:lnTo>
                  <a:lnTo>
                    <a:pt x="69" y="1"/>
                  </a:lnTo>
                  <a:lnTo>
                    <a:pt x="67" y="1"/>
                  </a:lnTo>
                  <a:lnTo>
                    <a:pt x="64" y="1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78" name="Line 91">
              <a:extLst>
                <a:ext uri="{FF2B5EF4-FFF2-40B4-BE49-F238E27FC236}">
                  <a16:creationId xmlns:a16="http://schemas.microsoft.com/office/drawing/2014/main" id="{C2E35DAA-1D8C-4C96-8F78-C6F7AC9A4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2" y="2802"/>
              <a:ext cx="19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79" name="Rectangle 94">
              <a:extLst>
                <a:ext uri="{FF2B5EF4-FFF2-40B4-BE49-F238E27FC236}">
                  <a16:creationId xmlns:a16="http://schemas.microsoft.com/office/drawing/2014/main" id="{D66A25CF-4706-433F-BD43-86C740A12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2080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3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80" name="Freeform 96">
              <a:extLst>
                <a:ext uri="{FF2B5EF4-FFF2-40B4-BE49-F238E27FC236}">
                  <a16:creationId xmlns:a16="http://schemas.microsoft.com/office/drawing/2014/main" id="{A26A3CDA-C063-44FB-91D6-E41D5900B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855"/>
              <a:ext cx="69" cy="70"/>
            </a:xfrm>
            <a:custGeom>
              <a:avLst/>
              <a:gdLst>
                <a:gd name="T0" fmla="*/ 1 w 121"/>
                <a:gd name="T1" fmla="*/ 1 h 121"/>
                <a:gd name="T2" fmla="*/ 1 w 121"/>
                <a:gd name="T3" fmla="*/ 1 h 121"/>
                <a:gd name="T4" fmla="*/ 1 w 121"/>
                <a:gd name="T5" fmla="*/ 1 h 121"/>
                <a:gd name="T6" fmla="*/ 1 w 121"/>
                <a:gd name="T7" fmla="*/ 1 h 121"/>
                <a:gd name="T8" fmla="*/ 1 w 121"/>
                <a:gd name="T9" fmla="*/ 1 h 121"/>
                <a:gd name="T10" fmla="*/ 1 w 121"/>
                <a:gd name="T11" fmla="*/ 1 h 121"/>
                <a:gd name="T12" fmla="*/ 1 w 121"/>
                <a:gd name="T13" fmla="*/ 1 h 121"/>
                <a:gd name="T14" fmla="*/ 1 w 121"/>
                <a:gd name="T15" fmla="*/ 1 h 121"/>
                <a:gd name="T16" fmla="*/ 1 w 121"/>
                <a:gd name="T17" fmla="*/ 1 h 121"/>
                <a:gd name="T18" fmla="*/ 1 w 121"/>
                <a:gd name="T19" fmla="*/ 1 h 121"/>
                <a:gd name="T20" fmla="*/ 0 w 121"/>
                <a:gd name="T21" fmla="*/ 1 h 121"/>
                <a:gd name="T22" fmla="*/ 0 w 121"/>
                <a:gd name="T23" fmla="*/ 1 h 121"/>
                <a:gd name="T24" fmla="*/ 1 w 121"/>
                <a:gd name="T25" fmla="*/ 1 h 121"/>
                <a:gd name="T26" fmla="*/ 1 w 121"/>
                <a:gd name="T27" fmla="*/ 1 h 121"/>
                <a:gd name="T28" fmla="*/ 1 w 121"/>
                <a:gd name="T29" fmla="*/ 1 h 121"/>
                <a:gd name="T30" fmla="*/ 1 w 121"/>
                <a:gd name="T31" fmla="*/ 1 h 121"/>
                <a:gd name="T32" fmla="*/ 1 w 121"/>
                <a:gd name="T33" fmla="*/ 1 h 121"/>
                <a:gd name="T34" fmla="*/ 1 w 121"/>
                <a:gd name="T35" fmla="*/ 1 h 121"/>
                <a:gd name="T36" fmla="*/ 1 w 121"/>
                <a:gd name="T37" fmla="*/ 1 h 121"/>
                <a:gd name="T38" fmla="*/ 1 w 121"/>
                <a:gd name="T39" fmla="*/ 1 h 121"/>
                <a:gd name="T40" fmla="*/ 1 w 121"/>
                <a:gd name="T41" fmla="*/ 1 h 121"/>
                <a:gd name="T42" fmla="*/ 1 w 121"/>
                <a:gd name="T43" fmla="*/ 1 h 121"/>
                <a:gd name="T44" fmla="*/ 1 w 121"/>
                <a:gd name="T45" fmla="*/ 1 h 121"/>
                <a:gd name="T46" fmla="*/ 1 w 121"/>
                <a:gd name="T47" fmla="*/ 1 h 121"/>
                <a:gd name="T48" fmla="*/ 1 w 121"/>
                <a:gd name="T49" fmla="*/ 1 h 121"/>
                <a:gd name="T50" fmla="*/ 1 w 121"/>
                <a:gd name="T51" fmla="*/ 1 h 121"/>
                <a:gd name="T52" fmla="*/ 1 w 121"/>
                <a:gd name="T53" fmla="*/ 1 h 121"/>
                <a:gd name="T54" fmla="*/ 1 w 121"/>
                <a:gd name="T55" fmla="*/ 1 h 121"/>
                <a:gd name="T56" fmla="*/ 1 w 121"/>
                <a:gd name="T57" fmla="*/ 1 h 121"/>
                <a:gd name="T58" fmla="*/ 1 w 121"/>
                <a:gd name="T59" fmla="*/ 1 h 121"/>
                <a:gd name="T60" fmla="*/ 1 w 121"/>
                <a:gd name="T61" fmla="*/ 1 h 121"/>
                <a:gd name="T62" fmla="*/ 1 w 121"/>
                <a:gd name="T63" fmla="*/ 1 h 121"/>
                <a:gd name="T64" fmla="*/ 1 w 121"/>
                <a:gd name="T65" fmla="*/ 1 h 121"/>
                <a:gd name="T66" fmla="*/ 1 w 121"/>
                <a:gd name="T67" fmla="*/ 1 h 121"/>
                <a:gd name="T68" fmla="*/ 1 w 121"/>
                <a:gd name="T69" fmla="*/ 1 h 121"/>
                <a:gd name="T70" fmla="*/ 1 w 121"/>
                <a:gd name="T71" fmla="*/ 1 h 121"/>
                <a:gd name="T72" fmla="*/ 1 w 121"/>
                <a:gd name="T73" fmla="*/ 1 h 121"/>
                <a:gd name="T74" fmla="*/ 1 w 121"/>
                <a:gd name="T75" fmla="*/ 1 h 121"/>
                <a:gd name="T76" fmla="*/ 1 w 121"/>
                <a:gd name="T77" fmla="*/ 1 h 121"/>
                <a:gd name="T78" fmla="*/ 1 w 121"/>
                <a:gd name="T79" fmla="*/ 1 h 121"/>
                <a:gd name="T80" fmla="*/ 1 w 121"/>
                <a:gd name="T81" fmla="*/ 1 h 121"/>
                <a:gd name="T82" fmla="*/ 1 w 121"/>
                <a:gd name="T83" fmla="*/ 1 h 121"/>
                <a:gd name="T84" fmla="*/ 1 w 121"/>
                <a:gd name="T85" fmla="*/ 1 h 121"/>
                <a:gd name="T86" fmla="*/ 1 w 121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1"/>
                <a:gd name="T133" fmla="*/ 0 h 121"/>
                <a:gd name="T134" fmla="*/ 121 w 121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1" h="121">
                  <a:moveTo>
                    <a:pt x="60" y="0"/>
                  </a:moveTo>
                  <a:lnTo>
                    <a:pt x="57" y="1"/>
                  </a:lnTo>
                  <a:lnTo>
                    <a:pt x="55" y="1"/>
                  </a:lnTo>
                  <a:lnTo>
                    <a:pt x="51" y="1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2" y="3"/>
                  </a:lnTo>
                  <a:lnTo>
                    <a:pt x="40" y="4"/>
                  </a:lnTo>
                  <a:lnTo>
                    <a:pt x="37" y="5"/>
                  </a:lnTo>
                  <a:lnTo>
                    <a:pt x="34" y="7"/>
                  </a:lnTo>
                  <a:lnTo>
                    <a:pt x="31" y="8"/>
                  </a:lnTo>
                  <a:lnTo>
                    <a:pt x="29" y="9"/>
                  </a:lnTo>
                  <a:lnTo>
                    <a:pt x="26" y="11"/>
                  </a:lnTo>
                  <a:lnTo>
                    <a:pt x="24" y="12"/>
                  </a:lnTo>
                  <a:lnTo>
                    <a:pt x="22" y="14"/>
                  </a:lnTo>
                  <a:lnTo>
                    <a:pt x="20" y="17"/>
                  </a:lnTo>
                  <a:lnTo>
                    <a:pt x="18" y="18"/>
                  </a:lnTo>
                  <a:lnTo>
                    <a:pt x="15" y="20"/>
                  </a:lnTo>
                  <a:lnTo>
                    <a:pt x="13" y="22"/>
                  </a:lnTo>
                  <a:lnTo>
                    <a:pt x="12" y="24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7" y="32"/>
                  </a:lnTo>
                  <a:lnTo>
                    <a:pt x="5" y="35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2" y="46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1" y="70"/>
                  </a:lnTo>
                  <a:lnTo>
                    <a:pt x="1" y="73"/>
                  </a:lnTo>
                  <a:lnTo>
                    <a:pt x="2" y="76"/>
                  </a:lnTo>
                  <a:lnTo>
                    <a:pt x="3" y="79"/>
                  </a:lnTo>
                  <a:lnTo>
                    <a:pt x="3" y="82"/>
                  </a:lnTo>
                  <a:lnTo>
                    <a:pt x="4" y="85"/>
                  </a:lnTo>
                  <a:lnTo>
                    <a:pt x="5" y="87"/>
                  </a:lnTo>
                  <a:lnTo>
                    <a:pt x="7" y="89"/>
                  </a:lnTo>
                  <a:lnTo>
                    <a:pt x="9" y="92"/>
                  </a:lnTo>
                  <a:lnTo>
                    <a:pt x="10" y="95"/>
                  </a:lnTo>
                  <a:lnTo>
                    <a:pt x="12" y="97"/>
                  </a:lnTo>
                  <a:lnTo>
                    <a:pt x="13" y="100"/>
                  </a:lnTo>
                  <a:lnTo>
                    <a:pt x="15" y="102"/>
                  </a:lnTo>
                  <a:lnTo>
                    <a:pt x="18" y="104"/>
                  </a:lnTo>
                  <a:lnTo>
                    <a:pt x="20" y="105"/>
                  </a:lnTo>
                  <a:lnTo>
                    <a:pt x="22" y="107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9" y="113"/>
                  </a:lnTo>
                  <a:lnTo>
                    <a:pt x="31" y="114"/>
                  </a:lnTo>
                  <a:lnTo>
                    <a:pt x="34" y="115"/>
                  </a:lnTo>
                  <a:lnTo>
                    <a:pt x="37" y="116"/>
                  </a:lnTo>
                  <a:lnTo>
                    <a:pt x="40" y="118"/>
                  </a:lnTo>
                  <a:lnTo>
                    <a:pt x="42" y="119"/>
                  </a:lnTo>
                  <a:lnTo>
                    <a:pt x="46" y="120"/>
                  </a:lnTo>
                  <a:lnTo>
                    <a:pt x="48" y="120"/>
                  </a:lnTo>
                  <a:lnTo>
                    <a:pt x="51" y="121"/>
                  </a:lnTo>
                  <a:lnTo>
                    <a:pt x="55" y="121"/>
                  </a:lnTo>
                  <a:lnTo>
                    <a:pt x="57" y="121"/>
                  </a:lnTo>
                  <a:lnTo>
                    <a:pt x="60" y="121"/>
                  </a:lnTo>
                  <a:lnTo>
                    <a:pt x="64" y="121"/>
                  </a:lnTo>
                  <a:lnTo>
                    <a:pt x="67" y="121"/>
                  </a:lnTo>
                  <a:lnTo>
                    <a:pt x="69" y="121"/>
                  </a:lnTo>
                  <a:lnTo>
                    <a:pt x="72" y="120"/>
                  </a:lnTo>
                  <a:lnTo>
                    <a:pt x="76" y="120"/>
                  </a:lnTo>
                  <a:lnTo>
                    <a:pt x="78" y="119"/>
                  </a:lnTo>
                  <a:lnTo>
                    <a:pt x="81" y="118"/>
                  </a:lnTo>
                  <a:lnTo>
                    <a:pt x="84" y="116"/>
                  </a:lnTo>
                  <a:lnTo>
                    <a:pt x="86" y="115"/>
                  </a:lnTo>
                  <a:lnTo>
                    <a:pt x="89" y="114"/>
                  </a:lnTo>
                  <a:lnTo>
                    <a:pt x="92" y="113"/>
                  </a:lnTo>
                  <a:lnTo>
                    <a:pt x="94" y="111"/>
                  </a:lnTo>
                  <a:lnTo>
                    <a:pt x="96" y="110"/>
                  </a:lnTo>
                  <a:lnTo>
                    <a:pt x="98" y="107"/>
                  </a:lnTo>
                  <a:lnTo>
                    <a:pt x="101" y="105"/>
                  </a:lnTo>
                  <a:lnTo>
                    <a:pt x="103" y="104"/>
                  </a:lnTo>
                  <a:lnTo>
                    <a:pt x="105" y="102"/>
                  </a:lnTo>
                  <a:lnTo>
                    <a:pt x="107" y="100"/>
                  </a:lnTo>
                  <a:lnTo>
                    <a:pt x="108" y="97"/>
                  </a:lnTo>
                  <a:lnTo>
                    <a:pt x="111" y="95"/>
                  </a:lnTo>
                  <a:lnTo>
                    <a:pt x="112" y="92"/>
                  </a:lnTo>
                  <a:lnTo>
                    <a:pt x="114" y="89"/>
                  </a:lnTo>
                  <a:lnTo>
                    <a:pt x="115" y="87"/>
                  </a:lnTo>
                  <a:lnTo>
                    <a:pt x="116" y="85"/>
                  </a:lnTo>
                  <a:lnTo>
                    <a:pt x="117" y="82"/>
                  </a:lnTo>
                  <a:lnTo>
                    <a:pt x="118" y="79"/>
                  </a:lnTo>
                  <a:lnTo>
                    <a:pt x="118" y="76"/>
                  </a:lnTo>
                  <a:lnTo>
                    <a:pt x="120" y="73"/>
                  </a:lnTo>
                  <a:lnTo>
                    <a:pt x="120" y="70"/>
                  </a:lnTo>
                  <a:lnTo>
                    <a:pt x="121" y="67"/>
                  </a:lnTo>
                  <a:lnTo>
                    <a:pt x="121" y="64"/>
                  </a:lnTo>
                  <a:lnTo>
                    <a:pt x="121" y="60"/>
                  </a:lnTo>
                  <a:lnTo>
                    <a:pt x="121" y="58"/>
                  </a:lnTo>
                  <a:lnTo>
                    <a:pt x="121" y="55"/>
                  </a:lnTo>
                  <a:lnTo>
                    <a:pt x="120" y="51"/>
                  </a:lnTo>
                  <a:lnTo>
                    <a:pt x="120" y="49"/>
                  </a:lnTo>
                  <a:lnTo>
                    <a:pt x="118" y="46"/>
                  </a:lnTo>
                  <a:lnTo>
                    <a:pt x="118" y="42"/>
                  </a:lnTo>
                  <a:lnTo>
                    <a:pt x="117" y="40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4" y="32"/>
                  </a:lnTo>
                  <a:lnTo>
                    <a:pt x="112" y="29"/>
                  </a:lnTo>
                  <a:lnTo>
                    <a:pt x="111" y="27"/>
                  </a:lnTo>
                  <a:lnTo>
                    <a:pt x="108" y="24"/>
                  </a:lnTo>
                  <a:lnTo>
                    <a:pt x="107" y="22"/>
                  </a:lnTo>
                  <a:lnTo>
                    <a:pt x="105" y="20"/>
                  </a:lnTo>
                  <a:lnTo>
                    <a:pt x="103" y="18"/>
                  </a:lnTo>
                  <a:lnTo>
                    <a:pt x="101" y="17"/>
                  </a:lnTo>
                  <a:lnTo>
                    <a:pt x="98" y="14"/>
                  </a:lnTo>
                  <a:lnTo>
                    <a:pt x="96" y="12"/>
                  </a:lnTo>
                  <a:lnTo>
                    <a:pt x="94" y="11"/>
                  </a:lnTo>
                  <a:lnTo>
                    <a:pt x="92" y="9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4" y="5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6" y="2"/>
                  </a:lnTo>
                  <a:lnTo>
                    <a:pt x="72" y="2"/>
                  </a:lnTo>
                  <a:lnTo>
                    <a:pt x="69" y="1"/>
                  </a:lnTo>
                  <a:lnTo>
                    <a:pt x="67" y="1"/>
                  </a:lnTo>
                  <a:lnTo>
                    <a:pt x="64" y="1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81" name="Line 97">
              <a:extLst>
                <a:ext uri="{FF2B5EF4-FFF2-40B4-BE49-F238E27FC236}">
                  <a16:creationId xmlns:a16="http://schemas.microsoft.com/office/drawing/2014/main" id="{A17A6A6E-C2F8-469B-873B-FF0AD6B7B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" y="2981"/>
              <a:ext cx="7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82" name="Freeform 98">
              <a:extLst>
                <a:ext uri="{FF2B5EF4-FFF2-40B4-BE49-F238E27FC236}">
                  <a16:creationId xmlns:a16="http://schemas.microsoft.com/office/drawing/2014/main" id="{D056A9AC-D544-4F38-855E-290AB71BB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417"/>
              <a:ext cx="555" cy="1830"/>
            </a:xfrm>
            <a:custGeom>
              <a:avLst/>
              <a:gdLst>
                <a:gd name="T0" fmla="*/ 0 w 651"/>
                <a:gd name="T1" fmla="*/ 0 h 3185"/>
                <a:gd name="T2" fmla="*/ 0 w 651"/>
                <a:gd name="T3" fmla="*/ 1 h 3185"/>
                <a:gd name="T4" fmla="*/ 51 w 651"/>
                <a:gd name="T5" fmla="*/ 1 h 3185"/>
                <a:gd name="T6" fmla="*/ 0 60000 65536"/>
                <a:gd name="T7" fmla="*/ 0 60000 65536"/>
                <a:gd name="T8" fmla="*/ 0 60000 65536"/>
                <a:gd name="T9" fmla="*/ 0 w 651"/>
                <a:gd name="T10" fmla="*/ 0 h 3185"/>
                <a:gd name="T11" fmla="*/ 651 w 651"/>
                <a:gd name="T12" fmla="*/ 3185 h 3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1" h="3185">
                  <a:moveTo>
                    <a:pt x="0" y="0"/>
                  </a:moveTo>
                  <a:lnTo>
                    <a:pt x="0" y="3185"/>
                  </a:lnTo>
                  <a:lnTo>
                    <a:pt x="651" y="31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83" name="Freeform 99">
              <a:extLst>
                <a:ext uri="{FF2B5EF4-FFF2-40B4-BE49-F238E27FC236}">
                  <a16:creationId xmlns:a16="http://schemas.microsoft.com/office/drawing/2014/main" id="{DD2E58E8-C893-4311-AF49-9A4EFE31B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" y="2234"/>
              <a:ext cx="27" cy="27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3" y="23"/>
                  </a:moveTo>
                  <a:lnTo>
                    <a:pt x="23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5" y="36"/>
                  </a:lnTo>
                  <a:lnTo>
                    <a:pt x="6" y="37"/>
                  </a:lnTo>
                  <a:lnTo>
                    <a:pt x="6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1"/>
                  </a:lnTo>
                  <a:lnTo>
                    <a:pt x="9" y="42"/>
                  </a:lnTo>
                  <a:lnTo>
                    <a:pt x="11" y="42"/>
                  </a:lnTo>
                  <a:lnTo>
                    <a:pt x="12" y="43"/>
                  </a:lnTo>
                  <a:lnTo>
                    <a:pt x="13" y="43"/>
                  </a:lnTo>
                  <a:lnTo>
                    <a:pt x="13" y="44"/>
                  </a:lnTo>
                  <a:lnTo>
                    <a:pt x="14" y="44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23" y="45"/>
                  </a:lnTo>
                  <a:lnTo>
                    <a:pt x="24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30" y="45"/>
                  </a:lnTo>
                  <a:lnTo>
                    <a:pt x="31" y="44"/>
                  </a:lnTo>
                  <a:lnTo>
                    <a:pt x="32" y="44"/>
                  </a:lnTo>
                  <a:lnTo>
                    <a:pt x="33" y="44"/>
                  </a:lnTo>
                  <a:lnTo>
                    <a:pt x="34" y="43"/>
                  </a:lnTo>
                  <a:lnTo>
                    <a:pt x="35" y="42"/>
                  </a:lnTo>
                  <a:lnTo>
                    <a:pt x="36" y="42"/>
                  </a:lnTo>
                  <a:lnTo>
                    <a:pt x="37" y="41"/>
                  </a:lnTo>
                  <a:lnTo>
                    <a:pt x="39" y="39"/>
                  </a:lnTo>
                  <a:lnTo>
                    <a:pt x="40" y="38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2" y="36"/>
                  </a:lnTo>
                  <a:lnTo>
                    <a:pt x="42" y="35"/>
                  </a:lnTo>
                  <a:lnTo>
                    <a:pt x="43" y="34"/>
                  </a:lnTo>
                  <a:lnTo>
                    <a:pt x="43" y="33"/>
                  </a:lnTo>
                  <a:lnTo>
                    <a:pt x="44" y="32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3"/>
                  </a:lnTo>
                  <a:lnTo>
                    <a:pt x="45" y="22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3" y="14"/>
                  </a:lnTo>
                  <a:lnTo>
                    <a:pt x="43" y="13"/>
                  </a:lnTo>
                  <a:lnTo>
                    <a:pt x="42" y="11"/>
                  </a:lnTo>
                  <a:lnTo>
                    <a:pt x="42" y="10"/>
                  </a:lnTo>
                  <a:lnTo>
                    <a:pt x="41" y="10"/>
                  </a:lnTo>
                  <a:lnTo>
                    <a:pt x="41" y="9"/>
                  </a:lnTo>
                  <a:lnTo>
                    <a:pt x="40" y="8"/>
                  </a:lnTo>
                  <a:lnTo>
                    <a:pt x="39" y="7"/>
                  </a:lnTo>
                  <a:lnTo>
                    <a:pt x="37" y="6"/>
                  </a:lnTo>
                  <a:lnTo>
                    <a:pt x="36" y="5"/>
                  </a:lnTo>
                  <a:lnTo>
                    <a:pt x="35" y="5"/>
                  </a:lnTo>
                  <a:lnTo>
                    <a:pt x="34" y="4"/>
                  </a:lnTo>
                  <a:lnTo>
                    <a:pt x="33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0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84" name="Freeform 100">
              <a:extLst>
                <a:ext uri="{FF2B5EF4-FFF2-40B4-BE49-F238E27FC236}">
                  <a16:creationId xmlns:a16="http://schemas.microsoft.com/office/drawing/2014/main" id="{E265D7FF-3FA9-4C81-A4E3-D55448817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2227"/>
              <a:ext cx="28" cy="28"/>
            </a:xfrm>
            <a:custGeom>
              <a:avLst/>
              <a:gdLst>
                <a:gd name="T0" fmla="*/ 1 w 48"/>
                <a:gd name="T1" fmla="*/ 0 h 47"/>
                <a:gd name="T2" fmla="*/ 1 w 48"/>
                <a:gd name="T3" fmla="*/ 1 h 47"/>
                <a:gd name="T4" fmla="*/ 1 w 48"/>
                <a:gd name="T5" fmla="*/ 1 h 47"/>
                <a:gd name="T6" fmla="*/ 1 w 48"/>
                <a:gd name="T7" fmla="*/ 1 h 47"/>
                <a:gd name="T8" fmla="*/ 1 w 48"/>
                <a:gd name="T9" fmla="*/ 1 h 47"/>
                <a:gd name="T10" fmla="*/ 1 w 48"/>
                <a:gd name="T11" fmla="*/ 1 h 47"/>
                <a:gd name="T12" fmla="*/ 1 w 48"/>
                <a:gd name="T13" fmla="*/ 1 h 47"/>
                <a:gd name="T14" fmla="*/ 1 w 48"/>
                <a:gd name="T15" fmla="*/ 1 h 47"/>
                <a:gd name="T16" fmla="*/ 1 w 48"/>
                <a:gd name="T17" fmla="*/ 1 h 47"/>
                <a:gd name="T18" fmla="*/ 1 w 48"/>
                <a:gd name="T19" fmla="*/ 1 h 47"/>
                <a:gd name="T20" fmla="*/ 0 w 48"/>
                <a:gd name="T21" fmla="*/ 1 h 47"/>
                <a:gd name="T22" fmla="*/ 1 w 48"/>
                <a:gd name="T23" fmla="*/ 1 h 47"/>
                <a:gd name="T24" fmla="*/ 1 w 48"/>
                <a:gd name="T25" fmla="*/ 1 h 47"/>
                <a:gd name="T26" fmla="*/ 1 w 48"/>
                <a:gd name="T27" fmla="*/ 1 h 47"/>
                <a:gd name="T28" fmla="*/ 1 w 48"/>
                <a:gd name="T29" fmla="*/ 1 h 47"/>
                <a:gd name="T30" fmla="*/ 1 w 48"/>
                <a:gd name="T31" fmla="*/ 1 h 47"/>
                <a:gd name="T32" fmla="*/ 1 w 48"/>
                <a:gd name="T33" fmla="*/ 1 h 47"/>
                <a:gd name="T34" fmla="*/ 1 w 48"/>
                <a:gd name="T35" fmla="*/ 1 h 47"/>
                <a:gd name="T36" fmla="*/ 1 w 48"/>
                <a:gd name="T37" fmla="*/ 1 h 47"/>
                <a:gd name="T38" fmla="*/ 1 w 48"/>
                <a:gd name="T39" fmla="*/ 1 h 47"/>
                <a:gd name="T40" fmla="*/ 1 w 48"/>
                <a:gd name="T41" fmla="*/ 1 h 47"/>
                <a:gd name="T42" fmla="*/ 1 w 48"/>
                <a:gd name="T43" fmla="*/ 1 h 47"/>
                <a:gd name="T44" fmla="*/ 1 w 48"/>
                <a:gd name="T45" fmla="*/ 1 h 47"/>
                <a:gd name="T46" fmla="*/ 1 w 48"/>
                <a:gd name="T47" fmla="*/ 1 h 47"/>
                <a:gd name="T48" fmla="*/ 1 w 48"/>
                <a:gd name="T49" fmla="*/ 1 h 47"/>
                <a:gd name="T50" fmla="*/ 1 w 48"/>
                <a:gd name="T51" fmla="*/ 1 h 47"/>
                <a:gd name="T52" fmla="*/ 1 w 48"/>
                <a:gd name="T53" fmla="*/ 1 h 47"/>
                <a:gd name="T54" fmla="*/ 1 w 48"/>
                <a:gd name="T55" fmla="*/ 1 h 47"/>
                <a:gd name="T56" fmla="*/ 1 w 48"/>
                <a:gd name="T57" fmla="*/ 1 h 47"/>
                <a:gd name="T58" fmla="*/ 1 w 48"/>
                <a:gd name="T59" fmla="*/ 1 h 47"/>
                <a:gd name="T60" fmla="*/ 1 w 48"/>
                <a:gd name="T61" fmla="*/ 1 h 47"/>
                <a:gd name="T62" fmla="*/ 1 w 48"/>
                <a:gd name="T63" fmla="*/ 1 h 47"/>
                <a:gd name="T64" fmla="*/ 1 w 48"/>
                <a:gd name="T65" fmla="*/ 1 h 47"/>
                <a:gd name="T66" fmla="*/ 1 w 48"/>
                <a:gd name="T67" fmla="*/ 1 h 47"/>
                <a:gd name="T68" fmla="*/ 1 w 48"/>
                <a:gd name="T69" fmla="*/ 1 h 47"/>
                <a:gd name="T70" fmla="*/ 1 w 48"/>
                <a:gd name="T71" fmla="*/ 1 h 47"/>
                <a:gd name="T72" fmla="*/ 1 w 48"/>
                <a:gd name="T73" fmla="*/ 1 h 47"/>
                <a:gd name="T74" fmla="*/ 1 w 48"/>
                <a:gd name="T75" fmla="*/ 1 h 47"/>
                <a:gd name="T76" fmla="*/ 1 w 48"/>
                <a:gd name="T77" fmla="*/ 1 h 47"/>
                <a:gd name="T78" fmla="*/ 1 w 48"/>
                <a:gd name="T79" fmla="*/ 1 h 47"/>
                <a:gd name="T80" fmla="*/ 1 w 48"/>
                <a:gd name="T81" fmla="*/ 1 h 47"/>
                <a:gd name="T82" fmla="*/ 1 w 48"/>
                <a:gd name="T83" fmla="*/ 1 h 47"/>
                <a:gd name="T84" fmla="*/ 1 w 48"/>
                <a:gd name="T85" fmla="*/ 0 h 47"/>
                <a:gd name="T86" fmla="*/ 1 w 48"/>
                <a:gd name="T87" fmla="*/ 0 h 4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"/>
                <a:gd name="T133" fmla="*/ 0 h 47"/>
                <a:gd name="T134" fmla="*/ 48 w 48"/>
                <a:gd name="T135" fmla="*/ 47 h 4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" h="47">
                  <a:moveTo>
                    <a:pt x="25" y="0"/>
                  </a:moveTo>
                  <a:lnTo>
                    <a:pt x="24" y="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5" y="36"/>
                  </a:lnTo>
                  <a:lnTo>
                    <a:pt x="5" y="37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8" y="40"/>
                  </a:lnTo>
                  <a:lnTo>
                    <a:pt x="8" y="41"/>
                  </a:lnTo>
                  <a:lnTo>
                    <a:pt x="9" y="41"/>
                  </a:lnTo>
                  <a:lnTo>
                    <a:pt x="10" y="43"/>
                  </a:lnTo>
                  <a:lnTo>
                    <a:pt x="11" y="44"/>
                  </a:lnTo>
                  <a:lnTo>
                    <a:pt x="12" y="44"/>
                  </a:lnTo>
                  <a:lnTo>
                    <a:pt x="14" y="45"/>
                  </a:lnTo>
                  <a:lnTo>
                    <a:pt x="15" y="46"/>
                  </a:lnTo>
                  <a:lnTo>
                    <a:pt x="16" y="46"/>
                  </a:lnTo>
                  <a:lnTo>
                    <a:pt x="17" y="46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3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6" y="47"/>
                  </a:lnTo>
                  <a:lnTo>
                    <a:pt x="27" y="47"/>
                  </a:lnTo>
                  <a:lnTo>
                    <a:pt x="28" y="47"/>
                  </a:lnTo>
                  <a:lnTo>
                    <a:pt x="29" y="47"/>
                  </a:lnTo>
                  <a:lnTo>
                    <a:pt x="30" y="47"/>
                  </a:lnTo>
                  <a:lnTo>
                    <a:pt x="31" y="46"/>
                  </a:lnTo>
                  <a:lnTo>
                    <a:pt x="33" y="46"/>
                  </a:lnTo>
                  <a:lnTo>
                    <a:pt x="34" y="46"/>
                  </a:lnTo>
                  <a:lnTo>
                    <a:pt x="35" y="45"/>
                  </a:lnTo>
                  <a:lnTo>
                    <a:pt x="36" y="45"/>
                  </a:lnTo>
                  <a:lnTo>
                    <a:pt x="37" y="44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9" y="41"/>
                  </a:lnTo>
                  <a:lnTo>
                    <a:pt x="40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3" y="39"/>
                  </a:lnTo>
                  <a:lnTo>
                    <a:pt x="44" y="38"/>
                  </a:lnTo>
                  <a:lnTo>
                    <a:pt x="44" y="37"/>
                  </a:lnTo>
                  <a:lnTo>
                    <a:pt x="45" y="36"/>
                  </a:lnTo>
                  <a:lnTo>
                    <a:pt x="45" y="35"/>
                  </a:lnTo>
                  <a:lnTo>
                    <a:pt x="46" y="34"/>
                  </a:lnTo>
                  <a:lnTo>
                    <a:pt x="46" y="33"/>
                  </a:lnTo>
                  <a:lnTo>
                    <a:pt x="47" y="31"/>
                  </a:lnTo>
                  <a:lnTo>
                    <a:pt x="47" y="30"/>
                  </a:lnTo>
                  <a:lnTo>
                    <a:pt x="47" y="29"/>
                  </a:lnTo>
                  <a:lnTo>
                    <a:pt x="47" y="28"/>
                  </a:lnTo>
                  <a:lnTo>
                    <a:pt x="48" y="27"/>
                  </a:lnTo>
                  <a:lnTo>
                    <a:pt x="48" y="26"/>
                  </a:lnTo>
                  <a:lnTo>
                    <a:pt x="48" y="25"/>
                  </a:lnTo>
                  <a:lnTo>
                    <a:pt x="48" y="24"/>
                  </a:lnTo>
                  <a:lnTo>
                    <a:pt x="48" y="22"/>
                  </a:lnTo>
                  <a:lnTo>
                    <a:pt x="48" y="21"/>
                  </a:lnTo>
                  <a:lnTo>
                    <a:pt x="48" y="20"/>
                  </a:lnTo>
                  <a:lnTo>
                    <a:pt x="47" y="19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7" y="16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45" y="12"/>
                  </a:lnTo>
                  <a:lnTo>
                    <a:pt x="45" y="11"/>
                  </a:lnTo>
                  <a:lnTo>
                    <a:pt x="44" y="10"/>
                  </a:lnTo>
                  <a:lnTo>
                    <a:pt x="44" y="9"/>
                  </a:lnTo>
                  <a:lnTo>
                    <a:pt x="43" y="9"/>
                  </a:lnTo>
                  <a:lnTo>
                    <a:pt x="42" y="8"/>
                  </a:lnTo>
                  <a:lnTo>
                    <a:pt x="42" y="7"/>
                  </a:lnTo>
                  <a:lnTo>
                    <a:pt x="40" y="6"/>
                  </a:lnTo>
                  <a:lnTo>
                    <a:pt x="39" y="6"/>
                  </a:lnTo>
                  <a:lnTo>
                    <a:pt x="38" y="4"/>
                  </a:lnTo>
                  <a:lnTo>
                    <a:pt x="37" y="3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85" name="Rectangle 112">
              <a:extLst>
                <a:ext uri="{FF2B5EF4-FFF2-40B4-BE49-F238E27FC236}">
                  <a16:creationId xmlns:a16="http://schemas.microsoft.com/office/drawing/2014/main" id="{309E8F3D-04DE-4A6B-964E-0297CEAE9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2" y="3224"/>
              <a:ext cx="51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Helvetica" panose="020B0604020202020204" pitchFamily="34" charset="0"/>
                </a:rPr>
                <a:t>(a) Circuit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111686" name="Group 126">
              <a:extLst>
                <a:ext uri="{FF2B5EF4-FFF2-40B4-BE49-F238E27FC236}">
                  <a16:creationId xmlns:a16="http://schemas.microsoft.com/office/drawing/2014/main" id="{C97DB760-B7D2-486B-9709-84EE54BA7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1" y="2286"/>
              <a:ext cx="1342" cy="1072"/>
              <a:chOff x="3956" y="1996"/>
              <a:chExt cx="1167" cy="933"/>
            </a:xfrm>
          </p:grpSpPr>
          <p:sp>
            <p:nvSpPr>
              <p:cNvPr id="111691" name="Rectangle 101">
                <a:extLst>
                  <a:ext uri="{FF2B5EF4-FFF2-40B4-BE49-F238E27FC236}">
                    <a16:creationId xmlns:a16="http://schemas.microsoft.com/office/drawing/2014/main" id="{F2AEC436-BF00-43DD-B2F7-07D49A87A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1996"/>
                <a:ext cx="404" cy="63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1692" name="Rectangle 103">
                <a:extLst>
                  <a:ext uri="{FF2B5EF4-FFF2-40B4-BE49-F238E27FC236}">
                    <a16:creationId xmlns:a16="http://schemas.microsoft.com/office/drawing/2014/main" id="{7BA5AB03-8009-403E-B9BF-C79476ABB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6" y="2108"/>
                <a:ext cx="87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3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1693" name="Rectangle 104">
                <a:extLst>
                  <a:ext uri="{FF2B5EF4-FFF2-40B4-BE49-F238E27FC236}">
                    <a16:creationId xmlns:a16="http://schemas.microsoft.com/office/drawing/2014/main" id="{660A8F52-02AD-484A-B893-E58C621D2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0" y="2104"/>
                <a:ext cx="88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3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1694" name="Line 105">
                <a:extLst>
                  <a:ext uri="{FF2B5EF4-FFF2-40B4-BE49-F238E27FC236}">
                    <a16:creationId xmlns:a16="http://schemas.microsoft.com/office/drawing/2014/main" id="{077531DB-0A4C-4408-B678-9B44FAA16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75" y="2422"/>
                <a:ext cx="45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95" name="Freeform 106">
                <a:extLst>
                  <a:ext uri="{FF2B5EF4-FFF2-40B4-BE49-F238E27FC236}">
                    <a16:creationId xmlns:a16="http://schemas.microsoft.com/office/drawing/2014/main" id="{1B990CCF-2264-47C6-A97A-6C8A4C9D2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2433"/>
                <a:ext cx="79" cy="79"/>
              </a:xfrm>
              <a:custGeom>
                <a:avLst/>
                <a:gdLst>
                  <a:gd name="T0" fmla="*/ 0 w 157"/>
                  <a:gd name="T1" fmla="*/ 1 h 157"/>
                  <a:gd name="T2" fmla="*/ 1 w 157"/>
                  <a:gd name="T3" fmla="*/ 1 h 157"/>
                  <a:gd name="T4" fmla="*/ 0 w 157"/>
                  <a:gd name="T5" fmla="*/ 0 h 157"/>
                  <a:gd name="T6" fmla="*/ 0 60000 65536"/>
                  <a:gd name="T7" fmla="*/ 0 60000 65536"/>
                  <a:gd name="T8" fmla="*/ 0 60000 65536"/>
                  <a:gd name="T9" fmla="*/ 0 w 157"/>
                  <a:gd name="T10" fmla="*/ 0 h 157"/>
                  <a:gd name="T11" fmla="*/ 157 w 157"/>
                  <a:gd name="T12" fmla="*/ 157 h 1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7" h="157">
                    <a:moveTo>
                      <a:pt x="0" y="157"/>
                    </a:moveTo>
                    <a:lnTo>
                      <a:pt x="157" y="90"/>
                    </a:ln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96" name="Line 107">
                <a:extLst>
                  <a:ext uri="{FF2B5EF4-FFF2-40B4-BE49-F238E27FC236}">
                    <a16:creationId xmlns:a16="http://schemas.microsoft.com/office/drawing/2014/main" id="{50BD255E-8409-48D3-8C30-AE524109B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8" y="2479"/>
                <a:ext cx="2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97" name="Line 108">
                <a:extLst>
                  <a:ext uri="{FF2B5EF4-FFF2-40B4-BE49-F238E27FC236}">
                    <a16:creationId xmlns:a16="http://schemas.microsoft.com/office/drawing/2014/main" id="{AC710404-B58D-419C-B012-8E9135BAA5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8" y="2153"/>
                <a:ext cx="23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98" name="Line 109">
                <a:extLst>
                  <a:ext uri="{FF2B5EF4-FFF2-40B4-BE49-F238E27FC236}">
                    <a16:creationId xmlns:a16="http://schemas.microsoft.com/office/drawing/2014/main" id="{42BFB73A-D9B5-4E99-A097-204F5C7F4A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87" y="2153"/>
                <a:ext cx="2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99" name="Line 110">
                <a:extLst>
                  <a:ext uri="{FF2B5EF4-FFF2-40B4-BE49-F238E27FC236}">
                    <a16:creationId xmlns:a16="http://schemas.microsoft.com/office/drawing/2014/main" id="{FDBF61CA-D9B1-4649-9466-16B54D5DF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87" y="2478"/>
                <a:ext cx="2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00" name="Rectangle 111">
                <a:extLst>
                  <a:ext uri="{FF2B5EF4-FFF2-40B4-BE49-F238E27FC236}">
                    <a16:creationId xmlns:a16="http://schemas.microsoft.com/office/drawing/2014/main" id="{37CD058E-270A-4C60-AB46-1F6DEBF09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0" y="2424"/>
                <a:ext cx="88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3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1701" name="Rectangle 113">
                <a:extLst>
                  <a:ext uri="{FF2B5EF4-FFF2-40B4-BE49-F238E27FC236}">
                    <a16:creationId xmlns:a16="http://schemas.microsoft.com/office/drawing/2014/main" id="{ED941147-34EC-4B72-A8C1-BFAA452A5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9" y="2812"/>
                <a:ext cx="896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(b) Graphical symbol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1702" name="Rectangle 114">
                <a:extLst>
                  <a:ext uri="{FF2B5EF4-FFF2-40B4-BE49-F238E27FC236}">
                    <a16:creationId xmlns:a16="http://schemas.microsoft.com/office/drawing/2014/main" id="{AB2DA2CF-634C-42A7-846A-3299BBA5F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6" y="2419"/>
                <a:ext cx="238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3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111687" name="Line 115">
              <a:extLst>
                <a:ext uri="{FF2B5EF4-FFF2-40B4-BE49-F238E27FC236}">
                  <a16:creationId xmlns:a16="http://schemas.microsoft.com/office/drawing/2014/main" id="{8C497E99-0327-405A-8438-FBC12D6078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1" y="1989"/>
              <a:ext cx="64" cy="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88" name="Rectangle 116">
              <a:extLst>
                <a:ext uri="{FF2B5EF4-FFF2-40B4-BE49-F238E27FC236}">
                  <a16:creationId xmlns:a16="http://schemas.microsoft.com/office/drawing/2014/main" id="{04C0814B-C315-4916-9CC5-404559E06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2001"/>
              <a:ext cx="10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89" name="Rectangle 117">
              <a:extLst>
                <a:ext uri="{FF2B5EF4-FFF2-40B4-BE49-F238E27FC236}">
                  <a16:creationId xmlns:a16="http://schemas.microsoft.com/office/drawing/2014/main" id="{BBE7367F-97CA-4118-A1C8-77885DF0D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1269"/>
              <a:ext cx="10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690" name="Rectangle 124">
              <a:extLst>
                <a:ext uri="{FF2B5EF4-FFF2-40B4-BE49-F238E27FC236}">
                  <a16:creationId xmlns:a16="http://schemas.microsoft.com/office/drawing/2014/main" id="{89531FFA-3515-4E4C-B1EA-1F2EF419B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" y="2824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4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11618" name="TextBox 125">
            <a:extLst>
              <a:ext uri="{FF2B5EF4-FFF2-40B4-BE49-F238E27FC236}">
                <a16:creationId xmlns:a16="http://schemas.microsoft.com/office/drawing/2014/main" id="{56E34F1F-51F3-4CA2-AC12-73D4D99C8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550025"/>
            <a:ext cx="2546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5.11 from the textbook ]</a:t>
            </a:r>
          </a:p>
        </p:txBody>
      </p:sp>
      <p:sp>
        <p:nvSpPr>
          <p:cNvPr id="111619" name="Title 1">
            <a:extLst>
              <a:ext uri="{FF2B5EF4-FFF2-40B4-BE49-F238E27FC236}">
                <a16:creationId xmlns:a16="http://schemas.microsoft.com/office/drawing/2014/main" id="{31FAB822-6299-4D97-807C-9B60843AFDAC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A positive-edge-triggered D flip-flop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41" name="Group 128">
            <a:extLst>
              <a:ext uri="{FF2B5EF4-FFF2-40B4-BE49-F238E27FC236}">
                <a16:creationId xmlns:a16="http://schemas.microsoft.com/office/drawing/2014/main" id="{D301873B-93CC-47D5-8399-EA6EC978B3D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033463"/>
            <a:ext cx="7824788" cy="4757737"/>
            <a:chOff x="374" y="361"/>
            <a:chExt cx="4929" cy="2997"/>
          </a:xfrm>
        </p:grpSpPr>
        <p:sp>
          <p:nvSpPr>
            <p:cNvPr id="112645" name="AutoShape 125">
              <a:extLst>
                <a:ext uri="{FF2B5EF4-FFF2-40B4-BE49-F238E27FC236}">
                  <a16:creationId xmlns:a16="http://schemas.microsoft.com/office/drawing/2014/main" id="{EAC8DEDD-5ECB-4A15-AFCA-8D858F4D6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61"/>
              <a:ext cx="348" cy="30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46" name="AutoShape 123">
              <a:extLst>
                <a:ext uri="{FF2B5EF4-FFF2-40B4-BE49-F238E27FC236}">
                  <a16:creationId xmlns:a16="http://schemas.microsoft.com/office/drawing/2014/main" id="{BF123163-48DA-458E-A54A-8FF7DACA2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736"/>
              <a:ext cx="349" cy="304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47" name="AutoShape 121">
              <a:extLst>
                <a:ext uri="{FF2B5EF4-FFF2-40B4-BE49-F238E27FC236}">
                  <a16:creationId xmlns:a16="http://schemas.microsoft.com/office/drawing/2014/main" id="{6F623317-9666-439C-A646-42EF8404F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1091"/>
              <a:ext cx="349" cy="30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48" name="AutoShape 122">
              <a:extLst>
                <a:ext uri="{FF2B5EF4-FFF2-40B4-BE49-F238E27FC236}">
                  <a16:creationId xmlns:a16="http://schemas.microsoft.com/office/drawing/2014/main" id="{E84B9704-A773-4D53-8BD9-3131E2138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2003"/>
              <a:ext cx="348" cy="304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49" name="AutoShape 120">
              <a:extLst>
                <a:ext uri="{FF2B5EF4-FFF2-40B4-BE49-F238E27FC236}">
                  <a16:creationId xmlns:a16="http://schemas.microsoft.com/office/drawing/2014/main" id="{E6E80AD5-3F39-48B5-941D-8461BBBF9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3" y="1186"/>
              <a:ext cx="349" cy="30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50" name="AutoShape 119">
              <a:extLst>
                <a:ext uri="{FF2B5EF4-FFF2-40B4-BE49-F238E27FC236}">
                  <a16:creationId xmlns:a16="http://schemas.microsoft.com/office/drawing/2014/main" id="{32B290D3-2653-4BC6-ABC6-552B6A316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3" y="1912"/>
              <a:ext cx="349" cy="304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51" name="Line 4">
              <a:extLst>
                <a:ext uri="{FF2B5EF4-FFF2-40B4-BE49-F238E27FC236}">
                  <a16:creationId xmlns:a16="http://schemas.microsoft.com/office/drawing/2014/main" id="{86DA42E7-30CE-400A-9A52-23E2C70D3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6" y="508"/>
              <a:ext cx="10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2" name="Line 5">
              <a:extLst>
                <a:ext uri="{FF2B5EF4-FFF2-40B4-BE49-F238E27FC236}">
                  <a16:creationId xmlns:a16="http://schemas.microsoft.com/office/drawing/2014/main" id="{F0913E8D-4815-434E-BE43-7750B925F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6" y="1242"/>
              <a:ext cx="747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3" name="Freeform 6">
              <a:extLst>
                <a:ext uri="{FF2B5EF4-FFF2-40B4-BE49-F238E27FC236}">
                  <a16:creationId xmlns:a16="http://schemas.microsoft.com/office/drawing/2014/main" id="{2F145A61-6BF2-439A-B1BB-C83074959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598"/>
              <a:ext cx="826" cy="644"/>
            </a:xfrm>
            <a:custGeom>
              <a:avLst/>
              <a:gdLst>
                <a:gd name="T0" fmla="*/ 1 w 1436"/>
                <a:gd name="T1" fmla="*/ 1 h 1121"/>
                <a:gd name="T2" fmla="*/ 1 w 1436"/>
                <a:gd name="T3" fmla="*/ 1 h 1121"/>
                <a:gd name="T4" fmla="*/ 0 w 1436"/>
                <a:gd name="T5" fmla="*/ 1 h 1121"/>
                <a:gd name="T6" fmla="*/ 0 w 1436"/>
                <a:gd name="T7" fmla="*/ 0 h 11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121"/>
                <a:gd name="T14" fmla="*/ 1436 w 1436"/>
                <a:gd name="T15" fmla="*/ 1121 h 11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121">
                  <a:moveTo>
                    <a:pt x="1436" y="1121"/>
                  </a:moveTo>
                  <a:lnTo>
                    <a:pt x="1436" y="651"/>
                  </a:lnTo>
                  <a:lnTo>
                    <a:pt x="0" y="33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4" name="Freeform 7">
              <a:extLst>
                <a:ext uri="{FF2B5EF4-FFF2-40B4-BE49-F238E27FC236}">
                  <a16:creationId xmlns:a16="http://schemas.microsoft.com/office/drawing/2014/main" id="{F4C29AA1-84ED-48F0-ACF7-00E299A44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508"/>
              <a:ext cx="826" cy="644"/>
            </a:xfrm>
            <a:custGeom>
              <a:avLst/>
              <a:gdLst>
                <a:gd name="T0" fmla="*/ 1 w 1436"/>
                <a:gd name="T1" fmla="*/ 0 h 1121"/>
                <a:gd name="T2" fmla="*/ 1 w 1436"/>
                <a:gd name="T3" fmla="*/ 1 h 1121"/>
                <a:gd name="T4" fmla="*/ 0 w 1436"/>
                <a:gd name="T5" fmla="*/ 1 h 1121"/>
                <a:gd name="T6" fmla="*/ 0 w 1436"/>
                <a:gd name="T7" fmla="*/ 1 h 11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121"/>
                <a:gd name="T14" fmla="*/ 1436 w 1436"/>
                <a:gd name="T15" fmla="*/ 1121 h 11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121">
                  <a:moveTo>
                    <a:pt x="1436" y="0"/>
                  </a:moveTo>
                  <a:lnTo>
                    <a:pt x="1436" y="494"/>
                  </a:lnTo>
                  <a:lnTo>
                    <a:pt x="0" y="808"/>
                  </a:lnTo>
                  <a:lnTo>
                    <a:pt x="0" y="112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5" name="Freeform 8">
              <a:extLst>
                <a:ext uri="{FF2B5EF4-FFF2-40B4-BE49-F238E27FC236}">
                  <a16:creationId xmlns:a16="http://schemas.microsoft.com/office/drawing/2014/main" id="{CC7BEAF4-DD1F-4902-B513-5FF3E0238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230"/>
              <a:ext cx="26" cy="25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3" y="22"/>
                  </a:move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0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5" y="36"/>
                  </a:lnTo>
                  <a:lnTo>
                    <a:pt x="6" y="37"/>
                  </a:lnTo>
                  <a:lnTo>
                    <a:pt x="6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9" y="42"/>
                  </a:lnTo>
                  <a:lnTo>
                    <a:pt x="10" y="42"/>
                  </a:lnTo>
                  <a:lnTo>
                    <a:pt x="11" y="43"/>
                  </a:lnTo>
                  <a:lnTo>
                    <a:pt x="12" y="43"/>
                  </a:lnTo>
                  <a:lnTo>
                    <a:pt x="12" y="44"/>
                  </a:lnTo>
                  <a:lnTo>
                    <a:pt x="14" y="44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3" y="45"/>
                  </a:lnTo>
                  <a:lnTo>
                    <a:pt x="24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9" y="45"/>
                  </a:lnTo>
                  <a:lnTo>
                    <a:pt x="30" y="44"/>
                  </a:lnTo>
                  <a:lnTo>
                    <a:pt x="31" y="44"/>
                  </a:lnTo>
                  <a:lnTo>
                    <a:pt x="33" y="44"/>
                  </a:lnTo>
                  <a:lnTo>
                    <a:pt x="34" y="43"/>
                  </a:lnTo>
                  <a:lnTo>
                    <a:pt x="35" y="42"/>
                  </a:lnTo>
                  <a:lnTo>
                    <a:pt x="36" y="42"/>
                  </a:lnTo>
                  <a:lnTo>
                    <a:pt x="37" y="40"/>
                  </a:lnTo>
                  <a:lnTo>
                    <a:pt x="38" y="39"/>
                  </a:lnTo>
                  <a:lnTo>
                    <a:pt x="39" y="38"/>
                  </a:lnTo>
                  <a:lnTo>
                    <a:pt x="40" y="37"/>
                  </a:lnTo>
                  <a:lnTo>
                    <a:pt x="40" y="36"/>
                  </a:lnTo>
                  <a:lnTo>
                    <a:pt x="42" y="36"/>
                  </a:lnTo>
                  <a:lnTo>
                    <a:pt x="42" y="35"/>
                  </a:lnTo>
                  <a:lnTo>
                    <a:pt x="43" y="34"/>
                  </a:lnTo>
                  <a:lnTo>
                    <a:pt x="43" y="33"/>
                  </a:lnTo>
                  <a:lnTo>
                    <a:pt x="44" y="31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2"/>
                  </a:lnTo>
                  <a:lnTo>
                    <a:pt x="45" y="21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3" y="13"/>
                  </a:lnTo>
                  <a:lnTo>
                    <a:pt x="43" y="12"/>
                  </a:lnTo>
                  <a:lnTo>
                    <a:pt x="42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40" y="9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7" y="6"/>
                  </a:lnTo>
                  <a:lnTo>
                    <a:pt x="36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0"/>
                  </a:lnTo>
                  <a:lnTo>
                    <a:pt x="23" y="22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6" name="Freeform 9">
              <a:extLst>
                <a:ext uri="{FF2B5EF4-FFF2-40B4-BE49-F238E27FC236}">
                  <a16:creationId xmlns:a16="http://schemas.microsoft.com/office/drawing/2014/main" id="{9032F79D-C7AF-4B29-918D-5554DB19E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1222"/>
              <a:ext cx="32" cy="31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5" y="0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5" y="3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10" y="6"/>
                  </a:lnTo>
                  <a:lnTo>
                    <a:pt x="9" y="7"/>
                  </a:lnTo>
                  <a:lnTo>
                    <a:pt x="7" y="7"/>
                  </a:lnTo>
                  <a:lnTo>
                    <a:pt x="6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1" y="34"/>
                  </a:lnTo>
                  <a:lnTo>
                    <a:pt x="1" y="35"/>
                  </a:lnTo>
                  <a:lnTo>
                    <a:pt x="1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2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7" y="47"/>
                  </a:lnTo>
                  <a:lnTo>
                    <a:pt x="9" y="48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3" y="51"/>
                  </a:lnTo>
                  <a:lnTo>
                    <a:pt x="14" y="51"/>
                  </a:lnTo>
                  <a:lnTo>
                    <a:pt x="15" y="52"/>
                  </a:lnTo>
                  <a:lnTo>
                    <a:pt x="16" y="52"/>
                  </a:lnTo>
                  <a:lnTo>
                    <a:pt x="18" y="53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1" y="55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7" y="55"/>
                  </a:lnTo>
                  <a:lnTo>
                    <a:pt x="29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2"/>
                  </a:lnTo>
                  <a:lnTo>
                    <a:pt x="40" y="51"/>
                  </a:lnTo>
                  <a:lnTo>
                    <a:pt x="41" y="51"/>
                  </a:lnTo>
                  <a:lnTo>
                    <a:pt x="42" y="50"/>
                  </a:lnTo>
                  <a:lnTo>
                    <a:pt x="43" y="49"/>
                  </a:lnTo>
                  <a:lnTo>
                    <a:pt x="44" y="49"/>
                  </a:lnTo>
                  <a:lnTo>
                    <a:pt x="46" y="48"/>
                  </a:lnTo>
                  <a:lnTo>
                    <a:pt x="47" y="47"/>
                  </a:lnTo>
                  <a:lnTo>
                    <a:pt x="47" y="46"/>
                  </a:lnTo>
                  <a:lnTo>
                    <a:pt x="48" y="44"/>
                  </a:lnTo>
                  <a:lnTo>
                    <a:pt x="49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1" y="40"/>
                  </a:lnTo>
                  <a:lnTo>
                    <a:pt x="51" y="39"/>
                  </a:lnTo>
                  <a:lnTo>
                    <a:pt x="52" y="38"/>
                  </a:lnTo>
                  <a:lnTo>
                    <a:pt x="52" y="37"/>
                  </a:lnTo>
                  <a:lnTo>
                    <a:pt x="53" y="35"/>
                  </a:lnTo>
                  <a:lnTo>
                    <a:pt x="53" y="34"/>
                  </a:lnTo>
                  <a:lnTo>
                    <a:pt x="53" y="33"/>
                  </a:lnTo>
                  <a:lnTo>
                    <a:pt x="53" y="31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5"/>
                  </a:lnTo>
                  <a:lnTo>
                    <a:pt x="55" y="24"/>
                  </a:lnTo>
                  <a:lnTo>
                    <a:pt x="53" y="23"/>
                  </a:lnTo>
                  <a:lnTo>
                    <a:pt x="53" y="22"/>
                  </a:lnTo>
                  <a:lnTo>
                    <a:pt x="53" y="21"/>
                  </a:lnTo>
                  <a:lnTo>
                    <a:pt x="53" y="19"/>
                  </a:lnTo>
                  <a:lnTo>
                    <a:pt x="52" y="18"/>
                  </a:lnTo>
                  <a:lnTo>
                    <a:pt x="52" y="16"/>
                  </a:lnTo>
                  <a:lnTo>
                    <a:pt x="51" y="15"/>
                  </a:lnTo>
                  <a:lnTo>
                    <a:pt x="51" y="14"/>
                  </a:lnTo>
                  <a:lnTo>
                    <a:pt x="50" y="13"/>
                  </a:lnTo>
                  <a:lnTo>
                    <a:pt x="50" y="12"/>
                  </a:lnTo>
                  <a:lnTo>
                    <a:pt x="49" y="11"/>
                  </a:lnTo>
                  <a:lnTo>
                    <a:pt x="48" y="10"/>
                  </a:lnTo>
                  <a:lnTo>
                    <a:pt x="47" y="9"/>
                  </a:lnTo>
                  <a:lnTo>
                    <a:pt x="47" y="7"/>
                  </a:lnTo>
                  <a:lnTo>
                    <a:pt x="46" y="7"/>
                  </a:lnTo>
                  <a:lnTo>
                    <a:pt x="44" y="6"/>
                  </a:lnTo>
                  <a:lnTo>
                    <a:pt x="43" y="5"/>
                  </a:lnTo>
                  <a:lnTo>
                    <a:pt x="42" y="4"/>
                  </a:lnTo>
                  <a:lnTo>
                    <a:pt x="41" y="4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8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7" name="Line 10">
              <a:extLst>
                <a:ext uri="{FF2B5EF4-FFF2-40B4-BE49-F238E27FC236}">
                  <a16:creationId xmlns:a16="http://schemas.microsoft.com/office/drawing/2014/main" id="{101EF301-254A-4F8D-AF08-8D3131315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1" y="417"/>
              <a:ext cx="1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8" name="Line 11">
              <a:extLst>
                <a:ext uri="{FF2B5EF4-FFF2-40B4-BE49-F238E27FC236}">
                  <a16:creationId xmlns:a16="http://schemas.microsoft.com/office/drawing/2014/main" id="{3738F148-E679-4647-B6D5-1F2EC928D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6" y="2158"/>
              <a:ext cx="74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9" name="Line 12">
              <a:extLst>
                <a:ext uri="{FF2B5EF4-FFF2-40B4-BE49-F238E27FC236}">
                  <a16:creationId xmlns:a16="http://schemas.microsoft.com/office/drawing/2014/main" id="{D57DFCB1-01DF-41F0-A1A6-D8F7BDBB62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2" y="2893"/>
              <a:ext cx="20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0" name="Freeform 13">
              <a:extLst>
                <a:ext uri="{FF2B5EF4-FFF2-40B4-BE49-F238E27FC236}">
                  <a16:creationId xmlns:a16="http://schemas.microsoft.com/office/drawing/2014/main" id="{EE5218F0-E885-4C4C-B1F4-2904CCDE9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247"/>
              <a:ext cx="826" cy="644"/>
            </a:xfrm>
            <a:custGeom>
              <a:avLst/>
              <a:gdLst>
                <a:gd name="T0" fmla="*/ 1 w 1436"/>
                <a:gd name="T1" fmla="*/ 1 h 1121"/>
                <a:gd name="T2" fmla="*/ 1 w 1436"/>
                <a:gd name="T3" fmla="*/ 1 h 1121"/>
                <a:gd name="T4" fmla="*/ 0 w 1436"/>
                <a:gd name="T5" fmla="*/ 1 h 1121"/>
                <a:gd name="T6" fmla="*/ 0 w 1436"/>
                <a:gd name="T7" fmla="*/ 0 h 11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121"/>
                <a:gd name="T14" fmla="*/ 1436 w 1436"/>
                <a:gd name="T15" fmla="*/ 1121 h 11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121">
                  <a:moveTo>
                    <a:pt x="1436" y="1121"/>
                  </a:moveTo>
                  <a:lnTo>
                    <a:pt x="1436" y="628"/>
                  </a:lnTo>
                  <a:lnTo>
                    <a:pt x="0" y="314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1" name="Freeform 14">
              <a:extLst>
                <a:ext uri="{FF2B5EF4-FFF2-40B4-BE49-F238E27FC236}">
                  <a16:creationId xmlns:a16="http://schemas.microsoft.com/office/drawing/2014/main" id="{94F64279-653C-42BA-9428-65E309F12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157"/>
              <a:ext cx="826" cy="644"/>
            </a:xfrm>
            <a:custGeom>
              <a:avLst/>
              <a:gdLst>
                <a:gd name="T0" fmla="*/ 1 w 1436"/>
                <a:gd name="T1" fmla="*/ 0 h 1121"/>
                <a:gd name="T2" fmla="*/ 1 w 1436"/>
                <a:gd name="T3" fmla="*/ 1 h 1121"/>
                <a:gd name="T4" fmla="*/ 0 w 1436"/>
                <a:gd name="T5" fmla="*/ 1 h 1121"/>
                <a:gd name="T6" fmla="*/ 0 w 1436"/>
                <a:gd name="T7" fmla="*/ 1 h 11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121"/>
                <a:gd name="T14" fmla="*/ 1436 w 1436"/>
                <a:gd name="T15" fmla="*/ 1121 h 11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121">
                  <a:moveTo>
                    <a:pt x="1436" y="0"/>
                  </a:moveTo>
                  <a:lnTo>
                    <a:pt x="1436" y="471"/>
                  </a:lnTo>
                  <a:lnTo>
                    <a:pt x="0" y="785"/>
                  </a:lnTo>
                  <a:lnTo>
                    <a:pt x="0" y="112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2" name="Freeform 15">
              <a:extLst>
                <a:ext uri="{FF2B5EF4-FFF2-40B4-BE49-F238E27FC236}">
                  <a16:creationId xmlns:a16="http://schemas.microsoft.com/office/drawing/2014/main" id="{AD2F7B56-2160-4611-8190-59A9459E8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2144"/>
              <a:ext cx="26" cy="26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3" y="23"/>
                  </a:move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0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3" y="11"/>
                  </a:lnTo>
                  <a:lnTo>
                    <a:pt x="3" y="13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5" y="36"/>
                  </a:lnTo>
                  <a:lnTo>
                    <a:pt x="6" y="37"/>
                  </a:lnTo>
                  <a:lnTo>
                    <a:pt x="6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1"/>
                  </a:lnTo>
                  <a:lnTo>
                    <a:pt x="9" y="42"/>
                  </a:lnTo>
                  <a:lnTo>
                    <a:pt x="10" y="42"/>
                  </a:lnTo>
                  <a:lnTo>
                    <a:pt x="11" y="43"/>
                  </a:lnTo>
                  <a:lnTo>
                    <a:pt x="12" y="43"/>
                  </a:lnTo>
                  <a:lnTo>
                    <a:pt x="12" y="44"/>
                  </a:lnTo>
                  <a:lnTo>
                    <a:pt x="14" y="44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3" y="45"/>
                  </a:lnTo>
                  <a:lnTo>
                    <a:pt x="24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9" y="45"/>
                  </a:lnTo>
                  <a:lnTo>
                    <a:pt x="30" y="44"/>
                  </a:lnTo>
                  <a:lnTo>
                    <a:pt x="31" y="44"/>
                  </a:lnTo>
                  <a:lnTo>
                    <a:pt x="33" y="44"/>
                  </a:lnTo>
                  <a:lnTo>
                    <a:pt x="34" y="43"/>
                  </a:lnTo>
                  <a:lnTo>
                    <a:pt x="35" y="42"/>
                  </a:lnTo>
                  <a:lnTo>
                    <a:pt x="36" y="42"/>
                  </a:lnTo>
                  <a:lnTo>
                    <a:pt x="37" y="41"/>
                  </a:lnTo>
                  <a:lnTo>
                    <a:pt x="38" y="39"/>
                  </a:lnTo>
                  <a:lnTo>
                    <a:pt x="39" y="38"/>
                  </a:lnTo>
                  <a:lnTo>
                    <a:pt x="40" y="37"/>
                  </a:lnTo>
                  <a:lnTo>
                    <a:pt x="40" y="36"/>
                  </a:lnTo>
                  <a:lnTo>
                    <a:pt x="42" y="36"/>
                  </a:lnTo>
                  <a:lnTo>
                    <a:pt x="42" y="35"/>
                  </a:lnTo>
                  <a:lnTo>
                    <a:pt x="43" y="34"/>
                  </a:lnTo>
                  <a:lnTo>
                    <a:pt x="43" y="33"/>
                  </a:lnTo>
                  <a:lnTo>
                    <a:pt x="44" y="32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3"/>
                  </a:lnTo>
                  <a:lnTo>
                    <a:pt x="45" y="22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3" y="14"/>
                  </a:lnTo>
                  <a:lnTo>
                    <a:pt x="43" y="13"/>
                  </a:lnTo>
                  <a:lnTo>
                    <a:pt x="42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40" y="9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7" y="6"/>
                  </a:lnTo>
                  <a:lnTo>
                    <a:pt x="36" y="5"/>
                  </a:lnTo>
                  <a:lnTo>
                    <a:pt x="35" y="5"/>
                  </a:lnTo>
                  <a:lnTo>
                    <a:pt x="34" y="4"/>
                  </a:lnTo>
                  <a:lnTo>
                    <a:pt x="33" y="2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0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63" name="Freeform 16">
              <a:extLst>
                <a:ext uri="{FF2B5EF4-FFF2-40B4-BE49-F238E27FC236}">
                  <a16:creationId xmlns:a16="http://schemas.microsoft.com/office/drawing/2014/main" id="{B18ABD0B-CE3E-4255-AAD0-604555446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136"/>
              <a:ext cx="32" cy="31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5" y="0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5" y="3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10" y="6"/>
                  </a:lnTo>
                  <a:lnTo>
                    <a:pt x="9" y="8"/>
                  </a:lnTo>
                  <a:lnTo>
                    <a:pt x="7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4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1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2"/>
                  </a:lnTo>
                  <a:lnTo>
                    <a:pt x="5" y="43"/>
                  </a:lnTo>
                  <a:lnTo>
                    <a:pt x="5" y="45"/>
                  </a:lnTo>
                  <a:lnTo>
                    <a:pt x="6" y="46"/>
                  </a:lnTo>
                  <a:lnTo>
                    <a:pt x="7" y="47"/>
                  </a:lnTo>
                  <a:lnTo>
                    <a:pt x="9" y="48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3" y="51"/>
                  </a:lnTo>
                  <a:lnTo>
                    <a:pt x="14" y="51"/>
                  </a:lnTo>
                  <a:lnTo>
                    <a:pt x="15" y="52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1" y="55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7" y="55"/>
                  </a:lnTo>
                  <a:lnTo>
                    <a:pt x="29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8" y="52"/>
                  </a:lnTo>
                  <a:lnTo>
                    <a:pt x="39" y="52"/>
                  </a:lnTo>
                  <a:lnTo>
                    <a:pt x="40" y="51"/>
                  </a:lnTo>
                  <a:lnTo>
                    <a:pt x="41" y="51"/>
                  </a:lnTo>
                  <a:lnTo>
                    <a:pt x="42" y="50"/>
                  </a:lnTo>
                  <a:lnTo>
                    <a:pt x="43" y="49"/>
                  </a:lnTo>
                  <a:lnTo>
                    <a:pt x="44" y="49"/>
                  </a:lnTo>
                  <a:lnTo>
                    <a:pt x="46" y="48"/>
                  </a:lnTo>
                  <a:lnTo>
                    <a:pt x="47" y="47"/>
                  </a:lnTo>
                  <a:lnTo>
                    <a:pt x="47" y="46"/>
                  </a:lnTo>
                  <a:lnTo>
                    <a:pt x="48" y="45"/>
                  </a:lnTo>
                  <a:lnTo>
                    <a:pt x="49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1" y="40"/>
                  </a:lnTo>
                  <a:lnTo>
                    <a:pt x="51" y="39"/>
                  </a:lnTo>
                  <a:lnTo>
                    <a:pt x="52" y="38"/>
                  </a:lnTo>
                  <a:lnTo>
                    <a:pt x="52" y="37"/>
                  </a:lnTo>
                  <a:lnTo>
                    <a:pt x="53" y="36"/>
                  </a:lnTo>
                  <a:lnTo>
                    <a:pt x="53" y="35"/>
                  </a:lnTo>
                  <a:lnTo>
                    <a:pt x="53" y="33"/>
                  </a:lnTo>
                  <a:lnTo>
                    <a:pt x="53" y="31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6"/>
                  </a:lnTo>
                  <a:lnTo>
                    <a:pt x="55" y="24"/>
                  </a:lnTo>
                  <a:lnTo>
                    <a:pt x="53" y="23"/>
                  </a:lnTo>
                  <a:lnTo>
                    <a:pt x="53" y="22"/>
                  </a:lnTo>
                  <a:lnTo>
                    <a:pt x="53" y="21"/>
                  </a:lnTo>
                  <a:lnTo>
                    <a:pt x="53" y="19"/>
                  </a:lnTo>
                  <a:lnTo>
                    <a:pt x="52" y="18"/>
                  </a:lnTo>
                  <a:lnTo>
                    <a:pt x="52" y="17"/>
                  </a:lnTo>
                  <a:lnTo>
                    <a:pt x="51" y="15"/>
                  </a:lnTo>
                  <a:lnTo>
                    <a:pt x="51" y="14"/>
                  </a:lnTo>
                  <a:lnTo>
                    <a:pt x="50" y="13"/>
                  </a:lnTo>
                  <a:lnTo>
                    <a:pt x="50" y="12"/>
                  </a:lnTo>
                  <a:lnTo>
                    <a:pt x="49" y="11"/>
                  </a:lnTo>
                  <a:lnTo>
                    <a:pt x="48" y="10"/>
                  </a:lnTo>
                  <a:lnTo>
                    <a:pt x="47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4" y="6"/>
                  </a:lnTo>
                  <a:lnTo>
                    <a:pt x="43" y="5"/>
                  </a:lnTo>
                  <a:lnTo>
                    <a:pt x="42" y="4"/>
                  </a:lnTo>
                  <a:lnTo>
                    <a:pt x="41" y="4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8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4" name="Line 17">
              <a:extLst>
                <a:ext uri="{FF2B5EF4-FFF2-40B4-BE49-F238E27FC236}">
                  <a16:creationId xmlns:a16="http://schemas.microsoft.com/office/drawing/2014/main" id="{0FE76AFE-A6C6-4680-80D9-992811EF67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3" y="2157"/>
              <a:ext cx="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5" name="Line 18">
              <a:extLst>
                <a:ext uri="{FF2B5EF4-FFF2-40B4-BE49-F238E27FC236}">
                  <a16:creationId xmlns:a16="http://schemas.microsoft.com/office/drawing/2014/main" id="{A01957FE-1541-4119-B3A4-A3EA20546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417"/>
              <a:ext cx="19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6" name="Freeform 19">
              <a:extLst>
                <a:ext uri="{FF2B5EF4-FFF2-40B4-BE49-F238E27FC236}">
                  <a16:creationId xmlns:a16="http://schemas.microsoft.com/office/drawing/2014/main" id="{823CA2AD-6178-4A46-B179-BADEE2E2E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1242"/>
              <a:ext cx="826" cy="824"/>
            </a:xfrm>
            <a:custGeom>
              <a:avLst/>
              <a:gdLst>
                <a:gd name="T0" fmla="*/ 0 w 1436"/>
                <a:gd name="T1" fmla="*/ 1 h 1436"/>
                <a:gd name="T2" fmla="*/ 0 w 1436"/>
                <a:gd name="T3" fmla="*/ 1 h 1436"/>
                <a:gd name="T4" fmla="*/ 1 w 1436"/>
                <a:gd name="T5" fmla="*/ 1 h 1436"/>
                <a:gd name="T6" fmla="*/ 1 w 1436"/>
                <a:gd name="T7" fmla="*/ 0 h 14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6"/>
                <a:gd name="T13" fmla="*/ 0 h 1436"/>
                <a:gd name="T14" fmla="*/ 1436 w 1436"/>
                <a:gd name="T15" fmla="*/ 1436 h 14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6" h="1436">
                  <a:moveTo>
                    <a:pt x="0" y="1436"/>
                  </a:moveTo>
                  <a:lnTo>
                    <a:pt x="0" y="1122"/>
                  </a:lnTo>
                  <a:lnTo>
                    <a:pt x="1436" y="314"/>
                  </a:lnTo>
                  <a:lnTo>
                    <a:pt x="143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7" name="Freeform 20">
              <a:extLst>
                <a:ext uri="{FF2B5EF4-FFF2-40B4-BE49-F238E27FC236}">
                  <a16:creationId xmlns:a16="http://schemas.microsoft.com/office/drawing/2014/main" id="{A2509C4F-E00E-4E3B-B34C-0A19B2DB9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" y="1324"/>
              <a:ext cx="371" cy="833"/>
            </a:xfrm>
            <a:custGeom>
              <a:avLst/>
              <a:gdLst>
                <a:gd name="T0" fmla="*/ 0 w 314"/>
                <a:gd name="T1" fmla="*/ 1 h 1436"/>
                <a:gd name="T2" fmla="*/ 0 w 314"/>
                <a:gd name="T3" fmla="*/ 1 h 1436"/>
                <a:gd name="T4" fmla="*/ 0 w 314"/>
                <a:gd name="T5" fmla="*/ 0 h 1436"/>
                <a:gd name="T6" fmla="*/ 4528 w 314"/>
                <a:gd name="T7" fmla="*/ 0 h 14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4"/>
                <a:gd name="T13" fmla="*/ 0 h 1436"/>
                <a:gd name="T14" fmla="*/ 314 w 314"/>
                <a:gd name="T15" fmla="*/ 1436 h 14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4" h="1436">
                  <a:moveTo>
                    <a:pt x="0" y="1436"/>
                  </a:moveTo>
                  <a:lnTo>
                    <a:pt x="0" y="1436"/>
                  </a:lnTo>
                  <a:lnTo>
                    <a:pt x="0" y="0"/>
                  </a:lnTo>
                  <a:lnTo>
                    <a:pt x="3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8" name="Line 21">
              <a:extLst>
                <a:ext uri="{FF2B5EF4-FFF2-40B4-BE49-F238E27FC236}">
                  <a16:creationId xmlns:a16="http://schemas.microsoft.com/office/drawing/2014/main" id="{35A0E99A-F791-49F2-B6E4-653E2D785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" y="1745"/>
              <a:ext cx="37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9" name="Freeform 22">
              <a:extLst>
                <a:ext uri="{FF2B5EF4-FFF2-40B4-BE49-F238E27FC236}">
                  <a16:creationId xmlns:a16="http://schemas.microsoft.com/office/drawing/2014/main" id="{4DA71AC7-0764-4623-AD89-C490EF544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1732"/>
              <a:ext cx="26" cy="25"/>
            </a:xfrm>
            <a:custGeom>
              <a:avLst/>
              <a:gdLst>
                <a:gd name="T0" fmla="*/ 1 w 45"/>
                <a:gd name="T1" fmla="*/ 1 h 44"/>
                <a:gd name="T2" fmla="*/ 1 w 45"/>
                <a:gd name="T3" fmla="*/ 1 h 44"/>
                <a:gd name="T4" fmla="*/ 1 w 45"/>
                <a:gd name="T5" fmla="*/ 1 h 44"/>
                <a:gd name="T6" fmla="*/ 1 w 45"/>
                <a:gd name="T7" fmla="*/ 1 h 44"/>
                <a:gd name="T8" fmla="*/ 1 w 45"/>
                <a:gd name="T9" fmla="*/ 1 h 44"/>
                <a:gd name="T10" fmla="*/ 1 w 45"/>
                <a:gd name="T11" fmla="*/ 1 h 44"/>
                <a:gd name="T12" fmla="*/ 1 w 45"/>
                <a:gd name="T13" fmla="*/ 1 h 44"/>
                <a:gd name="T14" fmla="*/ 1 w 45"/>
                <a:gd name="T15" fmla="*/ 1 h 44"/>
                <a:gd name="T16" fmla="*/ 1 w 45"/>
                <a:gd name="T17" fmla="*/ 1 h 44"/>
                <a:gd name="T18" fmla="*/ 0 w 45"/>
                <a:gd name="T19" fmla="*/ 1 h 44"/>
                <a:gd name="T20" fmla="*/ 0 w 45"/>
                <a:gd name="T21" fmla="*/ 1 h 44"/>
                <a:gd name="T22" fmla="*/ 0 w 45"/>
                <a:gd name="T23" fmla="*/ 1 h 44"/>
                <a:gd name="T24" fmla="*/ 0 w 45"/>
                <a:gd name="T25" fmla="*/ 1 h 44"/>
                <a:gd name="T26" fmla="*/ 1 w 45"/>
                <a:gd name="T27" fmla="*/ 1 h 44"/>
                <a:gd name="T28" fmla="*/ 1 w 45"/>
                <a:gd name="T29" fmla="*/ 1 h 44"/>
                <a:gd name="T30" fmla="*/ 1 w 45"/>
                <a:gd name="T31" fmla="*/ 1 h 44"/>
                <a:gd name="T32" fmla="*/ 1 w 45"/>
                <a:gd name="T33" fmla="*/ 1 h 44"/>
                <a:gd name="T34" fmla="*/ 1 w 45"/>
                <a:gd name="T35" fmla="*/ 1 h 44"/>
                <a:gd name="T36" fmla="*/ 1 w 45"/>
                <a:gd name="T37" fmla="*/ 1 h 44"/>
                <a:gd name="T38" fmla="*/ 1 w 45"/>
                <a:gd name="T39" fmla="*/ 1 h 44"/>
                <a:gd name="T40" fmla="*/ 1 w 45"/>
                <a:gd name="T41" fmla="*/ 1 h 44"/>
                <a:gd name="T42" fmla="*/ 1 w 45"/>
                <a:gd name="T43" fmla="*/ 1 h 44"/>
                <a:gd name="T44" fmla="*/ 1 w 45"/>
                <a:gd name="T45" fmla="*/ 1 h 44"/>
                <a:gd name="T46" fmla="*/ 1 w 45"/>
                <a:gd name="T47" fmla="*/ 1 h 44"/>
                <a:gd name="T48" fmla="*/ 1 w 45"/>
                <a:gd name="T49" fmla="*/ 1 h 44"/>
                <a:gd name="T50" fmla="*/ 1 w 45"/>
                <a:gd name="T51" fmla="*/ 1 h 44"/>
                <a:gd name="T52" fmla="*/ 1 w 45"/>
                <a:gd name="T53" fmla="*/ 1 h 44"/>
                <a:gd name="T54" fmla="*/ 1 w 45"/>
                <a:gd name="T55" fmla="*/ 1 h 44"/>
                <a:gd name="T56" fmla="*/ 1 w 45"/>
                <a:gd name="T57" fmla="*/ 1 h 44"/>
                <a:gd name="T58" fmla="*/ 1 w 45"/>
                <a:gd name="T59" fmla="*/ 1 h 44"/>
                <a:gd name="T60" fmla="*/ 1 w 45"/>
                <a:gd name="T61" fmla="*/ 1 h 44"/>
                <a:gd name="T62" fmla="*/ 1 w 45"/>
                <a:gd name="T63" fmla="*/ 1 h 44"/>
                <a:gd name="T64" fmla="*/ 1 w 45"/>
                <a:gd name="T65" fmla="*/ 1 h 44"/>
                <a:gd name="T66" fmla="*/ 1 w 45"/>
                <a:gd name="T67" fmla="*/ 1 h 44"/>
                <a:gd name="T68" fmla="*/ 1 w 45"/>
                <a:gd name="T69" fmla="*/ 1 h 44"/>
                <a:gd name="T70" fmla="*/ 1 w 45"/>
                <a:gd name="T71" fmla="*/ 1 h 44"/>
                <a:gd name="T72" fmla="*/ 1 w 45"/>
                <a:gd name="T73" fmla="*/ 1 h 44"/>
                <a:gd name="T74" fmla="*/ 1 w 45"/>
                <a:gd name="T75" fmla="*/ 1 h 44"/>
                <a:gd name="T76" fmla="*/ 1 w 45"/>
                <a:gd name="T77" fmla="*/ 1 h 44"/>
                <a:gd name="T78" fmla="*/ 1 w 45"/>
                <a:gd name="T79" fmla="*/ 1 h 44"/>
                <a:gd name="T80" fmla="*/ 1 w 45"/>
                <a:gd name="T81" fmla="*/ 1 h 44"/>
                <a:gd name="T82" fmla="*/ 1 w 45"/>
                <a:gd name="T83" fmla="*/ 1 h 44"/>
                <a:gd name="T84" fmla="*/ 1 w 45"/>
                <a:gd name="T85" fmla="*/ 1 h 44"/>
                <a:gd name="T86" fmla="*/ 1 w 45"/>
                <a:gd name="T87" fmla="*/ 1 h 44"/>
                <a:gd name="T88" fmla="*/ 1 w 45"/>
                <a:gd name="T89" fmla="*/ 1 h 4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4"/>
                <a:gd name="T137" fmla="*/ 45 w 45"/>
                <a:gd name="T138" fmla="*/ 44 h 44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4">
                  <a:moveTo>
                    <a:pt x="23" y="22"/>
                  </a:moveTo>
                  <a:lnTo>
                    <a:pt x="23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3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4"/>
                  </a:lnTo>
                  <a:lnTo>
                    <a:pt x="9" y="4"/>
                  </a:lnTo>
                  <a:lnTo>
                    <a:pt x="8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7"/>
                  </a:lnTo>
                  <a:lnTo>
                    <a:pt x="6" y="9"/>
                  </a:lnTo>
                  <a:lnTo>
                    <a:pt x="5" y="10"/>
                  </a:lnTo>
                  <a:lnTo>
                    <a:pt x="4" y="11"/>
                  </a:lnTo>
                  <a:lnTo>
                    <a:pt x="4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3" y="31"/>
                  </a:lnTo>
                  <a:lnTo>
                    <a:pt x="3" y="32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5" y="35"/>
                  </a:lnTo>
                  <a:lnTo>
                    <a:pt x="6" y="37"/>
                  </a:lnTo>
                  <a:lnTo>
                    <a:pt x="6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9" y="41"/>
                  </a:lnTo>
                  <a:lnTo>
                    <a:pt x="10" y="41"/>
                  </a:lnTo>
                  <a:lnTo>
                    <a:pt x="12" y="42"/>
                  </a:lnTo>
                  <a:lnTo>
                    <a:pt x="13" y="42"/>
                  </a:lnTo>
                  <a:lnTo>
                    <a:pt x="13" y="43"/>
                  </a:lnTo>
                  <a:lnTo>
                    <a:pt x="14" y="43"/>
                  </a:lnTo>
                  <a:lnTo>
                    <a:pt x="15" y="43"/>
                  </a:lnTo>
                  <a:lnTo>
                    <a:pt x="16" y="44"/>
                  </a:lnTo>
                  <a:lnTo>
                    <a:pt x="17" y="44"/>
                  </a:lnTo>
                  <a:lnTo>
                    <a:pt x="18" y="44"/>
                  </a:lnTo>
                  <a:lnTo>
                    <a:pt x="19" y="44"/>
                  </a:lnTo>
                  <a:lnTo>
                    <a:pt x="21" y="44"/>
                  </a:lnTo>
                  <a:lnTo>
                    <a:pt x="22" y="44"/>
                  </a:lnTo>
                  <a:lnTo>
                    <a:pt x="23" y="44"/>
                  </a:lnTo>
                  <a:lnTo>
                    <a:pt x="24" y="44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3"/>
                  </a:lnTo>
                  <a:lnTo>
                    <a:pt x="32" y="43"/>
                  </a:lnTo>
                  <a:lnTo>
                    <a:pt x="33" y="43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41"/>
                  </a:lnTo>
                  <a:lnTo>
                    <a:pt x="37" y="40"/>
                  </a:lnTo>
                  <a:lnTo>
                    <a:pt x="38" y="39"/>
                  </a:lnTo>
                  <a:lnTo>
                    <a:pt x="40" y="38"/>
                  </a:lnTo>
                  <a:lnTo>
                    <a:pt x="41" y="37"/>
                  </a:lnTo>
                  <a:lnTo>
                    <a:pt x="41" y="35"/>
                  </a:lnTo>
                  <a:lnTo>
                    <a:pt x="42" y="35"/>
                  </a:lnTo>
                  <a:lnTo>
                    <a:pt x="42" y="34"/>
                  </a:lnTo>
                  <a:lnTo>
                    <a:pt x="43" y="33"/>
                  </a:lnTo>
                  <a:lnTo>
                    <a:pt x="43" y="32"/>
                  </a:lnTo>
                  <a:lnTo>
                    <a:pt x="44" y="31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5"/>
                  </a:lnTo>
                  <a:lnTo>
                    <a:pt x="45" y="24"/>
                  </a:lnTo>
                  <a:lnTo>
                    <a:pt x="45" y="22"/>
                  </a:lnTo>
                  <a:lnTo>
                    <a:pt x="45" y="21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4" y="14"/>
                  </a:lnTo>
                  <a:lnTo>
                    <a:pt x="43" y="13"/>
                  </a:lnTo>
                  <a:lnTo>
                    <a:pt x="43" y="12"/>
                  </a:lnTo>
                  <a:lnTo>
                    <a:pt x="42" y="11"/>
                  </a:lnTo>
                  <a:lnTo>
                    <a:pt x="42" y="10"/>
                  </a:lnTo>
                  <a:lnTo>
                    <a:pt x="41" y="10"/>
                  </a:lnTo>
                  <a:lnTo>
                    <a:pt x="41" y="9"/>
                  </a:lnTo>
                  <a:lnTo>
                    <a:pt x="40" y="7"/>
                  </a:lnTo>
                  <a:lnTo>
                    <a:pt x="38" y="6"/>
                  </a:lnTo>
                  <a:lnTo>
                    <a:pt x="37" y="5"/>
                  </a:lnTo>
                  <a:lnTo>
                    <a:pt x="36" y="4"/>
                  </a:lnTo>
                  <a:lnTo>
                    <a:pt x="35" y="4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0"/>
                  </a:lnTo>
                  <a:lnTo>
                    <a:pt x="23" y="2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70" name="Freeform 23">
              <a:extLst>
                <a:ext uri="{FF2B5EF4-FFF2-40B4-BE49-F238E27FC236}">
                  <a16:creationId xmlns:a16="http://schemas.microsoft.com/office/drawing/2014/main" id="{BE8A7E14-08A0-4802-A05E-F50917637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1724"/>
              <a:ext cx="32" cy="32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6" y="0"/>
                  </a:lnTo>
                  <a:lnTo>
                    <a:pt x="25" y="0"/>
                  </a:lnTo>
                  <a:lnTo>
                    <a:pt x="23" y="1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3" y="5"/>
                  </a:lnTo>
                  <a:lnTo>
                    <a:pt x="12" y="5"/>
                  </a:lnTo>
                  <a:lnTo>
                    <a:pt x="11" y="6"/>
                  </a:lnTo>
                  <a:lnTo>
                    <a:pt x="10" y="7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4" y="12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1" y="35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2" y="38"/>
                  </a:lnTo>
                  <a:lnTo>
                    <a:pt x="2" y="39"/>
                  </a:lnTo>
                  <a:lnTo>
                    <a:pt x="3" y="41"/>
                  </a:lnTo>
                  <a:lnTo>
                    <a:pt x="3" y="42"/>
                  </a:lnTo>
                  <a:lnTo>
                    <a:pt x="4" y="43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6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10" y="49"/>
                  </a:lnTo>
                  <a:lnTo>
                    <a:pt x="11" y="49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2"/>
                  </a:lnTo>
                  <a:lnTo>
                    <a:pt x="16" y="53"/>
                  </a:lnTo>
                  <a:lnTo>
                    <a:pt x="17" y="53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1" y="55"/>
                  </a:lnTo>
                  <a:lnTo>
                    <a:pt x="23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7" y="55"/>
                  </a:lnTo>
                  <a:lnTo>
                    <a:pt x="29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8" y="53"/>
                  </a:lnTo>
                  <a:lnTo>
                    <a:pt x="39" y="53"/>
                  </a:lnTo>
                  <a:lnTo>
                    <a:pt x="40" y="52"/>
                  </a:lnTo>
                  <a:lnTo>
                    <a:pt x="41" y="52"/>
                  </a:lnTo>
                  <a:lnTo>
                    <a:pt x="43" y="51"/>
                  </a:lnTo>
                  <a:lnTo>
                    <a:pt x="44" y="49"/>
                  </a:lnTo>
                  <a:lnTo>
                    <a:pt x="45" y="49"/>
                  </a:lnTo>
                  <a:lnTo>
                    <a:pt x="46" y="48"/>
                  </a:lnTo>
                  <a:lnTo>
                    <a:pt x="47" y="47"/>
                  </a:lnTo>
                  <a:lnTo>
                    <a:pt x="47" y="46"/>
                  </a:lnTo>
                  <a:lnTo>
                    <a:pt x="48" y="45"/>
                  </a:lnTo>
                  <a:lnTo>
                    <a:pt x="49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1" y="41"/>
                  </a:lnTo>
                  <a:lnTo>
                    <a:pt x="51" y="39"/>
                  </a:lnTo>
                  <a:lnTo>
                    <a:pt x="53" y="38"/>
                  </a:lnTo>
                  <a:lnTo>
                    <a:pt x="53" y="37"/>
                  </a:lnTo>
                  <a:lnTo>
                    <a:pt x="54" y="36"/>
                  </a:lnTo>
                  <a:lnTo>
                    <a:pt x="54" y="35"/>
                  </a:lnTo>
                  <a:lnTo>
                    <a:pt x="54" y="34"/>
                  </a:lnTo>
                  <a:lnTo>
                    <a:pt x="54" y="32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6"/>
                  </a:lnTo>
                  <a:lnTo>
                    <a:pt x="55" y="25"/>
                  </a:lnTo>
                  <a:lnTo>
                    <a:pt x="54" y="24"/>
                  </a:lnTo>
                  <a:lnTo>
                    <a:pt x="54" y="23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3" y="18"/>
                  </a:lnTo>
                  <a:lnTo>
                    <a:pt x="53" y="17"/>
                  </a:lnTo>
                  <a:lnTo>
                    <a:pt x="51" y="16"/>
                  </a:lnTo>
                  <a:lnTo>
                    <a:pt x="51" y="15"/>
                  </a:lnTo>
                  <a:lnTo>
                    <a:pt x="50" y="14"/>
                  </a:lnTo>
                  <a:lnTo>
                    <a:pt x="50" y="12"/>
                  </a:lnTo>
                  <a:lnTo>
                    <a:pt x="49" y="11"/>
                  </a:lnTo>
                  <a:lnTo>
                    <a:pt x="48" y="10"/>
                  </a:lnTo>
                  <a:lnTo>
                    <a:pt x="47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5" y="7"/>
                  </a:lnTo>
                  <a:lnTo>
                    <a:pt x="44" y="6"/>
                  </a:lnTo>
                  <a:lnTo>
                    <a:pt x="43" y="5"/>
                  </a:lnTo>
                  <a:lnTo>
                    <a:pt x="41" y="5"/>
                  </a:lnTo>
                  <a:lnTo>
                    <a:pt x="40" y="4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4" y="1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71" name="Line 24">
              <a:extLst>
                <a:ext uri="{FF2B5EF4-FFF2-40B4-BE49-F238E27FC236}">
                  <a16:creationId xmlns:a16="http://schemas.microsoft.com/office/drawing/2014/main" id="{C2372DBE-570B-4365-B33C-B7871B189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0" y="2066"/>
              <a:ext cx="3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72" name="Freeform 25">
              <a:extLst>
                <a:ext uri="{FF2B5EF4-FFF2-40B4-BE49-F238E27FC236}">
                  <a16:creationId xmlns:a16="http://schemas.microsoft.com/office/drawing/2014/main" id="{9898C3E2-0E94-433B-AF5C-CAA7188DD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1423"/>
              <a:ext cx="826" cy="643"/>
            </a:xfrm>
            <a:custGeom>
              <a:avLst/>
              <a:gdLst>
                <a:gd name="T0" fmla="*/ 1 w 1435"/>
                <a:gd name="T1" fmla="*/ 1 h 1122"/>
                <a:gd name="T2" fmla="*/ 1 w 1435"/>
                <a:gd name="T3" fmla="*/ 1 h 1122"/>
                <a:gd name="T4" fmla="*/ 0 w 1435"/>
                <a:gd name="T5" fmla="*/ 1 h 1122"/>
                <a:gd name="T6" fmla="*/ 0 w 1435"/>
                <a:gd name="T7" fmla="*/ 0 h 1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5"/>
                <a:gd name="T13" fmla="*/ 0 h 1122"/>
                <a:gd name="T14" fmla="*/ 1435 w 1435"/>
                <a:gd name="T15" fmla="*/ 1122 h 1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5" h="1122">
                  <a:moveTo>
                    <a:pt x="1435" y="1122"/>
                  </a:moveTo>
                  <a:lnTo>
                    <a:pt x="1435" y="651"/>
                  </a:lnTo>
                  <a:lnTo>
                    <a:pt x="0" y="314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73" name="Freeform 26">
              <a:extLst>
                <a:ext uri="{FF2B5EF4-FFF2-40B4-BE49-F238E27FC236}">
                  <a16:creationId xmlns:a16="http://schemas.microsoft.com/office/drawing/2014/main" id="{6BCDCA1B-9EA8-428D-ABE4-277C2AB33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1332"/>
              <a:ext cx="826" cy="645"/>
            </a:xfrm>
            <a:custGeom>
              <a:avLst/>
              <a:gdLst>
                <a:gd name="T0" fmla="*/ 1 w 1435"/>
                <a:gd name="T1" fmla="*/ 0 h 1122"/>
                <a:gd name="T2" fmla="*/ 1 w 1435"/>
                <a:gd name="T3" fmla="*/ 1 h 1122"/>
                <a:gd name="T4" fmla="*/ 0 w 1435"/>
                <a:gd name="T5" fmla="*/ 1 h 1122"/>
                <a:gd name="T6" fmla="*/ 0 w 1435"/>
                <a:gd name="T7" fmla="*/ 1 h 1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5"/>
                <a:gd name="T13" fmla="*/ 0 h 1122"/>
                <a:gd name="T14" fmla="*/ 1435 w 1435"/>
                <a:gd name="T15" fmla="*/ 1122 h 1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5" h="1122">
                  <a:moveTo>
                    <a:pt x="1435" y="0"/>
                  </a:moveTo>
                  <a:lnTo>
                    <a:pt x="1435" y="471"/>
                  </a:lnTo>
                  <a:lnTo>
                    <a:pt x="0" y="808"/>
                  </a:lnTo>
                  <a:lnTo>
                    <a:pt x="0" y="112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74" name="Freeform 27">
              <a:extLst>
                <a:ext uri="{FF2B5EF4-FFF2-40B4-BE49-F238E27FC236}">
                  <a16:creationId xmlns:a16="http://schemas.microsoft.com/office/drawing/2014/main" id="{F02AEB97-ECCA-491D-BC56-EEBE65D54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1319"/>
              <a:ext cx="27" cy="26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2" y="22"/>
                  </a:moveTo>
                  <a:lnTo>
                    <a:pt x="22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0" y="4"/>
                  </a:lnTo>
                  <a:lnTo>
                    <a:pt x="9" y="4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3" y="35"/>
                  </a:lnTo>
                  <a:lnTo>
                    <a:pt x="4" y="36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0"/>
                  </a:lnTo>
                  <a:lnTo>
                    <a:pt x="9" y="41"/>
                  </a:lnTo>
                  <a:lnTo>
                    <a:pt x="10" y="41"/>
                  </a:lnTo>
                  <a:lnTo>
                    <a:pt x="11" y="43"/>
                  </a:lnTo>
                  <a:lnTo>
                    <a:pt x="12" y="43"/>
                  </a:lnTo>
                  <a:lnTo>
                    <a:pt x="12" y="44"/>
                  </a:lnTo>
                  <a:lnTo>
                    <a:pt x="13" y="44"/>
                  </a:lnTo>
                  <a:lnTo>
                    <a:pt x="14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23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9" y="45"/>
                  </a:lnTo>
                  <a:lnTo>
                    <a:pt x="30" y="44"/>
                  </a:lnTo>
                  <a:lnTo>
                    <a:pt x="31" y="44"/>
                  </a:lnTo>
                  <a:lnTo>
                    <a:pt x="32" y="44"/>
                  </a:lnTo>
                  <a:lnTo>
                    <a:pt x="34" y="43"/>
                  </a:lnTo>
                  <a:lnTo>
                    <a:pt x="35" y="41"/>
                  </a:lnTo>
                  <a:lnTo>
                    <a:pt x="36" y="41"/>
                  </a:lnTo>
                  <a:lnTo>
                    <a:pt x="37" y="40"/>
                  </a:lnTo>
                  <a:lnTo>
                    <a:pt x="38" y="39"/>
                  </a:lnTo>
                  <a:lnTo>
                    <a:pt x="39" y="38"/>
                  </a:lnTo>
                  <a:lnTo>
                    <a:pt x="40" y="37"/>
                  </a:lnTo>
                  <a:lnTo>
                    <a:pt x="40" y="36"/>
                  </a:lnTo>
                  <a:lnTo>
                    <a:pt x="41" y="36"/>
                  </a:lnTo>
                  <a:lnTo>
                    <a:pt x="41" y="35"/>
                  </a:lnTo>
                  <a:lnTo>
                    <a:pt x="42" y="34"/>
                  </a:lnTo>
                  <a:lnTo>
                    <a:pt x="42" y="33"/>
                  </a:lnTo>
                  <a:lnTo>
                    <a:pt x="44" y="31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2"/>
                  </a:lnTo>
                  <a:lnTo>
                    <a:pt x="45" y="21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2" y="13"/>
                  </a:lnTo>
                  <a:lnTo>
                    <a:pt x="42" y="12"/>
                  </a:lnTo>
                  <a:lnTo>
                    <a:pt x="41" y="11"/>
                  </a:lnTo>
                  <a:lnTo>
                    <a:pt x="41" y="10"/>
                  </a:lnTo>
                  <a:lnTo>
                    <a:pt x="40" y="10"/>
                  </a:lnTo>
                  <a:lnTo>
                    <a:pt x="40" y="9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7" y="6"/>
                  </a:lnTo>
                  <a:lnTo>
                    <a:pt x="36" y="4"/>
                  </a:lnTo>
                  <a:lnTo>
                    <a:pt x="35" y="4"/>
                  </a:lnTo>
                  <a:lnTo>
                    <a:pt x="34" y="3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75" name="Freeform 28">
              <a:extLst>
                <a:ext uri="{FF2B5EF4-FFF2-40B4-BE49-F238E27FC236}">
                  <a16:creationId xmlns:a16="http://schemas.microsoft.com/office/drawing/2014/main" id="{C57782AC-86A0-46BB-A561-07077EDB6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1324"/>
              <a:ext cx="31" cy="32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6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6" y="3"/>
                  </a:lnTo>
                  <a:lnTo>
                    <a:pt x="15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2" y="6"/>
                  </a:lnTo>
                  <a:lnTo>
                    <a:pt x="11" y="7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5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5" y="43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6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11" y="49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2"/>
                  </a:lnTo>
                  <a:lnTo>
                    <a:pt x="15" y="52"/>
                  </a:lnTo>
                  <a:lnTo>
                    <a:pt x="16" y="53"/>
                  </a:lnTo>
                  <a:lnTo>
                    <a:pt x="17" y="53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1" y="54"/>
                  </a:lnTo>
                  <a:lnTo>
                    <a:pt x="22" y="55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7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5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9" y="53"/>
                  </a:lnTo>
                  <a:lnTo>
                    <a:pt x="40" y="53"/>
                  </a:lnTo>
                  <a:lnTo>
                    <a:pt x="41" y="52"/>
                  </a:lnTo>
                  <a:lnTo>
                    <a:pt x="42" y="52"/>
                  </a:lnTo>
                  <a:lnTo>
                    <a:pt x="43" y="50"/>
                  </a:lnTo>
                  <a:lnTo>
                    <a:pt x="44" y="49"/>
                  </a:lnTo>
                  <a:lnTo>
                    <a:pt x="45" y="49"/>
                  </a:lnTo>
                  <a:lnTo>
                    <a:pt x="46" y="48"/>
                  </a:lnTo>
                  <a:lnTo>
                    <a:pt x="48" y="47"/>
                  </a:lnTo>
                  <a:lnTo>
                    <a:pt x="48" y="46"/>
                  </a:lnTo>
                  <a:lnTo>
                    <a:pt x="49" y="45"/>
                  </a:lnTo>
                  <a:lnTo>
                    <a:pt x="50" y="44"/>
                  </a:lnTo>
                  <a:lnTo>
                    <a:pt x="51" y="43"/>
                  </a:lnTo>
                  <a:lnTo>
                    <a:pt x="51" y="41"/>
                  </a:lnTo>
                  <a:lnTo>
                    <a:pt x="52" y="40"/>
                  </a:lnTo>
                  <a:lnTo>
                    <a:pt x="52" y="39"/>
                  </a:lnTo>
                  <a:lnTo>
                    <a:pt x="53" y="38"/>
                  </a:lnTo>
                  <a:lnTo>
                    <a:pt x="53" y="37"/>
                  </a:lnTo>
                  <a:lnTo>
                    <a:pt x="54" y="36"/>
                  </a:lnTo>
                  <a:lnTo>
                    <a:pt x="54" y="35"/>
                  </a:lnTo>
                  <a:lnTo>
                    <a:pt x="54" y="34"/>
                  </a:lnTo>
                  <a:lnTo>
                    <a:pt x="54" y="31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6"/>
                  </a:lnTo>
                  <a:lnTo>
                    <a:pt x="55" y="25"/>
                  </a:lnTo>
                  <a:lnTo>
                    <a:pt x="54" y="24"/>
                  </a:lnTo>
                  <a:lnTo>
                    <a:pt x="54" y="22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3" y="18"/>
                  </a:lnTo>
                  <a:lnTo>
                    <a:pt x="53" y="17"/>
                  </a:lnTo>
                  <a:lnTo>
                    <a:pt x="52" y="16"/>
                  </a:lnTo>
                  <a:lnTo>
                    <a:pt x="52" y="15"/>
                  </a:lnTo>
                  <a:lnTo>
                    <a:pt x="51" y="13"/>
                  </a:lnTo>
                  <a:lnTo>
                    <a:pt x="51" y="12"/>
                  </a:lnTo>
                  <a:lnTo>
                    <a:pt x="50" y="11"/>
                  </a:lnTo>
                  <a:lnTo>
                    <a:pt x="49" y="10"/>
                  </a:lnTo>
                  <a:lnTo>
                    <a:pt x="48" y="9"/>
                  </a:lnTo>
                  <a:lnTo>
                    <a:pt x="48" y="8"/>
                  </a:lnTo>
                  <a:lnTo>
                    <a:pt x="46" y="8"/>
                  </a:lnTo>
                  <a:lnTo>
                    <a:pt x="45" y="7"/>
                  </a:lnTo>
                  <a:lnTo>
                    <a:pt x="44" y="6"/>
                  </a:lnTo>
                  <a:lnTo>
                    <a:pt x="43" y="4"/>
                  </a:lnTo>
                  <a:lnTo>
                    <a:pt x="42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76" name="Freeform 29">
              <a:extLst>
                <a:ext uri="{FF2B5EF4-FFF2-40B4-BE49-F238E27FC236}">
                  <a16:creationId xmlns:a16="http://schemas.microsoft.com/office/drawing/2014/main" id="{68064A4F-A297-4B08-A310-45B48B81C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054"/>
              <a:ext cx="27" cy="26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2" y="23"/>
                  </a:moveTo>
                  <a:lnTo>
                    <a:pt x="22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0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1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3" y="35"/>
                  </a:lnTo>
                  <a:lnTo>
                    <a:pt x="4" y="36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1"/>
                  </a:lnTo>
                  <a:lnTo>
                    <a:pt x="9" y="42"/>
                  </a:lnTo>
                  <a:lnTo>
                    <a:pt x="10" y="42"/>
                  </a:lnTo>
                  <a:lnTo>
                    <a:pt x="11" y="43"/>
                  </a:lnTo>
                  <a:lnTo>
                    <a:pt x="12" y="43"/>
                  </a:lnTo>
                  <a:lnTo>
                    <a:pt x="12" y="44"/>
                  </a:lnTo>
                  <a:lnTo>
                    <a:pt x="13" y="44"/>
                  </a:lnTo>
                  <a:lnTo>
                    <a:pt x="14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23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29" y="45"/>
                  </a:lnTo>
                  <a:lnTo>
                    <a:pt x="30" y="44"/>
                  </a:lnTo>
                  <a:lnTo>
                    <a:pt x="31" y="44"/>
                  </a:lnTo>
                  <a:lnTo>
                    <a:pt x="32" y="44"/>
                  </a:lnTo>
                  <a:lnTo>
                    <a:pt x="34" y="43"/>
                  </a:lnTo>
                  <a:lnTo>
                    <a:pt x="35" y="42"/>
                  </a:lnTo>
                  <a:lnTo>
                    <a:pt x="36" y="42"/>
                  </a:lnTo>
                  <a:lnTo>
                    <a:pt x="37" y="41"/>
                  </a:lnTo>
                  <a:lnTo>
                    <a:pt x="38" y="39"/>
                  </a:lnTo>
                  <a:lnTo>
                    <a:pt x="39" y="38"/>
                  </a:lnTo>
                  <a:lnTo>
                    <a:pt x="40" y="37"/>
                  </a:lnTo>
                  <a:lnTo>
                    <a:pt x="40" y="36"/>
                  </a:lnTo>
                  <a:lnTo>
                    <a:pt x="41" y="36"/>
                  </a:lnTo>
                  <a:lnTo>
                    <a:pt x="41" y="35"/>
                  </a:lnTo>
                  <a:lnTo>
                    <a:pt x="42" y="34"/>
                  </a:lnTo>
                  <a:lnTo>
                    <a:pt x="42" y="33"/>
                  </a:lnTo>
                  <a:lnTo>
                    <a:pt x="44" y="32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3"/>
                  </a:lnTo>
                  <a:lnTo>
                    <a:pt x="45" y="22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2" y="14"/>
                  </a:lnTo>
                  <a:lnTo>
                    <a:pt x="42" y="13"/>
                  </a:lnTo>
                  <a:lnTo>
                    <a:pt x="41" y="11"/>
                  </a:lnTo>
                  <a:lnTo>
                    <a:pt x="41" y="10"/>
                  </a:lnTo>
                  <a:lnTo>
                    <a:pt x="40" y="10"/>
                  </a:lnTo>
                  <a:lnTo>
                    <a:pt x="40" y="9"/>
                  </a:lnTo>
                  <a:lnTo>
                    <a:pt x="39" y="8"/>
                  </a:lnTo>
                  <a:lnTo>
                    <a:pt x="38" y="7"/>
                  </a:lnTo>
                  <a:lnTo>
                    <a:pt x="37" y="6"/>
                  </a:lnTo>
                  <a:lnTo>
                    <a:pt x="36" y="5"/>
                  </a:lnTo>
                  <a:lnTo>
                    <a:pt x="35" y="5"/>
                  </a:lnTo>
                  <a:lnTo>
                    <a:pt x="34" y="4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9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2" y="2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77" name="Freeform 30">
              <a:extLst>
                <a:ext uri="{FF2B5EF4-FFF2-40B4-BE49-F238E27FC236}">
                  <a16:creationId xmlns:a16="http://schemas.microsoft.com/office/drawing/2014/main" id="{CBF7EFE0-6894-4225-98B6-5F475EF9E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2046"/>
              <a:ext cx="31" cy="32"/>
            </a:xfrm>
            <a:custGeom>
              <a:avLst/>
              <a:gdLst>
                <a:gd name="T0" fmla="*/ 1 w 55"/>
                <a:gd name="T1" fmla="*/ 0 h 55"/>
                <a:gd name="T2" fmla="*/ 1 w 55"/>
                <a:gd name="T3" fmla="*/ 1 h 55"/>
                <a:gd name="T4" fmla="*/ 1 w 55"/>
                <a:gd name="T5" fmla="*/ 1 h 55"/>
                <a:gd name="T6" fmla="*/ 1 w 55"/>
                <a:gd name="T7" fmla="*/ 1 h 55"/>
                <a:gd name="T8" fmla="*/ 1 w 55"/>
                <a:gd name="T9" fmla="*/ 1 h 55"/>
                <a:gd name="T10" fmla="*/ 1 w 55"/>
                <a:gd name="T11" fmla="*/ 1 h 55"/>
                <a:gd name="T12" fmla="*/ 1 w 55"/>
                <a:gd name="T13" fmla="*/ 1 h 55"/>
                <a:gd name="T14" fmla="*/ 1 w 55"/>
                <a:gd name="T15" fmla="*/ 1 h 55"/>
                <a:gd name="T16" fmla="*/ 1 w 55"/>
                <a:gd name="T17" fmla="*/ 1 h 55"/>
                <a:gd name="T18" fmla="*/ 0 w 55"/>
                <a:gd name="T19" fmla="*/ 1 h 55"/>
                <a:gd name="T20" fmla="*/ 0 w 55"/>
                <a:gd name="T21" fmla="*/ 1 h 55"/>
                <a:gd name="T22" fmla="*/ 0 w 55"/>
                <a:gd name="T23" fmla="*/ 1 h 55"/>
                <a:gd name="T24" fmla="*/ 1 w 55"/>
                <a:gd name="T25" fmla="*/ 1 h 55"/>
                <a:gd name="T26" fmla="*/ 1 w 55"/>
                <a:gd name="T27" fmla="*/ 1 h 55"/>
                <a:gd name="T28" fmla="*/ 1 w 55"/>
                <a:gd name="T29" fmla="*/ 1 h 55"/>
                <a:gd name="T30" fmla="*/ 1 w 55"/>
                <a:gd name="T31" fmla="*/ 1 h 55"/>
                <a:gd name="T32" fmla="*/ 1 w 55"/>
                <a:gd name="T33" fmla="*/ 1 h 55"/>
                <a:gd name="T34" fmla="*/ 1 w 55"/>
                <a:gd name="T35" fmla="*/ 1 h 55"/>
                <a:gd name="T36" fmla="*/ 1 w 55"/>
                <a:gd name="T37" fmla="*/ 1 h 55"/>
                <a:gd name="T38" fmla="*/ 1 w 55"/>
                <a:gd name="T39" fmla="*/ 1 h 55"/>
                <a:gd name="T40" fmla="*/ 1 w 55"/>
                <a:gd name="T41" fmla="*/ 1 h 55"/>
                <a:gd name="T42" fmla="*/ 1 w 55"/>
                <a:gd name="T43" fmla="*/ 1 h 55"/>
                <a:gd name="T44" fmla="*/ 1 w 55"/>
                <a:gd name="T45" fmla="*/ 1 h 55"/>
                <a:gd name="T46" fmla="*/ 1 w 55"/>
                <a:gd name="T47" fmla="*/ 1 h 55"/>
                <a:gd name="T48" fmla="*/ 1 w 55"/>
                <a:gd name="T49" fmla="*/ 1 h 55"/>
                <a:gd name="T50" fmla="*/ 1 w 55"/>
                <a:gd name="T51" fmla="*/ 1 h 55"/>
                <a:gd name="T52" fmla="*/ 1 w 55"/>
                <a:gd name="T53" fmla="*/ 1 h 55"/>
                <a:gd name="T54" fmla="*/ 1 w 55"/>
                <a:gd name="T55" fmla="*/ 1 h 55"/>
                <a:gd name="T56" fmla="*/ 1 w 55"/>
                <a:gd name="T57" fmla="*/ 1 h 55"/>
                <a:gd name="T58" fmla="*/ 1 w 55"/>
                <a:gd name="T59" fmla="*/ 1 h 55"/>
                <a:gd name="T60" fmla="*/ 1 w 55"/>
                <a:gd name="T61" fmla="*/ 1 h 55"/>
                <a:gd name="T62" fmla="*/ 1 w 55"/>
                <a:gd name="T63" fmla="*/ 1 h 55"/>
                <a:gd name="T64" fmla="*/ 1 w 55"/>
                <a:gd name="T65" fmla="*/ 1 h 55"/>
                <a:gd name="T66" fmla="*/ 1 w 55"/>
                <a:gd name="T67" fmla="*/ 1 h 55"/>
                <a:gd name="T68" fmla="*/ 1 w 55"/>
                <a:gd name="T69" fmla="*/ 1 h 55"/>
                <a:gd name="T70" fmla="*/ 1 w 55"/>
                <a:gd name="T71" fmla="*/ 1 h 55"/>
                <a:gd name="T72" fmla="*/ 1 w 55"/>
                <a:gd name="T73" fmla="*/ 1 h 55"/>
                <a:gd name="T74" fmla="*/ 1 w 55"/>
                <a:gd name="T75" fmla="*/ 1 h 55"/>
                <a:gd name="T76" fmla="*/ 1 w 55"/>
                <a:gd name="T77" fmla="*/ 1 h 55"/>
                <a:gd name="T78" fmla="*/ 1 w 55"/>
                <a:gd name="T79" fmla="*/ 1 h 55"/>
                <a:gd name="T80" fmla="*/ 1 w 55"/>
                <a:gd name="T81" fmla="*/ 1 h 55"/>
                <a:gd name="T82" fmla="*/ 1 w 55"/>
                <a:gd name="T83" fmla="*/ 1 h 55"/>
                <a:gd name="T84" fmla="*/ 1 w 55"/>
                <a:gd name="T85" fmla="*/ 1 h 55"/>
                <a:gd name="T86" fmla="*/ 1 w 55"/>
                <a:gd name="T87" fmla="*/ 0 h 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5"/>
                <a:gd name="T133" fmla="*/ 0 h 55"/>
                <a:gd name="T134" fmla="*/ 55 w 55"/>
                <a:gd name="T135" fmla="*/ 55 h 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5" h="55">
                  <a:moveTo>
                    <a:pt x="27" y="0"/>
                  </a:moveTo>
                  <a:lnTo>
                    <a:pt x="26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6" y="3"/>
                  </a:lnTo>
                  <a:lnTo>
                    <a:pt x="15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2" y="5"/>
                  </a:lnTo>
                  <a:lnTo>
                    <a:pt x="11" y="7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9"/>
                  </a:lnTo>
                  <a:lnTo>
                    <a:pt x="6" y="10"/>
                  </a:lnTo>
                  <a:lnTo>
                    <a:pt x="6" y="11"/>
                  </a:lnTo>
                  <a:lnTo>
                    <a:pt x="5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3" y="15"/>
                  </a:lnTo>
                  <a:lnTo>
                    <a:pt x="3" y="17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7"/>
                  </a:lnTo>
                  <a:lnTo>
                    <a:pt x="3" y="38"/>
                  </a:lnTo>
                  <a:lnTo>
                    <a:pt x="3" y="39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5" y="42"/>
                  </a:lnTo>
                  <a:lnTo>
                    <a:pt x="6" y="44"/>
                  </a:lnTo>
                  <a:lnTo>
                    <a:pt x="6" y="45"/>
                  </a:lnTo>
                  <a:lnTo>
                    <a:pt x="7" y="46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11" y="49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1" y="54"/>
                  </a:lnTo>
                  <a:lnTo>
                    <a:pt x="22" y="55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7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5"/>
                  </a:lnTo>
                  <a:lnTo>
                    <a:pt x="34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9" y="52"/>
                  </a:lnTo>
                  <a:lnTo>
                    <a:pt x="40" y="52"/>
                  </a:lnTo>
                  <a:lnTo>
                    <a:pt x="41" y="51"/>
                  </a:lnTo>
                  <a:lnTo>
                    <a:pt x="42" y="51"/>
                  </a:lnTo>
                  <a:lnTo>
                    <a:pt x="43" y="50"/>
                  </a:lnTo>
                  <a:lnTo>
                    <a:pt x="44" y="49"/>
                  </a:lnTo>
                  <a:lnTo>
                    <a:pt x="45" y="49"/>
                  </a:lnTo>
                  <a:lnTo>
                    <a:pt x="46" y="48"/>
                  </a:lnTo>
                  <a:lnTo>
                    <a:pt x="48" y="47"/>
                  </a:lnTo>
                  <a:lnTo>
                    <a:pt x="48" y="46"/>
                  </a:lnTo>
                  <a:lnTo>
                    <a:pt x="49" y="45"/>
                  </a:lnTo>
                  <a:lnTo>
                    <a:pt x="50" y="44"/>
                  </a:lnTo>
                  <a:lnTo>
                    <a:pt x="51" y="42"/>
                  </a:lnTo>
                  <a:lnTo>
                    <a:pt x="51" y="41"/>
                  </a:lnTo>
                  <a:lnTo>
                    <a:pt x="52" y="40"/>
                  </a:lnTo>
                  <a:lnTo>
                    <a:pt x="52" y="39"/>
                  </a:lnTo>
                  <a:lnTo>
                    <a:pt x="53" y="38"/>
                  </a:lnTo>
                  <a:lnTo>
                    <a:pt x="53" y="37"/>
                  </a:lnTo>
                  <a:lnTo>
                    <a:pt x="54" y="36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8"/>
                  </a:lnTo>
                  <a:lnTo>
                    <a:pt x="55" y="26"/>
                  </a:lnTo>
                  <a:lnTo>
                    <a:pt x="55" y="24"/>
                  </a:lnTo>
                  <a:lnTo>
                    <a:pt x="54" y="23"/>
                  </a:lnTo>
                  <a:lnTo>
                    <a:pt x="54" y="22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3" y="18"/>
                  </a:lnTo>
                  <a:lnTo>
                    <a:pt x="53" y="17"/>
                  </a:lnTo>
                  <a:lnTo>
                    <a:pt x="52" y="15"/>
                  </a:lnTo>
                  <a:lnTo>
                    <a:pt x="52" y="14"/>
                  </a:lnTo>
                  <a:lnTo>
                    <a:pt x="51" y="13"/>
                  </a:lnTo>
                  <a:lnTo>
                    <a:pt x="51" y="12"/>
                  </a:lnTo>
                  <a:lnTo>
                    <a:pt x="50" y="11"/>
                  </a:lnTo>
                  <a:lnTo>
                    <a:pt x="49" y="10"/>
                  </a:lnTo>
                  <a:lnTo>
                    <a:pt x="48" y="9"/>
                  </a:lnTo>
                  <a:lnTo>
                    <a:pt x="48" y="8"/>
                  </a:lnTo>
                  <a:lnTo>
                    <a:pt x="46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2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4" y="1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78" name="Line 31">
              <a:extLst>
                <a:ext uri="{FF2B5EF4-FFF2-40B4-BE49-F238E27FC236}">
                  <a16:creationId xmlns:a16="http://schemas.microsoft.com/office/drawing/2014/main" id="{EC9A302F-F154-42B4-9720-A149E6795E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9" y="1332"/>
              <a:ext cx="3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79" name="Rectangle 32">
              <a:extLst>
                <a:ext uri="{FF2B5EF4-FFF2-40B4-BE49-F238E27FC236}">
                  <a16:creationId xmlns:a16="http://schemas.microsoft.com/office/drawing/2014/main" id="{0BB7CB86-20CE-49D8-A6D6-53E7C1D18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2917"/>
              <a:ext cx="10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80" name="Rectangle 33">
              <a:extLst>
                <a:ext uri="{FF2B5EF4-FFF2-40B4-BE49-F238E27FC236}">
                  <a16:creationId xmlns:a16="http://schemas.microsoft.com/office/drawing/2014/main" id="{639F01CE-88D7-47FC-BD6B-A5D57A3D5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" y="1683"/>
              <a:ext cx="27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81" name="Rectangle 34">
              <a:extLst>
                <a:ext uri="{FF2B5EF4-FFF2-40B4-BE49-F238E27FC236}">
                  <a16:creationId xmlns:a16="http://schemas.microsoft.com/office/drawing/2014/main" id="{1ABD8B6D-EA43-4EFD-9860-7CE2E4C3B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" y="2824"/>
              <a:ext cx="1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P4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82" name="Rectangle 35">
              <a:extLst>
                <a:ext uri="{FF2B5EF4-FFF2-40B4-BE49-F238E27FC236}">
                  <a16:creationId xmlns:a16="http://schemas.microsoft.com/office/drawing/2014/main" id="{82198BB8-5A70-428F-8D86-2AECADAA0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" y="455"/>
              <a:ext cx="1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P3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83" name="Rectangle 36">
              <a:extLst>
                <a:ext uri="{FF2B5EF4-FFF2-40B4-BE49-F238E27FC236}">
                  <a16:creationId xmlns:a16="http://schemas.microsoft.com/office/drawing/2014/main" id="{504FBAD6-BBE2-442A-A182-03C563123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1100"/>
              <a:ext cx="1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P1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84" name="Line 42">
              <a:extLst>
                <a:ext uri="{FF2B5EF4-FFF2-40B4-BE49-F238E27FC236}">
                  <a16:creationId xmlns:a16="http://schemas.microsoft.com/office/drawing/2014/main" id="{015561F3-B0C5-46CE-9274-C58EB6725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40" y="1424"/>
              <a:ext cx="19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85" name="Rectangle 44">
              <a:extLst>
                <a:ext uri="{FF2B5EF4-FFF2-40B4-BE49-F238E27FC236}">
                  <a16:creationId xmlns:a16="http://schemas.microsoft.com/office/drawing/2014/main" id="{352B6CBA-119E-4F5E-A080-01055B99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2013"/>
              <a:ext cx="1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P2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86" name="Freeform 46">
              <a:extLst>
                <a:ext uri="{FF2B5EF4-FFF2-40B4-BE49-F238E27FC236}">
                  <a16:creationId xmlns:a16="http://schemas.microsoft.com/office/drawing/2014/main" id="{38F93416-7400-494F-A7F3-B22C54040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1302"/>
              <a:ext cx="70" cy="69"/>
            </a:xfrm>
            <a:custGeom>
              <a:avLst/>
              <a:gdLst>
                <a:gd name="T0" fmla="*/ 1 w 122"/>
                <a:gd name="T1" fmla="*/ 1 h 121"/>
                <a:gd name="T2" fmla="*/ 1 w 122"/>
                <a:gd name="T3" fmla="*/ 1 h 121"/>
                <a:gd name="T4" fmla="*/ 1 w 122"/>
                <a:gd name="T5" fmla="*/ 1 h 121"/>
                <a:gd name="T6" fmla="*/ 1 w 122"/>
                <a:gd name="T7" fmla="*/ 1 h 121"/>
                <a:gd name="T8" fmla="*/ 1 w 122"/>
                <a:gd name="T9" fmla="*/ 1 h 121"/>
                <a:gd name="T10" fmla="*/ 1 w 122"/>
                <a:gd name="T11" fmla="*/ 1 h 121"/>
                <a:gd name="T12" fmla="*/ 1 w 122"/>
                <a:gd name="T13" fmla="*/ 1 h 121"/>
                <a:gd name="T14" fmla="*/ 1 w 122"/>
                <a:gd name="T15" fmla="*/ 1 h 121"/>
                <a:gd name="T16" fmla="*/ 1 w 122"/>
                <a:gd name="T17" fmla="*/ 1 h 121"/>
                <a:gd name="T18" fmla="*/ 1 w 122"/>
                <a:gd name="T19" fmla="*/ 1 h 121"/>
                <a:gd name="T20" fmla="*/ 0 w 122"/>
                <a:gd name="T21" fmla="*/ 1 h 121"/>
                <a:gd name="T22" fmla="*/ 0 w 122"/>
                <a:gd name="T23" fmla="*/ 1 h 121"/>
                <a:gd name="T24" fmla="*/ 1 w 122"/>
                <a:gd name="T25" fmla="*/ 1 h 121"/>
                <a:gd name="T26" fmla="*/ 1 w 122"/>
                <a:gd name="T27" fmla="*/ 1 h 121"/>
                <a:gd name="T28" fmla="*/ 1 w 122"/>
                <a:gd name="T29" fmla="*/ 1 h 121"/>
                <a:gd name="T30" fmla="*/ 1 w 122"/>
                <a:gd name="T31" fmla="*/ 1 h 121"/>
                <a:gd name="T32" fmla="*/ 1 w 122"/>
                <a:gd name="T33" fmla="*/ 1 h 121"/>
                <a:gd name="T34" fmla="*/ 1 w 122"/>
                <a:gd name="T35" fmla="*/ 1 h 121"/>
                <a:gd name="T36" fmla="*/ 1 w 122"/>
                <a:gd name="T37" fmla="*/ 1 h 121"/>
                <a:gd name="T38" fmla="*/ 1 w 122"/>
                <a:gd name="T39" fmla="*/ 1 h 121"/>
                <a:gd name="T40" fmla="*/ 1 w 122"/>
                <a:gd name="T41" fmla="*/ 1 h 121"/>
                <a:gd name="T42" fmla="*/ 1 w 122"/>
                <a:gd name="T43" fmla="*/ 1 h 121"/>
                <a:gd name="T44" fmla="*/ 1 w 122"/>
                <a:gd name="T45" fmla="*/ 1 h 121"/>
                <a:gd name="T46" fmla="*/ 1 w 122"/>
                <a:gd name="T47" fmla="*/ 1 h 121"/>
                <a:gd name="T48" fmla="*/ 1 w 122"/>
                <a:gd name="T49" fmla="*/ 1 h 121"/>
                <a:gd name="T50" fmla="*/ 1 w 122"/>
                <a:gd name="T51" fmla="*/ 1 h 121"/>
                <a:gd name="T52" fmla="*/ 1 w 122"/>
                <a:gd name="T53" fmla="*/ 1 h 121"/>
                <a:gd name="T54" fmla="*/ 1 w 122"/>
                <a:gd name="T55" fmla="*/ 1 h 121"/>
                <a:gd name="T56" fmla="*/ 1 w 122"/>
                <a:gd name="T57" fmla="*/ 1 h 121"/>
                <a:gd name="T58" fmla="*/ 1 w 122"/>
                <a:gd name="T59" fmla="*/ 1 h 121"/>
                <a:gd name="T60" fmla="*/ 1 w 122"/>
                <a:gd name="T61" fmla="*/ 1 h 121"/>
                <a:gd name="T62" fmla="*/ 1 w 122"/>
                <a:gd name="T63" fmla="*/ 1 h 121"/>
                <a:gd name="T64" fmla="*/ 1 w 122"/>
                <a:gd name="T65" fmla="*/ 1 h 121"/>
                <a:gd name="T66" fmla="*/ 1 w 122"/>
                <a:gd name="T67" fmla="*/ 1 h 121"/>
                <a:gd name="T68" fmla="*/ 1 w 122"/>
                <a:gd name="T69" fmla="*/ 1 h 121"/>
                <a:gd name="T70" fmla="*/ 1 w 122"/>
                <a:gd name="T71" fmla="*/ 1 h 121"/>
                <a:gd name="T72" fmla="*/ 1 w 122"/>
                <a:gd name="T73" fmla="*/ 1 h 121"/>
                <a:gd name="T74" fmla="*/ 1 w 122"/>
                <a:gd name="T75" fmla="*/ 1 h 121"/>
                <a:gd name="T76" fmla="*/ 1 w 122"/>
                <a:gd name="T77" fmla="*/ 1 h 121"/>
                <a:gd name="T78" fmla="*/ 1 w 122"/>
                <a:gd name="T79" fmla="*/ 1 h 121"/>
                <a:gd name="T80" fmla="*/ 1 w 122"/>
                <a:gd name="T81" fmla="*/ 1 h 121"/>
                <a:gd name="T82" fmla="*/ 1 w 122"/>
                <a:gd name="T83" fmla="*/ 1 h 121"/>
                <a:gd name="T84" fmla="*/ 1 w 122"/>
                <a:gd name="T85" fmla="*/ 1 h 121"/>
                <a:gd name="T86" fmla="*/ 1 w 122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2"/>
                <a:gd name="T133" fmla="*/ 0 h 121"/>
                <a:gd name="T134" fmla="*/ 122 w 122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2" h="121">
                  <a:moveTo>
                    <a:pt x="61" y="0"/>
                  </a:moveTo>
                  <a:lnTo>
                    <a:pt x="58" y="1"/>
                  </a:lnTo>
                  <a:lnTo>
                    <a:pt x="55" y="1"/>
                  </a:lnTo>
                  <a:lnTo>
                    <a:pt x="52" y="1"/>
                  </a:lnTo>
                  <a:lnTo>
                    <a:pt x="49" y="2"/>
                  </a:lnTo>
                  <a:lnTo>
                    <a:pt x="46" y="2"/>
                  </a:lnTo>
                  <a:lnTo>
                    <a:pt x="43" y="3"/>
                  </a:lnTo>
                  <a:lnTo>
                    <a:pt x="41" y="4"/>
                  </a:lnTo>
                  <a:lnTo>
                    <a:pt x="37" y="5"/>
                  </a:lnTo>
                  <a:lnTo>
                    <a:pt x="35" y="6"/>
                  </a:lnTo>
                  <a:lnTo>
                    <a:pt x="32" y="8"/>
                  </a:lnTo>
                  <a:lnTo>
                    <a:pt x="30" y="9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3" y="14"/>
                  </a:lnTo>
                  <a:lnTo>
                    <a:pt x="21" y="17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3" y="24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5" y="37"/>
                  </a:lnTo>
                  <a:lnTo>
                    <a:pt x="4" y="40"/>
                  </a:lnTo>
                  <a:lnTo>
                    <a:pt x="4" y="42"/>
                  </a:lnTo>
                  <a:lnTo>
                    <a:pt x="3" y="46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1" y="70"/>
                  </a:lnTo>
                  <a:lnTo>
                    <a:pt x="1" y="73"/>
                  </a:lnTo>
                  <a:lnTo>
                    <a:pt x="3" y="76"/>
                  </a:lnTo>
                  <a:lnTo>
                    <a:pt x="4" y="79"/>
                  </a:lnTo>
                  <a:lnTo>
                    <a:pt x="4" y="82"/>
                  </a:lnTo>
                  <a:lnTo>
                    <a:pt x="5" y="85"/>
                  </a:lnTo>
                  <a:lnTo>
                    <a:pt x="6" y="87"/>
                  </a:lnTo>
                  <a:lnTo>
                    <a:pt x="8" y="89"/>
                  </a:lnTo>
                  <a:lnTo>
                    <a:pt x="9" y="92"/>
                  </a:lnTo>
                  <a:lnTo>
                    <a:pt x="10" y="95"/>
                  </a:lnTo>
                  <a:lnTo>
                    <a:pt x="13" y="97"/>
                  </a:lnTo>
                  <a:lnTo>
                    <a:pt x="14" y="100"/>
                  </a:lnTo>
                  <a:lnTo>
                    <a:pt x="16" y="102"/>
                  </a:lnTo>
                  <a:lnTo>
                    <a:pt x="18" y="104"/>
                  </a:lnTo>
                  <a:lnTo>
                    <a:pt x="21" y="105"/>
                  </a:lnTo>
                  <a:lnTo>
                    <a:pt x="23" y="107"/>
                  </a:lnTo>
                  <a:lnTo>
                    <a:pt x="25" y="110"/>
                  </a:lnTo>
                  <a:lnTo>
                    <a:pt x="27" y="111"/>
                  </a:lnTo>
                  <a:lnTo>
                    <a:pt x="30" y="113"/>
                  </a:lnTo>
                  <a:lnTo>
                    <a:pt x="32" y="114"/>
                  </a:lnTo>
                  <a:lnTo>
                    <a:pt x="35" y="115"/>
                  </a:lnTo>
                  <a:lnTo>
                    <a:pt x="37" y="116"/>
                  </a:lnTo>
                  <a:lnTo>
                    <a:pt x="41" y="117"/>
                  </a:lnTo>
                  <a:lnTo>
                    <a:pt x="43" y="119"/>
                  </a:lnTo>
                  <a:lnTo>
                    <a:pt x="46" y="120"/>
                  </a:lnTo>
                  <a:lnTo>
                    <a:pt x="49" y="120"/>
                  </a:lnTo>
                  <a:lnTo>
                    <a:pt x="52" y="121"/>
                  </a:lnTo>
                  <a:lnTo>
                    <a:pt x="55" y="121"/>
                  </a:lnTo>
                  <a:lnTo>
                    <a:pt x="58" y="121"/>
                  </a:lnTo>
                  <a:lnTo>
                    <a:pt x="61" y="121"/>
                  </a:lnTo>
                  <a:lnTo>
                    <a:pt x="64" y="121"/>
                  </a:lnTo>
                  <a:lnTo>
                    <a:pt x="68" y="121"/>
                  </a:lnTo>
                  <a:lnTo>
                    <a:pt x="70" y="121"/>
                  </a:lnTo>
                  <a:lnTo>
                    <a:pt x="73" y="120"/>
                  </a:lnTo>
                  <a:lnTo>
                    <a:pt x="77" y="120"/>
                  </a:lnTo>
                  <a:lnTo>
                    <a:pt x="79" y="119"/>
                  </a:lnTo>
                  <a:lnTo>
                    <a:pt x="82" y="117"/>
                  </a:lnTo>
                  <a:lnTo>
                    <a:pt x="84" y="116"/>
                  </a:lnTo>
                  <a:lnTo>
                    <a:pt x="87" y="115"/>
                  </a:lnTo>
                  <a:lnTo>
                    <a:pt x="90" y="114"/>
                  </a:lnTo>
                  <a:lnTo>
                    <a:pt x="92" y="113"/>
                  </a:lnTo>
                  <a:lnTo>
                    <a:pt x="95" y="111"/>
                  </a:lnTo>
                  <a:lnTo>
                    <a:pt x="97" y="110"/>
                  </a:lnTo>
                  <a:lnTo>
                    <a:pt x="99" y="107"/>
                  </a:lnTo>
                  <a:lnTo>
                    <a:pt x="101" y="105"/>
                  </a:lnTo>
                  <a:lnTo>
                    <a:pt x="104" y="104"/>
                  </a:lnTo>
                  <a:lnTo>
                    <a:pt x="106" y="102"/>
                  </a:lnTo>
                  <a:lnTo>
                    <a:pt x="108" y="100"/>
                  </a:lnTo>
                  <a:lnTo>
                    <a:pt x="109" y="97"/>
                  </a:lnTo>
                  <a:lnTo>
                    <a:pt x="111" y="95"/>
                  </a:lnTo>
                  <a:lnTo>
                    <a:pt x="113" y="92"/>
                  </a:lnTo>
                  <a:lnTo>
                    <a:pt x="115" y="89"/>
                  </a:lnTo>
                  <a:lnTo>
                    <a:pt x="116" y="87"/>
                  </a:lnTo>
                  <a:lnTo>
                    <a:pt x="117" y="85"/>
                  </a:lnTo>
                  <a:lnTo>
                    <a:pt x="118" y="82"/>
                  </a:lnTo>
                  <a:lnTo>
                    <a:pt x="119" y="79"/>
                  </a:lnTo>
                  <a:lnTo>
                    <a:pt x="119" y="76"/>
                  </a:lnTo>
                  <a:lnTo>
                    <a:pt x="120" y="73"/>
                  </a:lnTo>
                  <a:lnTo>
                    <a:pt x="120" y="70"/>
                  </a:lnTo>
                  <a:lnTo>
                    <a:pt x="122" y="67"/>
                  </a:lnTo>
                  <a:lnTo>
                    <a:pt x="122" y="64"/>
                  </a:lnTo>
                  <a:lnTo>
                    <a:pt x="122" y="60"/>
                  </a:lnTo>
                  <a:lnTo>
                    <a:pt x="122" y="58"/>
                  </a:lnTo>
                  <a:lnTo>
                    <a:pt x="122" y="55"/>
                  </a:lnTo>
                  <a:lnTo>
                    <a:pt x="120" y="51"/>
                  </a:lnTo>
                  <a:lnTo>
                    <a:pt x="120" y="49"/>
                  </a:lnTo>
                  <a:lnTo>
                    <a:pt x="119" y="46"/>
                  </a:lnTo>
                  <a:lnTo>
                    <a:pt x="119" y="42"/>
                  </a:lnTo>
                  <a:lnTo>
                    <a:pt x="118" y="40"/>
                  </a:lnTo>
                  <a:lnTo>
                    <a:pt x="117" y="37"/>
                  </a:lnTo>
                  <a:lnTo>
                    <a:pt x="116" y="34"/>
                  </a:lnTo>
                  <a:lnTo>
                    <a:pt x="115" y="32"/>
                  </a:lnTo>
                  <a:lnTo>
                    <a:pt x="113" y="29"/>
                  </a:lnTo>
                  <a:lnTo>
                    <a:pt x="111" y="27"/>
                  </a:lnTo>
                  <a:lnTo>
                    <a:pt x="109" y="24"/>
                  </a:lnTo>
                  <a:lnTo>
                    <a:pt x="108" y="22"/>
                  </a:lnTo>
                  <a:lnTo>
                    <a:pt x="106" y="20"/>
                  </a:lnTo>
                  <a:lnTo>
                    <a:pt x="104" y="18"/>
                  </a:lnTo>
                  <a:lnTo>
                    <a:pt x="101" y="17"/>
                  </a:lnTo>
                  <a:lnTo>
                    <a:pt x="99" y="14"/>
                  </a:lnTo>
                  <a:lnTo>
                    <a:pt x="97" y="12"/>
                  </a:lnTo>
                  <a:lnTo>
                    <a:pt x="95" y="11"/>
                  </a:lnTo>
                  <a:lnTo>
                    <a:pt x="92" y="9"/>
                  </a:lnTo>
                  <a:lnTo>
                    <a:pt x="90" y="8"/>
                  </a:lnTo>
                  <a:lnTo>
                    <a:pt x="87" y="6"/>
                  </a:lnTo>
                  <a:lnTo>
                    <a:pt x="84" y="5"/>
                  </a:lnTo>
                  <a:lnTo>
                    <a:pt x="82" y="4"/>
                  </a:lnTo>
                  <a:lnTo>
                    <a:pt x="79" y="3"/>
                  </a:lnTo>
                  <a:lnTo>
                    <a:pt x="77" y="2"/>
                  </a:lnTo>
                  <a:lnTo>
                    <a:pt x="73" y="2"/>
                  </a:lnTo>
                  <a:lnTo>
                    <a:pt x="70" y="1"/>
                  </a:lnTo>
                  <a:lnTo>
                    <a:pt x="68" y="1"/>
                  </a:lnTo>
                  <a:lnTo>
                    <a:pt x="64" y="1"/>
                  </a:lnTo>
                  <a:lnTo>
                    <a:pt x="61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87" name="Line 51">
              <a:extLst>
                <a:ext uri="{FF2B5EF4-FFF2-40B4-BE49-F238E27FC236}">
                  <a16:creationId xmlns:a16="http://schemas.microsoft.com/office/drawing/2014/main" id="{C8611074-C91D-43DA-A560-CDA47A1089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0" y="1978"/>
              <a:ext cx="19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88" name="Rectangle 54">
              <a:extLst>
                <a:ext uri="{FF2B5EF4-FFF2-40B4-BE49-F238E27FC236}">
                  <a16:creationId xmlns:a16="http://schemas.microsoft.com/office/drawing/2014/main" id="{7A6841EB-F957-46EF-9173-A7B754EEC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8" y="1264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5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89" name="Freeform 56">
              <a:extLst>
                <a:ext uri="{FF2B5EF4-FFF2-40B4-BE49-F238E27FC236}">
                  <a16:creationId xmlns:a16="http://schemas.microsoft.com/office/drawing/2014/main" id="{8740B6BE-FC9B-4D80-99EE-5525D0492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0" y="2028"/>
              <a:ext cx="70" cy="69"/>
            </a:xfrm>
            <a:custGeom>
              <a:avLst/>
              <a:gdLst>
                <a:gd name="T0" fmla="*/ 1 w 122"/>
                <a:gd name="T1" fmla="*/ 1 h 121"/>
                <a:gd name="T2" fmla="*/ 1 w 122"/>
                <a:gd name="T3" fmla="*/ 1 h 121"/>
                <a:gd name="T4" fmla="*/ 1 w 122"/>
                <a:gd name="T5" fmla="*/ 1 h 121"/>
                <a:gd name="T6" fmla="*/ 1 w 122"/>
                <a:gd name="T7" fmla="*/ 1 h 121"/>
                <a:gd name="T8" fmla="*/ 1 w 122"/>
                <a:gd name="T9" fmla="*/ 1 h 121"/>
                <a:gd name="T10" fmla="*/ 1 w 122"/>
                <a:gd name="T11" fmla="*/ 1 h 121"/>
                <a:gd name="T12" fmla="*/ 1 w 122"/>
                <a:gd name="T13" fmla="*/ 1 h 121"/>
                <a:gd name="T14" fmla="*/ 1 w 122"/>
                <a:gd name="T15" fmla="*/ 1 h 121"/>
                <a:gd name="T16" fmla="*/ 1 w 122"/>
                <a:gd name="T17" fmla="*/ 1 h 121"/>
                <a:gd name="T18" fmla="*/ 1 w 122"/>
                <a:gd name="T19" fmla="*/ 1 h 121"/>
                <a:gd name="T20" fmla="*/ 0 w 122"/>
                <a:gd name="T21" fmla="*/ 1 h 121"/>
                <a:gd name="T22" fmla="*/ 0 w 122"/>
                <a:gd name="T23" fmla="*/ 1 h 121"/>
                <a:gd name="T24" fmla="*/ 1 w 122"/>
                <a:gd name="T25" fmla="*/ 1 h 121"/>
                <a:gd name="T26" fmla="*/ 1 w 122"/>
                <a:gd name="T27" fmla="*/ 1 h 121"/>
                <a:gd name="T28" fmla="*/ 1 w 122"/>
                <a:gd name="T29" fmla="*/ 1 h 121"/>
                <a:gd name="T30" fmla="*/ 1 w 122"/>
                <a:gd name="T31" fmla="*/ 1 h 121"/>
                <a:gd name="T32" fmla="*/ 1 w 122"/>
                <a:gd name="T33" fmla="*/ 1 h 121"/>
                <a:gd name="T34" fmla="*/ 1 w 122"/>
                <a:gd name="T35" fmla="*/ 1 h 121"/>
                <a:gd name="T36" fmla="*/ 1 w 122"/>
                <a:gd name="T37" fmla="*/ 1 h 121"/>
                <a:gd name="T38" fmla="*/ 1 w 122"/>
                <a:gd name="T39" fmla="*/ 1 h 121"/>
                <a:gd name="T40" fmla="*/ 1 w 122"/>
                <a:gd name="T41" fmla="*/ 1 h 121"/>
                <a:gd name="T42" fmla="*/ 1 w 122"/>
                <a:gd name="T43" fmla="*/ 1 h 121"/>
                <a:gd name="T44" fmla="*/ 1 w 122"/>
                <a:gd name="T45" fmla="*/ 1 h 121"/>
                <a:gd name="T46" fmla="*/ 1 w 122"/>
                <a:gd name="T47" fmla="*/ 1 h 121"/>
                <a:gd name="T48" fmla="*/ 1 w 122"/>
                <a:gd name="T49" fmla="*/ 1 h 121"/>
                <a:gd name="T50" fmla="*/ 1 w 122"/>
                <a:gd name="T51" fmla="*/ 1 h 121"/>
                <a:gd name="T52" fmla="*/ 1 w 122"/>
                <a:gd name="T53" fmla="*/ 1 h 121"/>
                <a:gd name="T54" fmla="*/ 1 w 122"/>
                <a:gd name="T55" fmla="*/ 1 h 121"/>
                <a:gd name="T56" fmla="*/ 1 w 122"/>
                <a:gd name="T57" fmla="*/ 1 h 121"/>
                <a:gd name="T58" fmla="*/ 1 w 122"/>
                <a:gd name="T59" fmla="*/ 1 h 121"/>
                <a:gd name="T60" fmla="*/ 1 w 122"/>
                <a:gd name="T61" fmla="*/ 1 h 121"/>
                <a:gd name="T62" fmla="*/ 1 w 122"/>
                <a:gd name="T63" fmla="*/ 1 h 121"/>
                <a:gd name="T64" fmla="*/ 1 w 122"/>
                <a:gd name="T65" fmla="*/ 1 h 121"/>
                <a:gd name="T66" fmla="*/ 1 w 122"/>
                <a:gd name="T67" fmla="*/ 1 h 121"/>
                <a:gd name="T68" fmla="*/ 1 w 122"/>
                <a:gd name="T69" fmla="*/ 1 h 121"/>
                <a:gd name="T70" fmla="*/ 1 w 122"/>
                <a:gd name="T71" fmla="*/ 1 h 121"/>
                <a:gd name="T72" fmla="*/ 1 w 122"/>
                <a:gd name="T73" fmla="*/ 1 h 121"/>
                <a:gd name="T74" fmla="*/ 1 w 122"/>
                <a:gd name="T75" fmla="*/ 1 h 121"/>
                <a:gd name="T76" fmla="*/ 1 w 122"/>
                <a:gd name="T77" fmla="*/ 1 h 121"/>
                <a:gd name="T78" fmla="*/ 1 w 122"/>
                <a:gd name="T79" fmla="*/ 1 h 121"/>
                <a:gd name="T80" fmla="*/ 1 w 122"/>
                <a:gd name="T81" fmla="*/ 1 h 121"/>
                <a:gd name="T82" fmla="*/ 1 w 122"/>
                <a:gd name="T83" fmla="*/ 1 h 121"/>
                <a:gd name="T84" fmla="*/ 1 w 122"/>
                <a:gd name="T85" fmla="*/ 1 h 121"/>
                <a:gd name="T86" fmla="*/ 1 w 122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2"/>
                <a:gd name="T133" fmla="*/ 0 h 121"/>
                <a:gd name="T134" fmla="*/ 122 w 122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2" h="121">
                  <a:moveTo>
                    <a:pt x="61" y="0"/>
                  </a:moveTo>
                  <a:lnTo>
                    <a:pt x="58" y="1"/>
                  </a:lnTo>
                  <a:lnTo>
                    <a:pt x="55" y="1"/>
                  </a:lnTo>
                  <a:lnTo>
                    <a:pt x="52" y="1"/>
                  </a:lnTo>
                  <a:lnTo>
                    <a:pt x="49" y="2"/>
                  </a:lnTo>
                  <a:lnTo>
                    <a:pt x="46" y="2"/>
                  </a:lnTo>
                  <a:lnTo>
                    <a:pt x="43" y="3"/>
                  </a:lnTo>
                  <a:lnTo>
                    <a:pt x="41" y="4"/>
                  </a:lnTo>
                  <a:lnTo>
                    <a:pt x="37" y="5"/>
                  </a:lnTo>
                  <a:lnTo>
                    <a:pt x="35" y="6"/>
                  </a:lnTo>
                  <a:lnTo>
                    <a:pt x="32" y="7"/>
                  </a:lnTo>
                  <a:lnTo>
                    <a:pt x="30" y="9"/>
                  </a:lnTo>
                  <a:lnTo>
                    <a:pt x="27" y="11"/>
                  </a:lnTo>
                  <a:lnTo>
                    <a:pt x="25" y="12"/>
                  </a:lnTo>
                  <a:lnTo>
                    <a:pt x="23" y="14"/>
                  </a:lnTo>
                  <a:lnTo>
                    <a:pt x="21" y="16"/>
                  </a:lnTo>
                  <a:lnTo>
                    <a:pt x="18" y="17"/>
                  </a:lnTo>
                  <a:lnTo>
                    <a:pt x="16" y="20"/>
                  </a:lnTo>
                  <a:lnTo>
                    <a:pt x="14" y="22"/>
                  </a:lnTo>
                  <a:lnTo>
                    <a:pt x="13" y="24"/>
                  </a:lnTo>
                  <a:lnTo>
                    <a:pt x="10" y="26"/>
                  </a:lnTo>
                  <a:lnTo>
                    <a:pt x="9" y="29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5" y="37"/>
                  </a:lnTo>
                  <a:lnTo>
                    <a:pt x="4" y="40"/>
                  </a:lnTo>
                  <a:lnTo>
                    <a:pt x="4" y="42"/>
                  </a:lnTo>
                  <a:lnTo>
                    <a:pt x="3" y="46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1" y="70"/>
                  </a:lnTo>
                  <a:lnTo>
                    <a:pt x="1" y="72"/>
                  </a:lnTo>
                  <a:lnTo>
                    <a:pt x="3" y="76"/>
                  </a:lnTo>
                  <a:lnTo>
                    <a:pt x="4" y="79"/>
                  </a:lnTo>
                  <a:lnTo>
                    <a:pt x="4" y="81"/>
                  </a:lnTo>
                  <a:lnTo>
                    <a:pt x="5" y="85"/>
                  </a:lnTo>
                  <a:lnTo>
                    <a:pt x="6" y="87"/>
                  </a:lnTo>
                  <a:lnTo>
                    <a:pt x="8" y="89"/>
                  </a:lnTo>
                  <a:lnTo>
                    <a:pt x="9" y="91"/>
                  </a:lnTo>
                  <a:lnTo>
                    <a:pt x="10" y="95"/>
                  </a:lnTo>
                  <a:lnTo>
                    <a:pt x="13" y="97"/>
                  </a:lnTo>
                  <a:lnTo>
                    <a:pt x="14" y="99"/>
                  </a:lnTo>
                  <a:lnTo>
                    <a:pt x="16" y="102"/>
                  </a:lnTo>
                  <a:lnTo>
                    <a:pt x="18" y="104"/>
                  </a:lnTo>
                  <a:lnTo>
                    <a:pt x="21" y="105"/>
                  </a:lnTo>
                  <a:lnTo>
                    <a:pt x="23" y="107"/>
                  </a:lnTo>
                  <a:lnTo>
                    <a:pt x="25" y="109"/>
                  </a:lnTo>
                  <a:lnTo>
                    <a:pt x="27" y="111"/>
                  </a:lnTo>
                  <a:lnTo>
                    <a:pt x="30" y="113"/>
                  </a:lnTo>
                  <a:lnTo>
                    <a:pt x="32" y="114"/>
                  </a:lnTo>
                  <a:lnTo>
                    <a:pt x="35" y="115"/>
                  </a:lnTo>
                  <a:lnTo>
                    <a:pt x="37" y="116"/>
                  </a:lnTo>
                  <a:lnTo>
                    <a:pt x="41" y="117"/>
                  </a:lnTo>
                  <a:lnTo>
                    <a:pt x="43" y="118"/>
                  </a:lnTo>
                  <a:lnTo>
                    <a:pt x="46" y="120"/>
                  </a:lnTo>
                  <a:lnTo>
                    <a:pt x="49" y="120"/>
                  </a:lnTo>
                  <a:lnTo>
                    <a:pt x="52" y="121"/>
                  </a:lnTo>
                  <a:lnTo>
                    <a:pt x="55" y="121"/>
                  </a:lnTo>
                  <a:lnTo>
                    <a:pt x="58" y="121"/>
                  </a:lnTo>
                  <a:lnTo>
                    <a:pt x="61" y="121"/>
                  </a:lnTo>
                  <a:lnTo>
                    <a:pt x="64" y="121"/>
                  </a:lnTo>
                  <a:lnTo>
                    <a:pt x="68" y="121"/>
                  </a:lnTo>
                  <a:lnTo>
                    <a:pt x="70" y="121"/>
                  </a:lnTo>
                  <a:lnTo>
                    <a:pt x="73" y="120"/>
                  </a:lnTo>
                  <a:lnTo>
                    <a:pt x="77" y="120"/>
                  </a:lnTo>
                  <a:lnTo>
                    <a:pt x="79" y="118"/>
                  </a:lnTo>
                  <a:lnTo>
                    <a:pt x="82" y="117"/>
                  </a:lnTo>
                  <a:lnTo>
                    <a:pt x="84" y="116"/>
                  </a:lnTo>
                  <a:lnTo>
                    <a:pt x="87" y="115"/>
                  </a:lnTo>
                  <a:lnTo>
                    <a:pt x="90" y="114"/>
                  </a:lnTo>
                  <a:lnTo>
                    <a:pt x="92" y="113"/>
                  </a:lnTo>
                  <a:lnTo>
                    <a:pt x="95" y="111"/>
                  </a:lnTo>
                  <a:lnTo>
                    <a:pt x="97" y="109"/>
                  </a:lnTo>
                  <a:lnTo>
                    <a:pt x="99" y="107"/>
                  </a:lnTo>
                  <a:lnTo>
                    <a:pt x="101" y="105"/>
                  </a:lnTo>
                  <a:lnTo>
                    <a:pt x="104" y="104"/>
                  </a:lnTo>
                  <a:lnTo>
                    <a:pt x="106" y="102"/>
                  </a:lnTo>
                  <a:lnTo>
                    <a:pt x="108" y="99"/>
                  </a:lnTo>
                  <a:lnTo>
                    <a:pt x="109" y="97"/>
                  </a:lnTo>
                  <a:lnTo>
                    <a:pt x="111" y="95"/>
                  </a:lnTo>
                  <a:lnTo>
                    <a:pt x="113" y="91"/>
                  </a:lnTo>
                  <a:lnTo>
                    <a:pt x="115" y="89"/>
                  </a:lnTo>
                  <a:lnTo>
                    <a:pt x="116" y="87"/>
                  </a:lnTo>
                  <a:lnTo>
                    <a:pt x="117" y="85"/>
                  </a:lnTo>
                  <a:lnTo>
                    <a:pt x="118" y="81"/>
                  </a:lnTo>
                  <a:lnTo>
                    <a:pt x="119" y="79"/>
                  </a:lnTo>
                  <a:lnTo>
                    <a:pt x="119" y="76"/>
                  </a:lnTo>
                  <a:lnTo>
                    <a:pt x="120" y="72"/>
                  </a:lnTo>
                  <a:lnTo>
                    <a:pt x="120" y="70"/>
                  </a:lnTo>
                  <a:lnTo>
                    <a:pt x="122" y="67"/>
                  </a:lnTo>
                  <a:lnTo>
                    <a:pt x="122" y="63"/>
                  </a:lnTo>
                  <a:lnTo>
                    <a:pt x="122" y="60"/>
                  </a:lnTo>
                  <a:lnTo>
                    <a:pt x="122" y="58"/>
                  </a:lnTo>
                  <a:lnTo>
                    <a:pt x="122" y="54"/>
                  </a:lnTo>
                  <a:lnTo>
                    <a:pt x="120" y="51"/>
                  </a:lnTo>
                  <a:lnTo>
                    <a:pt x="120" y="49"/>
                  </a:lnTo>
                  <a:lnTo>
                    <a:pt x="119" y="46"/>
                  </a:lnTo>
                  <a:lnTo>
                    <a:pt x="119" y="42"/>
                  </a:lnTo>
                  <a:lnTo>
                    <a:pt x="118" y="40"/>
                  </a:lnTo>
                  <a:lnTo>
                    <a:pt x="117" y="37"/>
                  </a:lnTo>
                  <a:lnTo>
                    <a:pt x="116" y="34"/>
                  </a:lnTo>
                  <a:lnTo>
                    <a:pt x="115" y="32"/>
                  </a:lnTo>
                  <a:lnTo>
                    <a:pt x="113" y="29"/>
                  </a:lnTo>
                  <a:lnTo>
                    <a:pt x="111" y="26"/>
                  </a:lnTo>
                  <a:lnTo>
                    <a:pt x="109" y="24"/>
                  </a:lnTo>
                  <a:lnTo>
                    <a:pt x="108" y="22"/>
                  </a:lnTo>
                  <a:lnTo>
                    <a:pt x="106" y="20"/>
                  </a:lnTo>
                  <a:lnTo>
                    <a:pt x="104" y="17"/>
                  </a:lnTo>
                  <a:lnTo>
                    <a:pt x="101" y="16"/>
                  </a:lnTo>
                  <a:lnTo>
                    <a:pt x="99" y="14"/>
                  </a:lnTo>
                  <a:lnTo>
                    <a:pt x="97" y="12"/>
                  </a:lnTo>
                  <a:lnTo>
                    <a:pt x="95" y="11"/>
                  </a:lnTo>
                  <a:lnTo>
                    <a:pt x="92" y="9"/>
                  </a:lnTo>
                  <a:lnTo>
                    <a:pt x="90" y="7"/>
                  </a:lnTo>
                  <a:lnTo>
                    <a:pt x="87" y="6"/>
                  </a:lnTo>
                  <a:lnTo>
                    <a:pt x="84" y="5"/>
                  </a:lnTo>
                  <a:lnTo>
                    <a:pt x="82" y="4"/>
                  </a:lnTo>
                  <a:lnTo>
                    <a:pt x="79" y="3"/>
                  </a:lnTo>
                  <a:lnTo>
                    <a:pt x="77" y="2"/>
                  </a:lnTo>
                  <a:lnTo>
                    <a:pt x="73" y="2"/>
                  </a:lnTo>
                  <a:lnTo>
                    <a:pt x="70" y="1"/>
                  </a:lnTo>
                  <a:lnTo>
                    <a:pt x="68" y="1"/>
                  </a:lnTo>
                  <a:lnTo>
                    <a:pt x="64" y="1"/>
                  </a:lnTo>
                  <a:lnTo>
                    <a:pt x="61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90" name="Line 61">
              <a:extLst>
                <a:ext uri="{FF2B5EF4-FFF2-40B4-BE49-F238E27FC236}">
                  <a16:creationId xmlns:a16="http://schemas.microsoft.com/office/drawing/2014/main" id="{4C622FBD-30EC-4BEC-A547-21F0A8ADE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2" y="417"/>
              <a:ext cx="1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91" name="Line 62">
              <a:extLst>
                <a:ext uri="{FF2B5EF4-FFF2-40B4-BE49-F238E27FC236}">
                  <a16:creationId xmlns:a16="http://schemas.microsoft.com/office/drawing/2014/main" id="{CB740844-4FBE-4E46-AE1D-C7BBE8A4F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2" y="599"/>
              <a:ext cx="18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92" name="Line 63">
              <a:extLst>
                <a:ext uri="{FF2B5EF4-FFF2-40B4-BE49-F238E27FC236}">
                  <a16:creationId xmlns:a16="http://schemas.microsoft.com/office/drawing/2014/main" id="{2369D4E9-3283-4A65-8B8A-0F82924DA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508"/>
              <a:ext cx="18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93" name="Rectangle 64">
              <a:extLst>
                <a:ext uri="{FF2B5EF4-FFF2-40B4-BE49-F238E27FC236}">
                  <a16:creationId xmlns:a16="http://schemas.microsoft.com/office/drawing/2014/main" id="{4F725B5D-3415-402C-B068-5944492D5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1985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6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94" name="Freeform 66">
              <a:extLst>
                <a:ext uri="{FF2B5EF4-FFF2-40B4-BE49-F238E27FC236}">
                  <a16:creationId xmlns:a16="http://schemas.microsoft.com/office/drawing/2014/main" id="{B850C760-A3FE-46DF-8344-10777286A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475"/>
              <a:ext cx="69" cy="70"/>
            </a:xfrm>
            <a:custGeom>
              <a:avLst/>
              <a:gdLst>
                <a:gd name="T0" fmla="*/ 1 w 121"/>
                <a:gd name="T1" fmla="*/ 1 h 122"/>
                <a:gd name="T2" fmla="*/ 1 w 121"/>
                <a:gd name="T3" fmla="*/ 1 h 122"/>
                <a:gd name="T4" fmla="*/ 1 w 121"/>
                <a:gd name="T5" fmla="*/ 1 h 122"/>
                <a:gd name="T6" fmla="*/ 1 w 121"/>
                <a:gd name="T7" fmla="*/ 1 h 122"/>
                <a:gd name="T8" fmla="*/ 1 w 121"/>
                <a:gd name="T9" fmla="*/ 1 h 122"/>
                <a:gd name="T10" fmla="*/ 1 w 121"/>
                <a:gd name="T11" fmla="*/ 1 h 122"/>
                <a:gd name="T12" fmla="*/ 1 w 121"/>
                <a:gd name="T13" fmla="*/ 1 h 122"/>
                <a:gd name="T14" fmla="*/ 1 w 121"/>
                <a:gd name="T15" fmla="*/ 1 h 122"/>
                <a:gd name="T16" fmla="*/ 1 w 121"/>
                <a:gd name="T17" fmla="*/ 1 h 122"/>
                <a:gd name="T18" fmla="*/ 1 w 121"/>
                <a:gd name="T19" fmla="*/ 1 h 122"/>
                <a:gd name="T20" fmla="*/ 0 w 121"/>
                <a:gd name="T21" fmla="*/ 1 h 122"/>
                <a:gd name="T22" fmla="*/ 0 w 121"/>
                <a:gd name="T23" fmla="*/ 1 h 122"/>
                <a:gd name="T24" fmla="*/ 1 w 121"/>
                <a:gd name="T25" fmla="*/ 1 h 122"/>
                <a:gd name="T26" fmla="*/ 1 w 121"/>
                <a:gd name="T27" fmla="*/ 1 h 122"/>
                <a:gd name="T28" fmla="*/ 1 w 121"/>
                <a:gd name="T29" fmla="*/ 1 h 122"/>
                <a:gd name="T30" fmla="*/ 1 w 121"/>
                <a:gd name="T31" fmla="*/ 1 h 122"/>
                <a:gd name="T32" fmla="*/ 1 w 121"/>
                <a:gd name="T33" fmla="*/ 1 h 122"/>
                <a:gd name="T34" fmla="*/ 1 w 121"/>
                <a:gd name="T35" fmla="*/ 1 h 122"/>
                <a:gd name="T36" fmla="*/ 1 w 121"/>
                <a:gd name="T37" fmla="*/ 1 h 122"/>
                <a:gd name="T38" fmla="*/ 1 w 121"/>
                <a:gd name="T39" fmla="*/ 1 h 122"/>
                <a:gd name="T40" fmla="*/ 1 w 121"/>
                <a:gd name="T41" fmla="*/ 1 h 122"/>
                <a:gd name="T42" fmla="*/ 1 w 121"/>
                <a:gd name="T43" fmla="*/ 1 h 122"/>
                <a:gd name="T44" fmla="*/ 1 w 121"/>
                <a:gd name="T45" fmla="*/ 1 h 122"/>
                <a:gd name="T46" fmla="*/ 1 w 121"/>
                <a:gd name="T47" fmla="*/ 1 h 122"/>
                <a:gd name="T48" fmla="*/ 1 w 121"/>
                <a:gd name="T49" fmla="*/ 1 h 122"/>
                <a:gd name="T50" fmla="*/ 1 w 121"/>
                <a:gd name="T51" fmla="*/ 1 h 122"/>
                <a:gd name="T52" fmla="*/ 1 w 121"/>
                <a:gd name="T53" fmla="*/ 1 h 122"/>
                <a:gd name="T54" fmla="*/ 1 w 121"/>
                <a:gd name="T55" fmla="*/ 1 h 122"/>
                <a:gd name="T56" fmla="*/ 1 w 121"/>
                <a:gd name="T57" fmla="*/ 1 h 122"/>
                <a:gd name="T58" fmla="*/ 1 w 121"/>
                <a:gd name="T59" fmla="*/ 1 h 122"/>
                <a:gd name="T60" fmla="*/ 1 w 121"/>
                <a:gd name="T61" fmla="*/ 1 h 122"/>
                <a:gd name="T62" fmla="*/ 1 w 121"/>
                <a:gd name="T63" fmla="*/ 1 h 122"/>
                <a:gd name="T64" fmla="*/ 1 w 121"/>
                <a:gd name="T65" fmla="*/ 1 h 122"/>
                <a:gd name="T66" fmla="*/ 1 w 121"/>
                <a:gd name="T67" fmla="*/ 1 h 122"/>
                <a:gd name="T68" fmla="*/ 1 w 121"/>
                <a:gd name="T69" fmla="*/ 1 h 122"/>
                <a:gd name="T70" fmla="*/ 1 w 121"/>
                <a:gd name="T71" fmla="*/ 1 h 122"/>
                <a:gd name="T72" fmla="*/ 1 w 121"/>
                <a:gd name="T73" fmla="*/ 1 h 122"/>
                <a:gd name="T74" fmla="*/ 1 w 121"/>
                <a:gd name="T75" fmla="*/ 1 h 122"/>
                <a:gd name="T76" fmla="*/ 1 w 121"/>
                <a:gd name="T77" fmla="*/ 1 h 122"/>
                <a:gd name="T78" fmla="*/ 1 w 121"/>
                <a:gd name="T79" fmla="*/ 1 h 122"/>
                <a:gd name="T80" fmla="*/ 1 w 121"/>
                <a:gd name="T81" fmla="*/ 1 h 122"/>
                <a:gd name="T82" fmla="*/ 1 w 121"/>
                <a:gd name="T83" fmla="*/ 1 h 122"/>
                <a:gd name="T84" fmla="*/ 1 w 121"/>
                <a:gd name="T85" fmla="*/ 1 h 122"/>
                <a:gd name="T86" fmla="*/ 1 w 121"/>
                <a:gd name="T87" fmla="*/ 0 h 1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1"/>
                <a:gd name="T133" fmla="*/ 0 h 122"/>
                <a:gd name="T134" fmla="*/ 121 w 121"/>
                <a:gd name="T135" fmla="*/ 122 h 12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1" h="122">
                  <a:moveTo>
                    <a:pt x="60" y="0"/>
                  </a:moveTo>
                  <a:lnTo>
                    <a:pt x="57" y="2"/>
                  </a:lnTo>
                  <a:lnTo>
                    <a:pt x="55" y="2"/>
                  </a:lnTo>
                  <a:lnTo>
                    <a:pt x="51" y="2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2" y="4"/>
                  </a:lnTo>
                  <a:lnTo>
                    <a:pt x="40" y="5"/>
                  </a:lnTo>
                  <a:lnTo>
                    <a:pt x="37" y="6"/>
                  </a:lnTo>
                  <a:lnTo>
                    <a:pt x="34" y="7"/>
                  </a:lnTo>
                  <a:lnTo>
                    <a:pt x="31" y="8"/>
                  </a:lnTo>
                  <a:lnTo>
                    <a:pt x="29" y="9"/>
                  </a:lnTo>
                  <a:lnTo>
                    <a:pt x="26" y="12"/>
                  </a:lnTo>
                  <a:lnTo>
                    <a:pt x="24" y="13"/>
                  </a:lnTo>
                  <a:lnTo>
                    <a:pt x="22" y="15"/>
                  </a:lnTo>
                  <a:lnTo>
                    <a:pt x="20" y="17"/>
                  </a:lnTo>
                  <a:lnTo>
                    <a:pt x="18" y="18"/>
                  </a:lnTo>
                  <a:lnTo>
                    <a:pt x="15" y="21"/>
                  </a:lnTo>
                  <a:lnTo>
                    <a:pt x="13" y="23"/>
                  </a:lnTo>
                  <a:lnTo>
                    <a:pt x="12" y="25"/>
                  </a:lnTo>
                  <a:lnTo>
                    <a:pt x="10" y="27"/>
                  </a:lnTo>
                  <a:lnTo>
                    <a:pt x="9" y="30"/>
                  </a:lnTo>
                  <a:lnTo>
                    <a:pt x="7" y="33"/>
                  </a:lnTo>
                  <a:lnTo>
                    <a:pt x="5" y="35"/>
                  </a:lnTo>
                  <a:lnTo>
                    <a:pt x="4" y="37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2" y="46"/>
                  </a:lnTo>
                  <a:lnTo>
                    <a:pt x="1" y="50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9"/>
                  </a:lnTo>
                  <a:lnTo>
                    <a:pt x="0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1" y="71"/>
                  </a:lnTo>
                  <a:lnTo>
                    <a:pt x="1" y="73"/>
                  </a:lnTo>
                  <a:lnTo>
                    <a:pt x="2" y="77"/>
                  </a:lnTo>
                  <a:lnTo>
                    <a:pt x="3" y="80"/>
                  </a:lnTo>
                  <a:lnTo>
                    <a:pt x="3" y="82"/>
                  </a:lnTo>
                  <a:lnTo>
                    <a:pt x="4" y="86"/>
                  </a:lnTo>
                  <a:lnTo>
                    <a:pt x="5" y="88"/>
                  </a:lnTo>
                  <a:lnTo>
                    <a:pt x="7" y="90"/>
                  </a:lnTo>
                  <a:lnTo>
                    <a:pt x="9" y="94"/>
                  </a:lnTo>
                  <a:lnTo>
                    <a:pt x="10" y="96"/>
                  </a:lnTo>
                  <a:lnTo>
                    <a:pt x="12" y="98"/>
                  </a:lnTo>
                  <a:lnTo>
                    <a:pt x="13" y="100"/>
                  </a:lnTo>
                  <a:lnTo>
                    <a:pt x="15" y="103"/>
                  </a:lnTo>
                  <a:lnTo>
                    <a:pt x="18" y="105"/>
                  </a:lnTo>
                  <a:lnTo>
                    <a:pt x="20" y="106"/>
                  </a:lnTo>
                  <a:lnTo>
                    <a:pt x="22" y="108"/>
                  </a:lnTo>
                  <a:lnTo>
                    <a:pt x="24" y="110"/>
                  </a:lnTo>
                  <a:lnTo>
                    <a:pt x="26" y="112"/>
                  </a:lnTo>
                  <a:lnTo>
                    <a:pt x="29" y="114"/>
                  </a:lnTo>
                  <a:lnTo>
                    <a:pt x="31" y="115"/>
                  </a:lnTo>
                  <a:lnTo>
                    <a:pt x="34" y="116"/>
                  </a:lnTo>
                  <a:lnTo>
                    <a:pt x="37" y="117"/>
                  </a:lnTo>
                  <a:lnTo>
                    <a:pt x="40" y="118"/>
                  </a:lnTo>
                  <a:lnTo>
                    <a:pt x="42" y="119"/>
                  </a:lnTo>
                  <a:lnTo>
                    <a:pt x="46" y="120"/>
                  </a:lnTo>
                  <a:lnTo>
                    <a:pt x="48" y="120"/>
                  </a:lnTo>
                  <a:lnTo>
                    <a:pt x="51" y="122"/>
                  </a:lnTo>
                  <a:lnTo>
                    <a:pt x="55" y="122"/>
                  </a:lnTo>
                  <a:lnTo>
                    <a:pt x="57" y="122"/>
                  </a:lnTo>
                  <a:lnTo>
                    <a:pt x="60" y="122"/>
                  </a:lnTo>
                  <a:lnTo>
                    <a:pt x="64" y="122"/>
                  </a:lnTo>
                  <a:lnTo>
                    <a:pt x="67" y="122"/>
                  </a:lnTo>
                  <a:lnTo>
                    <a:pt x="69" y="122"/>
                  </a:lnTo>
                  <a:lnTo>
                    <a:pt x="72" y="120"/>
                  </a:lnTo>
                  <a:lnTo>
                    <a:pt x="76" y="120"/>
                  </a:lnTo>
                  <a:lnTo>
                    <a:pt x="78" y="119"/>
                  </a:lnTo>
                  <a:lnTo>
                    <a:pt x="81" y="118"/>
                  </a:lnTo>
                  <a:lnTo>
                    <a:pt x="84" y="117"/>
                  </a:lnTo>
                  <a:lnTo>
                    <a:pt x="86" y="116"/>
                  </a:lnTo>
                  <a:lnTo>
                    <a:pt x="89" y="115"/>
                  </a:lnTo>
                  <a:lnTo>
                    <a:pt x="92" y="114"/>
                  </a:lnTo>
                  <a:lnTo>
                    <a:pt x="94" y="112"/>
                  </a:lnTo>
                  <a:lnTo>
                    <a:pt x="96" y="110"/>
                  </a:lnTo>
                  <a:lnTo>
                    <a:pt x="98" y="108"/>
                  </a:lnTo>
                  <a:lnTo>
                    <a:pt x="101" y="106"/>
                  </a:lnTo>
                  <a:lnTo>
                    <a:pt x="103" y="105"/>
                  </a:lnTo>
                  <a:lnTo>
                    <a:pt x="105" y="103"/>
                  </a:lnTo>
                  <a:lnTo>
                    <a:pt x="107" y="100"/>
                  </a:lnTo>
                  <a:lnTo>
                    <a:pt x="108" y="98"/>
                  </a:lnTo>
                  <a:lnTo>
                    <a:pt x="111" y="96"/>
                  </a:lnTo>
                  <a:lnTo>
                    <a:pt x="112" y="94"/>
                  </a:lnTo>
                  <a:lnTo>
                    <a:pt x="114" y="90"/>
                  </a:lnTo>
                  <a:lnTo>
                    <a:pt x="115" y="88"/>
                  </a:lnTo>
                  <a:lnTo>
                    <a:pt x="116" y="86"/>
                  </a:lnTo>
                  <a:lnTo>
                    <a:pt x="117" y="82"/>
                  </a:lnTo>
                  <a:lnTo>
                    <a:pt x="118" y="80"/>
                  </a:lnTo>
                  <a:lnTo>
                    <a:pt x="118" y="77"/>
                  </a:lnTo>
                  <a:lnTo>
                    <a:pt x="120" y="73"/>
                  </a:lnTo>
                  <a:lnTo>
                    <a:pt x="120" y="71"/>
                  </a:lnTo>
                  <a:lnTo>
                    <a:pt x="121" y="68"/>
                  </a:lnTo>
                  <a:lnTo>
                    <a:pt x="121" y="64"/>
                  </a:lnTo>
                  <a:lnTo>
                    <a:pt x="121" y="61"/>
                  </a:lnTo>
                  <a:lnTo>
                    <a:pt x="121" y="59"/>
                  </a:lnTo>
                  <a:lnTo>
                    <a:pt x="121" y="55"/>
                  </a:lnTo>
                  <a:lnTo>
                    <a:pt x="120" y="52"/>
                  </a:lnTo>
                  <a:lnTo>
                    <a:pt x="120" y="50"/>
                  </a:lnTo>
                  <a:lnTo>
                    <a:pt x="118" y="46"/>
                  </a:lnTo>
                  <a:lnTo>
                    <a:pt x="118" y="43"/>
                  </a:lnTo>
                  <a:lnTo>
                    <a:pt x="117" y="41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4" y="33"/>
                  </a:lnTo>
                  <a:lnTo>
                    <a:pt x="112" y="30"/>
                  </a:lnTo>
                  <a:lnTo>
                    <a:pt x="111" y="27"/>
                  </a:lnTo>
                  <a:lnTo>
                    <a:pt x="108" y="25"/>
                  </a:lnTo>
                  <a:lnTo>
                    <a:pt x="107" y="23"/>
                  </a:lnTo>
                  <a:lnTo>
                    <a:pt x="105" y="21"/>
                  </a:lnTo>
                  <a:lnTo>
                    <a:pt x="103" y="18"/>
                  </a:lnTo>
                  <a:lnTo>
                    <a:pt x="101" y="17"/>
                  </a:lnTo>
                  <a:lnTo>
                    <a:pt x="98" y="15"/>
                  </a:lnTo>
                  <a:lnTo>
                    <a:pt x="96" y="13"/>
                  </a:lnTo>
                  <a:lnTo>
                    <a:pt x="94" y="12"/>
                  </a:lnTo>
                  <a:lnTo>
                    <a:pt x="92" y="9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4" y="6"/>
                  </a:lnTo>
                  <a:lnTo>
                    <a:pt x="81" y="5"/>
                  </a:lnTo>
                  <a:lnTo>
                    <a:pt x="78" y="4"/>
                  </a:lnTo>
                  <a:lnTo>
                    <a:pt x="76" y="3"/>
                  </a:lnTo>
                  <a:lnTo>
                    <a:pt x="72" y="3"/>
                  </a:lnTo>
                  <a:lnTo>
                    <a:pt x="69" y="2"/>
                  </a:lnTo>
                  <a:lnTo>
                    <a:pt x="67" y="2"/>
                  </a:lnTo>
                  <a:lnTo>
                    <a:pt x="64" y="2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95" name="Line 71">
              <a:extLst>
                <a:ext uri="{FF2B5EF4-FFF2-40B4-BE49-F238E27FC236}">
                  <a16:creationId xmlns:a16="http://schemas.microsoft.com/office/drawing/2014/main" id="{D97ABEA6-8624-4A95-AF88-7565BC0D50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2" y="1152"/>
              <a:ext cx="18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96" name="Line 73">
              <a:extLst>
                <a:ext uri="{FF2B5EF4-FFF2-40B4-BE49-F238E27FC236}">
                  <a16:creationId xmlns:a16="http://schemas.microsoft.com/office/drawing/2014/main" id="{97D78D09-0658-4A39-93D9-B31DC6D9BE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1242"/>
              <a:ext cx="182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97" name="Rectangle 74">
              <a:extLst>
                <a:ext uri="{FF2B5EF4-FFF2-40B4-BE49-F238E27FC236}">
                  <a16:creationId xmlns:a16="http://schemas.microsoft.com/office/drawing/2014/main" id="{6D28A21C-4C2E-4258-A16A-2586413AF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437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698" name="Freeform 76">
              <a:extLst>
                <a:ext uri="{FF2B5EF4-FFF2-40B4-BE49-F238E27FC236}">
                  <a16:creationId xmlns:a16="http://schemas.microsoft.com/office/drawing/2014/main" id="{AE75BEF9-FE5C-40E6-85AA-661FEEDF1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1209"/>
              <a:ext cx="69" cy="70"/>
            </a:xfrm>
            <a:custGeom>
              <a:avLst/>
              <a:gdLst>
                <a:gd name="T0" fmla="*/ 1 w 121"/>
                <a:gd name="T1" fmla="*/ 1 h 121"/>
                <a:gd name="T2" fmla="*/ 1 w 121"/>
                <a:gd name="T3" fmla="*/ 1 h 121"/>
                <a:gd name="T4" fmla="*/ 1 w 121"/>
                <a:gd name="T5" fmla="*/ 1 h 121"/>
                <a:gd name="T6" fmla="*/ 1 w 121"/>
                <a:gd name="T7" fmla="*/ 1 h 121"/>
                <a:gd name="T8" fmla="*/ 1 w 121"/>
                <a:gd name="T9" fmla="*/ 1 h 121"/>
                <a:gd name="T10" fmla="*/ 1 w 121"/>
                <a:gd name="T11" fmla="*/ 1 h 121"/>
                <a:gd name="T12" fmla="*/ 1 w 121"/>
                <a:gd name="T13" fmla="*/ 1 h 121"/>
                <a:gd name="T14" fmla="*/ 1 w 121"/>
                <a:gd name="T15" fmla="*/ 1 h 121"/>
                <a:gd name="T16" fmla="*/ 1 w 121"/>
                <a:gd name="T17" fmla="*/ 1 h 121"/>
                <a:gd name="T18" fmla="*/ 1 w 121"/>
                <a:gd name="T19" fmla="*/ 1 h 121"/>
                <a:gd name="T20" fmla="*/ 0 w 121"/>
                <a:gd name="T21" fmla="*/ 1 h 121"/>
                <a:gd name="T22" fmla="*/ 0 w 121"/>
                <a:gd name="T23" fmla="*/ 1 h 121"/>
                <a:gd name="T24" fmla="*/ 1 w 121"/>
                <a:gd name="T25" fmla="*/ 1 h 121"/>
                <a:gd name="T26" fmla="*/ 1 w 121"/>
                <a:gd name="T27" fmla="*/ 1 h 121"/>
                <a:gd name="T28" fmla="*/ 1 w 121"/>
                <a:gd name="T29" fmla="*/ 1 h 121"/>
                <a:gd name="T30" fmla="*/ 1 w 121"/>
                <a:gd name="T31" fmla="*/ 1 h 121"/>
                <a:gd name="T32" fmla="*/ 1 w 121"/>
                <a:gd name="T33" fmla="*/ 1 h 121"/>
                <a:gd name="T34" fmla="*/ 1 w 121"/>
                <a:gd name="T35" fmla="*/ 1 h 121"/>
                <a:gd name="T36" fmla="*/ 1 w 121"/>
                <a:gd name="T37" fmla="*/ 1 h 121"/>
                <a:gd name="T38" fmla="*/ 1 w 121"/>
                <a:gd name="T39" fmla="*/ 1 h 121"/>
                <a:gd name="T40" fmla="*/ 1 w 121"/>
                <a:gd name="T41" fmla="*/ 1 h 121"/>
                <a:gd name="T42" fmla="*/ 1 w 121"/>
                <a:gd name="T43" fmla="*/ 1 h 121"/>
                <a:gd name="T44" fmla="*/ 1 w 121"/>
                <a:gd name="T45" fmla="*/ 1 h 121"/>
                <a:gd name="T46" fmla="*/ 1 w 121"/>
                <a:gd name="T47" fmla="*/ 1 h 121"/>
                <a:gd name="T48" fmla="*/ 1 w 121"/>
                <a:gd name="T49" fmla="*/ 1 h 121"/>
                <a:gd name="T50" fmla="*/ 1 w 121"/>
                <a:gd name="T51" fmla="*/ 1 h 121"/>
                <a:gd name="T52" fmla="*/ 1 w 121"/>
                <a:gd name="T53" fmla="*/ 1 h 121"/>
                <a:gd name="T54" fmla="*/ 1 w 121"/>
                <a:gd name="T55" fmla="*/ 1 h 121"/>
                <a:gd name="T56" fmla="*/ 1 w 121"/>
                <a:gd name="T57" fmla="*/ 1 h 121"/>
                <a:gd name="T58" fmla="*/ 1 w 121"/>
                <a:gd name="T59" fmla="*/ 1 h 121"/>
                <a:gd name="T60" fmla="*/ 1 w 121"/>
                <a:gd name="T61" fmla="*/ 1 h 121"/>
                <a:gd name="T62" fmla="*/ 1 w 121"/>
                <a:gd name="T63" fmla="*/ 1 h 121"/>
                <a:gd name="T64" fmla="*/ 1 w 121"/>
                <a:gd name="T65" fmla="*/ 1 h 121"/>
                <a:gd name="T66" fmla="*/ 1 w 121"/>
                <a:gd name="T67" fmla="*/ 1 h 121"/>
                <a:gd name="T68" fmla="*/ 1 w 121"/>
                <a:gd name="T69" fmla="*/ 1 h 121"/>
                <a:gd name="T70" fmla="*/ 1 w 121"/>
                <a:gd name="T71" fmla="*/ 1 h 121"/>
                <a:gd name="T72" fmla="*/ 1 w 121"/>
                <a:gd name="T73" fmla="*/ 1 h 121"/>
                <a:gd name="T74" fmla="*/ 1 w 121"/>
                <a:gd name="T75" fmla="*/ 1 h 121"/>
                <a:gd name="T76" fmla="*/ 1 w 121"/>
                <a:gd name="T77" fmla="*/ 1 h 121"/>
                <a:gd name="T78" fmla="*/ 1 w 121"/>
                <a:gd name="T79" fmla="*/ 1 h 121"/>
                <a:gd name="T80" fmla="*/ 1 w 121"/>
                <a:gd name="T81" fmla="*/ 1 h 121"/>
                <a:gd name="T82" fmla="*/ 1 w 121"/>
                <a:gd name="T83" fmla="*/ 1 h 121"/>
                <a:gd name="T84" fmla="*/ 1 w 121"/>
                <a:gd name="T85" fmla="*/ 1 h 121"/>
                <a:gd name="T86" fmla="*/ 1 w 121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1"/>
                <a:gd name="T133" fmla="*/ 0 h 121"/>
                <a:gd name="T134" fmla="*/ 121 w 121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1" h="121">
                  <a:moveTo>
                    <a:pt x="60" y="0"/>
                  </a:moveTo>
                  <a:lnTo>
                    <a:pt x="57" y="1"/>
                  </a:lnTo>
                  <a:lnTo>
                    <a:pt x="55" y="1"/>
                  </a:lnTo>
                  <a:lnTo>
                    <a:pt x="51" y="1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2" y="3"/>
                  </a:lnTo>
                  <a:lnTo>
                    <a:pt x="40" y="4"/>
                  </a:lnTo>
                  <a:lnTo>
                    <a:pt x="37" y="5"/>
                  </a:lnTo>
                  <a:lnTo>
                    <a:pt x="34" y="6"/>
                  </a:lnTo>
                  <a:lnTo>
                    <a:pt x="31" y="8"/>
                  </a:lnTo>
                  <a:lnTo>
                    <a:pt x="29" y="9"/>
                  </a:lnTo>
                  <a:lnTo>
                    <a:pt x="26" y="11"/>
                  </a:lnTo>
                  <a:lnTo>
                    <a:pt x="24" y="12"/>
                  </a:lnTo>
                  <a:lnTo>
                    <a:pt x="22" y="14"/>
                  </a:lnTo>
                  <a:lnTo>
                    <a:pt x="20" y="17"/>
                  </a:lnTo>
                  <a:lnTo>
                    <a:pt x="18" y="18"/>
                  </a:lnTo>
                  <a:lnTo>
                    <a:pt x="15" y="20"/>
                  </a:lnTo>
                  <a:lnTo>
                    <a:pt x="13" y="22"/>
                  </a:lnTo>
                  <a:lnTo>
                    <a:pt x="12" y="24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7" y="32"/>
                  </a:lnTo>
                  <a:lnTo>
                    <a:pt x="5" y="35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2" y="46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1" y="70"/>
                  </a:lnTo>
                  <a:lnTo>
                    <a:pt x="1" y="73"/>
                  </a:lnTo>
                  <a:lnTo>
                    <a:pt x="2" y="76"/>
                  </a:lnTo>
                  <a:lnTo>
                    <a:pt x="3" y="79"/>
                  </a:lnTo>
                  <a:lnTo>
                    <a:pt x="3" y="82"/>
                  </a:lnTo>
                  <a:lnTo>
                    <a:pt x="4" y="85"/>
                  </a:lnTo>
                  <a:lnTo>
                    <a:pt x="5" y="87"/>
                  </a:lnTo>
                  <a:lnTo>
                    <a:pt x="7" y="89"/>
                  </a:lnTo>
                  <a:lnTo>
                    <a:pt x="9" y="92"/>
                  </a:lnTo>
                  <a:lnTo>
                    <a:pt x="10" y="95"/>
                  </a:lnTo>
                  <a:lnTo>
                    <a:pt x="12" y="97"/>
                  </a:lnTo>
                  <a:lnTo>
                    <a:pt x="13" y="100"/>
                  </a:lnTo>
                  <a:lnTo>
                    <a:pt x="15" y="102"/>
                  </a:lnTo>
                  <a:lnTo>
                    <a:pt x="18" y="104"/>
                  </a:lnTo>
                  <a:lnTo>
                    <a:pt x="20" y="105"/>
                  </a:lnTo>
                  <a:lnTo>
                    <a:pt x="22" y="107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9" y="113"/>
                  </a:lnTo>
                  <a:lnTo>
                    <a:pt x="31" y="114"/>
                  </a:lnTo>
                  <a:lnTo>
                    <a:pt x="34" y="115"/>
                  </a:lnTo>
                  <a:lnTo>
                    <a:pt x="37" y="116"/>
                  </a:lnTo>
                  <a:lnTo>
                    <a:pt x="40" y="117"/>
                  </a:lnTo>
                  <a:lnTo>
                    <a:pt x="42" y="119"/>
                  </a:lnTo>
                  <a:lnTo>
                    <a:pt x="46" y="120"/>
                  </a:lnTo>
                  <a:lnTo>
                    <a:pt x="48" y="120"/>
                  </a:lnTo>
                  <a:lnTo>
                    <a:pt x="51" y="121"/>
                  </a:lnTo>
                  <a:lnTo>
                    <a:pt x="55" y="121"/>
                  </a:lnTo>
                  <a:lnTo>
                    <a:pt x="57" y="121"/>
                  </a:lnTo>
                  <a:lnTo>
                    <a:pt x="60" y="121"/>
                  </a:lnTo>
                  <a:lnTo>
                    <a:pt x="64" y="121"/>
                  </a:lnTo>
                  <a:lnTo>
                    <a:pt x="67" y="121"/>
                  </a:lnTo>
                  <a:lnTo>
                    <a:pt x="69" y="121"/>
                  </a:lnTo>
                  <a:lnTo>
                    <a:pt x="72" y="120"/>
                  </a:lnTo>
                  <a:lnTo>
                    <a:pt x="76" y="120"/>
                  </a:lnTo>
                  <a:lnTo>
                    <a:pt x="78" y="119"/>
                  </a:lnTo>
                  <a:lnTo>
                    <a:pt x="81" y="117"/>
                  </a:lnTo>
                  <a:lnTo>
                    <a:pt x="84" y="116"/>
                  </a:lnTo>
                  <a:lnTo>
                    <a:pt x="86" y="115"/>
                  </a:lnTo>
                  <a:lnTo>
                    <a:pt x="89" y="114"/>
                  </a:lnTo>
                  <a:lnTo>
                    <a:pt x="92" y="113"/>
                  </a:lnTo>
                  <a:lnTo>
                    <a:pt x="94" y="111"/>
                  </a:lnTo>
                  <a:lnTo>
                    <a:pt x="96" y="110"/>
                  </a:lnTo>
                  <a:lnTo>
                    <a:pt x="98" y="107"/>
                  </a:lnTo>
                  <a:lnTo>
                    <a:pt x="101" y="105"/>
                  </a:lnTo>
                  <a:lnTo>
                    <a:pt x="103" y="104"/>
                  </a:lnTo>
                  <a:lnTo>
                    <a:pt x="105" y="102"/>
                  </a:lnTo>
                  <a:lnTo>
                    <a:pt x="107" y="100"/>
                  </a:lnTo>
                  <a:lnTo>
                    <a:pt x="108" y="97"/>
                  </a:lnTo>
                  <a:lnTo>
                    <a:pt x="111" y="95"/>
                  </a:lnTo>
                  <a:lnTo>
                    <a:pt x="112" y="92"/>
                  </a:lnTo>
                  <a:lnTo>
                    <a:pt x="114" y="89"/>
                  </a:lnTo>
                  <a:lnTo>
                    <a:pt x="115" y="87"/>
                  </a:lnTo>
                  <a:lnTo>
                    <a:pt x="116" y="85"/>
                  </a:lnTo>
                  <a:lnTo>
                    <a:pt x="117" y="82"/>
                  </a:lnTo>
                  <a:lnTo>
                    <a:pt x="118" y="79"/>
                  </a:lnTo>
                  <a:lnTo>
                    <a:pt x="118" y="76"/>
                  </a:lnTo>
                  <a:lnTo>
                    <a:pt x="120" y="73"/>
                  </a:lnTo>
                  <a:lnTo>
                    <a:pt x="120" y="70"/>
                  </a:lnTo>
                  <a:lnTo>
                    <a:pt x="121" y="67"/>
                  </a:lnTo>
                  <a:lnTo>
                    <a:pt x="121" y="64"/>
                  </a:lnTo>
                  <a:lnTo>
                    <a:pt x="121" y="60"/>
                  </a:lnTo>
                  <a:lnTo>
                    <a:pt x="121" y="58"/>
                  </a:lnTo>
                  <a:lnTo>
                    <a:pt x="121" y="55"/>
                  </a:lnTo>
                  <a:lnTo>
                    <a:pt x="120" y="51"/>
                  </a:lnTo>
                  <a:lnTo>
                    <a:pt x="120" y="49"/>
                  </a:lnTo>
                  <a:lnTo>
                    <a:pt x="118" y="46"/>
                  </a:lnTo>
                  <a:lnTo>
                    <a:pt x="118" y="42"/>
                  </a:lnTo>
                  <a:lnTo>
                    <a:pt x="117" y="40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4" y="32"/>
                  </a:lnTo>
                  <a:lnTo>
                    <a:pt x="112" y="29"/>
                  </a:lnTo>
                  <a:lnTo>
                    <a:pt x="111" y="27"/>
                  </a:lnTo>
                  <a:lnTo>
                    <a:pt x="108" y="24"/>
                  </a:lnTo>
                  <a:lnTo>
                    <a:pt x="107" y="22"/>
                  </a:lnTo>
                  <a:lnTo>
                    <a:pt x="105" y="20"/>
                  </a:lnTo>
                  <a:lnTo>
                    <a:pt x="103" y="18"/>
                  </a:lnTo>
                  <a:lnTo>
                    <a:pt x="101" y="17"/>
                  </a:lnTo>
                  <a:lnTo>
                    <a:pt x="98" y="14"/>
                  </a:lnTo>
                  <a:lnTo>
                    <a:pt x="96" y="12"/>
                  </a:lnTo>
                  <a:lnTo>
                    <a:pt x="94" y="11"/>
                  </a:lnTo>
                  <a:lnTo>
                    <a:pt x="92" y="9"/>
                  </a:lnTo>
                  <a:lnTo>
                    <a:pt x="89" y="8"/>
                  </a:lnTo>
                  <a:lnTo>
                    <a:pt x="86" y="6"/>
                  </a:lnTo>
                  <a:lnTo>
                    <a:pt x="84" y="5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6" y="2"/>
                  </a:lnTo>
                  <a:lnTo>
                    <a:pt x="72" y="2"/>
                  </a:lnTo>
                  <a:lnTo>
                    <a:pt x="69" y="1"/>
                  </a:lnTo>
                  <a:lnTo>
                    <a:pt x="67" y="1"/>
                  </a:lnTo>
                  <a:lnTo>
                    <a:pt x="64" y="1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99" name="Line 81">
              <a:extLst>
                <a:ext uri="{FF2B5EF4-FFF2-40B4-BE49-F238E27FC236}">
                  <a16:creationId xmlns:a16="http://schemas.microsoft.com/office/drawing/2014/main" id="{334BF4E9-B46A-4D43-BF40-568CB107A6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6" y="2066"/>
              <a:ext cx="16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0" name="Line 83">
              <a:extLst>
                <a:ext uri="{FF2B5EF4-FFF2-40B4-BE49-F238E27FC236}">
                  <a16:creationId xmlns:a16="http://schemas.microsoft.com/office/drawing/2014/main" id="{2F97A57A-1C9E-461E-BFA5-54D153CF3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4" y="2157"/>
              <a:ext cx="18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1" name="Rectangle 84">
              <a:extLst>
                <a:ext uri="{FF2B5EF4-FFF2-40B4-BE49-F238E27FC236}">
                  <a16:creationId xmlns:a16="http://schemas.microsoft.com/office/drawing/2014/main" id="{3C41B6DF-AA2F-4B31-BA37-958EEDB1E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1168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702" name="Freeform 86">
              <a:extLst>
                <a:ext uri="{FF2B5EF4-FFF2-40B4-BE49-F238E27FC236}">
                  <a16:creationId xmlns:a16="http://schemas.microsoft.com/office/drawing/2014/main" id="{DEB09B56-0F45-47A5-B4CE-BA4A97BBF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126"/>
              <a:ext cx="69" cy="70"/>
            </a:xfrm>
            <a:custGeom>
              <a:avLst/>
              <a:gdLst>
                <a:gd name="T0" fmla="*/ 1 w 121"/>
                <a:gd name="T1" fmla="*/ 1 h 121"/>
                <a:gd name="T2" fmla="*/ 1 w 121"/>
                <a:gd name="T3" fmla="*/ 1 h 121"/>
                <a:gd name="T4" fmla="*/ 1 w 121"/>
                <a:gd name="T5" fmla="*/ 1 h 121"/>
                <a:gd name="T6" fmla="*/ 1 w 121"/>
                <a:gd name="T7" fmla="*/ 1 h 121"/>
                <a:gd name="T8" fmla="*/ 1 w 121"/>
                <a:gd name="T9" fmla="*/ 1 h 121"/>
                <a:gd name="T10" fmla="*/ 1 w 121"/>
                <a:gd name="T11" fmla="*/ 1 h 121"/>
                <a:gd name="T12" fmla="*/ 1 w 121"/>
                <a:gd name="T13" fmla="*/ 1 h 121"/>
                <a:gd name="T14" fmla="*/ 1 w 121"/>
                <a:gd name="T15" fmla="*/ 1 h 121"/>
                <a:gd name="T16" fmla="*/ 1 w 121"/>
                <a:gd name="T17" fmla="*/ 1 h 121"/>
                <a:gd name="T18" fmla="*/ 1 w 121"/>
                <a:gd name="T19" fmla="*/ 1 h 121"/>
                <a:gd name="T20" fmla="*/ 0 w 121"/>
                <a:gd name="T21" fmla="*/ 1 h 121"/>
                <a:gd name="T22" fmla="*/ 0 w 121"/>
                <a:gd name="T23" fmla="*/ 1 h 121"/>
                <a:gd name="T24" fmla="*/ 1 w 121"/>
                <a:gd name="T25" fmla="*/ 1 h 121"/>
                <a:gd name="T26" fmla="*/ 1 w 121"/>
                <a:gd name="T27" fmla="*/ 1 h 121"/>
                <a:gd name="T28" fmla="*/ 1 w 121"/>
                <a:gd name="T29" fmla="*/ 1 h 121"/>
                <a:gd name="T30" fmla="*/ 1 w 121"/>
                <a:gd name="T31" fmla="*/ 1 h 121"/>
                <a:gd name="T32" fmla="*/ 1 w 121"/>
                <a:gd name="T33" fmla="*/ 1 h 121"/>
                <a:gd name="T34" fmla="*/ 1 w 121"/>
                <a:gd name="T35" fmla="*/ 1 h 121"/>
                <a:gd name="T36" fmla="*/ 1 w 121"/>
                <a:gd name="T37" fmla="*/ 1 h 121"/>
                <a:gd name="T38" fmla="*/ 1 w 121"/>
                <a:gd name="T39" fmla="*/ 1 h 121"/>
                <a:gd name="T40" fmla="*/ 1 w 121"/>
                <a:gd name="T41" fmla="*/ 1 h 121"/>
                <a:gd name="T42" fmla="*/ 1 w 121"/>
                <a:gd name="T43" fmla="*/ 1 h 121"/>
                <a:gd name="T44" fmla="*/ 1 w 121"/>
                <a:gd name="T45" fmla="*/ 1 h 121"/>
                <a:gd name="T46" fmla="*/ 1 w 121"/>
                <a:gd name="T47" fmla="*/ 1 h 121"/>
                <a:gd name="T48" fmla="*/ 1 w 121"/>
                <a:gd name="T49" fmla="*/ 1 h 121"/>
                <a:gd name="T50" fmla="*/ 1 w 121"/>
                <a:gd name="T51" fmla="*/ 1 h 121"/>
                <a:gd name="T52" fmla="*/ 1 w 121"/>
                <a:gd name="T53" fmla="*/ 1 h 121"/>
                <a:gd name="T54" fmla="*/ 1 w 121"/>
                <a:gd name="T55" fmla="*/ 1 h 121"/>
                <a:gd name="T56" fmla="*/ 1 w 121"/>
                <a:gd name="T57" fmla="*/ 1 h 121"/>
                <a:gd name="T58" fmla="*/ 1 w 121"/>
                <a:gd name="T59" fmla="*/ 1 h 121"/>
                <a:gd name="T60" fmla="*/ 1 w 121"/>
                <a:gd name="T61" fmla="*/ 1 h 121"/>
                <a:gd name="T62" fmla="*/ 1 w 121"/>
                <a:gd name="T63" fmla="*/ 1 h 121"/>
                <a:gd name="T64" fmla="*/ 1 w 121"/>
                <a:gd name="T65" fmla="*/ 1 h 121"/>
                <a:gd name="T66" fmla="*/ 1 w 121"/>
                <a:gd name="T67" fmla="*/ 1 h 121"/>
                <a:gd name="T68" fmla="*/ 1 w 121"/>
                <a:gd name="T69" fmla="*/ 1 h 121"/>
                <a:gd name="T70" fmla="*/ 1 w 121"/>
                <a:gd name="T71" fmla="*/ 1 h 121"/>
                <a:gd name="T72" fmla="*/ 1 w 121"/>
                <a:gd name="T73" fmla="*/ 1 h 121"/>
                <a:gd name="T74" fmla="*/ 1 w 121"/>
                <a:gd name="T75" fmla="*/ 1 h 121"/>
                <a:gd name="T76" fmla="*/ 1 w 121"/>
                <a:gd name="T77" fmla="*/ 1 h 121"/>
                <a:gd name="T78" fmla="*/ 1 w 121"/>
                <a:gd name="T79" fmla="*/ 1 h 121"/>
                <a:gd name="T80" fmla="*/ 1 w 121"/>
                <a:gd name="T81" fmla="*/ 1 h 121"/>
                <a:gd name="T82" fmla="*/ 1 w 121"/>
                <a:gd name="T83" fmla="*/ 1 h 121"/>
                <a:gd name="T84" fmla="*/ 1 w 121"/>
                <a:gd name="T85" fmla="*/ 1 h 121"/>
                <a:gd name="T86" fmla="*/ 1 w 121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1"/>
                <a:gd name="T133" fmla="*/ 0 h 121"/>
                <a:gd name="T134" fmla="*/ 121 w 121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1" h="121">
                  <a:moveTo>
                    <a:pt x="60" y="0"/>
                  </a:moveTo>
                  <a:lnTo>
                    <a:pt x="57" y="1"/>
                  </a:lnTo>
                  <a:lnTo>
                    <a:pt x="55" y="1"/>
                  </a:lnTo>
                  <a:lnTo>
                    <a:pt x="51" y="1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2" y="3"/>
                  </a:lnTo>
                  <a:lnTo>
                    <a:pt x="40" y="4"/>
                  </a:lnTo>
                  <a:lnTo>
                    <a:pt x="37" y="6"/>
                  </a:lnTo>
                  <a:lnTo>
                    <a:pt x="34" y="7"/>
                  </a:lnTo>
                  <a:lnTo>
                    <a:pt x="31" y="8"/>
                  </a:lnTo>
                  <a:lnTo>
                    <a:pt x="29" y="9"/>
                  </a:lnTo>
                  <a:lnTo>
                    <a:pt x="26" y="11"/>
                  </a:lnTo>
                  <a:lnTo>
                    <a:pt x="24" y="12"/>
                  </a:lnTo>
                  <a:lnTo>
                    <a:pt x="22" y="15"/>
                  </a:lnTo>
                  <a:lnTo>
                    <a:pt x="20" y="17"/>
                  </a:lnTo>
                  <a:lnTo>
                    <a:pt x="18" y="18"/>
                  </a:lnTo>
                  <a:lnTo>
                    <a:pt x="15" y="20"/>
                  </a:lnTo>
                  <a:lnTo>
                    <a:pt x="13" y="22"/>
                  </a:lnTo>
                  <a:lnTo>
                    <a:pt x="12" y="25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7" y="32"/>
                  </a:lnTo>
                  <a:lnTo>
                    <a:pt x="5" y="35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2" y="46"/>
                  </a:lnTo>
                  <a:lnTo>
                    <a:pt x="1" y="49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1" y="71"/>
                  </a:lnTo>
                  <a:lnTo>
                    <a:pt x="1" y="73"/>
                  </a:lnTo>
                  <a:lnTo>
                    <a:pt x="2" y="76"/>
                  </a:lnTo>
                  <a:lnTo>
                    <a:pt x="3" y="80"/>
                  </a:lnTo>
                  <a:lnTo>
                    <a:pt x="3" y="82"/>
                  </a:lnTo>
                  <a:lnTo>
                    <a:pt x="4" y="85"/>
                  </a:lnTo>
                  <a:lnTo>
                    <a:pt x="5" y="87"/>
                  </a:lnTo>
                  <a:lnTo>
                    <a:pt x="7" y="90"/>
                  </a:lnTo>
                  <a:lnTo>
                    <a:pt x="9" y="92"/>
                  </a:lnTo>
                  <a:lnTo>
                    <a:pt x="10" y="95"/>
                  </a:lnTo>
                  <a:lnTo>
                    <a:pt x="12" y="97"/>
                  </a:lnTo>
                  <a:lnTo>
                    <a:pt x="13" y="100"/>
                  </a:lnTo>
                  <a:lnTo>
                    <a:pt x="15" y="102"/>
                  </a:lnTo>
                  <a:lnTo>
                    <a:pt x="18" y="104"/>
                  </a:lnTo>
                  <a:lnTo>
                    <a:pt x="20" y="105"/>
                  </a:lnTo>
                  <a:lnTo>
                    <a:pt x="22" y="108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9" y="113"/>
                  </a:lnTo>
                  <a:lnTo>
                    <a:pt x="31" y="114"/>
                  </a:lnTo>
                  <a:lnTo>
                    <a:pt x="34" y="115"/>
                  </a:lnTo>
                  <a:lnTo>
                    <a:pt x="37" y="117"/>
                  </a:lnTo>
                  <a:lnTo>
                    <a:pt x="40" y="118"/>
                  </a:lnTo>
                  <a:lnTo>
                    <a:pt x="42" y="119"/>
                  </a:lnTo>
                  <a:lnTo>
                    <a:pt x="46" y="120"/>
                  </a:lnTo>
                  <a:lnTo>
                    <a:pt x="48" y="120"/>
                  </a:lnTo>
                  <a:lnTo>
                    <a:pt x="51" y="121"/>
                  </a:lnTo>
                  <a:lnTo>
                    <a:pt x="55" y="121"/>
                  </a:lnTo>
                  <a:lnTo>
                    <a:pt x="57" y="121"/>
                  </a:lnTo>
                  <a:lnTo>
                    <a:pt x="60" y="121"/>
                  </a:lnTo>
                  <a:lnTo>
                    <a:pt x="64" y="121"/>
                  </a:lnTo>
                  <a:lnTo>
                    <a:pt x="67" y="121"/>
                  </a:lnTo>
                  <a:lnTo>
                    <a:pt x="69" y="121"/>
                  </a:lnTo>
                  <a:lnTo>
                    <a:pt x="72" y="120"/>
                  </a:lnTo>
                  <a:lnTo>
                    <a:pt x="76" y="120"/>
                  </a:lnTo>
                  <a:lnTo>
                    <a:pt x="78" y="119"/>
                  </a:lnTo>
                  <a:lnTo>
                    <a:pt x="81" y="118"/>
                  </a:lnTo>
                  <a:lnTo>
                    <a:pt x="84" y="117"/>
                  </a:lnTo>
                  <a:lnTo>
                    <a:pt x="86" y="115"/>
                  </a:lnTo>
                  <a:lnTo>
                    <a:pt x="89" y="114"/>
                  </a:lnTo>
                  <a:lnTo>
                    <a:pt x="92" y="113"/>
                  </a:lnTo>
                  <a:lnTo>
                    <a:pt x="94" y="111"/>
                  </a:lnTo>
                  <a:lnTo>
                    <a:pt x="96" y="110"/>
                  </a:lnTo>
                  <a:lnTo>
                    <a:pt x="98" y="108"/>
                  </a:lnTo>
                  <a:lnTo>
                    <a:pt x="101" y="105"/>
                  </a:lnTo>
                  <a:lnTo>
                    <a:pt x="103" y="104"/>
                  </a:lnTo>
                  <a:lnTo>
                    <a:pt x="105" y="102"/>
                  </a:lnTo>
                  <a:lnTo>
                    <a:pt x="107" y="100"/>
                  </a:lnTo>
                  <a:lnTo>
                    <a:pt x="108" y="97"/>
                  </a:lnTo>
                  <a:lnTo>
                    <a:pt x="111" y="95"/>
                  </a:lnTo>
                  <a:lnTo>
                    <a:pt x="112" y="92"/>
                  </a:lnTo>
                  <a:lnTo>
                    <a:pt x="114" y="90"/>
                  </a:lnTo>
                  <a:lnTo>
                    <a:pt x="115" y="87"/>
                  </a:lnTo>
                  <a:lnTo>
                    <a:pt x="116" y="85"/>
                  </a:lnTo>
                  <a:lnTo>
                    <a:pt x="117" y="82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20" y="73"/>
                  </a:lnTo>
                  <a:lnTo>
                    <a:pt x="120" y="71"/>
                  </a:lnTo>
                  <a:lnTo>
                    <a:pt x="121" y="67"/>
                  </a:lnTo>
                  <a:lnTo>
                    <a:pt x="121" y="64"/>
                  </a:lnTo>
                  <a:lnTo>
                    <a:pt x="121" y="60"/>
                  </a:lnTo>
                  <a:lnTo>
                    <a:pt x="121" y="58"/>
                  </a:lnTo>
                  <a:lnTo>
                    <a:pt x="121" y="55"/>
                  </a:lnTo>
                  <a:lnTo>
                    <a:pt x="120" y="52"/>
                  </a:lnTo>
                  <a:lnTo>
                    <a:pt x="120" y="49"/>
                  </a:lnTo>
                  <a:lnTo>
                    <a:pt x="118" y="46"/>
                  </a:lnTo>
                  <a:lnTo>
                    <a:pt x="118" y="43"/>
                  </a:lnTo>
                  <a:lnTo>
                    <a:pt x="117" y="40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4" y="32"/>
                  </a:lnTo>
                  <a:lnTo>
                    <a:pt x="112" y="29"/>
                  </a:lnTo>
                  <a:lnTo>
                    <a:pt x="111" y="27"/>
                  </a:lnTo>
                  <a:lnTo>
                    <a:pt x="108" y="25"/>
                  </a:lnTo>
                  <a:lnTo>
                    <a:pt x="107" y="22"/>
                  </a:lnTo>
                  <a:lnTo>
                    <a:pt x="105" y="20"/>
                  </a:lnTo>
                  <a:lnTo>
                    <a:pt x="103" y="18"/>
                  </a:lnTo>
                  <a:lnTo>
                    <a:pt x="101" y="17"/>
                  </a:lnTo>
                  <a:lnTo>
                    <a:pt x="98" y="15"/>
                  </a:lnTo>
                  <a:lnTo>
                    <a:pt x="96" y="12"/>
                  </a:lnTo>
                  <a:lnTo>
                    <a:pt x="94" y="11"/>
                  </a:lnTo>
                  <a:lnTo>
                    <a:pt x="92" y="9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4" y="6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6" y="2"/>
                  </a:lnTo>
                  <a:lnTo>
                    <a:pt x="72" y="2"/>
                  </a:lnTo>
                  <a:lnTo>
                    <a:pt x="69" y="1"/>
                  </a:lnTo>
                  <a:lnTo>
                    <a:pt x="67" y="1"/>
                  </a:lnTo>
                  <a:lnTo>
                    <a:pt x="64" y="1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03" name="Line 91">
              <a:extLst>
                <a:ext uri="{FF2B5EF4-FFF2-40B4-BE49-F238E27FC236}">
                  <a16:creationId xmlns:a16="http://schemas.microsoft.com/office/drawing/2014/main" id="{C7FB0828-28A5-46D8-8D93-A0F732E78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2" y="2802"/>
              <a:ext cx="19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4" name="Rectangle 94">
              <a:extLst>
                <a:ext uri="{FF2B5EF4-FFF2-40B4-BE49-F238E27FC236}">
                  <a16:creationId xmlns:a16="http://schemas.microsoft.com/office/drawing/2014/main" id="{5A3013E9-45F5-44BE-A015-1B05045C5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2080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3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705" name="Freeform 96">
              <a:extLst>
                <a:ext uri="{FF2B5EF4-FFF2-40B4-BE49-F238E27FC236}">
                  <a16:creationId xmlns:a16="http://schemas.microsoft.com/office/drawing/2014/main" id="{86CD337A-6E52-43C1-B637-9414BA12B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855"/>
              <a:ext cx="69" cy="70"/>
            </a:xfrm>
            <a:custGeom>
              <a:avLst/>
              <a:gdLst>
                <a:gd name="T0" fmla="*/ 1 w 121"/>
                <a:gd name="T1" fmla="*/ 1 h 121"/>
                <a:gd name="T2" fmla="*/ 1 w 121"/>
                <a:gd name="T3" fmla="*/ 1 h 121"/>
                <a:gd name="T4" fmla="*/ 1 w 121"/>
                <a:gd name="T5" fmla="*/ 1 h 121"/>
                <a:gd name="T6" fmla="*/ 1 w 121"/>
                <a:gd name="T7" fmla="*/ 1 h 121"/>
                <a:gd name="T8" fmla="*/ 1 w 121"/>
                <a:gd name="T9" fmla="*/ 1 h 121"/>
                <a:gd name="T10" fmla="*/ 1 w 121"/>
                <a:gd name="T11" fmla="*/ 1 h 121"/>
                <a:gd name="T12" fmla="*/ 1 w 121"/>
                <a:gd name="T13" fmla="*/ 1 h 121"/>
                <a:gd name="T14" fmla="*/ 1 w 121"/>
                <a:gd name="T15" fmla="*/ 1 h 121"/>
                <a:gd name="T16" fmla="*/ 1 w 121"/>
                <a:gd name="T17" fmla="*/ 1 h 121"/>
                <a:gd name="T18" fmla="*/ 1 w 121"/>
                <a:gd name="T19" fmla="*/ 1 h 121"/>
                <a:gd name="T20" fmla="*/ 0 w 121"/>
                <a:gd name="T21" fmla="*/ 1 h 121"/>
                <a:gd name="T22" fmla="*/ 0 w 121"/>
                <a:gd name="T23" fmla="*/ 1 h 121"/>
                <a:gd name="T24" fmla="*/ 1 w 121"/>
                <a:gd name="T25" fmla="*/ 1 h 121"/>
                <a:gd name="T26" fmla="*/ 1 w 121"/>
                <a:gd name="T27" fmla="*/ 1 h 121"/>
                <a:gd name="T28" fmla="*/ 1 w 121"/>
                <a:gd name="T29" fmla="*/ 1 h 121"/>
                <a:gd name="T30" fmla="*/ 1 w 121"/>
                <a:gd name="T31" fmla="*/ 1 h 121"/>
                <a:gd name="T32" fmla="*/ 1 w 121"/>
                <a:gd name="T33" fmla="*/ 1 h 121"/>
                <a:gd name="T34" fmla="*/ 1 w 121"/>
                <a:gd name="T35" fmla="*/ 1 h 121"/>
                <a:gd name="T36" fmla="*/ 1 w 121"/>
                <a:gd name="T37" fmla="*/ 1 h 121"/>
                <a:gd name="T38" fmla="*/ 1 w 121"/>
                <a:gd name="T39" fmla="*/ 1 h 121"/>
                <a:gd name="T40" fmla="*/ 1 w 121"/>
                <a:gd name="T41" fmla="*/ 1 h 121"/>
                <a:gd name="T42" fmla="*/ 1 w 121"/>
                <a:gd name="T43" fmla="*/ 1 h 121"/>
                <a:gd name="T44" fmla="*/ 1 w 121"/>
                <a:gd name="T45" fmla="*/ 1 h 121"/>
                <a:gd name="T46" fmla="*/ 1 w 121"/>
                <a:gd name="T47" fmla="*/ 1 h 121"/>
                <a:gd name="T48" fmla="*/ 1 w 121"/>
                <a:gd name="T49" fmla="*/ 1 h 121"/>
                <a:gd name="T50" fmla="*/ 1 w 121"/>
                <a:gd name="T51" fmla="*/ 1 h 121"/>
                <a:gd name="T52" fmla="*/ 1 w 121"/>
                <a:gd name="T53" fmla="*/ 1 h 121"/>
                <a:gd name="T54" fmla="*/ 1 w 121"/>
                <a:gd name="T55" fmla="*/ 1 h 121"/>
                <a:gd name="T56" fmla="*/ 1 w 121"/>
                <a:gd name="T57" fmla="*/ 1 h 121"/>
                <a:gd name="T58" fmla="*/ 1 w 121"/>
                <a:gd name="T59" fmla="*/ 1 h 121"/>
                <a:gd name="T60" fmla="*/ 1 w 121"/>
                <a:gd name="T61" fmla="*/ 1 h 121"/>
                <a:gd name="T62" fmla="*/ 1 w 121"/>
                <a:gd name="T63" fmla="*/ 1 h 121"/>
                <a:gd name="T64" fmla="*/ 1 w 121"/>
                <a:gd name="T65" fmla="*/ 1 h 121"/>
                <a:gd name="T66" fmla="*/ 1 w 121"/>
                <a:gd name="T67" fmla="*/ 1 h 121"/>
                <a:gd name="T68" fmla="*/ 1 w 121"/>
                <a:gd name="T69" fmla="*/ 1 h 121"/>
                <a:gd name="T70" fmla="*/ 1 w 121"/>
                <a:gd name="T71" fmla="*/ 1 h 121"/>
                <a:gd name="T72" fmla="*/ 1 w 121"/>
                <a:gd name="T73" fmla="*/ 1 h 121"/>
                <a:gd name="T74" fmla="*/ 1 w 121"/>
                <a:gd name="T75" fmla="*/ 1 h 121"/>
                <a:gd name="T76" fmla="*/ 1 w 121"/>
                <a:gd name="T77" fmla="*/ 1 h 121"/>
                <a:gd name="T78" fmla="*/ 1 w 121"/>
                <a:gd name="T79" fmla="*/ 1 h 121"/>
                <a:gd name="T80" fmla="*/ 1 w 121"/>
                <a:gd name="T81" fmla="*/ 1 h 121"/>
                <a:gd name="T82" fmla="*/ 1 w 121"/>
                <a:gd name="T83" fmla="*/ 1 h 121"/>
                <a:gd name="T84" fmla="*/ 1 w 121"/>
                <a:gd name="T85" fmla="*/ 1 h 121"/>
                <a:gd name="T86" fmla="*/ 1 w 121"/>
                <a:gd name="T87" fmla="*/ 0 h 1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1"/>
                <a:gd name="T133" fmla="*/ 0 h 121"/>
                <a:gd name="T134" fmla="*/ 121 w 121"/>
                <a:gd name="T135" fmla="*/ 121 h 12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1" h="121">
                  <a:moveTo>
                    <a:pt x="60" y="0"/>
                  </a:moveTo>
                  <a:lnTo>
                    <a:pt x="57" y="1"/>
                  </a:lnTo>
                  <a:lnTo>
                    <a:pt x="55" y="1"/>
                  </a:lnTo>
                  <a:lnTo>
                    <a:pt x="51" y="1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2" y="3"/>
                  </a:lnTo>
                  <a:lnTo>
                    <a:pt x="40" y="4"/>
                  </a:lnTo>
                  <a:lnTo>
                    <a:pt x="37" y="5"/>
                  </a:lnTo>
                  <a:lnTo>
                    <a:pt x="34" y="7"/>
                  </a:lnTo>
                  <a:lnTo>
                    <a:pt x="31" y="8"/>
                  </a:lnTo>
                  <a:lnTo>
                    <a:pt x="29" y="9"/>
                  </a:lnTo>
                  <a:lnTo>
                    <a:pt x="26" y="11"/>
                  </a:lnTo>
                  <a:lnTo>
                    <a:pt x="24" y="12"/>
                  </a:lnTo>
                  <a:lnTo>
                    <a:pt x="22" y="14"/>
                  </a:lnTo>
                  <a:lnTo>
                    <a:pt x="20" y="17"/>
                  </a:lnTo>
                  <a:lnTo>
                    <a:pt x="18" y="18"/>
                  </a:lnTo>
                  <a:lnTo>
                    <a:pt x="15" y="20"/>
                  </a:lnTo>
                  <a:lnTo>
                    <a:pt x="13" y="22"/>
                  </a:lnTo>
                  <a:lnTo>
                    <a:pt x="12" y="24"/>
                  </a:lnTo>
                  <a:lnTo>
                    <a:pt x="10" y="27"/>
                  </a:lnTo>
                  <a:lnTo>
                    <a:pt x="9" y="29"/>
                  </a:lnTo>
                  <a:lnTo>
                    <a:pt x="7" y="32"/>
                  </a:lnTo>
                  <a:lnTo>
                    <a:pt x="5" y="35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2" y="46"/>
                  </a:lnTo>
                  <a:lnTo>
                    <a:pt x="1" y="49"/>
                  </a:lnTo>
                  <a:lnTo>
                    <a:pt x="1" y="51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1" y="70"/>
                  </a:lnTo>
                  <a:lnTo>
                    <a:pt x="1" y="73"/>
                  </a:lnTo>
                  <a:lnTo>
                    <a:pt x="2" y="76"/>
                  </a:lnTo>
                  <a:lnTo>
                    <a:pt x="3" y="79"/>
                  </a:lnTo>
                  <a:lnTo>
                    <a:pt x="3" y="82"/>
                  </a:lnTo>
                  <a:lnTo>
                    <a:pt x="4" y="85"/>
                  </a:lnTo>
                  <a:lnTo>
                    <a:pt x="5" y="87"/>
                  </a:lnTo>
                  <a:lnTo>
                    <a:pt x="7" y="89"/>
                  </a:lnTo>
                  <a:lnTo>
                    <a:pt x="9" y="92"/>
                  </a:lnTo>
                  <a:lnTo>
                    <a:pt x="10" y="95"/>
                  </a:lnTo>
                  <a:lnTo>
                    <a:pt x="12" y="97"/>
                  </a:lnTo>
                  <a:lnTo>
                    <a:pt x="13" y="100"/>
                  </a:lnTo>
                  <a:lnTo>
                    <a:pt x="15" y="102"/>
                  </a:lnTo>
                  <a:lnTo>
                    <a:pt x="18" y="104"/>
                  </a:lnTo>
                  <a:lnTo>
                    <a:pt x="20" y="105"/>
                  </a:lnTo>
                  <a:lnTo>
                    <a:pt x="22" y="107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9" y="113"/>
                  </a:lnTo>
                  <a:lnTo>
                    <a:pt x="31" y="114"/>
                  </a:lnTo>
                  <a:lnTo>
                    <a:pt x="34" y="115"/>
                  </a:lnTo>
                  <a:lnTo>
                    <a:pt x="37" y="116"/>
                  </a:lnTo>
                  <a:lnTo>
                    <a:pt x="40" y="118"/>
                  </a:lnTo>
                  <a:lnTo>
                    <a:pt x="42" y="119"/>
                  </a:lnTo>
                  <a:lnTo>
                    <a:pt x="46" y="120"/>
                  </a:lnTo>
                  <a:lnTo>
                    <a:pt x="48" y="120"/>
                  </a:lnTo>
                  <a:lnTo>
                    <a:pt x="51" y="121"/>
                  </a:lnTo>
                  <a:lnTo>
                    <a:pt x="55" y="121"/>
                  </a:lnTo>
                  <a:lnTo>
                    <a:pt x="57" y="121"/>
                  </a:lnTo>
                  <a:lnTo>
                    <a:pt x="60" y="121"/>
                  </a:lnTo>
                  <a:lnTo>
                    <a:pt x="64" y="121"/>
                  </a:lnTo>
                  <a:lnTo>
                    <a:pt x="67" y="121"/>
                  </a:lnTo>
                  <a:lnTo>
                    <a:pt x="69" y="121"/>
                  </a:lnTo>
                  <a:lnTo>
                    <a:pt x="72" y="120"/>
                  </a:lnTo>
                  <a:lnTo>
                    <a:pt x="76" y="120"/>
                  </a:lnTo>
                  <a:lnTo>
                    <a:pt x="78" y="119"/>
                  </a:lnTo>
                  <a:lnTo>
                    <a:pt x="81" y="118"/>
                  </a:lnTo>
                  <a:lnTo>
                    <a:pt x="84" y="116"/>
                  </a:lnTo>
                  <a:lnTo>
                    <a:pt x="86" y="115"/>
                  </a:lnTo>
                  <a:lnTo>
                    <a:pt x="89" y="114"/>
                  </a:lnTo>
                  <a:lnTo>
                    <a:pt x="92" y="113"/>
                  </a:lnTo>
                  <a:lnTo>
                    <a:pt x="94" y="111"/>
                  </a:lnTo>
                  <a:lnTo>
                    <a:pt x="96" y="110"/>
                  </a:lnTo>
                  <a:lnTo>
                    <a:pt x="98" y="107"/>
                  </a:lnTo>
                  <a:lnTo>
                    <a:pt x="101" y="105"/>
                  </a:lnTo>
                  <a:lnTo>
                    <a:pt x="103" y="104"/>
                  </a:lnTo>
                  <a:lnTo>
                    <a:pt x="105" y="102"/>
                  </a:lnTo>
                  <a:lnTo>
                    <a:pt x="107" y="100"/>
                  </a:lnTo>
                  <a:lnTo>
                    <a:pt x="108" y="97"/>
                  </a:lnTo>
                  <a:lnTo>
                    <a:pt x="111" y="95"/>
                  </a:lnTo>
                  <a:lnTo>
                    <a:pt x="112" y="92"/>
                  </a:lnTo>
                  <a:lnTo>
                    <a:pt x="114" y="89"/>
                  </a:lnTo>
                  <a:lnTo>
                    <a:pt x="115" y="87"/>
                  </a:lnTo>
                  <a:lnTo>
                    <a:pt x="116" y="85"/>
                  </a:lnTo>
                  <a:lnTo>
                    <a:pt x="117" y="82"/>
                  </a:lnTo>
                  <a:lnTo>
                    <a:pt x="118" y="79"/>
                  </a:lnTo>
                  <a:lnTo>
                    <a:pt x="118" y="76"/>
                  </a:lnTo>
                  <a:lnTo>
                    <a:pt x="120" y="73"/>
                  </a:lnTo>
                  <a:lnTo>
                    <a:pt x="120" y="70"/>
                  </a:lnTo>
                  <a:lnTo>
                    <a:pt x="121" y="67"/>
                  </a:lnTo>
                  <a:lnTo>
                    <a:pt x="121" y="64"/>
                  </a:lnTo>
                  <a:lnTo>
                    <a:pt x="121" y="60"/>
                  </a:lnTo>
                  <a:lnTo>
                    <a:pt x="121" y="58"/>
                  </a:lnTo>
                  <a:lnTo>
                    <a:pt x="121" y="55"/>
                  </a:lnTo>
                  <a:lnTo>
                    <a:pt x="120" y="51"/>
                  </a:lnTo>
                  <a:lnTo>
                    <a:pt x="120" y="49"/>
                  </a:lnTo>
                  <a:lnTo>
                    <a:pt x="118" y="46"/>
                  </a:lnTo>
                  <a:lnTo>
                    <a:pt x="118" y="42"/>
                  </a:lnTo>
                  <a:lnTo>
                    <a:pt x="117" y="40"/>
                  </a:lnTo>
                  <a:lnTo>
                    <a:pt x="116" y="37"/>
                  </a:lnTo>
                  <a:lnTo>
                    <a:pt x="115" y="35"/>
                  </a:lnTo>
                  <a:lnTo>
                    <a:pt x="114" y="32"/>
                  </a:lnTo>
                  <a:lnTo>
                    <a:pt x="112" y="29"/>
                  </a:lnTo>
                  <a:lnTo>
                    <a:pt x="111" y="27"/>
                  </a:lnTo>
                  <a:lnTo>
                    <a:pt x="108" y="24"/>
                  </a:lnTo>
                  <a:lnTo>
                    <a:pt x="107" y="22"/>
                  </a:lnTo>
                  <a:lnTo>
                    <a:pt x="105" y="20"/>
                  </a:lnTo>
                  <a:lnTo>
                    <a:pt x="103" y="18"/>
                  </a:lnTo>
                  <a:lnTo>
                    <a:pt x="101" y="17"/>
                  </a:lnTo>
                  <a:lnTo>
                    <a:pt x="98" y="14"/>
                  </a:lnTo>
                  <a:lnTo>
                    <a:pt x="96" y="12"/>
                  </a:lnTo>
                  <a:lnTo>
                    <a:pt x="94" y="11"/>
                  </a:lnTo>
                  <a:lnTo>
                    <a:pt x="92" y="9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4" y="5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6" y="2"/>
                  </a:lnTo>
                  <a:lnTo>
                    <a:pt x="72" y="2"/>
                  </a:lnTo>
                  <a:lnTo>
                    <a:pt x="69" y="1"/>
                  </a:lnTo>
                  <a:lnTo>
                    <a:pt x="67" y="1"/>
                  </a:lnTo>
                  <a:lnTo>
                    <a:pt x="64" y="1"/>
                  </a:lnTo>
                  <a:lnTo>
                    <a:pt x="60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06" name="Line 97">
              <a:extLst>
                <a:ext uri="{FF2B5EF4-FFF2-40B4-BE49-F238E27FC236}">
                  <a16:creationId xmlns:a16="http://schemas.microsoft.com/office/drawing/2014/main" id="{8C0B6335-D263-4DB6-960F-2EE81A34B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" y="2981"/>
              <a:ext cx="7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7" name="Freeform 98">
              <a:extLst>
                <a:ext uri="{FF2B5EF4-FFF2-40B4-BE49-F238E27FC236}">
                  <a16:creationId xmlns:a16="http://schemas.microsoft.com/office/drawing/2014/main" id="{A55E78B6-B8D2-42BD-9C2B-FCF42DEA6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417"/>
              <a:ext cx="555" cy="1830"/>
            </a:xfrm>
            <a:custGeom>
              <a:avLst/>
              <a:gdLst>
                <a:gd name="T0" fmla="*/ 0 w 651"/>
                <a:gd name="T1" fmla="*/ 0 h 3185"/>
                <a:gd name="T2" fmla="*/ 0 w 651"/>
                <a:gd name="T3" fmla="*/ 1 h 3185"/>
                <a:gd name="T4" fmla="*/ 51 w 651"/>
                <a:gd name="T5" fmla="*/ 1 h 3185"/>
                <a:gd name="T6" fmla="*/ 0 60000 65536"/>
                <a:gd name="T7" fmla="*/ 0 60000 65536"/>
                <a:gd name="T8" fmla="*/ 0 60000 65536"/>
                <a:gd name="T9" fmla="*/ 0 w 651"/>
                <a:gd name="T10" fmla="*/ 0 h 3185"/>
                <a:gd name="T11" fmla="*/ 651 w 651"/>
                <a:gd name="T12" fmla="*/ 3185 h 31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1" h="3185">
                  <a:moveTo>
                    <a:pt x="0" y="0"/>
                  </a:moveTo>
                  <a:lnTo>
                    <a:pt x="0" y="3185"/>
                  </a:lnTo>
                  <a:lnTo>
                    <a:pt x="651" y="31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8" name="Freeform 99">
              <a:extLst>
                <a:ext uri="{FF2B5EF4-FFF2-40B4-BE49-F238E27FC236}">
                  <a16:creationId xmlns:a16="http://schemas.microsoft.com/office/drawing/2014/main" id="{4C2F5604-05A4-412E-830C-D10FDE732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" y="2234"/>
              <a:ext cx="27" cy="27"/>
            </a:xfrm>
            <a:custGeom>
              <a:avLst/>
              <a:gdLst>
                <a:gd name="T0" fmla="*/ 1 w 45"/>
                <a:gd name="T1" fmla="*/ 1 h 45"/>
                <a:gd name="T2" fmla="*/ 1 w 45"/>
                <a:gd name="T3" fmla="*/ 1 h 45"/>
                <a:gd name="T4" fmla="*/ 1 w 45"/>
                <a:gd name="T5" fmla="*/ 1 h 45"/>
                <a:gd name="T6" fmla="*/ 1 w 45"/>
                <a:gd name="T7" fmla="*/ 1 h 45"/>
                <a:gd name="T8" fmla="*/ 1 w 45"/>
                <a:gd name="T9" fmla="*/ 1 h 45"/>
                <a:gd name="T10" fmla="*/ 1 w 45"/>
                <a:gd name="T11" fmla="*/ 1 h 45"/>
                <a:gd name="T12" fmla="*/ 1 w 45"/>
                <a:gd name="T13" fmla="*/ 1 h 45"/>
                <a:gd name="T14" fmla="*/ 1 w 45"/>
                <a:gd name="T15" fmla="*/ 1 h 45"/>
                <a:gd name="T16" fmla="*/ 1 w 45"/>
                <a:gd name="T17" fmla="*/ 1 h 45"/>
                <a:gd name="T18" fmla="*/ 0 w 45"/>
                <a:gd name="T19" fmla="*/ 1 h 45"/>
                <a:gd name="T20" fmla="*/ 0 w 45"/>
                <a:gd name="T21" fmla="*/ 1 h 45"/>
                <a:gd name="T22" fmla="*/ 0 w 45"/>
                <a:gd name="T23" fmla="*/ 1 h 45"/>
                <a:gd name="T24" fmla="*/ 0 w 45"/>
                <a:gd name="T25" fmla="*/ 1 h 45"/>
                <a:gd name="T26" fmla="*/ 1 w 45"/>
                <a:gd name="T27" fmla="*/ 1 h 45"/>
                <a:gd name="T28" fmla="*/ 1 w 45"/>
                <a:gd name="T29" fmla="*/ 1 h 45"/>
                <a:gd name="T30" fmla="*/ 1 w 45"/>
                <a:gd name="T31" fmla="*/ 1 h 45"/>
                <a:gd name="T32" fmla="*/ 1 w 45"/>
                <a:gd name="T33" fmla="*/ 1 h 45"/>
                <a:gd name="T34" fmla="*/ 1 w 45"/>
                <a:gd name="T35" fmla="*/ 1 h 45"/>
                <a:gd name="T36" fmla="*/ 1 w 45"/>
                <a:gd name="T37" fmla="*/ 1 h 45"/>
                <a:gd name="T38" fmla="*/ 1 w 45"/>
                <a:gd name="T39" fmla="*/ 1 h 45"/>
                <a:gd name="T40" fmla="*/ 1 w 45"/>
                <a:gd name="T41" fmla="*/ 1 h 45"/>
                <a:gd name="T42" fmla="*/ 1 w 45"/>
                <a:gd name="T43" fmla="*/ 1 h 45"/>
                <a:gd name="T44" fmla="*/ 1 w 45"/>
                <a:gd name="T45" fmla="*/ 1 h 45"/>
                <a:gd name="T46" fmla="*/ 1 w 45"/>
                <a:gd name="T47" fmla="*/ 1 h 45"/>
                <a:gd name="T48" fmla="*/ 1 w 45"/>
                <a:gd name="T49" fmla="*/ 1 h 45"/>
                <a:gd name="T50" fmla="*/ 1 w 45"/>
                <a:gd name="T51" fmla="*/ 1 h 45"/>
                <a:gd name="T52" fmla="*/ 1 w 45"/>
                <a:gd name="T53" fmla="*/ 1 h 45"/>
                <a:gd name="T54" fmla="*/ 1 w 45"/>
                <a:gd name="T55" fmla="*/ 1 h 45"/>
                <a:gd name="T56" fmla="*/ 1 w 45"/>
                <a:gd name="T57" fmla="*/ 1 h 45"/>
                <a:gd name="T58" fmla="*/ 1 w 45"/>
                <a:gd name="T59" fmla="*/ 1 h 45"/>
                <a:gd name="T60" fmla="*/ 1 w 45"/>
                <a:gd name="T61" fmla="*/ 1 h 45"/>
                <a:gd name="T62" fmla="*/ 1 w 45"/>
                <a:gd name="T63" fmla="*/ 1 h 45"/>
                <a:gd name="T64" fmla="*/ 1 w 45"/>
                <a:gd name="T65" fmla="*/ 1 h 45"/>
                <a:gd name="T66" fmla="*/ 1 w 45"/>
                <a:gd name="T67" fmla="*/ 1 h 45"/>
                <a:gd name="T68" fmla="*/ 1 w 45"/>
                <a:gd name="T69" fmla="*/ 1 h 45"/>
                <a:gd name="T70" fmla="*/ 1 w 45"/>
                <a:gd name="T71" fmla="*/ 1 h 45"/>
                <a:gd name="T72" fmla="*/ 1 w 45"/>
                <a:gd name="T73" fmla="*/ 1 h 45"/>
                <a:gd name="T74" fmla="*/ 1 w 45"/>
                <a:gd name="T75" fmla="*/ 1 h 45"/>
                <a:gd name="T76" fmla="*/ 1 w 45"/>
                <a:gd name="T77" fmla="*/ 1 h 45"/>
                <a:gd name="T78" fmla="*/ 1 w 45"/>
                <a:gd name="T79" fmla="*/ 1 h 45"/>
                <a:gd name="T80" fmla="*/ 1 w 45"/>
                <a:gd name="T81" fmla="*/ 1 h 45"/>
                <a:gd name="T82" fmla="*/ 1 w 45"/>
                <a:gd name="T83" fmla="*/ 1 h 45"/>
                <a:gd name="T84" fmla="*/ 1 w 45"/>
                <a:gd name="T85" fmla="*/ 1 h 45"/>
                <a:gd name="T86" fmla="*/ 1 w 45"/>
                <a:gd name="T87" fmla="*/ 1 h 45"/>
                <a:gd name="T88" fmla="*/ 1 w 45"/>
                <a:gd name="T89" fmla="*/ 1 h 4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5"/>
                <a:gd name="T136" fmla="*/ 0 h 45"/>
                <a:gd name="T137" fmla="*/ 45 w 45"/>
                <a:gd name="T138" fmla="*/ 45 h 4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5" h="45">
                  <a:moveTo>
                    <a:pt x="23" y="23"/>
                  </a:moveTo>
                  <a:lnTo>
                    <a:pt x="23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5"/>
                  </a:lnTo>
                  <a:lnTo>
                    <a:pt x="9" y="5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4" y="11"/>
                  </a:lnTo>
                  <a:lnTo>
                    <a:pt x="4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2" y="16"/>
                  </a:lnTo>
                  <a:lnTo>
                    <a:pt x="2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3" y="32"/>
                  </a:lnTo>
                  <a:lnTo>
                    <a:pt x="3" y="33"/>
                  </a:lnTo>
                  <a:lnTo>
                    <a:pt x="4" y="34"/>
                  </a:lnTo>
                  <a:lnTo>
                    <a:pt x="4" y="35"/>
                  </a:lnTo>
                  <a:lnTo>
                    <a:pt x="5" y="36"/>
                  </a:lnTo>
                  <a:lnTo>
                    <a:pt x="6" y="37"/>
                  </a:lnTo>
                  <a:lnTo>
                    <a:pt x="6" y="38"/>
                  </a:lnTo>
                  <a:lnTo>
                    <a:pt x="7" y="39"/>
                  </a:lnTo>
                  <a:lnTo>
                    <a:pt x="8" y="39"/>
                  </a:lnTo>
                  <a:lnTo>
                    <a:pt x="8" y="41"/>
                  </a:lnTo>
                  <a:lnTo>
                    <a:pt x="9" y="42"/>
                  </a:lnTo>
                  <a:lnTo>
                    <a:pt x="11" y="42"/>
                  </a:lnTo>
                  <a:lnTo>
                    <a:pt x="12" y="43"/>
                  </a:lnTo>
                  <a:lnTo>
                    <a:pt x="13" y="43"/>
                  </a:lnTo>
                  <a:lnTo>
                    <a:pt x="13" y="44"/>
                  </a:lnTo>
                  <a:lnTo>
                    <a:pt x="14" y="44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5"/>
                  </a:lnTo>
                  <a:lnTo>
                    <a:pt x="18" y="45"/>
                  </a:lnTo>
                  <a:lnTo>
                    <a:pt x="19" y="45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23" y="45"/>
                  </a:lnTo>
                  <a:lnTo>
                    <a:pt x="24" y="45"/>
                  </a:lnTo>
                  <a:lnTo>
                    <a:pt x="25" y="45"/>
                  </a:lnTo>
                  <a:lnTo>
                    <a:pt x="26" y="45"/>
                  </a:lnTo>
                  <a:lnTo>
                    <a:pt x="27" y="45"/>
                  </a:lnTo>
                  <a:lnTo>
                    <a:pt x="28" y="45"/>
                  </a:lnTo>
                  <a:lnTo>
                    <a:pt x="30" y="45"/>
                  </a:lnTo>
                  <a:lnTo>
                    <a:pt x="31" y="44"/>
                  </a:lnTo>
                  <a:lnTo>
                    <a:pt x="32" y="44"/>
                  </a:lnTo>
                  <a:lnTo>
                    <a:pt x="33" y="44"/>
                  </a:lnTo>
                  <a:lnTo>
                    <a:pt x="34" y="43"/>
                  </a:lnTo>
                  <a:lnTo>
                    <a:pt x="35" y="42"/>
                  </a:lnTo>
                  <a:lnTo>
                    <a:pt x="36" y="42"/>
                  </a:lnTo>
                  <a:lnTo>
                    <a:pt x="37" y="41"/>
                  </a:lnTo>
                  <a:lnTo>
                    <a:pt x="39" y="39"/>
                  </a:lnTo>
                  <a:lnTo>
                    <a:pt x="40" y="38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2" y="36"/>
                  </a:lnTo>
                  <a:lnTo>
                    <a:pt x="42" y="35"/>
                  </a:lnTo>
                  <a:lnTo>
                    <a:pt x="43" y="34"/>
                  </a:lnTo>
                  <a:lnTo>
                    <a:pt x="43" y="33"/>
                  </a:lnTo>
                  <a:lnTo>
                    <a:pt x="44" y="32"/>
                  </a:lnTo>
                  <a:lnTo>
                    <a:pt x="44" y="30"/>
                  </a:lnTo>
                  <a:lnTo>
                    <a:pt x="44" y="29"/>
                  </a:lnTo>
                  <a:lnTo>
                    <a:pt x="44" y="28"/>
                  </a:lnTo>
                  <a:lnTo>
                    <a:pt x="45" y="28"/>
                  </a:lnTo>
                  <a:lnTo>
                    <a:pt x="45" y="27"/>
                  </a:lnTo>
                  <a:lnTo>
                    <a:pt x="45" y="26"/>
                  </a:lnTo>
                  <a:lnTo>
                    <a:pt x="45" y="25"/>
                  </a:lnTo>
                  <a:lnTo>
                    <a:pt x="45" y="23"/>
                  </a:lnTo>
                  <a:lnTo>
                    <a:pt x="45" y="22"/>
                  </a:lnTo>
                  <a:lnTo>
                    <a:pt x="45" y="20"/>
                  </a:lnTo>
                  <a:lnTo>
                    <a:pt x="45" y="19"/>
                  </a:lnTo>
                  <a:lnTo>
                    <a:pt x="45" y="18"/>
                  </a:lnTo>
                  <a:lnTo>
                    <a:pt x="44" y="17"/>
                  </a:lnTo>
                  <a:lnTo>
                    <a:pt x="44" y="16"/>
                  </a:lnTo>
                  <a:lnTo>
                    <a:pt x="44" y="15"/>
                  </a:lnTo>
                  <a:lnTo>
                    <a:pt x="43" y="14"/>
                  </a:lnTo>
                  <a:lnTo>
                    <a:pt x="43" y="13"/>
                  </a:lnTo>
                  <a:lnTo>
                    <a:pt x="42" y="11"/>
                  </a:lnTo>
                  <a:lnTo>
                    <a:pt x="42" y="10"/>
                  </a:lnTo>
                  <a:lnTo>
                    <a:pt x="41" y="10"/>
                  </a:lnTo>
                  <a:lnTo>
                    <a:pt x="41" y="9"/>
                  </a:lnTo>
                  <a:lnTo>
                    <a:pt x="40" y="8"/>
                  </a:lnTo>
                  <a:lnTo>
                    <a:pt x="39" y="7"/>
                  </a:lnTo>
                  <a:lnTo>
                    <a:pt x="37" y="6"/>
                  </a:lnTo>
                  <a:lnTo>
                    <a:pt x="36" y="5"/>
                  </a:lnTo>
                  <a:lnTo>
                    <a:pt x="35" y="5"/>
                  </a:lnTo>
                  <a:lnTo>
                    <a:pt x="34" y="4"/>
                  </a:lnTo>
                  <a:lnTo>
                    <a:pt x="33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0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09" name="Freeform 100">
              <a:extLst>
                <a:ext uri="{FF2B5EF4-FFF2-40B4-BE49-F238E27FC236}">
                  <a16:creationId xmlns:a16="http://schemas.microsoft.com/office/drawing/2014/main" id="{49808921-500A-406B-803D-FB7A9B73A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2227"/>
              <a:ext cx="28" cy="28"/>
            </a:xfrm>
            <a:custGeom>
              <a:avLst/>
              <a:gdLst>
                <a:gd name="T0" fmla="*/ 1 w 48"/>
                <a:gd name="T1" fmla="*/ 0 h 47"/>
                <a:gd name="T2" fmla="*/ 1 w 48"/>
                <a:gd name="T3" fmla="*/ 1 h 47"/>
                <a:gd name="T4" fmla="*/ 1 w 48"/>
                <a:gd name="T5" fmla="*/ 1 h 47"/>
                <a:gd name="T6" fmla="*/ 1 w 48"/>
                <a:gd name="T7" fmla="*/ 1 h 47"/>
                <a:gd name="T8" fmla="*/ 1 w 48"/>
                <a:gd name="T9" fmla="*/ 1 h 47"/>
                <a:gd name="T10" fmla="*/ 1 w 48"/>
                <a:gd name="T11" fmla="*/ 1 h 47"/>
                <a:gd name="T12" fmla="*/ 1 w 48"/>
                <a:gd name="T13" fmla="*/ 1 h 47"/>
                <a:gd name="T14" fmla="*/ 1 w 48"/>
                <a:gd name="T15" fmla="*/ 1 h 47"/>
                <a:gd name="T16" fmla="*/ 1 w 48"/>
                <a:gd name="T17" fmla="*/ 1 h 47"/>
                <a:gd name="T18" fmla="*/ 1 w 48"/>
                <a:gd name="T19" fmla="*/ 1 h 47"/>
                <a:gd name="T20" fmla="*/ 0 w 48"/>
                <a:gd name="T21" fmla="*/ 1 h 47"/>
                <a:gd name="T22" fmla="*/ 1 w 48"/>
                <a:gd name="T23" fmla="*/ 1 h 47"/>
                <a:gd name="T24" fmla="*/ 1 w 48"/>
                <a:gd name="T25" fmla="*/ 1 h 47"/>
                <a:gd name="T26" fmla="*/ 1 w 48"/>
                <a:gd name="T27" fmla="*/ 1 h 47"/>
                <a:gd name="T28" fmla="*/ 1 w 48"/>
                <a:gd name="T29" fmla="*/ 1 h 47"/>
                <a:gd name="T30" fmla="*/ 1 w 48"/>
                <a:gd name="T31" fmla="*/ 1 h 47"/>
                <a:gd name="T32" fmla="*/ 1 w 48"/>
                <a:gd name="T33" fmla="*/ 1 h 47"/>
                <a:gd name="T34" fmla="*/ 1 w 48"/>
                <a:gd name="T35" fmla="*/ 1 h 47"/>
                <a:gd name="T36" fmla="*/ 1 w 48"/>
                <a:gd name="T37" fmla="*/ 1 h 47"/>
                <a:gd name="T38" fmla="*/ 1 w 48"/>
                <a:gd name="T39" fmla="*/ 1 h 47"/>
                <a:gd name="T40" fmla="*/ 1 w 48"/>
                <a:gd name="T41" fmla="*/ 1 h 47"/>
                <a:gd name="T42" fmla="*/ 1 w 48"/>
                <a:gd name="T43" fmla="*/ 1 h 47"/>
                <a:gd name="T44" fmla="*/ 1 w 48"/>
                <a:gd name="T45" fmla="*/ 1 h 47"/>
                <a:gd name="T46" fmla="*/ 1 w 48"/>
                <a:gd name="T47" fmla="*/ 1 h 47"/>
                <a:gd name="T48" fmla="*/ 1 w 48"/>
                <a:gd name="T49" fmla="*/ 1 h 47"/>
                <a:gd name="T50" fmla="*/ 1 w 48"/>
                <a:gd name="T51" fmla="*/ 1 h 47"/>
                <a:gd name="T52" fmla="*/ 1 w 48"/>
                <a:gd name="T53" fmla="*/ 1 h 47"/>
                <a:gd name="T54" fmla="*/ 1 w 48"/>
                <a:gd name="T55" fmla="*/ 1 h 47"/>
                <a:gd name="T56" fmla="*/ 1 w 48"/>
                <a:gd name="T57" fmla="*/ 1 h 47"/>
                <a:gd name="T58" fmla="*/ 1 w 48"/>
                <a:gd name="T59" fmla="*/ 1 h 47"/>
                <a:gd name="T60" fmla="*/ 1 w 48"/>
                <a:gd name="T61" fmla="*/ 1 h 47"/>
                <a:gd name="T62" fmla="*/ 1 w 48"/>
                <a:gd name="T63" fmla="*/ 1 h 47"/>
                <a:gd name="T64" fmla="*/ 1 w 48"/>
                <a:gd name="T65" fmla="*/ 1 h 47"/>
                <a:gd name="T66" fmla="*/ 1 w 48"/>
                <a:gd name="T67" fmla="*/ 1 h 47"/>
                <a:gd name="T68" fmla="*/ 1 w 48"/>
                <a:gd name="T69" fmla="*/ 1 h 47"/>
                <a:gd name="T70" fmla="*/ 1 w 48"/>
                <a:gd name="T71" fmla="*/ 1 h 47"/>
                <a:gd name="T72" fmla="*/ 1 w 48"/>
                <a:gd name="T73" fmla="*/ 1 h 47"/>
                <a:gd name="T74" fmla="*/ 1 w 48"/>
                <a:gd name="T75" fmla="*/ 1 h 47"/>
                <a:gd name="T76" fmla="*/ 1 w 48"/>
                <a:gd name="T77" fmla="*/ 1 h 47"/>
                <a:gd name="T78" fmla="*/ 1 w 48"/>
                <a:gd name="T79" fmla="*/ 1 h 47"/>
                <a:gd name="T80" fmla="*/ 1 w 48"/>
                <a:gd name="T81" fmla="*/ 1 h 47"/>
                <a:gd name="T82" fmla="*/ 1 w 48"/>
                <a:gd name="T83" fmla="*/ 1 h 47"/>
                <a:gd name="T84" fmla="*/ 1 w 48"/>
                <a:gd name="T85" fmla="*/ 0 h 47"/>
                <a:gd name="T86" fmla="*/ 1 w 48"/>
                <a:gd name="T87" fmla="*/ 0 h 4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"/>
                <a:gd name="T133" fmla="*/ 0 h 47"/>
                <a:gd name="T134" fmla="*/ 48 w 48"/>
                <a:gd name="T135" fmla="*/ 47 h 4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" h="47">
                  <a:moveTo>
                    <a:pt x="25" y="0"/>
                  </a:moveTo>
                  <a:lnTo>
                    <a:pt x="24" y="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6"/>
                  </a:lnTo>
                  <a:lnTo>
                    <a:pt x="8" y="6"/>
                  </a:lnTo>
                  <a:lnTo>
                    <a:pt x="8" y="7"/>
                  </a:lnTo>
                  <a:lnTo>
                    <a:pt x="7" y="8"/>
                  </a:lnTo>
                  <a:lnTo>
                    <a:pt x="6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1" y="17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3" y="34"/>
                  </a:lnTo>
                  <a:lnTo>
                    <a:pt x="3" y="35"/>
                  </a:lnTo>
                  <a:lnTo>
                    <a:pt x="5" y="36"/>
                  </a:lnTo>
                  <a:lnTo>
                    <a:pt x="5" y="37"/>
                  </a:lnTo>
                  <a:lnTo>
                    <a:pt x="6" y="38"/>
                  </a:lnTo>
                  <a:lnTo>
                    <a:pt x="6" y="39"/>
                  </a:lnTo>
                  <a:lnTo>
                    <a:pt x="7" y="39"/>
                  </a:lnTo>
                  <a:lnTo>
                    <a:pt x="8" y="40"/>
                  </a:lnTo>
                  <a:lnTo>
                    <a:pt x="8" y="41"/>
                  </a:lnTo>
                  <a:lnTo>
                    <a:pt x="9" y="41"/>
                  </a:lnTo>
                  <a:lnTo>
                    <a:pt x="10" y="43"/>
                  </a:lnTo>
                  <a:lnTo>
                    <a:pt x="11" y="44"/>
                  </a:lnTo>
                  <a:lnTo>
                    <a:pt x="12" y="44"/>
                  </a:lnTo>
                  <a:lnTo>
                    <a:pt x="14" y="45"/>
                  </a:lnTo>
                  <a:lnTo>
                    <a:pt x="15" y="46"/>
                  </a:lnTo>
                  <a:lnTo>
                    <a:pt x="16" y="46"/>
                  </a:lnTo>
                  <a:lnTo>
                    <a:pt x="17" y="46"/>
                  </a:lnTo>
                  <a:lnTo>
                    <a:pt x="18" y="47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3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6" y="47"/>
                  </a:lnTo>
                  <a:lnTo>
                    <a:pt x="27" y="47"/>
                  </a:lnTo>
                  <a:lnTo>
                    <a:pt x="28" y="47"/>
                  </a:lnTo>
                  <a:lnTo>
                    <a:pt x="29" y="47"/>
                  </a:lnTo>
                  <a:lnTo>
                    <a:pt x="30" y="47"/>
                  </a:lnTo>
                  <a:lnTo>
                    <a:pt x="31" y="46"/>
                  </a:lnTo>
                  <a:lnTo>
                    <a:pt x="33" y="46"/>
                  </a:lnTo>
                  <a:lnTo>
                    <a:pt x="34" y="46"/>
                  </a:lnTo>
                  <a:lnTo>
                    <a:pt x="35" y="45"/>
                  </a:lnTo>
                  <a:lnTo>
                    <a:pt x="36" y="45"/>
                  </a:lnTo>
                  <a:lnTo>
                    <a:pt x="37" y="44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9" y="41"/>
                  </a:lnTo>
                  <a:lnTo>
                    <a:pt x="40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3" y="39"/>
                  </a:lnTo>
                  <a:lnTo>
                    <a:pt x="44" y="38"/>
                  </a:lnTo>
                  <a:lnTo>
                    <a:pt x="44" y="37"/>
                  </a:lnTo>
                  <a:lnTo>
                    <a:pt x="45" y="36"/>
                  </a:lnTo>
                  <a:lnTo>
                    <a:pt x="45" y="35"/>
                  </a:lnTo>
                  <a:lnTo>
                    <a:pt x="46" y="34"/>
                  </a:lnTo>
                  <a:lnTo>
                    <a:pt x="46" y="33"/>
                  </a:lnTo>
                  <a:lnTo>
                    <a:pt x="47" y="31"/>
                  </a:lnTo>
                  <a:lnTo>
                    <a:pt x="47" y="30"/>
                  </a:lnTo>
                  <a:lnTo>
                    <a:pt x="47" y="29"/>
                  </a:lnTo>
                  <a:lnTo>
                    <a:pt x="47" y="28"/>
                  </a:lnTo>
                  <a:lnTo>
                    <a:pt x="48" y="27"/>
                  </a:lnTo>
                  <a:lnTo>
                    <a:pt x="48" y="26"/>
                  </a:lnTo>
                  <a:lnTo>
                    <a:pt x="48" y="25"/>
                  </a:lnTo>
                  <a:lnTo>
                    <a:pt x="48" y="24"/>
                  </a:lnTo>
                  <a:lnTo>
                    <a:pt x="48" y="22"/>
                  </a:lnTo>
                  <a:lnTo>
                    <a:pt x="48" y="21"/>
                  </a:lnTo>
                  <a:lnTo>
                    <a:pt x="48" y="20"/>
                  </a:lnTo>
                  <a:lnTo>
                    <a:pt x="47" y="19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7" y="16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45" y="12"/>
                  </a:lnTo>
                  <a:lnTo>
                    <a:pt x="45" y="11"/>
                  </a:lnTo>
                  <a:lnTo>
                    <a:pt x="44" y="10"/>
                  </a:lnTo>
                  <a:lnTo>
                    <a:pt x="44" y="9"/>
                  </a:lnTo>
                  <a:lnTo>
                    <a:pt x="43" y="9"/>
                  </a:lnTo>
                  <a:lnTo>
                    <a:pt x="42" y="8"/>
                  </a:lnTo>
                  <a:lnTo>
                    <a:pt x="42" y="7"/>
                  </a:lnTo>
                  <a:lnTo>
                    <a:pt x="40" y="6"/>
                  </a:lnTo>
                  <a:lnTo>
                    <a:pt x="39" y="6"/>
                  </a:lnTo>
                  <a:lnTo>
                    <a:pt x="38" y="4"/>
                  </a:lnTo>
                  <a:lnTo>
                    <a:pt x="37" y="3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0" name="Rectangle 112">
              <a:extLst>
                <a:ext uri="{FF2B5EF4-FFF2-40B4-BE49-F238E27FC236}">
                  <a16:creationId xmlns:a16="http://schemas.microsoft.com/office/drawing/2014/main" id="{FDBAEF37-D17F-4674-B52B-C486F2A3B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2" y="3224"/>
              <a:ext cx="51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Helvetica" panose="020B0604020202020204" pitchFamily="34" charset="0"/>
                </a:rPr>
                <a:t>(a) Circuit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112711" name="Group 126">
              <a:extLst>
                <a:ext uri="{FF2B5EF4-FFF2-40B4-BE49-F238E27FC236}">
                  <a16:creationId xmlns:a16="http://schemas.microsoft.com/office/drawing/2014/main" id="{FB194D1C-DFC9-4477-993F-63126610C0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1" y="2286"/>
              <a:ext cx="1342" cy="1072"/>
              <a:chOff x="3956" y="1996"/>
              <a:chExt cx="1167" cy="933"/>
            </a:xfrm>
          </p:grpSpPr>
          <p:sp>
            <p:nvSpPr>
              <p:cNvPr id="112716" name="Rectangle 101">
                <a:extLst>
                  <a:ext uri="{FF2B5EF4-FFF2-40B4-BE49-F238E27FC236}">
                    <a16:creationId xmlns:a16="http://schemas.microsoft.com/office/drawing/2014/main" id="{3543A15D-326C-4E18-937B-4F21C2859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3" y="1996"/>
                <a:ext cx="404" cy="639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2717" name="Rectangle 103">
                <a:extLst>
                  <a:ext uri="{FF2B5EF4-FFF2-40B4-BE49-F238E27FC236}">
                    <a16:creationId xmlns:a16="http://schemas.microsoft.com/office/drawing/2014/main" id="{22309FC1-45E8-4FFD-AB03-6422DB987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6" y="2108"/>
                <a:ext cx="87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3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2718" name="Rectangle 104">
                <a:extLst>
                  <a:ext uri="{FF2B5EF4-FFF2-40B4-BE49-F238E27FC236}">
                    <a16:creationId xmlns:a16="http://schemas.microsoft.com/office/drawing/2014/main" id="{04B73A8C-DB44-4D4B-9D96-01E3930D4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0" y="2104"/>
                <a:ext cx="88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3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2719" name="Line 105">
                <a:extLst>
                  <a:ext uri="{FF2B5EF4-FFF2-40B4-BE49-F238E27FC236}">
                    <a16:creationId xmlns:a16="http://schemas.microsoft.com/office/drawing/2014/main" id="{76F97B60-82EC-4D63-A518-7B428ADE2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75" y="2422"/>
                <a:ext cx="45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20" name="Freeform 106">
                <a:extLst>
                  <a:ext uri="{FF2B5EF4-FFF2-40B4-BE49-F238E27FC236}">
                    <a16:creationId xmlns:a16="http://schemas.microsoft.com/office/drawing/2014/main" id="{226A9CFF-667E-4ED1-8CDC-FCDDD89BB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2433"/>
                <a:ext cx="79" cy="79"/>
              </a:xfrm>
              <a:custGeom>
                <a:avLst/>
                <a:gdLst>
                  <a:gd name="T0" fmla="*/ 0 w 157"/>
                  <a:gd name="T1" fmla="*/ 1 h 157"/>
                  <a:gd name="T2" fmla="*/ 1 w 157"/>
                  <a:gd name="T3" fmla="*/ 1 h 157"/>
                  <a:gd name="T4" fmla="*/ 0 w 157"/>
                  <a:gd name="T5" fmla="*/ 0 h 157"/>
                  <a:gd name="T6" fmla="*/ 0 60000 65536"/>
                  <a:gd name="T7" fmla="*/ 0 60000 65536"/>
                  <a:gd name="T8" fmla="*/ 0 60000 65536"/>
                  <a:gd name="T9" fmla="*/ 0 w 157"/>
                  <a:gd name="T10" fmla="*/ 0 h 157"/>
                  <a:gd name="T11" fmla="*/ 157 w 157"/>
                  <a:gd name="T12" fmla="*/ 157 h 1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7" h="157">
                    <a:moveTo>
                      <a:pt x="0" y="157"/>
                    </a:moveTo>
                    <a:lnTo>
                      <a:pt x="157" y="90"/>
                    </a:ln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21" name="Line 107">
                <a:extLst>
                  <a:ext uri="{FF2B5EF4-FFF2-40B4-BE49-F238E27FC236}">
                    <a16:creationId xmlns:a16="http://schemas.microsoft.com/office/drawing/2014/main" id="{3D72C05B-566B-4559-A02C-460FF5C9A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8" y="2479"/>
                <a:ext cx="2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22" name="Line 108">
                <a:extLst>
                  <a:ext uri="{FF2B5EF4-FFF2-40B4-BE49-F238E27FC236}">
                    <a16:creationId xmlns:a16="http://schemas.microsoft.com/office/drawing/2014/main" id="{848F9A88-89ED-4DF3-B014-BB1F956A82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8" y="2153"/>
                <a:ext cx="23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23" name="Line 109">
                <a:extLst>
                  <a:ext uri="{FF2B5EF4-FFF2-40B4-BE49-F238E27FC236}">
                    <a16:creationId xmlns:a16="http://schemas.microsoft.com/office/drawing/2014/main" id="{94E943B5-F7D8-4B0B-9ABF-766BB8E7C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87" y="2153"/>
                <a:ext cx="2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24" name="Line 110">
                <a:extLst>
                  <a:ext uri="{FF2B5EF4-FFF2-40B4-BE49-F238E27FC236}">
                    <a16:creationId xmlns:a16="http://schemas.microsoft.com/office/drawing/2014/main" id="{917A1BD2-CD21-4AEC-AA2E-8C9B6FFB13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87" y="2478"/>
                <a:ext cx="2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25" name="Rectangle 111">
                <a:extLst>
                  <a:ext uri="{FF2B5EF4-FFF2-40B4-BE49-F238E27FC236}">
                    <a16:creationId xmlns:a16="http://schemas.microsoft.com/office/drawing/2014/main" id="{15FD1C39-A349-4D5B-A2DC-03397E02C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0" y="2424"/>
                <a:ext cx="88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3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2726" name="Rectangle 113">
                <a:extLst>
                  <a:ext uri="{FF2B5EF4-FFF2-40B4-BE49-F238E27FC236}">
                    <a16:creationId xmlns:a16="http://schemas.microsoft.com/office/drawing/2014/main" id="{6025E081-B497-427C-BAED-19A72F977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9" y="2812"/>
                <a:ext cx="896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Helvetica" panose="020B0604020202020204" pitchFamily="34" charset="0"/>
                  </a:rPr>
                  <a:t>(b) Graphical symbol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12727" name="Rectangle 114">
                <a:extLst>
                  <a:ext uri="{FF2B5EF4-FFF2-40B4-BE49-F238E27FC236}">
                    <a16:creationId xmlns:a16="http://schemas.microsoft.com/office/drawing/2014/main" id="{FAB8A766-DAAA-4346-941E-9DD387D9F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6" y="2419"/>
                <a:ext cx="238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300" b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112712" name="Line 115">
              <a:extLst>
                <a:ext uri="{FF2B5EF4-FFF2-40B4-BE49-F238E27FC236}">
                  <a16:creationId xmlns:a16="http://schemas.microsoft.com/office/drawing/2014/main" id="{6911C0EB-14A2-4901-A64B-428B5A2C5F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1" y="1989"/>
              <a:ext cx="64" cy="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3" name="Rectangle 116">
              <a:extLst>
                <a:ext uri="{FF2B5EF4-FFF2-40B4-BE49-F238E27FC236}">
                  <a16:creationId xmlns:a16="http://schemas.microsoft.com/office/drawing/2014/main" id="{98EA983D-3E01-4C1B-82D7-8BEB1B1A0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2001"/>
              <a:ext cx="10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714" name="Rectangle 117">
              <a:extLst>
                <a:ext uri="{FF2B5EF4-FFF2-40B4-BE49-F238E27FC236}">
                  <a16:creationId xmlns:a16="http://schemas.microsoft.com/office/drawing/2014/main" id="{AABA02FD-E355-4E9E-8BB9-F4434A9CB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1269"/>
              <a:ext cx="10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2715" name="Rectangle 124">
              <a:extLst>
                <a:ext uri="{FF2B5EF4-FFF2-40B4-BE49-F238E27FC236}">
                  <a16:creationId xmlns:a16="http://schemas.microsoft.com/office/drawing/2014/main" id="{E21C5ADE-C9E4-4BAE-900F-2882E196C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3" y="2824"/>
              <a:ext cx="7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4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12642" name="TextBox 125">
            <a:extLst>
              <a:ext uri="{FF2B5EF4-FFF2-40B4-BE49-F238E27FC236}">
                <a16:creationId xmlns:a16="http://schemas.microsoft.com/office/drawing/2014/main" id="{4A402EA6-1A41-41A2-8E46-4BB40943F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550025"/>
            <a:ext cx="2546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5.11 from the textbook ]</a:t>
            </a:r>
          </a:p>
        </p:txBody>
      </p:sp>
      <p:sp>
        <p:nvSpPr>
          <p:cNvPr id="112643" name="Title 1">
            <a:extLst>
              <a:ext uri="{FF2B5EF4-FFF2-40B4-BE49-F238E27FC236}">
                <a16:creationId xmlns:a16="http://schemas.microsoft.com/office/drawing/2014/main" id="{D1A6D1B8-BCA5-4ADC-83A5-EBB215095514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A positive-edge-triggered D flip-flop</a:t>
            </a:r>
          </a:p>
        </p:txBody>
      </p:sp>
      <p:sp>
        <p:nvSpPr>
          <p:cNvPr id="112644" name="TextBox 88">
            <a:extLst>
              <a:ext uri="{FF2B5EF4-FFF2-40B4-BE49-F238E27FC236}">
                <a16:creationId xmlns:a16="http://schemas.microsoft.com/office/drawing/2014/main" id="{34FEAA7B-1AE5-4D03-A224-57E45BFEF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762000"/>
            <a:ext cx="5334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" panose="02020603050405020304" pitchFamily="18" charset="0"/>
              </a:rPr>
              <a:t>This circuit behaves like a positive-edge-triggered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" panose="02020603050405020304" pitchFamily="18" charset="0"/>
              </a:rPr>
              <a:t>D flip-flop, but it uses only 6 NAND gates.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" panose="02020603050405020304" pitchFamily="18" charset="0"/>
              </a:rPr>
              <a:t>Thus, it can be implemented with fewer transistors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" panose="02020603050405020304" pitchFamily="18" charset="0"/>
              </a:rPr>
              <a:t>than the master-slave D flip-flop.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5" name="Picture 0">
            <a:extLst>
              <a:ext uri="{FF2B5EF4-FFF2-40B4-BE49-F238E27FC236}">
                <a16:creationId xmlns:a16="http://schemas.microsoft.com/office/drawing/2014/main" id="{D6FEBAF0-5E57-4425-8B17-DABD02358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33" y="609600"/>
            <a:ext cx="6829967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6" name="TextBox 125">
            <a:extLst>
              <a:ext uri="{FF2B5EF4-FFF2-40B4-BE49-F238E27FC236}">
                <a16:creationId xmlns:a16="http://schemas.microsoft.com/office/drawing/2014/main" id="{E91F280E-1145-4881-878B-D55207A2C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5.12 from the textbook ]</a:t>
            </a:r>
          </a:p>
        </p:txBody>
      </p:sp>
      <p:sp>
        <p:nvSpPr>
          <p:cNvPr id="113667" name="Title 1">
            <a:extLst>
              <a:ext uri="{FF2B5EF4-FFF2-40B4-BE49-F238E27FC236}">
                <a16:creationId xmlns:a16="http://schemas.microsoft.com/office/drawing/2014/main" id="{2F249DAD-BC89-4ABA-AB0F-6D933A5E3C48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Master-slave D flip-flop with Clear and Preset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3">
            <a:extLst>
              <a:ext uri="{FF2B5EF4-FFF2-40B4-BE49-F238E27FC236}">
                <a16:creationId xmlns:a16="http://schemas.microsoft.com/office/drawing/2014/main" id="{0DA63183-78E9-48D2-83D2-84E69D93E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Positive-edge-triggered D flip-flop with Clear and Preset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3" name="Picture 1" descr="Screen shot 2013-10-21 at 1.41.17 PM.png">
            <a:extLst>
              <a:ext uri="{FF2B5EF4-FFF2-40B4-BE49-F238E27FC236}">
                <a16:creationId xmlns:a16="http://schemas.microsoft.com/office/drawing/2014/main" id="{05ABCE99-695F-4A37-83DB-4D0EB4533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936625"/>
            <a:ext cx="5651500" cy="498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TextBox 125">
            <a:extLst>
              <a:ext uri="{FF2B5EF4-FFF2-40B4-BE49-F238E27FC236}">
                <a16:creationId xmlns:a16="http://schemas.microsoft.com/office/drawing/2014/main" id="{5F16DF2A-F968-4F39-BEE9-A4CC7F39C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5.13a from the textbook ]</a:t>
            </a:r>
          </a:p>
        </p:txBody>
      </p:sp>
      <p:sp>
        <p:nvSpPr>
          <p:cNvPr id="115715" name="Title 1">
            <a:extLst>
              <a:ext uri="{FF2B5EF4-FFF2-40B4-BE49-F238E27FC236}">
                <a16:creationId xmlns:a16="http://schemas.microsoft.com/office/drawing/2014/main" id="{6AA766E2-69FE-4484-8A90-54F2BC405622}"/>
              </a:ext>
            </a:extLst>
          </p:cNvPr>
          <p:cNvSpPr txBox="1">
            <a:spLocks/>
          </p:cNvSpPr>
          <p:nvPr/>
        </p:nvSpPr>
        <p:spPr bwMode="auto">
          <a:xfrm>
            <a:off x="0" y="77574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D flip-flop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with Clear and Preset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extBox 125">
            <a:extLst>
              <a:ext uri="{FF2B5EF4-FFF2-40B4-BE49-F238E27FC236}">
                <a16:creationId xmlns:a16="http://schemas.microsoft.com/office/drawing/2014/main" id="{AC41CDD5-02FD-417B-9F55-C3E9539B0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400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5.13b from the textbook ]</a:t>
            </a:r>
          </a:p>
        </p:txBody>
      </p:sp>
      <p:sp>
        <p:nvSpPr>
          <p:cNvPr id="116738" name="Title 1">
            <a:extLst>
              <a:ext uri="{FF2B5EF4-FFF2-40B4-BE49-F238E27FC236}">
                <a16:creationId xmlns:a16="http://schemas.microsoft.com/office/drawing/2014/main" id="{DF9E1DED-554D-40DC-A04A-AACE4CB313ED}"/>
              </a:ext>
            </a:extLst>
          </p:cNvPr>
          <p:cNvSpPr txBox="1">
            <a:spLocks/>
          </p:cNvSpPr>
          <p:nvPr/>
        </p:nvSpPr>
        <p:spPr bwMode="auto">
          <a:xfrm>
            <a:off x="44450" y="7620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D flip-flop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with Clear and Preset</a:t>
            </a:r>
          </a:p>
        </p:txBody>
      </p:sp>
      <p:pic>
        <p:nvPicPr>
          <p:cNvPr id="116739" name="Picture 1">
            <a:extLst>
              <a:ext uri="{FF2B5EF4-FFF2-40B4-BE49-F238E27FC236}">
                <a16:creationId xmlns:a16="http://schemas.microsoft.com/office/drawing/2014/main" id="{6AAD24C1-1668-4E02-8C92-2510D8002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124" y="1175982"/>
            <a:ext cx="3670300" cy="400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extBox 125">
            <a:extLst>
              <a:ext uri="{FF2B5EF4-FFF2-40B4-BE49-F238E27FC236}">
                <a16:creationId xmlns:a16="http://schemas.microsoft.com/office/drawing/2014/main" id="{D1E8A310-B08E-4490-ADD0-37B3207AA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5.13c from the textbook ]</a:t>
            </a:r>
          </a:p>
        </p:txBody>
      </p:sp>
      <p:sp>
        <p:nvSpPr>
          <p:cNvPr id="117762" name="Title 1">
            <a:extLst>
              <a:ext uri="{FF2B5EF4-FFF2-40B4-BE49-F238E27FC236}">
                <a16:creationId xmlns:a16="http://schemas.microsoft.com/office/drawing/2014/main" id="{488D79D7-64E0-495A-8FD6-DC275921800B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D flip-flop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with Synchronous Clear</a:t>
            </a:r>
          </a:p>
        </p:txBody>
      </p:sp>
      <p:pic>
        <p:nvPicPr>
          <p:cNvPr id="117763" name="Picture 1">
            <a:extLst>
              <a:ext uri="{FF2B5EF4-FFF2-40B4-BE49-F238E27FC236}">
                <a16:creationId xmlns:a16="http://schemas.microsoft.com/office/drawing/2014/main" id="{FC48FA97-7889-48D2-82B0-CF185B342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990600"/>
            <a:ext cx="5105400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4" name="TextBox 5">
            <a:extLst>
              <a:ext uri="{FF2B5EF4-FFF2-40B4-BE49-F238E27FC236}">
                <a16:creationId xmlns:a16="http://schemas.microsoft.com/office/drawing/2014/main" id="{06326F34-E087-4ACC-AC19-D337C4252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69" y="4876800"/>
            <a:ext cx="7713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The output Q can be cleared only on the positive clock edge.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B26F1A-31CF-4397-B3F8-341693DA47A3}"/>
              </a:ext>
            </a:extLst>
          </p:cNvPr>
          <p:cNvSpPr/>
          <p:nvPr/>
        </p:nvSpPr>
        <p:spPr>
          <a:xfrm>
            <a:off x="3810000" y="1371600"/>
            <a:ext cx="236220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extBox 125">
            <a:extLst>
              <a:ext uri="{FF2B5EF4-FFF2-40B4-BE49-F238E27FC236}">
                <a16:creationId xmlns:a16="http://schemas.microsoft.com/office/drawing/2014/main" id="{D1E8A310-B08E-4490-ADD0-37B3207AA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5.13c from the textbook ]</a:t>
            </a:r>
          </a:p>
        </p:txBody>
      </p:sp>
      <p:sp>
        <p:nvSpPr>
          <p:cNvPr id="117762" name="Title 1">
            <a:extLst>
              <a:ext uri="{FF2B5EF4-FFF2-40B4-BE49-F238E27FC236}">
                <a16:creationId xmlns:a16="http://schemas.microsoft.com/office/drawing/2014/main" id="{488D79D7-64E0-495A-8FD6-DC275921800B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D flip-flop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with Synchronous Clear</a:t>
            </a:r>
          </a:p>
        </p:txBody>
      </p:sp>
      <p:pic>
        <p:nvPicPr>
          <p:cNvPr id="117763" name="Picture 1">
            <a:extLst>
              <a:ext uri="{FF2B5EF4-FFF2-40B4-BE49-F238E27FC236}">
                <a16:creationId xmlns:a16="http://schemas.microsoft.com/office/drawing/2014/main" id="{FC48FA97-7889-48D2-82B0-CF185B342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31" y="1066800"/>
            <a:ext cx="5105400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4" name="TextBox 5">
            <a:extLst>
              <a:ext uri="{FF2B5EF4-FFF2-40B4-BE49-F238E27FC236}">
                <a16:creationId xmlns:a16="http://schemas.microsoft.com/office/drawing/2014/main" id="{06326F34-E087-4ACC-AC19-D337C4252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69" y="4876800"/>
            <a:ext cx="7713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The output Q can be cleared only on the positive clock edge.</a:t>
            </a:r>
          </a:p>
        </p:txBody>
      </p:sp>
    </p:spTree>
    <p:extLst>
      <p:ext uri="{BB962C8B-B14F-4D97-AF65-F5344CB8AC3E}">
        <p14:creationId xmlns:p14="http://schemas.microsoft.com/office/powerpoint/2010/main" val="27840134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Box 125">
            <a:extLst>
              <a:ext uri="{FF2B5EF4-FFF2-40B4-BE49-F238E27FC236}">
                <a16:creationId xmlns:a16="http://schemas.microsoft.com/office/drawing/2014/main" id="{6D329865-F3D1-472C-8139-76F395C5E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5.14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321DA839-85BC-46DB-8DBF-E44D94FB2D46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Flip-Flop Timing Parameters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79DB07-838A-4B3A-A850-23313093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32" y="3657600"/>
            <a:ext cx="2895600" cy="195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09E6C-AC33-4F7E-A08A-0D4F0EDF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609600"/>
            <a:ext cx="6778989" cy="3733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BA1A003-8EA2-43F6-81EC-04E85D799582}"/>
              </a:ext>
            </a:extLst>
          </p:cNvPr>
          <p:cNvSpPr/>
          <p:nvPr/>
        </p:nvSpPr>
        <p:spPr>
          <a:xfrm>
            <a:off x="3657600" y="2743200"/>
            <a:ext cx="5334468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Box 125">
            <a:extLst>
              <a:ext uri="{FF2B5EF4-FFF2-40B4-BE49-F238E27FC236}">
                <a16:creationId xmlns:a16="http://schemas.microsoft.com/office/drawing/2014/main" id="{6D329865-F3D1-472C-8139-76F395C5E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5.14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321DA839-85BC-46DB-8DBF-E44D94FB2D46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Flip-Flop Timing Parameters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79DB07-838A-4B3A-A850-23313093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32" y="3657600"/>
            <a:ext cx="2895600" cy="195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09E6C-AC33-4F7E-A08A-0D4F0EDF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609600"/>
            <a:ext cx="6778989" cy="3733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BA1A003-8EA2-43F6-81EC-04E85D799582}"/>
              </a:ext>
            </a:extLst>
          </p:cNvPr>
          <p:cNvSpPr/>
          <p:nvPr/>
        </p:nvSpPr>
        <p:spPr>
          <a:xfrm>
            <a:off x="3657600" y="2743200"/>
            <a:ext cx="5334468" cy="99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4C65EA-5226-4CEC-BCA9-16CD93D7DF2F}"/>
              </a:ext>
            </a:extLst>
          </p:cNvPr>
          <p:cNvCxnSpPr>
            <a:cxnSpLocks/>
          </p:cNvCxnSpPr>
          <p:nvPr/>
        </p:nvCxnSpPr>
        <p:spPr bwMode="auto">
          <a:xfrm>
            <a:off x="4419600" y="533400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0E7A14-0E59-4751-B311-1BAE359C2D41}"/>
              </a:ext>
            </a:extLst>
          </p:cNvPr>
          <p:cNvCxnSpPr>
            <a:cxnSpLocks/>
          </p:cNvCxnSpPr>
          <p:nvPr/>
        </p:nvCxnSpPr>
        <p:spPr bwMode="auto">
          <a:xfrm>
            <a:off x="7467600" y="533400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013217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Box 125">
            <a:extLst>
              <a:ext uri="{FF2B5EF4-FFF2-40B4-BE49-F238E27FC236}">
                <a16:creationId xmlns:a16="http://schemas.microsoft.com/office/drawing/2014/main" id="{6D329865-F3D1-472C-8139-76F395C5E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5.14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321DA839-85BC-46DB-8DBF-E44D94FB2D46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Flip-Flop Timing Parameters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79DB07-838A-4B3A-A850-23313093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32" y="3657600"/>
            <a:ext cx="2895600" cy="195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09E6C-AC33-4F7E-A08A-0D4F0EDF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609600"/>
            <a:ext cx="6778989" cy="37338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4C65EA-5226-4CEC-BCA9-16CD93D7DF2F}"/>
              </a:ext>
            </a:extLst>
          </p:cNvPr>
          <p:cNvCxnSpPr>
            <a:cxnSpLocks/>
          </p:cNvCxnSpPr>
          <p:nvPr/>
        </p:nvCxnSpPr>
        <p:spPr bwMode="auto">
          <a:xfrm>
            <a:off x="4419600" y="533400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0E7A14-0E59-4751-B311-1BAE359C2D41}"/>
              </a:ext>
            </a:extLst>
          </p:cNvPr>
          <p:cNvCxnSpPr>
            <a:cxnSpLocks/>
          </p:cNvCxnSpPr>
          <p:nvPr/>
        </p:nvCxnSpPr>
        <p:spPr bwMode="auto">
          <a:xfrm>
            <a:off x="7467600" y="533400"/>
            <a:ext cx="0" cy="351226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128018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5" name="Picture 6">
            <a:extLst>
              <a:ext uri="{FF2B5EF4-FFF2-40B4-BE49-F238E27FC236}">
                <a16:creationId xmlns:a16="http://schemas.microsoft.com/office/drawing/2014/main" id="{117C259A-AC0E-496D-AB2C-6F2C83791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57200"/>
            <a:ext cx="7010400" cy="637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6" name="TextBox 125">
            <a:extLst>
              <a:ext uri="{FF2B5EF4-FFF2-40B4-BE49-F238E27FC236}">
                <a16:creationId xmlns:a16="http://schemas.microsoft.com/office/drawing/2014/main" id="{6D329865-F3D1-472C-8139-76F395C5E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5.14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321DA839-85BC-46DB-8DBF-E44D94FB2D46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Flip-Flop Timing Parameters</a:t>
            </a:r>
          </a:p>
        </p:txBody>
      </p:sp>
      <p:sp>
        <p:nvSpPr>
          <p:cNvPr id="118788" name="TextBox 1">
            <a:extLst>
              <a:ext uri="{FF2B5EF4-FFF2-40B4-BE49-F238E27FC236}">
                <a16:creationId xmlns:a16="http://schemas.microsoft.com/office/drawing/2014/main" id="{2F30388B-23D2-420C-B5E0-A085A3387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257550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Setup time</a:t>
            </a:r>
          </a:p>
        </p:txBody>
      </p:sp>
      <p:sp>
        <p:nvSpPr>
          <p:cNvPr id="118789" name="TextBox 5">
            <a:extLst>
              <a:ext uri="{FF2B5EF4-FFF2-40B4-BE49-F238E27FC236}">
                <a16:creationId xmlns:a16="http://schemas.microsoft.com/office/drawing/2014/main" id="{2B1E02A5-5AEE-4AB2-890D-C0D6D4822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541713"/>
            <a:ext cx="121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Hold time</a:t>
            </a:r>
          </a:p>
        </p:txBody>
      </p:sp>
      <p:sp>
        <p:nvSpPr>
          <p:cNvPr id="118790" name="TextBox 6">
            <a:extLst>
              <a:ext uri="{FF2B5EF4-FFF2-40B4-BE49-F238E27FC236}">
                <a16:creationId xmlns:a16="http://schemas.microsoft.com/office/drawing/2014/main" id="{9296BA8E-9D50-48DC-805A-CFF55B66E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827713"/>
            <a:ext cx="20272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6000"/>
              </a:lnSpc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clock-to-Q</a:t>
            </a:r>
          </a:p>
          <a:p>
            <a:pPr>
              <a:lnSpc>
                <a:spcPct val="86000"/>
              </a:lnSpc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propagation delay</a:t>
            </a:r>
          </a:p>
        </p:txBody>
      </p:sp>
      <p:sp>
        <p:nvSpPr>
          <p:cNvPr id="118791" name="Right Brace 3">
            <a:extLst>
              <a:ext uri="{FF2B5EF4-FFF2-40B4-BE49-F238E27FC236}">
                <a16:creationId xmlns:a16="http://schemas.microsoft.com/office/drawing/2014/main" id="{55DF49F7-5315-4198-BDAD-2A5F62FBE1FB}"/>
              </a:ext>
            </a:extLst>
          </p:cNvPr>
          <p:cNvSpPr>
            <a:spLocks/>
          </p:cNvSpPr>
          <p:nvPr/>
        </p:nvSpPr>
        <p:spPr bwMode="auto">
          <a:xfrm rot="5400000">
            <a:off x="2336006" y="4836319"/>
            <a:ext cx="179388" cy="736600"/>
          </a:xfrm>
          <a:prstGeom prst="rightBrace">
            <a:avLst>
              <a:gd name="adj1" fmla="val 838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8792" name="Right Brace 9">
            <a:extLst>
              <a:ext uri="{FF2B5EF4-FFF2-40B4-BE49-F238E27FC236}">
                <a16:creationId xmlns:a16="http://schemas.microsoft.com/office/drawing/2014/main" id="{CDAE5AE8-E8A3-49C2-93E0-A80875BA7589}"/>
              </a:ext>
            </a:extLst>
          </p:cNvPr>
          <p:cNvSpPr>
            <a:spLocks/>
          </p:cNvSpPr>
          <p:nvPr/>
        </p:nvSpPr>
        <p:spPr bwMode="auto">
          <a:xfrm rot="5400000">
            <a:off x="5256213" y="4837112"/>
            <a:ext cx="179388" cy="735013"/>
          </a:xfrm>
          <a:prstGeom prst="rightBrace">
            <a:avLst>
              <a:gd name="adj1" fmla="val 8365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0756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Title 1">
            <a:extLst>
              <a:ext uri="{FF2B5EF4-FFF2-40B4-BE49-F238E27FC236}">
                <a16:creationId xmlns:a16="http://schemas.microsoft.com/office/drawing/2014/main" id="{3EC2F9DE-A0C7-44A1-94A2-8C176D782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</a:t>
            </a:r>
          </a:p>
        </p:txBody>
      </p:sp>
      <p:sp>
        <p:nvSpPr>
          <p:cNvPr id="119810" name="Content Placeholder 2">
            <a:extLst>
              <a:ext uri="{FF2B5EF4-FFF2-40B4-BE49-F238E27FC236}">
                <a16:creationId xmlns:a16="http://schemas.microsoft.com/office/drawing/2014/main" id="{5BA69006-09D3-45FD-97FB-0D4EC1B73D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153400" cy="4953000"/>
          </a:xfrm>
        </p:spPr>
        <p:txBody>
          <a:bodyPr/>
          <a:lstStyle/>
          <a:p>
            <a:r>
              <a:rPr lang="en-US" altLang="en-US"/>
              <a:t>Basic Latch – </a:t>
            </a:r>
            <a:r>
              <a:rPr lang="en-US" altLang="en-US" b="0"/>
              <a:t>is a feedback connection of two NOR gates or two NAND gates, which can store one bit of information. It can be set using the S input and reset to 0 using the R input.</a:t>
            </a:r>
          </a:p>
          <a:p>
            <a:endParaRPr lang="en-US" altLang="en-US"/>
          </a:p>
          <a:p>
            <a:r>
              <a:rPr lang="en-US" altLang="en-US"/>
              <a:t>Gated Latch – </a:t>
            </a:r>
            <a:r>
              <a:rPr lang="en-US" altLang="en-US" b="0"/>
              <a:t>is a basic latch that includes input gating and a control input signal. The latch retains its existing state when the control input is equal to 0. Its state may be changed when the control signal is equal to 1. </a:t>
            </a:r>
          </a:p>
        </p:txBody>
      </p:sp>
      <p:sp>
        <p:nvSpPr>
          <p:cNvPr id="119811" name="TextBox 125">
            <a:extLst>
              <a:ext uri="{FF2B5EF4-FFF2-40B4-BE49-F238E27FC236}">
                <a16:creationId xmlns:a16="http://schemas.microsoft.com/office/drawing/2014/main" id="{F06DA96E-EA88-4292-AA20-14CD61AEE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6477000"/>
            <a:ext cx="2324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Section 5.7 in the textbook ]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Title 1">
            <a:extLst>
              <a:ext uri="{FF2B5EF4-FFF2-40B4-BE49-F238E27FC236}">
                <a16:creationId xmlns:a16="http://schemas.microsoft.com/office/drawing/2014/main" id="{A41521E0-02D0-43D8-A905-E0C5E2FA6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</a:t>
            </a:r>
          </a:p>
        </p:txBody>
      </p:sp>
      <p:sp>
        <p:nvSpPr>
          <p:cNvPr id="120834" name="Content Placeholder 2">
            <a:extLst>
              <a:ext uri="{FF2B5EF4-FFF2-40B4-BE49-F238E27FC236}">
                <a16:creationId xmlns:a16="http://schemas.microsoft.com/office/drawing/2014/main" id="{0D98EE3A-0AF4-49DF-BFE0-6F53EF6145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153400" cy="4953000"/>
          </a:xfrm>
        </p:spPr>
        <p:txBody>
          <a:bodyPr/>
          <a:lstStyle/>
          <a:p>
            <a:r>
              <a:rPr lang="en-US" altLang="en-US"/>
              <a:t>Two types of gated latches </a:t>
            </a:r>
          </a:p>
          <a:p>
            <a:pPr>
              <a:buFontTx/>
              <a:buNone/>
            </a:pPr>
            <a:r>
              <a:rPr lang="en-US" altLang="en-US"/>
              <a:t>    (the control input is the clock):</a:t>
            </a:r>
          </a:p>
          <a:p>
            <a:endParaRPr lang="en-US" altLang="en-US"/>
          </a:p>
          <a:p>
            <a:r>
              <a:rPr lang="en-US" altLang="en-US"/>
              <a:t>Gated SR Latch – </a:t>
            </a:r>
            <a:r>
              <a:rPr lang="en-US" altLang="en-US" b="0"/>
              <a:t>uses the S and R inputs to set the latch to 1 or reset it to 0.</a:t>
            </a:r>
          </a:p>
          <a:p>
            <a:endParaRPr lang="en-US" altLang="en-US"/>
          </a:p>
          <a:p>
            <a:r>
              <a:rPr lang="en-US" altLang="en-US"/>
              <a:t>Gated D Latch –</a:t>
            </a:r>
            <a:r>
              <a:rPr lang="en-US" altLang="en-US" b="0"/>
              <a:t> uses the D input to force the latch into a state that has the same logic value as the D input.</a:t>
            </a:r>
          </a:p>
        </p:txBody>
      </p:sp>
      <p:sp>
        <p:nvSpPr>
          <p:cNvPr id="120835" name="TextBox 125">
            <a:extLst>
              <a:ext uri="{FF2B5EF4-FFF2-40B4-BE49-F238E27FC236}">
                <a16:creationId xmlns:a16="http://schemas.microsoft.com/office/drawing/2014/main" id="{D4FBB3CC-AF26-40AD-9F2C-23D59BC59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6477000"/>
            <a:ext cx="2324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Section 5.7 in the textbook ]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Title 1">
            <a:extLst>
              <a:ext uri="{FF2B5EF4-FFF2-40B4-BE49-F238E27FC236}">
                <a16:creationId xmlns:a16="http://schemas.microsoft.com/office/drawing/2014/main" id="{5565B687-B9E6-4DB4-B8DD-1BD5B39F7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</a:t>
            </a:r>
          </a:p>
        </p:txBody>
      </p:sp>
      <p:sp>
        <p:nvSpPr>
          <p:cNvPr id="121858" name="Content Placeholder 2">
            <a:extLst>
              <a:ext uri="{FF2B5EF4-FFF2-40B4-BE49-F238E27FC236}">
                <a16:creationId xmlns:a16="http://schemas.microsoft.com/office/drawing/2014/main" id="{894E0F6E-29A1-4B97-9BE2-47FF38874F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153400" cy="4953000"/>
          </a:xfrm>
        </p:spPr>
        <p:txBody>
          <a:bodyPr/>
          <a:lstStyle/>
          <a:p>
            <a:r>
              <a:rPr lang="en-US" altLang="en-US" dirty="0"/>
              <a:t>Flip-Flop – </a:t>
            </a:r>
            <a:r>
              <a:rPr lang="en-US" altLang="en-US" b="0" dirty="0"/>
              <a:t>is a storage element that can have its output state changed only on the edge of the controlling clock signal. </a:t>
            </a:r>
          </a:p>
          <a:p>
            <a:endParaRPr lang="en-US" altLang="en-US" b="0" dirty="0"/>
          </a:p>
          <a:p>
            <a:r>
              <a:rPr lang="en-US" altLang="en-US" dirty="0"/>
              <a:t>Positive-edge triggered – </a:t>
            </a:r>
            <a:r>
              <a:rPr lang="en-US" altLang="en-US" b="0" dirty="0"/>
              <a:t>if the state changes when the clock signal goes from 0 to 1.</a:t>
            </a:r>
          </a:p>
          <a:p>
            <a:endParaRPr lang="en-US" altLang="en-US" b="0" dirty="0"/>
          </a:p>
          <a:p>
            <a:r>
              <a:rPr lang="en-US" altLang="en-US" dirty="0"/>
              <a:t>Negative-edge triggered – </a:t>
            </a:r>
            <a:r>
              <a:rPr lang="en-US" altLang="en-US" b="0" dirty="0"/>
              <a:t>if the state changes when the clock signal goes from 1 to 0.</a:t>
            </a:r>
          </a:p>
        </p:txBody>
      </p:sp>
      <p:sp>
        <p:nvSpPr>
          <p:cNvPr id="121859" name="TextBox 125">
            <a:extLst>
              <a:ext uri="{FF2B5EF4-FFF2-40B4-BE49-F238E27FC236}">
                <a16:creationId xmlns:a16="http://schemas.microsoft.com/office/drawing/2014/main" id="{98A3E256-4525-4F46-8B04-18C4AC4AF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6477000"/>
            <a:ext cx="2324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Section 5.7 in the textbook ]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Title 1">
            <a:extLst>
              <a:ext uri="{FF2B5EF4-FFF2-40B4-BE49-F238E27FC236}">
                <a16:creationId xmlns:a16="http://schemas.microsoft.com/office/drawing/2014/main" id="{6A0D3AE9-6159-4AF0-A01C-7F009CC12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Terminology</a:t>
            </a:r>
          </a:p>
        </p:txBody>
      </p:sp>
      <p:sp>
        <p:nvSpPr>
          <p:cNvPr id="122882" name="Content Placeholder 2">
            <a:extLst>
              <a:ext uri="{FF2B5EF4-FFF2-40B4-BE49-F238E27FC236}">
                <a16:creationId xmlns:a16="http://schemas.microsoft.com/office/drawing/2014/main" id="{2767607B-8994-4F1A-BAEC-181B8420A4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305800" cy="49530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b="0"/>
              <a:t>The word </a:t>
            </a:r>
            <a:r>
              <a:rPr lang="en-US" altLang="en-US" i="1"/>
              <a:t>latch</a:t>
            </a:r>
            <a:r>
              <a:rPr lang="en-US" altLang="en-US" b="0"/>
              <a:t> is mainly used for storage elements, while clocked devices are described as </a:t>
            </a:r>
            <a:r>
              <a:rPr lang="en-US" altLang="en-US" i="1"/>
              <a:t>flip-flops</a:t>
            </a:r>
            <a:r>
              <a:rPr lang="en-US" altLang="en-US" b="0"/>
              <a:t>.</a:t>
            </a:r>
          </a:p>
          <a:p>
            <a:pPr marL="0" indent="0">
              <a:buFontTx/>
              <a:buNone/>
            </a:pPr>
            <a:endParaRPr lang="en-US" altLang="en-US" b="0"/>
          </a:p>
          <a:p>
            <a:pPr marL="0" indent="0">
              <a:buFontTx/>
              <a:buNone/>
            </a:pPr>
            <a:r>
              <a:rPr lang="en-US" altLang="en-US" b="0"/>
              <a:t>A </a:t>
            </a:r>
            <a:r>
              <a:rPr lang="en-US" altLang="en-US"/>
              <a:t>latch</a:t>
            </a:r>
            <a:r>
              <a:rPr lang="en-US" altLang="en-US" b="0"/>
              <a:t> is level-sensitive, whereas a </a:t>
            </a:r>
            <a:r>
              <a:rPr lang="en-US" altLang="en-US"/>
              <a:t>flip-flop </a:t>
            </a:r>
            <a:r>
              <a:rPr lang="en-US" altLang="en-US" b="0"/>
              <a:t>is edge-sensitive. That is, when a latch is enabled it becomes transparent, while a flip flop's output only changes on a single type (positive going or negative going) of clock edge.</a:t>
            </a:r>
          </a:p>
        </p:txBody>
      </p:sp>
      <p:sp>
        <p:nvSpPr>
          <p:cNvPr id="122883" name="TextBox 125">
            <a:extLst>
              <a:ext uri="{FF2B5EF4-FFF2-40B4-BE49-F238E27FC236}">
                <a16:creationId xmlns:a16="http://schemas.microsoft.com/office/drawing/2014/main" id="{964CC064-BD78-41E5-9549-232D639E9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6400800"/>
            <a:ext cx="39719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[http://en.wikipedia.org/wiki/Flip-flop_(electronics)]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D90360-3B21-4048-9E84-CD66033C6025}">
  <ds:schemaRefs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2545ccdc-34fc-4cec-a48d-ba29d7877a97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10340</TotalTime>
  <Words>2283</Words>
  <Application>Microsoft Office PowerPoint</Application>
  <PresentationFormat>On-screen Show (4:3)</PresentationFormat>
  <Paragraphs>905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MS PGothic</vt:lpstr>
      <vt:lpstr>MS PGothic</vt:lpstr>
      <vt:lpstr>Arial</vt:lpstr>
      <vt:lpstr>Calibri</vt:lpstr>
      <vt:lpstr>Helvetica</vt:lpstr>
      <vt:lpstr>Times</vt:lpstr>
      <vt:lpstr>Times New Roman</vt:lpstr>
      <vt:lpstr>Times-Roman</vt:lpstr>
      <vt:lpstr>Default Design</vt:lpstr>
      <vt:lpstr>PowerPoint Presentation</vt:lpstr>
      <vt:lpstr>Administrative Stuff</vt:lpstr>
      <vt:lpstr>22-D Flip-Flops</vt:lpstr>
      <vt:lpstr>PowerPoint Presentation</vt:lpstr>
      <vt:lpstr>PowerPoint Presentation</vt:lpstr>
      <vt:lpstr>Basic Latch  (with NOR Gates)</vt:lpstr>
      <vt:lpstr>PowerPoint Presentation</vt:lpstr>
      <vt:lpstr>PowerPoint Presentation</vt:lpstr>
      <vt:lpstr>PowerPoint Presentation</vt:lpstr>
      <vt:lpstr>PowerPoint Presentation</vt:lpstr>
      <vt:lpstr>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following examples came from this 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Terminology</vt:lpstr>
      <vt:lpstr>Terminology</vt:lpstr>
      <vt:lpstr>Terminology</vt:lpstr>
      <vt:lpstr>Terminology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234</cp:revision>
  <dcterms:created xsi:type="dcterms:W3CDTF">2003-05-23T15:49:24Z</dcterms:created>
  <dcterms:modified xsi:type="dcterms:W3CDTF">2022-03-19T13:16:22Z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