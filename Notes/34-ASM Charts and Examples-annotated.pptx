
<file path=[Content_Types].xml><?xml version="1.0" encoding="utf-8"?>
<Types xmlns="http://schemas.openxmlformats.org/package/2006/content-types">
  <Default Extension="png" ContentType="image/png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ink/ink12.xml" ContentType="application/inkml+xml"/>
  <Override PartName="/ppt/ink/ink13.xml" ContentType="application/inkml+xml"/>
  <Override PartName="/ppt/notesSlides/notesSlide15.xml" ContentType="application/vnd.openxmlformats-officedocument.presentationml.notesSlide+xml"/>
  <Override PartName="/ppt/ink/ink14.xml" ContentType="application/inkml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60" r:id="rId4"/>
  </p:sldMasterIdLst>
  <p:notesMasterIdLst>
    <p:notesMasterId r:id="rId118"/>
  </p:notesMasterIdLst>
  <p:handoutMasterIdLst>
    <p:handoutMasterId r:id="rId119"/>
  </p:handoutMasterIdLst>
  <p:sldIdLst>
    <p:sldId id="788" r:id="rId5"/>
    <p:sldId id="2147" r:id="rId6"/>
    <p:sldId id="773" r:id="rId7"/>
    <p:sldId id="1367" r:id="rId8"/>
    <p:sldId id="1368" r:id="rId9"/>
    <p:sldId id="259" r:id="rId10"/>
    <p:sldId id="1369" r:id="rId11"/>
    <p:sldId id="273" r:id="rId12"/>
    <p:sldId id="275" r:id="rId13"/>
    <p:sldId id="276" r:id="rId14"/>
    <p:sldId id="277" r:id="rId15"/>
    <p:sldId id="1370" r:id="rId16"/>
    <p:sldId id="260" r:id="rId17"/>
    <p:sldId id="1363" r:id="rId18"/>
    <p:sldId id="1371" r:id="rId19"/>
    <p:sldId id="278" r:id="rId20"/>
    <p:sldId id="1372" r:id="rId21"/>
    <p:sldId id="265" r:id="rId22"/>
    <p:sldId id="280" r:id="rId23"/>
    <p:sldId id="281" r:id="rId24"/>
    <p:sldId id="296" r:id="rId25"/>
    <p:sldId id="1373" r:id="rId26"/>
    <p:sldId id="285" r:id="rId27"/>
    <p:sldId id="297" r:id="rId28"/>
    <p:sldId id="287" r:id="rId29"/>
    <p:sldId id="299" r:id="rId30"/>
    <p:sldId id="349" r:id="rId31"/>
    <p:sldId id="350" r:id="rId32"/>
    <p:sldId id="352" r:id="rId33"/>
    <p:sldId id="353" r:id="rId34"/>
    <p:sldId id="354" r:id="rId35"/>
    <p:sldId id="355" r:id="rId36"/>
    <p:sldId id="300" r:id="rId37"/>
    <p:sldId id="356" r:id="rId38"/>
    <p:sldId id="359" r:id="rId39"/>
    <p:sldId id="360" r:id="rId40"/>
    <p:sldId id="361" r:id="rId41"/>
    <p:sldId id="364" r:id="rId42"/>
    <p:sldId id="295" r:id="rId43"/>
    <p:sldId id="399" r:id="rId44"/>
    <p:sldId id="301" r:id="rId45"/>
    <p:sldId id="365" r:id="rId46"/>
    <p:sldId id="366" r:id="rId47"/>
    <p:sldId id="367" r:id="rId48"/>
    <p:sldId id="368" r:id="rId49"/>
    <p:sldId id="369" r:id="rId50"/>
    <p:sldId id="370" r:id="rId51"/>
    <p:sldId id="371" r:id="rId52"/>
    <p:sldId id="1364" r:id="rId53"/>
    <p:sldId id="302" r:id="rId54"/>
    <p:sldId id="303" r:id="rId55"/>
    <p:sldId id="1374" r:id="rId56"/>
    <p:sldId id="282" r:id="rId57"/>
    <p:sldId id="313" r:id="rId58"/>
    <p:sldId id="2148" r:id="rId59"/>
    <p:sldId id="326" r:id="rId60"/>
    <p:sldId id="314" r:id="rId61"/>
    <p:sldId id="325" r:id="rId62"/>
    <p:sldId id="316" r:id="rId63"/>
    <p:sldId id="318" r:id="rId64"/>
    <p:sldId id="320" r:id="rId65"/>
    <p:sldId id="321" r:id="rId66"/>
    <p:sldId id="323" r:id="rId67"/>
    <p:sldId id="327" r:id="rId68"/>
    <p:sldId id="315" r:id="rId69"/>
    <p:sldId id="331" r:id="rId70"/>
    <p:sldId id="289" r:id="rId71"/>
    <p:sldId id="328" r:id="rId72"/>
    <p:sldId id="336" r:id="rId73"/>
    <p:sldId id="337" r:id="rId74"/>
    <p:sldId id="338" r:id="rId75"/>
    <p:sldId id="339" r:id="rId76"/>
    <p:sldId id="340" r:id="rId77"/>
    <p:sldId id="341" r:id="rId78"/>
    <p:sldId id="342" r:id="rId79"/>
    <p:sldId id="283" r:id="rId80"/>
    <p:sldId id="304" r:id="rId81"/>
    <p:sldId id="290" r:id="rId82"/>
    <p:sldId id="1375" r:id="rId83"/>
    <p:sldId id="291" r:id="rId84"/>
    <p:sldId id="292" r:id="rId85"/>
    <p:sldId id="376" r:id="rId86"/>
    <p:sldId id="378" r:id="rId87"/>
    <p:sldId id="379" r:id="rId88"/>
    <p:sldId id="380" r:id="rId89"/>
    <p:sldId id="381" r:id="rId90"/>
    <p:sldId id="382" r:id="rId91"/>
    <p:sldId id="383" r:id="rId92"/>
    <p:sldId id="1365" r:id="rId93"/>
    <p:sldId id="384" r:id="rId94"/>
    <p:sldId id="403" r:id="rId95"/>
    <p:sldId id="404" r:id="rId96"/>
    <p:sldId id="405" r:id="rId97"/>
    <p:sldId id="406" r:id="rId98"/>
    <p:sldId id="284" r:id="rId99"/>
    <p:sldId id="305" r:id="rId100"/>
    <p:sldId id="293" r:id="rId101"/>
    <p:sldId id="385" r:id="rId102"/>
    <p:sldId id="386" r:id="rId103"/>
    <p:sldId id="387" r:id="rId104"/>
    <p:sldId id="388" r:id="rId105"/>
    <p:sldId id="389" r:id="rId106"/>
    <p:sldId id="390" r:id="rId107"/>
    <p:sldId id="391" r:id="rId108"/>
    <p:sldId id="392" r:id="rId109"/>
    <p:sldId id="393" r:id="rId110"/>
    <p:sldId id="394" r:id="rId111"/>
    <p:sldId id="395" r:id="rId112"/>
    <p:sldId id="396" r:id="rId113"/>
    <p:sldId id="397" r:id="rId114"/>
    <p:sldId id="398" r:id="rId115"/>
    <p:sldId id="306" r:id="rId116"/>
    <p:sldId id="2146" r:id="rId117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anose="02020603050405020304" pitchFamily="18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3" d="100"/>
          <a:sy n="83" d="100"/>
        </p:scale>
        <p:origin x="931" y="48"/>
      </p:cViewPr>
      <p:guideLst>
        <p:guide orient="horz" pos="912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6" Type="http://schemas.openxmlformats.org/officeDocument/2006/relationships/slide" Target="slides/slide1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tableStyles" Target="tableStyles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notesMaster" Target="notesMasters/notesMaster1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microsoft.com/office/2016/11/relationships/changesInfo" Target="changesInfos/changesInfo1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handoutMaster" Target="handoutMasters/handoutMaster1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presProps" Target="presProps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viewProps" Target="viewProps.xml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hamed, Md Maruf [E CPE]" userId="6f647de5-aeca-43cd-b76c-e84c6089bcf4" providerId="ADAL" clId="{C9C339E9-70D6-493A-AD85-AEA330FEB563}"/>
  </pc:docChgLst>
  <pc:docChgLst>
    <pc:chgData name="Md Maruf Ahamed" userId="6f647de5-aeca-43cd-b76c-e84c6089bcf4" providerId="ADAL" clId="{5B37B21D-B543-46C4-BC3A-A4D7CD781D32}"/>
  </pc:docChgLst>
  <pc:docChgLst>
    <pc:chgData name="Ahamed, Md Maruf [E CPE]" userId="6f647de5-aeca-43cd-b76c-e84c6089bcf4" providerId="ADAL" clId="{70834596-BB89-45FB-B6AD-AF11D3CF07C1}"/>
    <pc:docChg chg="undo custSel addSld delSld modSld sldOrd">
      <pc:chgData name="Ahamed, Md Maruf [E CPE]" userId="6f647de5-aeca-43cd-b76c-e84c6089bcf4" providerId="ADAL" clId="{70834596-BB89-45FB-B6AD-AF11D3CF07C1}" dt="2022-04-22T22:14:03.022" v="116"/>
      <pc:docMkLst>
        <pc:docMk/>
      </pc:docMkLst>
      <pc:sldChg chg="addSp">
        <pc:chgData name="Ahamed, Md Maruf [E CPE]" userId="6f647de5-aeca-43cd-b76c-e84c6089bcf4" providerId="ADAL" clId="{70834596-BB89-45FB-B6AD-AF11D3CF07C1}" dt="2022-04-22T05:41:14.539" v="34"/>
        <pc:sldMkLst>
          <pc:docMk/>
          <pc:sldMk cId="0" sldId="260"/>
        </pc:sldMkLst>
        <pc:spChg chg="add">
          <ac:chgData name="Ahamed, Md Maruf [E CPE]" userId="6f647de5-aeca-43cd-b76c-e84c6089bcf4" providerId="ADAL" clId="{70834596-BB89-45FB-B6AD-AF11D3CF07C1}" dt="2022-04-22T05:41:14.539" v="34"/>
          <ac:spMkLst>
            <pc:docMk/>
            <pc:sldMk cId="0" sldId="260"/>
            <ac:spMk id="61" creationId="{6D842C9B-806E-41AE-9F2C-28EF6F733784}"/>
          </ac:spMkLst>
        </pc:sp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273"/>
        </pc:sldMkLst>
        <pc:spChg chg="mod">
          <ac:chgData name="Ahamed, Md Maruf [E CPE]" userId="6f647de5-aeca-43cd-b76c-e84c6089bcf4" providerId="ADAL" clId="{70834596-BB89-45FB-B6AD-AF11D3CF07C1}" dt="2022-04-22T05:39:28.982" v="4" actId="1076"/>
          <ac:spMkLst>
            <pc:docMk/>
            <pc:sldMk cId="0" sldId="273"/>
            <ac:spMk id="47107" creationId="{F73DB325-0599-4F32-A361-80BE2ED60671}"/>
          </ac:spMkLst>
        </pc:spChg>
        <pc:grpChg chg="mod">
          <ac:chgData name="Ahamed, Md Maruf [E CPE]" userId="6f647de5-aeca-43cd-b76c-e84c6089bcf4" providerId="ADAL" clId="{70834596-BB89-45FB-B6AD-AF11D3CF07C1}" dt="2022-04-22T05:39:34.056" v="5" actId="1076"/>
          <ac:grpSpMkLst>
            <pc:docMk/>
            <pc:sldMk cId="0" sldId="273"/>
            <ac:grpSpMk id="47105" creationId="{939CC2AB-2540-4838-BDDA-5698A6E90523}"/>
          </ac:grpSpMkLst>
        </pc:grp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273"/>
            <ac:inkMk id="2" creationId="{847D8204-7E04-47A1-A6ED-E29389FAB22F}"/>
          </ac:inkMkLst>
        </pc:inkChg>
        <pc:inkChg chg="del">
          <ac:chgData name="Ahamed, Md Maruf [E CPE]" userId="6f647de5-aeca-43cd-b76c-e84c6089bcf4" providerId="ADAL" clId="{70834596-BB89-45FB-B6AD-AF11D3CF07C1}" dt="2022-04-22T05:39:24.806" v="3" actId="478"/>
          <ac:inkMkLst>
            <pc:docMk/>
            <pc:sldMk cId="0" sldId="273"/>
            <ac:inkMk id="2" creationId="{D2498A8B-3AF1-4ACD-A17F-F01352539C9D}"/>
          </ac:inkMkLst>
        </pc:ink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275"/>
        </pc:sldMkLst>
        <pc:grpChg chg="mod">
          <ac:chgData name="Ahamed, Md Maruf [E CPE]" userId="6f647de5-aeca-43cd-b76c-e84c6089bcf4" providerId="ADAL" clId="{70834596-BB89-45FB-B6AD-AF11D3CF07C1}" dt="2022-04-22T05:39:43.614" v="7" actId="1076"/>
          <ac:grpSpMkLst>
            <pc:docMk/>
            <pc:sldMk cId="0" sldId="275"/>
            <ac:grpSpMk id="49155" creationId="{889A0AA5-B936-4546-AB32-246090023B3A}"/>
          </ac:grpSpMkLst>
        </pc:grpChg>
        <pc:inkChg chg="del">
          <ac:chgData name="Ahamed, Md Maruf [E CPE]" userId="6f647de5-aeca-43cd-b76c-e84c6089bcf4" providerId="ADAL" clId="{70834596-BB89-45FB-B6AD-AF11D3CF07C1}" dt="2022-04-22T05:39:38.230" v="6" actId="478"/>
          <ac:inkMkLst>
            <pc:docMk/>
            <pc:sldMk cId="0" sldId="275"/>
            <ac:inkMk id="2" creationId="{74947F35-1645-46BC-90F5-7F4B65FAE3D7}"/>
          </ac:inkMkLst>
        </pc:ink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275"/>
            <ac:inkMk id="2" creationId="{8CC43FA7-788B-4907-B58D-A7FA11DD3DFC}"/>
          </ac:inkMkLst>
        </pc:ink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276"/>
        </pc:sldMkLst>
        <pc:grpChg chg="mod">
          <ac:chgData name="Ahamed, Md Maruf [E CPE]" userId="6f647de5-aeca-43cd-b76c-e84c6089bcf4" providerId="ADAL" clId="{70834596-BB89-45FB-B6AD-AF11D3CF07C1}" dt="2022-04-22T05:39:57.032" v="9" actId="1076"/>
          <ac:grpSpMkLst>
            <pc:docMk/>
            <pc:sldMk cId="0" sldId="276"/>
            <ac:grpSpMk id="50180" creationId="{2DCDA2B2-E0C3-4056-9C92-91B32243EE5D}"/>
          </ac:grpSpMkLst>
        </pc:grp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276"/>
            <ac:inkMk id="2" creationId="{429726B2-1497-4F1B-B06C-1BF27D3F7B52}"/>
          </ac:inkMkLst>
        </pc:inkChg>
        <pc:inkChg chg="del">
          <ac:chgData name="Ahamed, Md Maruf [E CPE]" userId="6f647de5-aeca-43cd-b76c-e84c6089bcf4" providerId="ADAL" clId="{70834596-BB89-45FB-B6AD-AF11D3CF07C1}" dt="2022-04-22T05:39:52.131" v="8" actId="478"/>
          <ac:inkMkLst>
            <pc:docMk/>
            <pc:sldMk cId="0" sldId="276"/>
            <ac:inkMk id="2" creationId="{BDE0C036-FF3D-4217-BD13-5AD64B748087}"/>
          </ac:inkMkLst>
        </pc:inkChg>
      </pc:sldChg>
      <pc:sldChg chg="del">
        <pc:chgData name="Ahamed, Md Maruf [E CPE]" userId="6f647de5-aeca-43cd-b76c-e84c6089bcf4" providerId="ADAL" clId="{70834596-BB89-45FB-B6AD-AF11D3CF07C1}" dt="2022-04-22T05:58:29.733" v="92" actId="2696"/>
        <pc:sldMkLst>
          <pc:docMk/>
          <pc:sldMk cId="0" sldId="279"/>
        </pc:sldMkLst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287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287"/>
            <ac:inkMk id="2" creationId="{3187C8F1-454B-4DDE-9120-659D33071BE5}"/>
          </ac:inkMkLst>
        </pc:inkChg>
      </pc:sldChg>
      <pc:sldChg chg="delSp del">
        <pc:chgData name="Ahamed, Md Maruf [E CPE]" userId="6f647de5-aeca-43cd-b76c-e84c6089bcf4" providerId="ADAL" clId="{70834596-BB89-45FB-B6AD-AF11D3CF07C1}" dt="2022-04-22T05:59:49.169" v="94" actId="2696"/>
        <pc:sldMkLst>
          <pc:docMk/>
          <pc:sldMk cId="0" sldId="288"/>
        </pc:sldMkLst>
        <pc:inkChg chg="del">
          <ac:chgData name="Ahamed, Md Maruf [E CPE]" userId="6f647de5-aeca-43cd-b76c-e84c6089bcf4" providerId="ADAL" clId="{70834596-BB89-45FB-B6AD-AF11D3CF07C1}" dt="2022-04-22T05:52:23.071" v="46" actId="478"/>
          <ac:inkMkLst>
            <pc:docMk/>
            <pc:sldMk cId="0" sldId="288"/>
            <ac:inkMk id="2" creationId="{834C7793-8B14-42D1-9AC6-D8E45BA620BD}"/>
          </ac:inkMkLst>
        </pc:ink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290"/>
        </pc:sldMkLst>
        <pc:spChg chg="mod">
          <ac:chgData name="Ahamed, Md Maruf [E CPE]" userId="6f647de5-aeca-43cd-b76c-e84c6089bcf4" providerId="ADAL" clId="{70834596-BB89-45FB-B6AD-AF11D3CF07C1}" dt="2022-04-22T06:07:05.285" v="114" actId="207"/>
          <ac:spMkLst>
            <pc:docMk/>
            <pc:sldMk cId="0" sldId="290"/>
            <ac:spMk id="2" creationId="{DC970A97-D114-475D-B857-3E92FBE519FC}"/>
          </ac:spMkLst>
        </pc:spChg>
        <pc:inkChg chg="del">
          <ac:chgData name="Ahamed, Md Maruf [E CPE]" userId="6f647de5-aeca-43cd-b76c-e84c6089bcf4" providerId="ADAL" clId="{70834596-BB89-45FB-B6AD-AF11D3CF07C1}" dt="2022-04-22T05:56:12.133" v="58" actId="478"/>
          <ac:inkMkLst>
            <pc:docMk/>
            <pc:sldMk cId="0" sldId="290"/>
            <ac:inkMk id="3" creationId="{9574128C-037F-4F5B-8889-266E83EBEEC7}"/>
          </ac:inkMkLst>
        </pc:ink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290"/>
            <ac:inkMk id="3" creationId="{B97E12D1-548C-45A0-8A5B-43E355A6CF18}"/>
          </ac:inkMkLst>
        </pc:ink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02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02"/>
            <ac:inkMk id="2" creationId="{F0D7345E-2273-40E2-8203-D0656E7B9D7B}"/>
          </ac:inkMkLst>
        </pc:inkChg>
      </pc:sldChg>
      <pc:sldChg chg="modSp">
        <pc:chgData name="Ahamed, Md Maruf [E CPE]" userId="6f647de5-aeca-43cd-b76c-e84c6089bcf4" providerId="ADAL" clId="{70834596-BB89-45FB-B6AD-AF11D3CF07C1}" dt="2022-04-22T06:06:49.263" v="113" actId="113"/>
        <pc:sldMkLst>
          <pc:docMk/>
          <pc:sldMk cId="0" sldId="304"/>
        </pc:sldMkLst>
        <pc:spChg chg="mod">
          <ac:chgData name="Ahamed, Md Maruf [E CPE]" userId="6f647de5-aeca-43cd-b76c-e84c6089bcf4" providerId="ADAL" clId="{70834596-BB89-45FB-B6AD-AF11D3CF07C1}" dt="2022-04-22T06:06:49.263" v="113" actId="113"/>
          <ac:spMkLst>
            <pc:docMk/>
            <pc:sldMk cId="0" sldId="304"/>
            <ac:spMk id="207875" creationId="{BD7BE185-7E01-7D44-934F-A05FF3BEBA15}"/>
          </ac:spMkLst>
        </pc:sp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05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05"/>
            <ac:inkMk id="2" creationId="{7770BC3E-7695-4172-9705-3C7CC3876B8D}"/>
          </ac:inkMkLst>
        </pc:ink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13"/>
        </pc:sldMkLst>
        <pc:spChg chg="mod">
          <ac:chgData name="Ahamed, Md Maruf [E CPE]" userId="6f647de5-aeca-43cd-b76c-e84c6089bcf4" providerId="ADAL" clId="{70834596-BB89-45FB-B6AD-AF11D3CF07C1}" dt="2022-04-22T05:54:04.679" v="56" actId="1035"/>
          <ac:spMkLst>
            <pc:docMk/>
            <pc:sldMk cId="0" sldId="313"/>
            <ac:spMk id="207875" creationId="{0FF235B7-7B44-AB4A-8ABF-7A2766E8C71B}"/>
          </ac:spMkLst>
        </pc:sp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13"/>
            <ac:inkMk id="2" creationId="{0840417C-28D7-4369-ADB2-E5C452F11835}"/>
          </ac:inkMkLst>
        </pc:inkChg>
        <pc:inkChg chg="del">
          <ac:chgData name="Ahamed, Md Maruf [E CPE]" userId="6f647de5-aeca-43cd-b76c-e84c6089bcf4" providerId="ADAL" clId="{70834596-BB89-45FB-B6AD-AF11D3CF07C1}" dt="2022-04-22T05:53:59.664" v="48" actId="478"/>
          <ac:inkMkLst>
            <pc:docMk/>
            <pc:sldMk cId="0" sldId="313"/>
            <ac:inkMk id="2" creationId="{5A721E4E-56E3-4071-AF46-2EDF0575324A}"/>
          </ac:inkMkLst>
        </pc:inkChg>
      </pc:sldChg>
      <pc:sldChg chg="del">
        <pc:chgData name="Ahamed, Md Maruf [E CPE]" userId="6f647de5-aeca-43cd-b76c-e84c6089bcf4" providerId="ADAL" clId="{70834596-BB89-45FB-B6AD-AF11D3CF07C1}" dt="2022-04-22T06:04:29.012" v="105" actId="2696"/>
        <pc:sldMkLst>
          <pc:docMk/>
          <pc:sldMk cId="0" sldId="317"/>
        </pc:sldMkLst>
      </pc:sldChg>
      <pc:sldChg chg="addSp">
        <pc:chgData name="Ahamed, Md Maruf [E CPE]" userId="6f647de5-aeca-43cd-b76c-e84c6089bcf4" providerId="ADAL" clId="{70834596-BB89-45FB-B6AD-AF11D3CF07C1}" dt="2022-04-22T06:04:14.189" v="104"/>
        <pc:sldMkLst>
          <pc:docMk/>
          <pc:sldMk cId="0" sldId="318"/>
        </pc:sldMkLst>
        <pc:spChg chg="add">
          <ac:chgData name="Ahamed, Md Maruf [E CPE]" userId="6f647de5-aeca-43cd-b76c-e84c6089bcf4" providerId="ADAL" clId="{70834596-BB89-45FB-B6AD-AF11D3CF07C1}" dt="2022-04-22T06:04:14.189" v="104"/>
          <ac:spMkLst>
            <pc:docMk/>
            <pc:sldMk cId="0" sldId="318"/>
            <ac:spMk id="127" creationId="{C113F63B-FE5B-4295-B459-4BDCE7376CA7}"/>
          </ac:spMkLst>
        </pc:spChg>
      </pc:sldChg>
      <pc:sldChg chg="del">
        <pc:chgData name="Ahamed, Md Maruf [E CPE]" userId="6f647de5-aeca-43cd-b76c-e84c6089bcf4" providerId="ADAL" clId="{70834596-BB89-45FB-B6AD-AF11D3CF07C1}" dt="2022-04-22T06:04:51.017" v="106" actId="2696"/>
        <pc:sldMkLst>
          <pc:docMk/>
          <pc:sldMk cId="0" sldId="319"/>
        </pc:sldMkLst>
      </pc:sldChg>
      <pc:sldChg chg="del">
        <pc:chgData name="Ahamed, Md Maruf [E CPE]" userId="6f647de5-aeca-43cd-b76c-e84c6089bcf4" providerId="ADAL" clId="{70834596-BB89-45FB-B6AD-AF11D3CF07C1}" dt="2022-04-22T06:05:37.107" v="107" actId="2696"/>
        <pc:sldMkLst>
          <pc:docMk/>
          <pc:sldMk cId="0" sldId="322"/>
        </pc:sldMkLst>
      </pc:sldChg>
      <pc:sldChg chg="del">
        <pc:chgData name="Ahamed, Md Maruf [E CPE]" userId="6f647de5-aeca-43cd-b76c-e84c6089bcf4" providerId="ADAL" clId="{70834596-BB89-45FB-B6AD-AF11D3CF07C1}" dt="2022-04-22T06:03:50.418" v="103" actId="2696"/>
        <pc:sldMkLst>
          <pc:docMk/>
          <pc:sldMk cId="0" sldId="324"/>
        </pc:sldMkLst>
      </pc:sldChg>
      <pc:sldChg chg="del">
        <pc:chgData name="Ahamed, Md Maruf [E CPE]" userId="6f647de5-aeca-43cd-b76c-e84c6089bcf4" providerId="ADAL" clId="{70834596-BB89-45FB-B6AD-AF11D3CF07C1}" dt="2022-04-22T06:05:46.323" v="108" actId="2696"/>
        <pc:sldMkLst>
          <pc:docMk/>
          <pc:sldMk cId="0" sldId="329"/>
        </pc:sldMkLst>
      </pc:sldChg>
      <pc:sldChg chg="del">
        <pc:chgData name="Ahamed, Md Maruf [E CPE]" userId="6f647de5-aeca-43cd-b76c-e84c6089bcf4" providerId="ADAL" clId="{70834596-BB89-45FB-B6AD-AF11D3CF07C1}" dt="2022-04-22T06:06:05.606" v="109" actId="2696"/>
        <pc:sldMkLst>
          <pc:docMk/>
          <pc:sldMk cId="0" sldId="332"/>
        </pc:sldMkLst>
      </pc:sldChg>
      <pc:sldChg chg="delSp">
        <pc:chgData name="Ahamed, Md Maruf [E CPE]" userId="6f647de5-aeca-43cd-b76c-e84c6089bcf4" providerId="ADAL" clId="{70834596-BB89-45FB-B6AD-AF11D3CF07C1}" dt="2022-04-22T05:56:01.270" v="57" actId="478"/>
        <pc:sldMkLst>
          <pc:docMk/>
          <pc:sldMk cId="0" sldId="341"/>
        </pc:sldMkLst>
        <pc:inkChg chg="del">
          <ac:chgData name="Ahamed, Md Maruf [E CPE]" userId="6f647de5-aeca-43cd-b76c-e84c6089bcf4" providerId="ADAL" clId="{70834596-BB89-45FB-B6AD-AF11D3CF07C1}" dt="2022-04-22T05:56:01.270" v="57" actId="478"/>
          <ac:inkMkLst>
            <pc:docMk/>
            <pc:sldMk cId="0" sldId="341"/>
            <ac:inkMk id="2" creationId="{1CE0FD82-7D52-4B7D-94B1-D0389AF882C1}"/>
          </ac:inkMkLst>
        </pc:inkChg>
      </pc:sldChg>
      <pc:sldChg chg="addSp del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50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50"/>
            <ac:inkMk id="2" creationId="{082D7063-8BFD-4FFC-9170-C5C956230BD0}"/>
          </ac:inkMkLst>
        </pc:inkChg>
        <pc:inkChg chg="del">
          <ac:chgData name="Ahamed, Md Maruf [E CPE]" userId="6f647de5-aeca-43cd-b76c-e84c6089bcf4" providerId="ADAL" clId="{70834596-BB89-45FB-B6AD-AF11D3CF07C1}" dt="2022-04-22T05:51:03.622" v="44" actId="478"/>
          <ac:inkMkLst>
            <pc:docMk/>
            <pc:sldMk cId="0" sldId="350"/>
            <ac:inkMk id="2" creationId="{C13A158D-157B-4234-A3C6-051D8D8E18C3}"/>
          </ac:inkMkLst>
        </pc:inkChg>
      </pc:sldChg>
      <pc:sldChg chg="delSp">
        <pc:chgData name="Ahamed, Md Maruf [E CPE]" userId="6f647de5-aeca-43cd-b76c-e84c6089bcf4" providerId="ADAL" clId="{70834596-BB89-45FB-B6AD-AF11D3CF07C1}" dt="2022-04-22T05:51:08.227" v="45" actId="478"/>
        <pc:sldMkLst>
          <pc:docMk/>
          <pc:sldMk cId="0" sldId="354"/>
        </pc:sldMkLst>
        <pc:inkChg chg="del">
          <ac:chgData name="Ahamed, Md Maruf [E CPE]" userId="6f647de5-aeca-43cd-b76c-e84c6089bcf4" providerId="ADAL" clId="{70834596-BB89-45FB-B6AD-AF11D3CF07C1}" dt="2022-04-22T05:51:08.227" v="45" actId="478"/>
          <ac:inkMkLst>
            <pc:docMk/>
            <pc:sldMk cId="0" sldId="354"/>
            <ac:inkMk id="2" creationId="{49DB8DD1-69FC-4A21-9D39-5D7049276902}"/>
          </ac:inkMkLst>
        </pc:inkChg>
      </pc:sldChg>
      <pc:sldChg chg="del">
        <pc:chgData name="Ahamed, Md Maruf [E CPE]" userId="6f647de5-aeca-43cd-b76c-e84c6089bcf4" providerId="ADAL" clId="{70834596-BB89-45FB-B6AD-AF11D3CF07C1}" dt="2022-04-22T05:59:22.497" v="93" actId="2696"/>
        <pc:sldMkLst>
          <pc:docMk/>
          <pc:sldMk cId="0" sldId="363"/>
        </pc:sldMkLst>
      </pc:sldChg>
      <pc:sldChg chg="del">
        <pc:chgData name="Ahamed, Md Maruf [E CPE]" userId="6f647de5-aeca-43cd-b76c-e84c6089bcf4" providerId="ADAL" clId="{70834596-BB89-45FB-B6AD-AF11D3CF07C1}" dt="2022-04-22T06:00:11.723" v="95" actId="2696"/>
        <pc:sldMkLst>
          <pc:docMk/>
          <pc:sldMk cId="0" sldId="372"/>
        </pc:sldMkLst>
      </pc:sldChg>
      <pc:sldChg chg="del">
        <pc:chgData name="Ahamed, Md Maruf [E CPE]" userId="6f647de5-aeca-43cd-b76c-e84c6089bcf4" providerId="ADAL" clId="{70834596-BB89-45FB-B6AD-AF11D3CF07C1}" dt="2022-04-22T06:00:17.459" v="96" actId="2696"/>
        <pc:sldMkLst>
          <pc:docMk/>
          <pc:sldMk cId="0" sldId="373"/>
        </pc:sldMkLst>
      </pc:sldChg>
      <pc:sldChg chg="delSp">
        <pc:chgData name="Ahamed, Md Maruf [E CPE]" userId="6f647de5-aeca-43cd-b76c-e84c6089bcf4" providerId="ADAL" clId="{70834596-BB89-45FB-B6AD-AF11D3CF07C1}" dt="2022-04-22T05:56:22.632" v="59" actId="478"/>
        <pc:sldMkLst>
          <pc:docMk/>
          <pc:sldMk cId="0" sldId="383"/>
        </pc:sldMkLst>
        <pc:inkChg chg="del">
          <ac:chgData name="Ahamed, Md Maruf [E CPE]" userId="6f647de5-aeca-43cd-b76c-e84c6089bcf4" providerId="ADAL" clId="{70834596-BB89-45FB-B6AD-AF11D3CF07C1}" dt="2022-04-22T05:56:22.632" v="59" actId="478"/>
          <ac:inkMkLst>
            <pc:docMk/>
            <pc:sldMk cId="0" sldId="383"/>
            <ac:inkMk id="2" creationId="{3D61C5CA-9D87-4FCF-98EE-DB8020791CCE}"/>
          </ac:inkMkLst>
        </pc:ink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85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85"/>
            <ac:inkMk id="4" creationId="{EF3ABA4B-3B99-4DF1-8A74-CEAD34362990}"/>
          </ac:inkMkLst>
        </pc:ink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399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399"/>
            <ac:inkMk id="2" creationId="{5F80D217-E9A3-43D2-B308-D9E104D3F622}"/>
          </ac:inkMkLst>
        </pc:inkChg>
      </pc:sldChg>
      <pc:sldChg chg="addSp del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403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403"/>
            <ac:inkMk id="2" creationId="{21C2490E-2876-496A-AAB0-DDD6FB13557C}"/>
          </ac:inkMkLst>
        </pc:inkChg>
        <pc:inkChg chg="del">
          <ac:chgData name="Ahamed, Md Maruf [E CPE]" userId="6f647de5-aeca-43cd-b76c-e84c6089bcf4" providerId="ADAL" clId="{70834596-BB89-45FB-B6AD-AF11D3CF07C1}" dt="2022-04-22T05:56:27.239" v="60" actId="478"/>
          <ac:inkMkLst>
            <pc:docMk/>
            <pc:sldMk cId="0" sldId="403"/>
            <ac:inkMk id="2" creationId="{453A51D8-D858-483C-A88F-A8803735B8D1}"/>
          </ac:inkMkLst>
        </pc:ink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406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406"/>
            <ac:inkMk id="2" creationId="{DBFAFE0C-6544-4996-ADF2-3E77595A0F55}"/>
          </ac:inkMkLst>
        </pc:inkChg>
      </pc:sldChg>
      <pc:sldChg chg="modSp">
        <pc:chgData name="Ahamed, Md Maruf [E CPE]" userId="6f647de5-aeca-43cd-b76c-e84c6089bcf4" providerId="ADAL" clId="{70834596-BB89-45FB-B6AD-AF11D3CF07C1}" dt="2022-04-22T05:58:04.057" v="91" actId="20577"/>
        <pc:sldMkLst>
          <pc:docMk/>
          <pc:sldMk cId="1744304277" sldId="773"/>
        </pc:sldMkLst>
        <pc:spChg chg="mod">
          <ac:chgData name="Ahamed, Md Maruf [E CPE]" userId="6f647de5-aeca-43cd-b76c-e84c6089bcf4" providerId="ADAL" clId="{70834596-BB89-45FB-B6AD-AF11D3CF07C1}" dt="2022-04-22T05:58:04.057" v="91" actId="20577"/>
          <ac:spMkLst>
            <pc:docMk/>
            <pc:sldMk cId="1744304277" sldId="773"/>
            <ac:spMk id="4" creationId="{CA5AE38B-8B29-4CFD-8DC4-49E537DD3855}"/>
          </ac:spMkLst>
        </pc:spChg>
      </pc:sldChg>
      <pc:sldChg chg="del">
        <pc:chgData name="Ahamed, Md Maruf [E CPE]" userId="6f647de5-aeca-43cd-b76c-e84c6089bcf4" providerId="ADAL" clId="{70834596-BB89-45FB-B6AD-AF11D3CF07C1}" dt="2022-04-22T05:38:45.793" v="2" actId="2696"/>
        <pc:sldMkLst>
          <pc:docMk/>
          <pc:sldMk cId="1865281566" sldId="774"/>
        </pc:sldMkLst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1363"/>
        </pc:sldMkLst>
        <pc:spChg chg="add mod">
          <ac:chgData name="Ahamed, Md Maruf [E CPE]" userId="6f647de5-aeca-43cd-b76c-e84c6089bcf4" providerId="ADAL" clId="{70834596-BB89-45FB-B6AD-AF11D3CF07C1}" dt="2022-04-22T05:41:22.372" v="39" actId="20577"/>
          <ac:spMkLst>
            <pc:docMk/>
            <pc:sldMk cId="0" sldId="1363"/>
            <ac:spMk id="7" creationId="{44C70B71-5CC3-400F-83DA-F44E072C836F}"/>
          </ac:spMkLst>
        </pc:sp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1363"/>
            <ac:inkMk id="2" creationId="{9439F34E-01A8-415C-B9BF-6A2E5C972957}"/>
          </ac:inkMkLst>
        </pc:inkChg>
        <pc:inkChg chg="del">
          <ac:chgData name="Ahamed, Md Maruf [E CPE]" userId="6f647de5-aeca-43cd-b76c-e84c6089bcf4" providerId="ADAL" clId="{70834596-BB89-45FB-B6AD-AF11D3CF07C1}" dt="2022-04-22T05:41:26.549" v="40" actId="478"/>
          <ac:inkMkLst>
            <pc:docMk/>
            <pc:sldMk cId="0" sldId="1363"/>
            <ac:inkMk id="2" creationId="{F2F6CDE3-425E-4092-9DD1-7CEAC18D8F25}"/>
          </ac:inkMkLst>
        </pc:inkChg>
      </pc:sldChg>
      <pc:sldChg chg="delSp">
        <pc:chgData name="Ahamed, Md Maruf [E CPE]" userId="6f647de5-aeca-43cd-b76c-e84c6089bcf4" providerId="ADAL" clId="{70834596-BB89-45FB-B6AD-AF11D3CF07C1}" dt="2022-04-22T05:52:52.134" v="47" actId="478"/>
        <pc:sldMkLst>
          <pc:docMk/>
          <pc:sldMk cId="0" sldId="1364"/>
        </pc:sldMkLst>
        <pc:inkChg chg="del">
          <ac:chgData name="Ahamed, Md Maruf [E CPE]" userId="6f647de5-aeca-43cd-b76c-e84c6089bcf4" providerId="ADAL" clId="{70834596-BB89-45FB-B6AD-AF11D3CF07C1}" dt="2022-04-22T05:52:52.134" v="47" actId="478"/>
          <ac:inkMkLst>
            <pc:docMk/>
            <pc:sldMk cId="0" sldId="1364"/>
            <ac:inkMk id="3" creationId="{5A9E6B02-1A7C-4A57-8446-F7DC1297844C}"/>
          </ac:inkMkLst>
        </pc:inkChg>
      </pc:sldChg>
      <pc:sldChg chg="addSp">
        <pc:chgData name="Ahamed, Md Maruf [E CPE]" userId="6f647de5-aeca-43cd-b76c-e84c6089bcf4" providerId="ADAL" clId="{70834596-BB89-45FB-B6AD-AF11D3CF07C1}" dt="2022-04-22T22:14:03.022" v="116"/>
        <pc:sldMkLst>
          <pc:docMk/>
          <pc:sldMk cId="0" sldId="1365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0" sldId="1365"/>
            <ac:inkMk id="2" creationId="{1E1C229D-2CBF-4626-AEE1-CDF861B69F4F}"/>
          </ac:inkMkLst>
        </pc:inkChg>
      </pc:sldChg>
      <pc:sldChg chg="addSp delSp modSp">
        <pc:chgData name="Ahamed, Md Maruf [E CPE]" userId="6f647de5-aeca-43cd-b76c-e84c6089bcf4" providerId="ADAL" clId="{70834596-BB89-45FB-B6AD-AF11D3CF07C1}" dt="2022-04-22T22:14:03.022" v="116"/>
        <pc:sldMkLst>
          <pc:docMk/>
          <pc:sldMk cId="876894451" sldId="1370"/>
        </pc:sldMkLst>
        <pc:spChg chg="add mod">
          <ac:chgData name="Ahamed, Md Maruf [E CPE]" userId="6f647de5-aeca-43cd-b76c-e84c6089bcf4" providerId="ADAL" clId="{70834596-BB89-45FB-B6AD-AF11D3CF07C1}" dt="2022-04-22T05:41:00.255" v="33" actId="1076"/>
          <ac:spMkLst>
            <pc:docMk/>
            <pc:sldMk cId="876894451" sldId="1370"/>
            <ac:spMk id="61" creationId="{D59071D1-5409-4B14-AF98-2871BD7F46CB}"/>
          </ac:spMkLst>
        </pc:spChg>
        <pc:inkChg chg="del">
          <ac:chgData name="Ahamed, Md Maruf [E CPE]" userId="6f647de5-aeca-43cd-b76c-e84c6089bcf4" providerId="ADAL" clId="{70834596-BB89-45FB-B6AD-AF11D3CF07C1}" dt="2022-04-22T05:40:06.443" v="10" actId="478"/>
          <ac:inkMkLst>
            <pc:docMk/>
            <pc:sldMk cId="876894451" sldId="1370"/>
            <ac:inkMk id="2" creationId="{5F257BAC-3962-498E-9A92-ABE3BD4B035B}"/>
          </ac:inkMkLst>
        </pc:inkChg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876894451" sldId="1370"/>
            <ac:inkMk id="2" creationId="{FB3BDBEC-5B7A-4E86-BA98-0FC295929D30}"/>
          </ac:inkMkLst>
        </pc:inkChg>
      </pc:sldChg>
      <pc:sldChg chg="addSp modSp">
        <pc:chgData name="Ahamed, Md Maruf [E CPE]" userId="6f647de5-aeca-43cd-b76c-e84c6089bcf4" providerId="ADAL" clId="{70834596-BB89-45FB-B6AD-AF11D3CF07C1}" dt="2022-04-22T05:41:49.175" v="42" actId="1076"/>
        <pc:sldMkLst>
          <pc:docMk/>
          <pc:sldMk cId="3916940913" sldId="1371"/>
        </pc:sldMkLst>
        <pc:spChg chg="add">
          <ac:chgData name="Ahamed, Md Maruf [E CPE]" userId="6f647de5-aeca-43cd-b76c-e84c6089bcf4" providerId="ADAL" clId="{70834596-BB89-45FB-B6AD-AF11D3CF07C1}" dt="2022-04-22T05:41:40.550" v="41"/>
          <ac:spMkLst>
            <pc:docMk/>
            <pc:sldMk cId="3916940913" sldId="1371"/>
            <ac:spMk id="7" creationId="{1DC88DC9-CC1E-4227-AB81-50F305D861D1}"/>
          </ac:spMkLst>
        </pc:spChg>
        <pc:spChg chg="mod">
          <ac:chgData name="Ahamed, Md Maruf [E CPE]" userId="6f647de5-aeca-43cd-b76c-e84c6089bcf4" providerId="ADAL" clId="{70834596-BB89-45FB-B6AD-AF11D3CF07C1}" dt="2022-04-22T05:41:49.175" v="42" actId="1076"/>
          <ac:spMkLst>
            <pc:docMk/>
            <pc:sldMk cId="3916940913" sldId="1371"/>
            <ac:spMk id="53253" creationId="{E2E8F31E-D0DA-4406-9450-4AA79F387708}"/>
          </ac:spMkLst>
        </pc:spChg>
      </pc:sldChg>
      <pc:sldChg chg="addSp delSp">
        <pc:chgData name="Ahamed, Md Maruf [E CPE]" userId="6f647de5-aeca-43cd-b76c-e84c6089bcf4" providerId="ADAL" clId="{70834596-BB89-45FB-B6AD-AF11D3CF07C1}" dt="2022-04-22T22:14:03.022" v="116"/>
        <pc:sldMkLst>
          <pc:docMk/>
          <pc:sldMk cId="2080181642" sldId="1373"/>
        </pc:sldMkLst>
        <pc:inkChg chg="add">
          <ac:chgData name="Ahamed, Md Maruf [E CPE]" userId="6f647de5-aeca-43cd-b76c-e84c6089bcf4" providerId="ADAL" clId="{70834596-BB89-45FB-B6AD-AF11D3CF07C1}" dt="2022-04-22T22:14:03.022" v="116"/>
          <ac:inkMkLst>
            <pc:docMk/>
            <pc:sldMk cId="2080181642" sldId="1373"/>
            <ac:inkMk id="3" creationId="{E002EC2A-32D3-4271-A70B-9DA7CF2E70C3}"/>
          </ac:inkMkLst>
        </pc:inkChg>
        <pc:inkChg chg="del">
          <ac:chgData name="Ahamed, Md Maruf [E CPE]" userId="6f647de5-aeca-43cd-b76c-e84c6089bcf4" providerId="ADAL" clId="{70834596-BB89-45FB-B6AD-AF11D3CF07C1}" dt="2022-04-22T05:50:27.899" v="43" actId="478"/>
          <ac:inkMkLst>
            <pc:docMk/>
            <pc:sldMk cId="2080181642" sldId="1373"/>
            <ac:inkMk id="3" creationId="{FDA84E02-DCA9-4469-8D3E-24D754EE5FF7}"/>
          </ac:inkMkLst>
        </pc:inkChg>
      </pc:sldChg>
      <pc:sldChg chg="modSp">
        <pc:chgData name="Ahamed, Md Maruf [E CPE]" userId="6f647de5-aeca-43cd-b76c-e84c6089bcf4" providerId="ADAL" clId="{70834596-BB89-45FB-B6AD-AF11D3CF07C1}" dt="2022-04-22T06:07:09.407" v="115" actId="207"/>
        <pc:sldMkLst>
          <pc:docMk/>
          <pc:sldMk cId="6128219" sldId="1375"/>
        </pc:sldMkLst>
        <pc:spChg chg="mod">
          <ac:chgData name="Ahamed, Md Maruf [E CPE]" userId="6f647de5-aeca-43cd-b76c-e84c6089bcf4" providerId="ADAL" clId="{70834596-BB89-45FB-B6AD-AF11D3CF07C1}" dt="2022-04-22T06:07:09.407" v="115" actId="207"/>
          <ac:spMkLst>
            <pc:docMk/>
            <pc:sldMk cId="6128219" sldId="1375"/>
            <ac:spMk id="6" creationId="{576ACE98-721A-40CE-9190-4D3470A1A135}"/>
          </ac:spMkLst>
        </pc:spChg>
      </pc:sldChg>
      <pc:sldChg chg="modSp ord">
        <pc:chgData name="Ahamed, Md Maruf [E CPE]" userId="6f647de5-aeca-43cd-b76c-e84c6089bcf4" providerId="ADAL" clId="{70834596-BB89-45FB-B6AD-AF11D3CF07C1}" dt="2022-04-22T05:57:44.607" v="61"/>
        <pc:sldMkLst>
          <pc:docMk/>
          <pc:sldMk cId="1270920727" sldId="2147"/>
        </pc:sldMkLst>
        <pc:spChg chg="mod">
          <ac:chgData name="Ahamed, Md Maruf [E CPE]" userId="6f647de5-aeca-43cd-b76c-e84c6089bcf4" providerId="ADAL" clId="{70834596-BB89-45FB-B6AD-AF11D3CF07C1}" dt="2022-04-22T05:38:40.330" v="1" actId="20577"/>
          <ac:spMkLst>
            <pc:docMk/>
            <pc:sldMk cId="1270920727" sldId="2147"/>
            <ac:spMk id="207875" creationId="{D583FDE5-0A59-BD41-A182-AC71C16B0812}"/>
          </ac:spMkLst>
        </pc:spChg>
      </pc:sldChg>
      <pc:sldChg chg="modSp add">
        <pc:chgData name="Ahamed, Md Maruf [E CPE]" userId="6f647de5-aeca-43cd-b76c-e84c6089bcf4" providerId="ADAL" clId="{70834596-BB89-45FB-B6AD-AF11D3CF07C1}" dt="2022-04-22T06:03:29.117" v="102" actId="207"/>
        <pc:sldMkLst>
          <pc:docMk/>
          <pc:sldMk cId="3496157982" sldId="2148"/>
        </pc:sldMkLst>
        <pc:spChg chg="mod">
          <ac:chgData name="Ahamed, Md Maruf [E CPE]" userId="6f647de5-aeca-43cd-b76c-e84c6089bcf4" providerId="ADAL" clId="{70834596-BB89-45FB-B6AD-AF11D3CF07C1}" dt="2022-04-22T06:03:29.117" v="102" actId="207"/>
          <ac:spMkLst>
            <pc:docMk/>
            <pc:sldMk cId="3496157982" sldId="2148"/>
            <ac:spMk id="139268" creationId="{EA0E7F78-6F42-4DC6-8177-F75725CA686A}"/>
          </ac:spMkLst>
        </pc:spChg>
        <pc:spChg chg="mod">
          <ac:chgData name="Ahamed, Md Maruf [E CPE]" userId="6f647de5-aeca-43cd-b76c-e84c6089bcf4" providerId="ADAL" clId="{70834596-BB89-45FB-B6AD-AF11D3CF07C1}" dt="2022-04-22T06:03:23.973" v="101" actId="207"/>
          <ac:spMkLst>
            <pc:docMk/>
            <pc:sldMk cId="3496157982" sldId="2148"/>
            <ac:spMk id="139269" creationId="{3F570799-E6A1-4400-A589-196A55FEBFD9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0" creationId="{6EA87FF5-C6D2-42A5-9662-3C36311D2FEB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1" creationId="{17626145-A7AE-41C8-8D75-7774EB30FA72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2" creationId="{EC2A575A-163E-495B-A340-E05A82554CE2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3" creationId="{1F9526FA-BFB2-43CA-954F-C34B856A96EF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4" creationId="{CBC8F5C3-9881-4C4E-A5A0-87AEE563414E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5" creationId="{5062923E-6E9E-419F-BD55-16C7050DFB5E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6" creationId="{F9B3BF8D-84B5-4D50-A597-1DAF82D4E41C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7" creationId="{7B7EF81D-4E76-4235-947D-CF9289A65C5F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8" creationId="{6EAB90F2-2634-4696-8867-FF5FA37F2FC6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79" creationId="{EA312CCF-8F58-442B-A39D-3722F1C53DF2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0" creationId="{EAC02243-6527-418B-B72A-2AC13CDB9442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1" creationId="{738D0992-4C50-41B9-87A1-C2C39EC1708A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2" creationId="{481B651F-2D89-47AD-B22C-62A932ED1B73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3" creationId="{AC2F13C6-0A40-413B-9A6F-0892DB7BD354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4" creationId="{16D5B78A-7611-466C-88AE-4538843BF6C4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5" creationId="{FE190184-DDFA-4CD4-A1B0-69CE5D540D97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6" creationId="{B95DD1B9-E425-49D4-991D-715082C49F38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8" creationId="{C4937512-73AE-410A-82C9-B00A339AC903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89" creationId="{6C203C46-5F80-454B-8DCF-DAF8E3B5BE77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0" creationId="{6BBC7E55-61FB-458C-9207-2653155DF89C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1" creationId="{9ABC5AD1-A61C-43F2-BE22-61DE6ECF35F2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2" creationId="{43899236-907D-4A71-AB4B-2C83CEF6B094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3" creationId="{F6EC7050-C9AF-4AD3-BEB1-CAB272D97A8B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4" creationId="{CECBB631-ECA0-46C1-92E3-21903C405B84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5" creationId="{A8BD4F1C-6464-46C2-868F-08A941873A8D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6" creationId="{96689A21-67AB-44E3-8F54-5A17B6AF1193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7" creationId="{A0205670-3F48-493C-85AC-EC7ACC00C2E0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299" creationId="{F89CF8F1-699C-408C-A1EE-3B81214E9598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1" creationId="{EB2E8385-D5CD-448D-B380-AAF4E99F2BEC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2" creationId="{4C8374B8-F43E-4D2B-8BF5-48F94F072C97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3" creationId="{5B57567E-AE12-489A-9D90-726EA05CEDEE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4" creationId="{DFB5C6C6-1385-4C85-BEDB-6F86348D1BBF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5" creationId="{DBFD97DF-7FF3-4F92-8D26-C7D031DD5E4E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6" creationId="{98EBF450-BC98-48AE-8F68-F45CFBE75B0E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7" creationId="{26F1AF33-6412-4B65-8D4E-A737C7C49E4A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8" creationId="{BF58910F-420D-4A03-AE81-934A44CC0FA6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09" creationId="{26D47A3B-5555-4B8F-AA1C-CDFA2D38C6B6}"/>
          </ac:spMkLst>
        </pc:spChg>
        <pc:spChg chg="mod">
          <ac:chgData name="Ahamed, Md Maruf [E CPE]" userId="6f647de5-aeca-43cd-b76c-e84c6089bcf4" providerId="ADAL" clId="{70834596-BB89-45FB-B6AD-AF11D3CF07C1}" dt="2022-04-22T06:03:18.443" v="100" actId="208"/>
          <ac:spMkLst>
            <pc:docMk/>
            <pc:sldMk cId="3496157982" sldId="2148"/>
            <ac:spMk id="139310" creationId="{57626428-1D9A-4805-BDD4-4D27BE5412A9}"/>
          </ac:spMkLst>
        </pc:spChg>
        <pc:cxnChg chg="mod">
          <ac:chgData name="Ahamed, Md Maruf [E CPE]" userId="6f647de5-aeca-43cd-b76c-e84c6089bcf4" providerId="ADAL" clId="{70834596-BB89-45FB-B6AD-AF11D3CF07C1}" dt="2022-04-22T06:03:18.443" v="100" actId="208"/>
          <ac:cxnSpMkLst>
            <pc:docMk/>
            <pc:sldMk cId="3496157982" sldId="2148"/>
            <ac:cxnSpMk id="139287" creationId="{03A16170-921A-4A48-BD39-6AF2097F51A5}"/>
          </ac:cxnSpMkLst>
        </pc:cxnChg>
        <pc:cxnChg chg="mod">
          <ac:chgData name="Ahamed, Md Maruf [E CPE]" userId="6f647de5-aeca-43cd-b76c-e84c6089bcf4" providerId="ADAL" clId="{70834596-BB89-45FB-B6AD-AF11D3CF07C1}" dt="2022-04-22T06:03:18.443" v="100" actId="208"/>
          <ac:cxnSpMkLst>
            <pc:docMk/>
            <pc:sldMk cId="3496157982" sldId="2148"/>
            <ac:cxnSpMk id="139298" creationId="{9F259185-06AE-4B14-B90F-850A9A03D96B}"/>
          </ac:cxnSpMkLst>
        </pc:cxnChg>
        <pc:cxnChg chg="mod">
          <ac:chgData name="Ahamed, Md Maruf [E CPE]" userId="6f647de5-aeca-43cd-b76c-e84c6089bcf4" providerId="ADAL" clId="{70834596-BB89-45FB-B6AD-AF11D3CF07C1}" dt="2022-04-22T06:03:18.443" v="100" actId="208"/>
          <ac:cxnSpMkLst>
            <pc:docMk/>
            <pc:sldMk cId="3496157982" sldId="2148"/>
            <ac:cxnSpMk id="139300" creationId="{4A864A39-E741-4C82-BFC9-24A7FA5B6234}"/>
          </ac:cxnSpMkLst>
        </pc:cxn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F16A246E-1165-E245-A7EB-0772963E03C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40F699-AA4E-4A4F-915B-4E190BCFD039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EA62CF11-F0EA-0848-BA90-DDCC4F4E76E9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ABB4707E-3172-FE4D-BE44-CD82F8236D0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85064E9-D108-4958-BC0A-32345D0A6B4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27:27.05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18273 860 1267 0,'0'0'28'0,"0"0"5"0,0 0 2 0,0 0 1 0,0 0-36 0,0 0 0 0,-3-3 0 0,0-2 0 16,3 5 108-16,-3-8 16 0,3 8 2 0,-6-5 1 16,6 5-51-16,-3-3-9 0,0-2-3 0,3 5 0 15,-6-3-7-15,0-2-1 0,6 5-1 0,-6-3 0 16,6 3-15-16,-6 0-4 0,-3-5 0 0,3 5 0 16,6 0-9-16,-9 0-3 0,3-3 0 0,0 3 0 15,1-5-4-15,-1 5-2 0,6 0 0 0,-9 0 0 16,3 0-4-16,0-5-1 0,-3 5 0 0,0-3 0 15,3 3-5-15,0 0 0 0,-3 0-8 0,0-5 12 16,3 2-4-16,-3 3 0 0,0 0-8 0,-3 0 12 16,3 0-12-16,-2-5 8 0,-1 5-8 0,-3 0 0 0,0 0 0 15,0 0 8-15,0 0-8 0,-3 0 0 0,3 0 0 16,-2 5 0-16,-1-5 8 0,3 3-8 0,-3 2 24 0,3-5 3 16,0 3 0-16,0 2 0 15,0 0-43-15,0-2-9 0,4 2-2 0,-1-2 0 16,3 2 27-16,-3 3-8 0,0-5 8 0,3 2 0 0,-3 0 0 15,0-2 0-15,0 2 0 0,0 3 8 0,0-5-8 16,1 2 0-16,-1 3 0 0,0-3 0 0,-3 3 0 16,0 0 0-16,-3 0-8 0,3 5 8 0,-3-2 0 15,1 2 0-15,-1 0 0 0,0-2 0 0,0 2 0 0,3 1 0 16,0-4 0-16,-3 3 0 0,3 1 0 0,4-4 0 16,-1 3 0-16,0 1 0 0,0-6 0 0,0 2 0 15,3 1 0-15,-3-1 0 0,3 4 0 0,-3-7 0 0,3 1 0 0,-3 0 0 16,-2 0 18-16,2 3 9 0,3-8 1 15,-3 4 1-15,0-1-29 0,3 2 0 16,-3 0 0-16,0-3 0 16,0 3-18-16,0 0-10 0,0-6-1 0,0 6-1 0,4 3 30 0,-1-3 0 0,0 2 0 0,0 4 0 15,0-6 0-15,0 5 0 0,3 3 0 16,0-3 0-16,0-2 18 0,3 7 10 0,0-2 1 0,0-3 1 16,0 3-30-16,3 0 0 0,3-3 0 0,-3 3 0 15,0-3 0-15,3 3 0 0,3-3 0 0,0 3 0 16,3-5 0-16,-3-1 0 0,3 1 0 0,3 2 0 31,-3 0-18-31,3-5-10 0,-1 0-1 0,4 0-1 0,0 0 30 0,-3 5 0 0,3-5 0 0,-3 0 0 16,3-2 0-16,0 2 0 0,0 0 0 0,-4-1 0 15,1 1 0-15,0 0 0 0,3-2 0 0,0-4 0 16,0 4 0-16,0-4 0 0,3 4 0 0,3-4 0 16,-1 3 0-16,4-5 0 0,3 6 8 0,0-4-8 15,0 4 0-15,2-6 0 0,-2 8 0 0,0-6 0 0,0 4 0 0,-1-6 0 16,-2 2 0-16,3-2 0 0,0 0 21 15,3 0 4-15,-1-2 1 0,7 2 0 0,0 0-40 16,0 0-8-16,-1-6-2 0,1 6 0 0,-3 6 24 0,-4-6 0 16,1 0 0-16,0-6 0 0,0 4 0 0,3 2 0 15,-1-8 0-15,7 2 0 0,0 4 0 0,-4 2 0 16,4-6 0-16,-3 6 0 0,-3 6 0 0,-1-12 0 16,1 6 0-16,3-5 0 0,-4-3 17 0,4 6 5 0,0-6 1 0,3 2 0 15,-1 4-23-15,1-4 0 0,-3 1 0 16,-1 2 0-16,-2 3 0 0,-6-5-20 15,3 3 4-15,-6-6 1 0,2 2 15 0,1-2 0 0,0 3 0 16,0 2 10-16,-3-5 1 0,2 8 0 0,1-7 0 16,-3 7 0-16,0-6-11 0,-3 4 0 0,-1-4 0 0,-2 1 0 15,-3 2 0-15,0-2 0 0,0 2 0 0,-3-5 0 16,0 3 0-16,0 0 0 0,0-3 0 0,-4 0 0 16,-2 5 53-16,3-5 9 0,-3-2 2 0,0 2 0 15,0 0-52-15,0 0-12 0,-3 0 0 0,0 0 0 16,3 0 0-16,-3 0 0 0,0 0 0 0,0-5 0 15,-3 0 0-15,0 5 0 0,0-5 0 0,0 2 0 16,0-2 0-16,0 5 0 0,0-8 0 0,-3 8 0 16,0-5 0-16,3 5 0 0,-3-5 0 0,0 5 0 15,0-5 0-15,0 5 0 0,-3 0 0 0,0 0 0 16,0 0 0-16,0 0 0 0,0 0 0 0,-3 3 0 0,4-3 0 0,-4 0 0 16,-3 0 0-16,3 0 0 0,0 3 0 0,-3-3 0 15,0 0 0-15,-3 0 0 0,3 3 0 16,-3-3 0-16,-3 0 0 0,1 0 0 15,2 0 19-15,-3 2 1 0,0-1 0 0,0-1 0 16,0 0-20-16,0 0 0 0,4-5 0 0,-4 5 0 16,3 0 0-16,3 0 0 0,-3-3 0 0,0 3 0 15,3-2 0-15,0 4 0 0,0-7 0 0,1 5 0 0,-4-2 0 0,3 4 0 16,-3-7 8-16,0 5-8 0,0 0 0 0,-3 0 0 16,3 0 0-16,-3 0 0 0,1 0 0 0,-1 3 0 15,-3-3 0-15,3 3 0 0,-3 2 0 0,3-5 0 16,0 8 0-16,1-5 0 0,-1 2 0 0,3-2 0 15,3 5 0-15,-3-3 0 0,3-2 0 0,0 5 0 16,0-5 0-16,0 2 0 0,4 3 0 0,-4-5 0 0,3 2 0 16,0 3 0-16,-3-5 0 0,3 2 0 0,0-2 0 0,0 5 0 15,0-8 0-15,0 8 0 0,-3-5 0 16,3 2 0-16,0 3 0 0,1-5 0 0,-1 2 0 0,0 3 0 16,0-5 0-16,0 5-9 0,0-3 9 0,0 3 0 15,0-5 0-15,0 5 0 0,-3 0 0 0,3-3 0 16,0 3 0-16,0 0 0 0,-3-5 0 0,4 5 0 15,-1 0 0-15,0 0 0 0,-3 0 0 0,3 0 0 16,0 0 0-16,0 0 0 0,0 0 0 0,0 0-8 16,0 5 8-16,3-5 0 0,-3 3 0 0,3-3 0 15,0 0 0-15,0 5 0 0,1-5 0 0,-1 0 0 16,6 0-8-16,-6 3 8 0,0 2-8 0,0-5 8 16,6 0-24-16,-6 3 0 0,0 2 0 0,0-5 0 15,6 0-29-15,-6 3-6 0,0 2-1 0</inkml:trace>
  <inkml:trace contextRef="#ctx0" brushRef="#br0" timeOffset="7139.457">17678 1220 933 0,'0'0'26'0,"0"0"6"0,0 0-32 0,0 0 0 0,0 0 0 0,0 0 0 16,0 0 79-16,0 0 9 0,0 0 1 0,0 0 1 15,0 0-17-15,0 0-3 0,0 0-1 0,0 0 0 16,0 0-18-16,0 0-4 0,0 0-1 0,0 0 0 16,0 0-19-16,0 0-4 0,-6 0-1 0,3 2 0 15,3-2-9-15,-6 6-1 0,0 2-1 0,3 0 0 16,-3 5-11-16,3-5 0 0,0 5 0 0,-3 3 8 15,3 0-8-15,0 0 0 0,-3 2 0 0,3 1 0 16,0-1 0-16,0-2 0 0,0 0 0 0,0 0 0 16,0-3 0-16,0 0 0 0,0-2 0 0,0 2 8 15,3-8-8-15,0 3 0 0,-3 0 0 0,3-5 0 16,0-3 0-16,0 0 0 0,0 0 0 0,0 0 0 16,0 0 0-16,0 0 0 0,0 0 0 0,0 0 8 15,0 0-8-15,0 0 12 0,0 0-12 0,3-3 12 16,-3-5-3-16,3-5 0 0,0 0 0 0,0 2 0 0,0-10 6 15,0 5 1-15,0-5 0 0,0-5 0 0,0 2-8 16,0 3-8-16,3-3 11 0,0 3-11 16,0-1 10-16,0 4-10 0,0-1 8 0,0 4-8 0,3-1 15 0,-3 0-3 15,-1 3 0-15,4 5 0 0,-3-6 16 16,3 6 4-16,-3 1 0 0,0 1 0 0,3 4-4 0,-3-4-1 16,0 4 0-16,0 2 0 0,0 0-17 0,0 0-10 15,0 2 12-15,0 4-12 0,-3-6 8 0,3 8-8 16,0-3 0-16,0 3 0 0,3 0 0 15,-3 0 0-15,-1 0 0 0,4 0 0 0,-3-3 0 0,0 3 0 16,3 0 0-16,-3 0 0 0,-3 5 0 0,3-5 0 0,-3 0 0 0,3 5 0 16,-3-2-14-16,-3 2 3 0,3 0 1 15,-3 3 0-15,0 0-6 0,-3 0-2 0,3 2 0 0,-3-2 0 16,3 0-2-16,-3-3 0 0,3 3 0 0,-3-3 0 31,0-2-11-31,3 2-2 0,-3-5-1 0,3 0 0 16,-3-3-33-16,3 3-6 0,-3 0-2 0,3-3-443 0,0-5-89 15</inkml:trace>
  <inkml:trace contextRef="#ctx0" brushRef="#br0" timeOffset="7501.26">17678 1278 1278 0,'0'0'28'0,"8"0"5"0,-2 0 2 0,3 0 1 0,0 0-28 0,0 0-8 0,0 0 0 0,3 0 0 16,-3-5 78-16,0 5 14 0,0-3 4 0,0 3 0 15,0-5-63-15,0 5-12 0,0-6-2 0,2 6-1 16,-2-2-18-16,0 2 0 0,3 0 8 0,-3 0-8 31,3 0-22-31,-3 0-8 0,0 0-2 0</inkml:trace>
  <inkml:trace contextRef="#ctx0" brushRef="#br0" timeOffset="22881.479">13698 4210 1497 0,'0'0'32'0,"0"0"8"0,0-6 0 0,0 4 4 0,0-3-36 0,3 2-8 0,-3-2 0 0,0 5 0 16,0 0 104-16,0 0 20 0,0-6 3 0,0 6 1 15,0 0 0-15,0 0 0 0,0 0 0 16,0 0 0-16,0 0-103 0,0 0-25 0,0 0 0 0,0 0 0 15,0 0 22-15,0 8-1 0,-3 3 0 0,3-1 0 16,0-2-11-16,-3 6-2 0,3-1-8 0,0-3 12 16,0 4 20-16,0-1 3 0,0 0 1 0,-3 3 0 31,3-3-52-31,0 3-11 0,0-3-1 0,0 1-1 0,-3-1 29 0,3 0 0 0,0 0 0 16,-3 0 0-16,3 1 22 0,-3-4 4 0,0 4 1 0,3-1 0 15,-3-3-41-15,0 4-8 0,3-1-2 0,-3 5 0 16,0-2 39-16,3 3 7 0,-3-1 2 0,3 3 0 0,-3 1-36 15,3-1-6-15,0 0-2 0,-3 0 0 0,3 0 32 0,0-2 7 16,0-1 1-16,0 1 0 0,0-3-20 0,0 0 0 16,0-1 0-16,0 1 0 0,0-2 0 0,-3-1-14 15,3 0 2-15,0 0 1 0,0 0 11 0,-3 1 11 16,3-1-3-16,0 0 0 0,-3 3-8 0,3-3 8 16,0 3-8-16,-3 3 8 0,3-1-8 0,0-5 0 15,-3 6 0-15,3-3 0 0,0 2 0 0,0-4 0 16,0-1 0-16,-3 3 8 0,3-3-8 0,0-3 0 15,0 4 0-15,-3-1 0 0,3-2 0 0,0-1 0 16,-3-2 0-16,3 0 0 0,-3 3 0 0,3-4 0 0,0 1 0 16,-3-2 0-16,3-1-26 0,0-5 2 15,-3 11 1-15,0-9 0 16,3 1-44-16,0-3-9 0,0 5-1 0,0-5-637 0,0 0-127 16</inkml:trace>
  <inkml:trace contextRef="#ctx0" brushRef="#br0" timeOffset="24080.896">13698 4212 1076 0,'0'0'24'0,"0"0"4"0,0 0 2 0,6 0 0 0,-3-2-30 0,3-4 0 0,0 4 0 0,0-3 0 16,0 2 61-16,-1 0 7 0,1-2 0 0,3 2 1 15,0-2-17-15,0 2-3 0,0 1-1 0,6-4 0 16,-3 4-8-16,3-6-3 0,0 5 0 0,3-2 0 15,-1 2-9-15,1 1-1 0,3-1-1 0,0 3 0 16,0 0-4-16,-3 0-1 0,2 0 0 0,1 0 0 16,0 0-33-16,-3 3-6 0,0-1-2 0,0 1 0 15,0-3 20-15,-1 0 0 0,1 0 0 0,0-3 0 16,0 3 21-16,3 0 8 0,0-2 2 0,3 2 0 16,-4 0 1-16,4 2 1 0,-3-2 0 0,3 0 0 15,0 3-44-15,-4 0-9 0,-2-1-1 0,3 1-1 16,0 5 22-16,0-8 0 0,-3 2 0 0,3 4 0 15,-1-6 0-15,1 0 0 0,0 0 0 0,3 0 8 0,3 0-8 0,-1 0 0 16,1 0 0-16,3 0 0 0,-3 0 16 0,3 0 2 16,-4 2 0-16,1 1 0 0,-3 0-18 0,0-1 0 15,-3-2 0-15,2 3 0 0,-2-6 0 0,0 3 0 16,0 0 0-16,6-2 0 0,-3-1 0 0,-1 0 0 16,4 1 0-16,-3 2 0 0,3 0 19 0,0 0 0 15,-4 0 0-15,1 0 0 0,0 0-11 16,-3 0-8-16,0 0 9 0,-1 0-9 0,-2 0-13 0,3 0-9 15,-3-6-2-15,3 4 0 0,-3 2 24 16,3-5 0-16,2 2 0 0,1 0 0 0,-3-2 0 0,3 5 0 16,3-3 0-16,-1 3 0 0,-2-2 20 0,0 2 9 15,0 2 2-15,0-2 0 0,-1 0-22 0,-2 3-9 0,0-3 8 0,0-3-8 16,-3 3 0-16,3-2 0 0,0-1 0 0,2 0 0 16,-2 1 0-16,6 2 0 0,-3-6 0 0,0 4 0 15,-1 2 0-15,1-6 0 0,0 6 0 0,-3-2 0 16,0 2 0-16,0 0 0 0,-4 0 0 0,1 0 0 15,0 0 0-15,-3 0 0 0,0-3 11 0,3 3-11 16,-3-2 0-16,-1-1 0 0,1 0 0 0,0 3 0 16,0-2 13-16,3 2-3 0,-3-6-1 0,0 4 0 15,3 2 7-15,-3-6 0 0,-1 6 1 0,1 0 0 16,-3 0 6-16,3 0 1 0,-3 0 0 0,0 0 0 16,-3 0-1-16,0 6 0 0,3-6 0 0,-6 0 0 15,3 2-4-15,-4-2-1 0,1 6 0 0,0-6 0 16,0 5-2-16,-3-2 0 0,3 2 0 0,-3 3 0 15,3-6-3-15,-3 6-1 0,0-2 0 0,0 4 0 16,-3 1-12-16,3-3 11 0,0 2-11 0,0 1 10 16,-3 5 2-16,3-3 1 0,0 6 0 0,-3-4 0 0,0 4-13 15,0-1 0-15,0 1 0 0,0-1 0 16,0 1 9-16,3 0-1 0,-3-1 0 0,-3-5 0 0,3 3-8 0,0 0 8 16,-3-3-8-16,3 3 8 0,0-3 2 0,0 6 0 15,0-1 0-15,-3 4 0 0,0 1-1 0,0-1 0 16,3 1 0-16,-3 6 0 0,3-7 0 0,-3 4 0 15,3-2 0-15,-3-3 0 0,0 0-1 0,0 0 0 0,3-2 0 0,-3-1 0 16,0-4-8-16,3-1 12 0,-3 3-12 16,0-3 12-16,3-2-12 0,-3 2 8 0,0 0-8 0,3 3 8 15,-3-8-8-15,0 5 12 0,3 0-12 0,-3 3 12 16,0 0-4-16,0 0 0 0,1 0 0 0,2 0 0 16,-3 0 8-16,0-3 0 0,3-3 1 0,0 1 0 15,-3 0-17-15,3-3 0 0,0-1 8 16,0 1-8-16,-3 0 0 0,3-8-16 0,0 0 4 0,0 0 0 31,0 0-97-31,0 0-19 0,0 0-4 0,0 0-1012 0</inkml:trace>
  <inkml:trace contextRef="#ctx0" brushRef="#br0" timeOffset="25360.259">13659 5289 1267 0,'0'0'28'0,"0"0"5"0,0 0 2 0,0 0 1 0,0 0-36 0,0 0 0 16,0 0 0-16,0 0 0 0,0 0 58 0,0 0 5 15,0 0 1-15,0 0 0 0,6 6 0 16,-3-6 0-16,3 0 0 0,0 0 0 0,0 0 0 0,-3 2 0 16,3-2 0-16,3 3 0 0,-3-3-52 0,3 0-12 15,0 0 0-15,-1 0 0 0,1 0 0 16,3 0 0-16,0 0 0 0,0 0 0 0,6 0 0 0,0 0 0 15,3 0 0-15,3 0 0 0,-1 0 31 0,4 0 3 16,0 3 1-16,3-1 0 0,-4-2-25 0,1 3-10 16,3-3 8-16,-6 3-8 0,0-3 12 0,2-3-4 15,1 3 0-15,0-3 0 0,3 1-8 0,-3-1 0 16,5 0 0-16,-2 3-11 0,0-2 26 0,-3 2 5 0,-1 0 0 0,1 0 1 16,-3 0-21-16,0 0 0 0,-3 0 0 0,2-6 0 15,-2 4-11-15,0-1-6 0,3 3-2 16,0-3 0-16,3 1 19 0,-4 2 0 0,7 0 0 15,-3 0 0-15,0 0 16 0,0 0 1 0,-1 2 0 16,1 1 0-16,0 0-17 0,-3-1 0 0,2 4 0 0,1-6 0 16,0 0 0-16,0 0 0 0,6 0 0 0,2 0 0 15,-2 0 12-15,6 2-2 0,-7-2 0 0,4 6 0 16,0-4 2-16,-3 1 1 0,-4 0 0 0,1-3 0 16,-3 0-13-16,3 0 9 0,0-3-9 0,5 3 8 15,-5 0-8-15,3 0 10 0,-1 0-10 0,-2 0 10 16,0 0-10-16,-3 3 10 0,0-3-10 0,-4 2 10 15,-2-2-2-15,0 0 0 0,0 0 0 0,-3-2 0 16,3-1 1-16,-4 3 0 0,4-3 0 0,0 1 0 16,0-1-9-16,-3 0 8 0,3 3-8 0,0-2 8 0,-4 2-8 15,4 0 8-15,0 0-8 0,0 0 8 0,-3 0-8 0,0 0 0 16,-1 0 0-16,1 0 0 0,-3 0 0 0,0 0 0 16,0 0 0-16,0 0 0 0,-3 0 0 0,3 0 0 15,-3 0 0-15,-1-6 0 0,1 6 0 16,3-2 0-16,-3 2 0 0,0-3 0 0,3 0 0 15,-3 3 8-15,0-2-8 0,0 2 0 0,0 0 0 16,-1-3 0-16,1 3 8 0,0 0-8 0,0-3 0 0,0 3 0 16,-3-2 9-16,3 2-9 0,0 0 0 0,-3 0 0 15,3 2 0-15,-3-2 0 0,0 0 0 0,-3 0 0 16,-1 0 8-16,1 0-8 0,3 0 0 0,-3 0 0 16,-3 0 0-16,3 0 0 0,0 0 0 0,-6 0 9 0,3 0-9 0,3 0 0 15,-6 0 11-15,6-2-11 0,-3 2 10 0,-3 0-10 16,0 0 8-16,0 0-8 0,0 0 0 0,3 0 0 15,-3 0 9-15,0 0-9 0,0 0 8 0,0 0-8 16,0 0 20-16,0 0-2 0,0 0 0 0,0 0 0 16,0 0 2-16,0 0 0 0,-3-5 0 0,3 5 0 15,-3-6 4-15,0 4 2 0,0-6 0 0,-3 5 0 16,3-2-2-16,0-1-1 0,3 1 0 0,-3 0 0 16,0 0 0-16,-3-1 0 0,3-2 0 0,0 3 0 15,3-3-6-15,-3 0-1 0,0-2 0 0,3-1 0 16,-3 3-8-16,3-5-8 0,0 2 12 0,0-2-12 15,0 0 0-15,0 2 0 0,0 1 0 0,0-1 0 16,3 0-28-16,-3-2-7 16,0 3-1-16,3-1 0 0,-3 0-176 15,3 1-35-15,6-9-7 0,-6 6-2 0</inkml:trace>
  <inkml:trace contextRef="#ctx0" brushRef="#br0" timeOffset="28482.083">15183 3035 1144 0,'0'0'25'0,"0"-11"6"0,3 3 1 0,0-2 0 0,0-1-32 0,3 1 0 16,-3 2 0-16,0-5 0 0,3 5 96 0,-3 0 14 0,0 0 2 0,0 2 1 15,0 4-33-15,-3-6-8 0,3 3 0 0,-3 5-1 16,0 0-15-16,0 0-2 0,0 0-1 0,0 0 0 15,0 0-10-15,0 0-3 0,0 0 0 0,0 0 0 16,0 0-13-16,0 0-3 0,0 0-1 0,0 0 0 16,3 2-1-16,-3 9 0 0,3-3 0 0,0 0 0 15,-3 2-4-15,3 1-1 0,0 5 0 0,-3-6 0 16,3 9-3-16,-3-6-1 0,3 3 0 0,-3 0 0 16,3 0 3-16,-3-3 0 0,3 3 0 0,-3 0 0 15,0-3-5-15,3 0-1 0,-3 3 0 0,3-3 0 16,-3-2 1-16,0-1 0 0,3 1 0 0,-3 2 0 15,0-2-1-15,2 2 0 0,-2 0 0 0,0-2 0 16,3 2-10-16,-3 3 0 0,0 0 0 0,3 2 0 16,-3-2 0-16,0 5 0 0,0 1 0 0,3-4 8 0,-3 1-8 0,0 2 0 15,3-3 0-15,-3 1 0 0,3-1 8 0,-3-2 0 16,0 3 0-16,0-6 0 0,0 3 1 0,0 0 0 16,0-6 0-16,0 3 0 0,0-2-9 0,-3 0 0 15,3 2 0-15,0-3 0 0,-3-2 0 0,3 3 0 16,0 0-10-16,-3-1 10 0,0 1 0 0,3 2 0 15,0-2 0-15,-3 2 0 0,3 0 0 0,0-2 0 16,-2 2 0-16,2 0 0 0,0-2 0 0,-3 2 0 16,3 0 8-16,-3 0-8 0,3-2 0 0,0 2 0 15,-3-2 0-15,3-1 0 0,0 1 0 0,0-3 0 0,0 0 0 0,0 2 0 16,0-2 0-16,-3 0 0 0,3 0 0 0,0 0 0 16,0-3 0-16,0 3 0 15,0-5 0-15,0 5 0 0,3-5 0 0,-3 5 0 0,0-6 0 16,0 6 0-16,0-8 34 0,0 3 3 15,0 2 1-15,0 0 0 0,0-5-10 0,0 6-1 0,0-6-1 0,0 8 0 16,0-8-26-16,0 2 0 0,0-2 0 0,0 6 0 16,0-6 0-16,0 0 0 0,0 0 0 0,0 5 0 15,0-5 0-15,0 5 0 0,0-5 0 0,0 0 0 16,-3 8 0-16,3-3 0 0,0-5 0 0,-3 6 0 16,3-6 0-16,0 0 0 0,0 2 0 0,0-2 0 0,-3 6 0 15,3-6 0-15,0 0 0 0,-3 5 0 16,3-5 0-16,0 0 0 0,0 5 0 0,0-5 0 0,0 0 0 0,0 0 0 15,0 0 0-15,0 0 0 0,0 0 0 0,0 0 0 16,0 0 0-16,0 0 0 16,0 0-99-16,0 0-25 0,0 0-4 0,0 0-1022 0</inkml:trace>
  <inkml:trace contextRef="#ctx0" brushRef="#br0" timeOffset="29557.338">13829 3728 1267 0,'0'0'28'0,"0"0"5"0,0 0 2 0,0 0 1 0,0 0-36 0,0 0 0 0,0 0 0 0,0 0 0 15,0 0 107-15,0 0 14 0,0 0 3 0,0 0 1 16,0 0-53-16,0 0-12 0,0 0-1 0,0 0-1 16,0 0-39-16,0 0-8 0,0 0-2 0,0 0 0 15,-3 6 24-15,0 4 5 0,0-2 1 0,0 0 0 16,0 5-28-16,0 3-11 0,3-3 8 0,-3 6-8 16,3-1 0-16,-3 6 0 0,3-8 0 0,-3 3 0 15,0-1 0-15,3-2 0 0,-3 0 0 16,0-3 0-16,3 0 8 0,-3 1-8 0,3-4 8 0,-3 1-8 15,3-3 0-15,-3 0 0 0,3 0 0 0,-3-6 0 16,3 3 0-16,0-5 0 0,-3 6 0 0,3-6 0 16,0 0 12-16,0 0-4 0,0 0 0 0,0 0 0 15,0 0-8-15,0 0 12 0,0 0-12 0,0 0 12 16,0 0-4-16,3-8-8 0,-3 3 12 0,3-9-4 0,-3 4-8 0,3-1 0 16,0 1 0-16,0-9-11 0,3-2 32 0,-3 2 7 15,3-7 0-15,0-3 1 0,0 2 5 16,3-2 1-16,-3 0 0 0,3 3 0 0,-3 2-35 0,3 3 0 15,-1 2 0-15,1 6 0 0,0-3 20 0,0 5-2 16,-3 1-1-16,3 2 0 0,0 0 24 0,0 0 5 16,-3 5 1-16,0-2 0 0,3 0-47 0,-3 5-20 15,0-6 2-15,0 6 0 0,0 0 18 0,0 0 0 16,0 6 0-16,-3-6 9 0,2 2-9 0,1 4 0 0,-3-4 9 16,3 4-9-16,0 2 0 0,0-3 0 0,0 3 0 0,-3 2 0 15,3 1 0-15,-3 0 0 0,0-1 0 0,0 6 0 16,0 0 0-16,-3 0 0 15,3 2 0-15,-3 6 0 0,0-8 10 0,3 5-2 0,-3 0-8 0,0 3 12 16,0-3-12-16,0-2 0 0,0-1 0 16,0-4-10-16,-3 4 10 0,0-5 11 0,3 1-3 0,-3 1 0 15,3-4-30 1,-3 0-6-16,0-3-2 0,0 0 0 0,0-1-8 16,3-1-2-16,-3 2 0 0,0 0 0 0,3-8-28 0,0 0-5 0,-3 2-2 0,3-2 0 31,0 0-131-31,0 0-26 0,0 0-6 0,0 0-469 0</inkml:trace>
  <inkml:trace contextRef="#ctx0" brushRef="#br0" timeOffset="29854.957">13790 3800 1267 0,'0'0'28'0,"0"0"5"0,0 0 2 0,0 0 1 0,-6 2-36 0,6-2 0 15,-3 8 0-15,3-8 0 0,0 8 89 0,-3-5 11 0,3 2 3 0,0 0 0 16,0 1-23-16,3-1-4 0,3 0 0 0,-3-2-1 16,3 2-4-16,3-2-1 15,0 2 0-15,0-5 0 0,3 3 2 0,0-3 0 0,3 0 0 0,-1 0 0 16,1 0-39-16,3-3-7 0,3 3-2 0,-3 0 0 15,3-5-15-15,-3 2-9 0,2 3 10 0,1-5-10 16,-3 5-17 0,3-3-10-16,0 3-1 0,-3-8-703 0,-1 6-140 0</inkml:trace>
  <inkml:trace contextRef="#ctx0" brushRef="#br0" timeOffset="36719.149">14942 5358 817 0,'0'0'17'0,"0"0"4"0,0 0 1 0,0 0 2 0,0 0-24 0,0 0 0 0,0 0 0 0,0 0 0 15,0 0 82-15,0-5 11 0,0 5 3 0,0 0 0 16,0 0-18-16,0 0-3 0,0 0-1 0,0 0 0 16,-3-5-13-16,3 5-2 0,0 0-1 0,0 0 0 15,0 0-26-15,0 0-6 0,0 0-1 0,0 0 0 16,0 0 24-16,0 0 5 0,0 0 1 0,0 0 0 16,0 0-37-16,0 0-7 0,-3 5-2 0,3-5 0 15,-3 5-9-15,3 0 0 0,0-5 0 0,0 8 0 16,0-2 35-16,0-1 5 0,0 3 0 0,3 0 1 15,-3-6-29-15,0 6-12 0,3 0 8 0,-3 0-8 16,0 3 12-16,3-6-2 0,-3 6-1 0,0-1 0 16,3 4-9-16,-3-1 10 0,0-3-10 0,0 4 10 15,0-1-10-15,3 0 10 0,-3 0-10 0,0 1 10 16,0-1-10-16,0 0 0 0,0 0 0 0,0 3 0 0,0 0 0 0,0 0 0 16,0-3 0-16,0 3 8 0,-3 0-8 15,3 2 0-15,0 1 0 0,0-1 0 16,0 4 0-16,0-1 0 0,0 0 0 0,0 0 0 0,0 0 0 0,0 3 0 15,0-3 0-15,0-2 0 0,3 2 0 0,-3 0 0 16,0-5 0-16,0 2 0 0,0-2 0 0,0 0-9 16,-3 3 9-16,0-3 0 0,3 0-11 0,-3-3 11 0,3 3-10 15,-3-6 10-15,3 3-16 0,-3 1 2 0,0-1 1 0,0-3 0 16,0 4 2-16,0-4 1 0,0 4 0 0,0-4 0 31,3 1-18-31,-3-3-4 0,0 0-1 0,3-3 0 0,-3 3 44 0,3-8 9 16,0 0 1-16,0 0 1 0,0 0-36 0,0 0-7 15,0 0-2-15,0 0 0 16,0 0-34-16,0 0-7 0,0 0-2 0</inkml:trace>
  <inkml:trace contextRef="#ctx0" brushRef="#br0" timeOffset="37390.016">14743 6136 1299 0,'0'0'28'0,"0"0"7"0,0 0 1 0,0 0 0 0,0 0-28 0,0 0-8 15,0 0 0-15,-6-3 0 0,6 3 75 0,0 0 13 0,-3-2 4 0,3 2 0 16,0 0-17-16,0 0-3 0,0 0-1 0,0 0 0 16,0 0-16-16,0 0-3 0,0 0-1 0,0 0 0 15,0 0-17-15,0 0-3 0,0 0-1 0,0 0 0 16,0 0-18-16,0 0-3 0,3 5-1 0,0-2 0 15,0 2-8-15,3 0 0 0,-3 1 0 0,2-1 8 16,1 0-8-16,0 3 0 0,3 0 0 0,-3 0 0 16,3 3 0-16,-3-3 0 0,3 2 0 0,0 1 0 15,0-1 0-15,0-2 0 0,0-3 0 0,0 3 0 16,0-2 0-16,0-1 0 0,-3 0 0 0,2-2 0 16,-2-3 0-16,0 0 0 0,0 3 0 0,0-6 0 15,0 3 0-15,0-5 0 0,0 2 0 0,0-2 0 0,3-3-11 16,-3 0 11-16,0 0-8 0,3-3 8 0,0-2 0 0,0 3 0 15,0-4 0-15,0 1 0 0,-1 2 0 0,4-2 0 16,-3 3 0-16,3-1 0 0,0 0-12 0,-3-2 4 16,3 5 0-16,0-2 0 15,0-1-60-15,0 3-11 0,-3-2-2 0</inkml:trace>
  <inkml:trace contextRef="#ctx0" brushRef="#br0" timeOffset="38374.506">15058 3929 1267 0,'0'0'28'0,"0"0"5"0,0 0 2 0,0 0 1 0,0 0-36 0,0 0 0 16,0 0 0-16,0 0 0 0,0 0 58 0,0 0 5 16,0 0 1-16,0 0 0 0,0 0 8 0,0 0 1 15,0 0 1-15,0 0 0 0,0 0-16 0,0 3-3 16,3 2-1-16,0 1 0 0,0-1-43 0,0 0-11 0,0 0 0 16,0 3 0-16,3-5 0 15,3 0 0-15,-3 5 0 0,0 0 0 0,0-1 0 0,0-1 0 16,3-1 0-16,0 6 0 0,-4-3 0 0,4 0 0 15,0-3 0-15,0 3 0 0,-3 0 0 0,3 0 0 16,-3 0 0-16,3-6 0 0,-3 1 0 0,3 2 0 0,-3-2 0 0,0 2 0 16,0-5 0-16,-3 3 0 0,3-3 0 0,-3 0 0 15,3 0 0-15,0 0 0 0,-3-3 0 0,3 0 0 16,-1 1 53-16,1-1 9 0,0-2 2 0,0 0 0 16,0-1-52-16,3-2-12 0,0 0 0 0,-3 3 0 15,0-5 54-15,3 2 8 0,-3-3 2 0,3 0 0 16,0 3-64-16,0 1-18 0,0-7-1 0,0 6 0 15,2-5 19-15,-2 0 0 0,6 2 0 0,-3-2 0 16,0 0-35-16,3 2-9 0,-3 3-3 16,0-8-623-16,0 6-125 0</inkml:trace>
  <inkml:trace contextRef="#ctx0" brushRef="#br0" timeOffset="64401.951">19949 3990 1659 0,'0'0'36'0,"0"0"8"0,0 0 2 0,0 0 1 0,0 0-38 0,0 0-9 0,0 0 0 0,6 0 0 16,-6 0 68-16,0 0 12 0,6 0 3 0,-6 0 0 15,3 5-15-15,-3-5-4 0,3 0 0 0,-3 0 0 16,3 6 0-16,-1-1 0 0,1-2 0 0,-3 2 0 15,3 6 0-15,0-9 0 0,-3 6 0 0,3 0 0 16,-3 0-51-16,0 3-13 0,3 2 0 0,-3 0 0 0,-3 6 0 0,3 2 0 16,0 3 0-16,-3 5 0 15,3 0 8-15,-3 3-8 0,0-3 11 0,0-3-11 16,1 1 18-16,2-1-3 0,-3-5-1 0,0 0 0 16,3 3-27-16,0-5-6 0,-3 2-1 0,3 5 0 15,0-2 68-15,0 5 12 0,0 6 4 0,0-1 0 0,3-2-52 0,-3 2-12 16,0-5 0-16,3-2 0 0,-3-3 0 0,3-3 0 15,-3 0 0-15,2 0 0 0,1-2 0 0,-3-1 0 16,3 1 0-16,-3-1 0 0,0 6 0 0,3-3 0 0,-3 3 0 16,0 2 0-16,0 6-16 0,0-8-5 0,0 2-2 15,0 1 0-15,0-6 23 0,0-2 0 0,-3-1 0 16,3 1 0-16,0-6 0 0,0 3 0 0,0-6 0 0,0 4 0 16,0-4-13-16,-3 1 1 15,3-3 1-15,-3 2 0 16,3-4-32-16,-2 1-6 0,-1 1-2 0,0-2 0 15,0 2-154-15,3-3-31 0,0-5-7 0,0 11-1 0</inkml:trace>
  <inkml:trace contextRef="#ctx0" brushRef="#br0" timeOffset="65637.292">20026 4075 806 0,'0'0'17'0,"0"0"4"0,0 0 1 0,0 0 2 0,0 0-24 0,0 0 0 0,0 0 0 0,0 0 0 16,3-3 107-16,-3 3 17 0,0 0 3 0,0 0 1 16,3-2-103-16,-3 2-25 0,0 0 0 0,0 0 0 15,0 0 56-15,0 0 7 0,6 0 1 0,-6 0 0 16,3 0-52-16,3 0-12 0,0 0 0 0,-3 0 0 15,3 0 0-15,0 0 0 0,0 0 0 0,0 0 0 16,0 0 0-16,0 2 0 0,2-2 0 0,1 3 0 16,0-1 54-16,0 1 8 0,0-3 2 0,0 3 0 15,0-3-52-15,0 0-12 0,6 2 0 0,-6-2 0 0,6 0 0 16,-3 0 0-16,5-2 0 0,-2 2 0 16,6 0 0-16,0 0 0 0,3 0 0 0,0 0 0 15,-1 0 23-15,1 2 1 0,3 1 1 0,-3 0 0 0,0-1-15 0,-3-2-10 16,2 6 12-16,-2-6-12 15,3 0-18-15,-3 0-10 0,3-6-3 0,2 6 0 0,4-2 61 0,6-1 12 16,0 3 2-16,2 0 1 0,1 0-31 0,0 3-6 16,-4-1-8-16,4-2 11 0,-3 0-11 0,0-2 12 0,5-1-12 15,4 3 12-15,0 0-12 0,2 0 0 16,-5 3 0-16,2-1 8 0,-8-2-8 0,0 6 10 0,3-12-10 0,-4 6 10 16,1-2-10-16,6-1 0 15,-4 3 0-15,4 0 0 0,-6 0 0 0,0 0 0 16,-4 0 0-16,-2 0 0 0,0 0 0 0,-3 0 0 0,-1-3 0 0,1 1 0 15,0-1 0-15,3 0 0 0,-1 1 0 16,4-1 0-16,0 3 16 0,0-2 0 0,-4 2 1 0,1 0 0 16,0 0-17-16,0 0 0 0,-3 0 0 0,-4 0 0 15,1 0 0-15,3-6 0 0,-3 4 0 0,3 2 0 16,2-6 8-16,1 6-8 0,0-2 0 0,3-1 0 16,-4 3 9-16,1 0-9 0,-3 0 0 15,-3 0 9-15,3 0-9 0,-4-3 0 0,-2 3 0 0,0-2 0 16,-3-1 0-16,3 3 0 0,0-3 0 0,-1 1 0 15,1-1 0-15,0 3 0 0,0-2 0 0,0 2 0 16,0 0 0-16,-1 0 0 0,-2-6 0 0,3 6 0 16,-6 0 0-16,0 0 0 0,0 0 11 0,-3 0-11 15,0 0 12-15,-1 0-3 0,-2 6-1 0,0-6 0 0,0 0 10 16,0 0 2-16,-3 0 0 0,0 0 0 0,0 0-4 0,0 2 0 16,-3-2 0-16,0 0 0 15,3 3 3-15,-6-3 0 0,0 0 0 0,3 0 0 16,-3 0 4-16,0 0 1 0,3 5 0 0,-3-5 0 0,0 0-3 0,3 3 0 15,0 2 0-15,-3-5 0 0,3 5-5 0,0 1-2 16,-3 2 0-16,3-6 0 0,-3 6-1 16,3 0 0-16,-3-3 0 0,0 9 0 0,0-9-2 0,0 11-1 15,0-8 0-15,0 5 0 0,0 3 1 0,0-3 0 16,0 6 0-16,0 2 0 0,0 0-3 0,0 0 0 16,3 0 0-16,-3 3 0 0,0-8 0 0,0 5 0 15,0-2 0-15,0-1 0 0,3-2 7 0,-3 0 1 0,0 0 0 16,0 2 0-16,0-4-7 0,0-1-1 0,0 5 0 0,0-2 0 15,0 5-8-15,0-2 0 0,0 2 0 0,0 5 0 16,0-7 8-16,0 5 0 0,0 0 0 0,0-3 0 16,0-3 0-16,0 1 0 0,-3-1 0 0,3-2 0 15,0 3-8-15,0-9 0 0,0 9 0 0,0-11 0 16,0 2 0-16,0 1 0 0,0 2 0 0,0-2 0 16,-3-1 0-16,3 4 0 0,0-4 0 0,-3 1 0 31,0 2-16-31,3-5-8 0,0 2-1 0,-3 1-1 0,3-3-159 0,0 0-32 0</inkml:trace>
  <inkml:trace contextRef="#ctx0" brushRef="#br0" timeOffset="66970.361">19877 5316 1074 0,'0'0'30'0,"0"0"8"0,0 0-30 0,0 0-8 16,0 0 0-16,0 0 0 0,0 0 52 0,0 0 10 15,0 0 2-15,0 0 0 0,0 0 0 0,0 0 0 16,0 0 0-16,6 0 0 0,0-3 0 0,0 1 0 16,0 2 0-16,0-3 0 0,3 3-52 0,0 0-12 15,3 0 0-15,0 0 0 0,3 0 54 0,-4 0 8 16,4 0 2-16,3 0 0 0,0 3-52 0,0-1-12 0,3 1 0 15,-3-1 0-15,2 1 9 0,-2 0-1 0,0-1 0 0,0-2 0 16,0 3 6-16,3-3 1 0,0 0 0 0,5 0 0 16,-2 3-6-16,3-3-1 0,3 2 0 0,-1-2 0 31,1 3-31-31,0 0-6 0,0-1-2 0,-3 1 0 0,-1 2 53 0,1-5 10 0,-6 0 3 0,3 0 0 16,3-2-25-16,-1-1-10 0,1 3 8 0,3 0-8 15,3 0 0-15,-1 0 0 0,4 0 0 0,3 5 0 16,-3-2 21-16,-4-3 3 0,4 3 0 0,3-3 0 15,2-3-24-15,7 3 8 0,0 0-8 0,2 3 0 16,-5-3 20-16,0 2-1 0,-4 1 0 0,-2-3 0 16,0 0-31-16,2-3-5 0,1 1-2 0,3-1 0 15,-4 3 19-15,1 0 0 0,-3 0 0 0,-4 3 0 16,1-3 48-16,-6 2 12 0,-3-4 4 0,2 2 0 16,-2-3-64-16,0 0-15 0,0-2-1 0,3 2-1 15,-1 1 27-15,-2-1 6 0,3 3 0 0,3-3 1 0,-7 3-17 16,1 3 0-16,0-3 0 0,0 0 0 0,-3 0 0 0,-1 0 0 15,1 0 0-15,0 0 0 0,0-3 0 0,3 1 0 16,2-1 0-16,1 3 0 0,0 0 8 0,0 0-8 16,-1 3 12-16,1-1-12 0,-3-2 8 0,-3 3-8 15,0-3 0-15,-1 3 0 0,-5-1 0 0,3-2 0 16,-3 0 8-16,0 0-8 0,0 0 0 0,0-2 0 16,2-1 0-16,1 3 0 0,0-3 0 0,0 3 0 15,-3-2 0-15,3-1 0 0,-1 3 0 16,1 0 0-16,0 0 0 0,-3 0 0 0,0 0 0 0,0 0 0 0,-3 0 0 15,-1 3 0-15,4-3 8 0,-6 2-8 16,0-2 0-16,0 0 0 0,0 0 0 0,-3-2 0 0,-3 2 0 0,3-3 0 16,-3 3 9-16,3 0-9 0,-3-3 0 0,-3 1 9 15,-3 2-9-15,6-3 0 0,-1 3 9 16,-5 0-9-16,3-3 11 0,0 1-3 0,-3 2 0 0,0 0 0 16,3-3 4-16,-3 3 0 0,3-2 0 0,-3 2 0 15,0 0-3-15,3-3 0 0,-3 3 0 0,3-3 0 16,-3 3-9-16,0 0 0 0,3-5 9 0,-3 5-9 15,0 0 0-15,0-3 9 0,0 3-9 0,0 0 0 16,3-2 13-16,-3 2-4 0,0 0-1 0,0-8 0 16,0 2 4-16,0 6 1 0,-3-5 0 0,3 0 0 15,0 2 3-15,-3-2 1 0,3 5 0 0,0-5 0 16,-3-3 3-16,0 0 0 0,0 0 0 0,0 0 0 16,-3-3-1-16,4 1 0 0,-1-1 0 0,-3 1 0 15,3-4-3-15,0 1-1 0,0-3 0 0,0 0 0 16,0-2-7-16,0 2 0 0,3-3-8 0,0 4 12 15,-3-4-12-15,3 3 0 0,0 0 0 0,0 0 0 0,0 3 0 16,0-3 8-16,0 6-8 0,0-1 0 16,3 0 0-16,-3 4 0 0,3-1 0 0,-3 0 0 15,3 2-30-15,0-2-2 0,0 3-1 0,0-3 0 16,0 3-141-16,3-6-28 0,-1 6-6 0</inkml:trace>
  <inkml:trace contextRef="#ctx0" brushRef="#br0" timeOffset="67753.703">21616 2807 1544 0,'0'0'34'0,"0"0"7"0,0 0 2 0,0 0 0 0,3-5-35 0,-3 5-8 0,3-3 0 0,-3 3 0 16,2-5 90-16,-2 5 16 0,0 0 3 0,0 0 1 15,0 0-38-15,0 0-8 0,0 0-2 0,0 0 0 16,0 0-33-16,0 0-6 16,3 5-2-16,-3 3 0 0,3-5-6 0,-3 2-2 15,3 3 0-15,-3 0 0 0,0 5-4 0,0-5-1 0,0 8 0 0,0 0 0 16,3 5-8-16,-3 6 0 0,3-3 0 0,-3 5 8 15,3 0-8-15,0 0 0 16,0 0 9-16,0-5-9 0,0 0 8 0,0-3-8 0,0 0 8 0,0 0-8 16,0-8 20-16,0 6 0 0,0-1 0 0,0 6 0 15,0-5-20-15,0 7 0 0,0-2 0 0,-3 5 0 16,3-2 0-16,0 2-18 0,0 2 3 0,0-7 1 16,0 3 14-16,-3-3 0 0,3-3 0 0,-3 0 0 15,3-3 10-15,-3-2-2 0,3 3 0 0,-3-6 0 0,0 3 3 16,0-3 0-16,0 3 0 0,0 0 0 0,0-6-3 15,0 9 0-15,0-6 0 0,0 3 0 0,0-3-18 16,0 1-4-16,0-1-1 0,0 3 0 0,0-3 29 0,0 0 6 16,0-2 0-16,0-1 1 0,0 1-21 0,0-1 8 15,0-2-8-15,0 3 0 0,-3-3 0 0,3 0 0 16,0 2 0-16,-3-2 8 0,3 0-23 0,-3-2-4 16,3-1-1-16,-3 0 0 15,3 0-38-15,-3 3-8 0,3-8-2 0,0 3-612 16,0-3-122-16</inkml:trace>
  <inkml:trace contextRef="#ctx0" brushRef="#br0" timeOffset="68195.758">21446 3734 1074 0,'0'0'30'0,"0"0"8"15,0 0-30-15,0 0-8 0,0 0 0 0,0 0 0 16,0 0 104-16,0 0 19 0,3 5 4 0,3 0 1 16,0 3-59-16,-3-5-11 0,3 5-2 0,-3 0-1 0,3 2-37 0,0-2-7 15,0 3-2-15,0-1 0 16,-4 6-9-16,4-8 0 0,3 5 0 0,-3-2 0 0,0 2 53 0,3 0 9 15,0-2 2-15,-3-1 0 16,3-2-52-16,0 3-12 0,0-3 0 0,0 0 0 16,0 0 0-16,-3 2 11 0,3-7-3 0,0 2-8 0,-4 1 20 0,4-1-4 15,0 0 0-15,0 1 0 0,-3-4 16 0,3 3 2 16,0-5 1-16,0 0 0 0,0 0 29 0,0 0 5 16,3 0 2-16,-3 0 0 0,0-5-43 0,3 3-8 15,-4 2-1-15,1-8-1 0,0 0 18 0,0 2 4 16,0-2 1-16,0-2 0 0,0-1-29 0,0-2-12 15,0 0 11-15,3-3-11 0,0-3 0 0,0 6 0 16,3-11 0-16,-4 11 0 0,4-3 0 0,0-2 0 0,-3 7 0 0,3-5 0 31,-3 6-199-31,3-1-45 0,-3 3-10 0</inkml:trace>
  <inkml:trace contextRef="#ctx0" brushRef="#br0" timeOffset="69718.665">18139 1228 1146 0,'0'0'32'0,"0"0"8"0,0 0-32 0,0 0-8 16,0 0 0-16,0 0 0 0,0 0 123 0,0 0 23 16,0 0 5-16,0 0 1 0,0-8-36 0,0 8-8 15,0 0 0-15,3 0-1 0,-3 0-20 0,0-8-4 16,0 8-1-16,0 0 0 0,0 0-33 0,3-8-6 15,-3 8-2-15,0 0 0 0,0 0 5 0,0 0 1 16,3-5 0-16,-3 5 0 16,0 0-67-16,0 0-12 0,3-8-4 0,-3 8 0 0,0 0 16 0,0 0 4 15,0 0 0-15,0 0 0 16,0 0-176-16,0 0-34 0</inkml:trace>
  <inkml:trace contextRef="#ctx0" brushRef="#br0" timeOffset="69917.012">18106 1495 1267 0,'0'0'28'0,"0"0"5"0,0 0 2 0,0 0 1 0,0 0-36 0,0 0 0 0,0 0 0 0,0 0 0 16,0 0 81-16,0 0 10 0,0 0 1 0,0 0 1 15,0 0-61-15,0 0-13 0,3 5-3 0,-3-5 0 16,3 0-16-16,-3 0 0 0,6 0 8 0,0 0-8 15,-3 0-85-15,0 0-21 0,6-8-4 0,-9 8-1 0</inkml:trace>
  <inkml:trace contextRef="#ctx0" brushRef="#br0" timeOffset="70464.988">18448 1212 1179 0,'0'0'33'0,"0"0"8"0,0 0-33 0,0 0-8 0,0 0 0 0,0 0 0 16,0 0 82-16,0 0 14 0,0 0 4 0,-3 3 0 15,1 4-68-15,2-1-14 0,0 2-2 0,-3 0-1 16,3 0-24-16,0 5-5 0,0 0-1 0,0-2 0 16,0 2 31-16,0 3 5 0,0 0 2 0,0 2 0 15,0-2-23-15,0 0 0 0,0 5 0 0,0-8 0 16,3 3 0-16,-3 0 0 0,0-3 0 0,0-5 0 16,0 5 0-16,0-5 0 15,0 0 0-15,0-5 0 0,0 5-19 0,0-8-1 0,0 0-1 0,0 0 0 16,0 0 68-16,0 0 13 0,0 0 4 0,0 0 0 15,0 0-11-15,0 0-1 0,0 0-1 0,0-8 0 16,0 0 4-16,0 0 1 0,0 0 0 0,0-8 0 16,0 3-9-16,0-3-2 0,0-5 0 0,0-3 0 0,2 3-4 15,-2 0-1-15,0 5 0 0,0-5 0 0,3 5-31 0,0 0-9 16,-3-3 0-16,3 9 0 0,0-3 12 16,0-1-3-16,0 7 0 0,3-4 0 0,0 6-9 0,-3-3 10 15,3 0-10-15,0 0 10 0,0 3-20 0,3 2-4 16,-3-2-1-16,0-3 0 0,3 8 23 0,0-6 5 15,0 4 1-15,0-4 0 0,0 4-14 0,-1 2 0 16,4 0 0-16,-3-6 0 0,0 6-8 0,0 0-5 16,3 0-1-16,0 0 0 15,-3 0-40-15,0 0-8 0,0 6-2 0,0-6-614 16,-3 2-123-16</inkml:trace>
  <inkml:trace contextRef="#ctx0" brushRef="#br0" timeOffset="70722.2">18466 1363 1302 0,'0'0'36'0,"0"0"10"0,0 0-37 0,6 0-9 0,0-3 0 0,3 3 0 16,-3-5 107-16,3 5 19 0,-3 0 4 0,3-3 1 15,0 3 3-15,0 0 1 0,-3-5 0 0,3 2 0 16,0 3-75-16,0-5-14 0,-4 0-3 0,7 2-1 16,-3 3-22-16,0-5-4 0,0 5 0 0,3-3-1 15,0 3-15-15,0 0-12 0,0-5 3 0,0 5-703 16,0 0-140-16</inkml:trace>
  <inkml:trace contextRef="#ctx0" brushRef="#br0" timeOffset="72836.634">21282 661 1384 0,'0'0'39'0,"0"0"9"0,0 0-38 0,0 0-10 0,0 0 0 0,0 0 0 16,0 0 100-16,0 0 19 0,0 0 3 0,0 0 1 16,0 6-37-16,3 2-7 0,-3-3-2 0,3-2 0 15,0 2-18-15,0 3-4 0,0 0-1 0,0 0 0 16,0 5-25-16,0-5-5 0,-3 5 0 0,0-5-1 16,3 3-15-16,-3 2-8 0,3-5 8 0,-3 0-8 0,0 0 0 0,0 2 0 15,0-2 0-15,0 0 8 0,0 0-8 0,0 0 0 16,0-3 0-16,0-5 8 0,0 3 12 0,0-3 2 15,0 0 1-15,0 0 0 0,0 0 11 0,0 0 2 16,0 0 1-16,0 0 0 0,0 0 6 0,0 0 1 16,-3-3 0-16,0-7 0 0,0 2-20 0,3 0-4 15,0 0-1-15,0-5 0 0,3 5-9 0,0-3-2 16,0-7 0-16,0 2 0 0,0-5-8 0,3-3 10 16,0 0-10-16,3-2 10 0,-3 2-10 0,0-5 0 15,3 0 0-15,2-1 0 0,-2 7 0 0,0 1 0 16,3-1 0-16,0 1-11 0,0 7 11 0,3 1 0 15,0-2 0-15,3 3-8 0,-3 5 8 0,2-5 0 16,1 10 0-16,3-2 0 0,-3-3-20 0,-3 8 0 16,3-2 1-16,-3 2 0 15,-3 2-59-15,-1-2-12 0,-2 8-2 0</inkml:trace>
  <inkml:trace contextRef="#ctx0" brushRef="#br0" timeOffset="73045.693">21339 704 1666 0,'0'0'36'0,"0"0"8"0,0 0 2 0,0 0 2 15,0 0-39-15,0 0-9 0,0 0 0 0,0 0 0 0,6-5 83 0,0 5 14 16,0-3 3-16,0 3 1 16,2-5-20-16,-2 5-4 0,3-3-1 0,-3 3 0 15,3-5-40-15,-3 5-9 0,3-3-2 0,0 3 0 16,3 0-14-16,0 0-3 0,0-5-8 0,3 5 12 0,0 0-12 0,2 0 0 15,1-3 0-15</inkml:trace>
  <inkml:trace contextRef="#ctx0" brushRef="#br0" timeOffset="73307.137">21925 569 1497 0,'0'0'32'0,"0"0"8"0,0 0 0 0,0 0 4 0,0 0-36 15,0 0-8-15,0 0 0 0,0 0 0 0,6-5 90 0,3 5 16 0,0-6 3 0,3 4 1 16,3 2-32-16,0 0-6 0,0-6-2 0,5 6 0 16,-2-2-13-16,0 2-2 15,3 0-1-15,-3 0 0 0,0 0-26 0,-3 0-4 0,2 2-2 0,-2-2 0 16,0 0-22-16,-3 0 0 0,3 6 0 0,-3-6 0 31,0 0-47-31,-3 0-13 0,0 2-4 0</inkml:trace>
  <inkml:trace contextRef="#ctx0" brushRef="#br0" timeOffset="73548.022">21991 765 1497 0,'0'0'32'0,"0"0"8"0,0 0 0 0,0 0 4 0,0 0-36 16,3 0-8-16,3 0 0 0,2-3 0 0,-2 3 104 0,3 0 20 15,3 0 3-15,-3-5 1 0,3 5-52 0,0-3-9 16,3 3-3-16,-3-5 0 0,0 5 0 0,0 0 0 16,0-3 0-16,2-2 0 0,-2 5-51 0,0-5-13 15,3 2 0-15,-3-2 0 0,0 2 0 0,0 3 0 16,3-5 0-16,-3 2 0 0,2-2 0 0,1 5 0 15,3-3 0-15,-3-2 0 16,3 0-151-16,0 2-33 0</inkml:trace>
  <inkml:trace contextRef="#ctx0" brushRef="#br0" timeOffset="73851.356">22684 423 1735 0,'0'0'38'0,"-6"0"8"0,0 0 2 0,0-5 0 0,0 2-38 0,0 3-10 0,6 0 0 0,-6 0 0 16,6 0 96-16,-6 0 16 0,6 0 4 0,-5 0 1 15,5 0-40-15,-3 3-8 0,3-3-1 0,-6 5-1 16,6 3-24-16,-3-2-5 0,3 2-1 0,-3 2 0 16,3 3-10-16,0 1-3 0,3-1 0 0,-3 3 0 15,0 5-8-15,0-3-3 0,0 4 0 0,0 1 0 16,0-1-13-16,0-1 0 0,0 0 8 0,0 0-8 15,-3-5 0-15,3 5 9 0,0-5-9 0,0 0 8 0,0-3-8 16,0-2 0-16,0 2 0 0,0 0 0 0,0 0 0 0,0-5 8 16,0 3-8-16,0 2 0 15,3-5-28-15,0 5-12 0,-3-5-1 0</inkml:trace>
  <inkml:trace contextRef="#ctx0" brushRef="#br0" timeOffset="80094.305">21324 1222 1090 0,'0'0'24'0,"0"0"4"0,0 0 2 0,3 0 2 0,3-2-32 0,-3 2 0 0,3 0 0 0,-3 0 0 16,3-5 105-16,-6 5 15 0,0 0 4 0,0 0 0 15,0 0-16-15,0 0-4 0,0 0 0 0,0 0 0 16,0 0-25-16,0 5-6 0,0-5-1 0,3 8 0 16,-3 0-22-16,0-3-5 0,-3 6-1 0,3 2 0 15,-3-5-16-15,0 8-4 0,0 2-1 0,0 1 0 16,0 2-15-16,0 0-8 0,0 3 8 0,0 2-8 16,0-7 0-16,0 7 8 0,0-5-8 0,0-2 0 15,0-1 0-15,0-2 0 0,0-5 0 0,0 2 0 16,0 0 0-16,3-5 0 0,-3 0 0 0,0 0 0 15,0 0 0-15,3-3 8 0,0-5-8 0,0 0 0 0,0 0 0 16,0 0 0-16,0 0 0 0,0 0 8 0,0 0-8 0,0 0 0 16,-3-8 8-16,0 1-8 0,0 1 11 0,3-7-3 15,0 2 0-15,0-7 0 0,0-1 2 0,0-2 0 16,0-3 0-16,0-2 0 0,0-3-1 0,0 0 0 16,3 0 0-16,-3 2 0 0,3 1-1 0,3 5-8 15,-3 2 12-15,0 0-4 0,3 9-8 0,0-9 0 16,3 9 0-16,-3 2 0 0,6-5-8 0,-3 5 8 15,0 0 0-15,0 0 0 0,2 0 0 0,1-3-9 16,0 3 9-16,3 6 0 0,3-6-25 0,0 2 1 16,0 4 1-16,0-3 0 15,-1-1-149-15,1 6-29 0</inkml:trace>
  <inkml:trace contextRef="#ctx0" brushRef="#br0" timeOffset="80290.058">21243 1331 1526 0,'0'0'43'0,"0"0"10"0,0 0-42 0,0 0-11 0,0 0 0 0,0 0 0 15,3 0 104-15,3 3 20 0,3 2 3 0,0-5 1 16,3 0-41-16,3 0-8 0,-3 0-2 0,3 0 0 16,0 0-43-16,0 0-9 0,0 0-1 0,-1-5-1 15,4 2-23-15,0-2 8 0,3-3-8 0,3 5 0 16,0-2-123-16,-1-3-29 0,4 0-5 0</inkml:trace>
  <inkml:trace contextRef="#ctx0" brushRef="#br0" timeOffset="80512.252">21857 1270 1631 0,'0'0'46'0,"0"0"10"0,0 0-44 0,6-5-12 15,0 5 0-15,0-6 0 0,2 4 96 0,4 2 18 16,-3-5 3-16,6 5 1 0,-3-3-66 0,3 3-12 16,0-5-4-16,0 5 0 0,0 0-24 0,0-3-12 15,-1 3 10-15,-2 0-10 16,0 3-36-16,0-3-12 0,0 5-4 0,-3-5 0 16,0 0-60-16,-3 3-13 0,9-3-3 0,-15 0 0 0</inkml:trace>
  <inkml:trace contextRef="#ctx0" brushRef="#br0" timeOffset="80705.033">21791 1516 1864 0,'0'0'41'0,"0"0"9"0,0 0 2 0,0 0 0 0,0 0-42 0,0 0-10 0,0 0 0 0,0 0 0 15,6-5 72-15,0 5 12 0,0-3 2 0,3 3 1 16,0-5-44-16,0 2-9 0,3-2-2 0,3 2 0 15,0-2-21-15,-1 2-11 0,4-7 10 0,0 7-10 16,3-5-20-16,0 0-9 0,0 0-3 0,-1-2-963 16</inkml:trace>
  <inkml:trace contextRef="#ctx0" brushRef="#br0" timeOffset="81057.559">22315 1265 1681 0,'0'0'36'0,"0"0"8"0,0 0 2 0,0 0 2 0,0 0-38 0,-6 0-10 15,6 0 0-15,-6 0 0 0,0 0 90 0,0 5 16 16,0-2 3-16,0 2 1 0,0-2-63 0,-3 2-13 16,4 3-2-16,-1 0-1 0,0 5 26 0,0-5 6 15,0 8 1-15,0-3 0 0,0-2-52 0,0 2-12 16,3 3 0-16,0 0 0 0,0 2 0 0,0-2 0 16,3-3 0-16,0 3 0 0,0-3 0 0,3 3 0 15,0-8 0-15,3 5 0 0,0-5 0 0,0 0 0 16,3 0 0-16,3 0 0 0,-1-8 0 0,1 5 0 0,3-5 0 0,3 0 0 15,0 0 0-15,0 0 0 0,0 0 0 0,0-5 0 16,2 0 10-16,-2 2-1 0,-3-5 0 0,3 3 0 16,-6-3 25-16,0 0 5 0,0 0 1 0,0-5 0 15,-6 2 8-15,3-2 3 0,-4-3 0 0,-2-2 0 16,0 2-13-16,0-5-2 0,-3 2-1 0,0-2 0 16,-3 5-21-16,0-5-4 0,0 8-1 0,-2-3 0 15,-4 0-1-15,0 3-8 0,0 0 12 0,-6 2-4 16,3 6-8-16,-6-3-9 0,0 0 9 0,-3 3-13 15,1 2-105 1,-4 3-21-16,0 0-4 0</inkml:trace>
  <inkml:trace contextRef="#ctx0" brushRef="#br0" timeOffset="90757.905">21366 4567 1728 0,'0'0'38'0,"0"0"8"0,0 0 2 0,0 0 0 0,0 0-39 0,0 0-9 15,0 0 0-15,0 0 0 0,0 0 53 0,0 0 9 16,0 0 2-16,0 0 0 0,0 5-28 0,0 1-6 15,0 2-1-15,0 2 0 0,0-2 5 0,0 5 1 16,0 0 0-16,0 1 0 0,3 4-35 0,-3-2 0 16,0 3-10-16,0-3 10 0,2 5 0 0,-2-8 0 15,0 5 9-15,0-2-1 0,0 3-8 0,-2-3 0 16,2-3-11-16,0 3 11 0,0-3 0 0,0 3 0 16,0-5 0-16,0-1 0 0,0 1 0 0,0-1 0 0,0-2 0 15,0 3 0-15,0-3 0 0,0-3 0 0,0-5 0 0,0 0 10 16,0 0-10-16,0 0 0 0,0 0 9 0,0 0-9 15,0 0 20-15,0 0-1 0,0 0 0 0,-3-5 0 16,0-3 19-16,0 0 4 0,0-3 1 0,0 1 0 16,0-4 16-16,0 1 3 0,0-3 1 0,0-2 0 15,0 2-51-15,0-3-12 0,3 1 0 0,0-1 0 16,-3 1 0-16,3-3 0 0,3 0 0 0,-3-1 0 16,3 1 0-16,0 3 0 0,0-1 0 0,3 1 0 15,0 2 22-15,0 0 2 0,2 0 0 16,-2 5 0-16,3-2-14 0,3 3-2 0,-3-1-8 0,3 0 12 15,3 3-12-15,-3 3 0 0,6-3 0 0,0 3 0 16,-1 2-24-16,1-5-5 0,3 6-1 16,0-1 0-16,-3 3 2 0,0 0 1 0,-3 0 0 0,-1 0 0 15,-2 3-133-15,-3-1-28 0,0 1-4 0,-3 2-748 16</inkml:trace>
  <inkml:trace contextRef="#ctx0" brushRef="#br0" timeOffset="91018.653">21369 4752 1580 0,'0'0'35'0,"0"0"7"0,0 0 2 0,0 0 0 0,0 0-36 0,2 3-8 0,-2-3 0 0,6 8 0 16,0-8 120-16,0 2 23 0,0 4 4 0,3-6 1 15,-3 0-43-15,3 2-8 0,0-2-1 0,3 0-1 16,0 0-33-16,0 0-6 0,0-2-2 0,3 2 0 16,2 0-43-16,1 0-11 0,3-6 0 0,0 6 0 15,0-2 0-15,3 2 0 0,-1-5 0 0,1 2 0 16,0 0-169 0,0 3-36-16</inkml:trace>
  <inkml:trace contextRef="#ctx0" brushRef="#br0" timeOffset="91974.332">20270 3567 1552 0,'0'0'44'0,"0"0"10"0,0 0-43 0,0 0-11 16,0 0 0-16,0 0 0 0,0 0 53 0,0 0 9 16,0 0 2-16,-6 2 0 0,0 6 5 0,3 0 2 15,0 0 0-15,-3 3 0 0,3-1-51 0,0 1-9 16,0 5-3-16,0-3 0 0,0 3-8 0,0 0 0 16,0 5 0-16,1-2 8 0,2 2-8 0,-3 0 0 0,0 0 0 15,3 0 0-15,-3-2 0 0,0-1 0 0,3-2 0 0,-3-5 0 16,3 2 0-16,-3-2 0 0,3-1 0 15,0-2 0-15,-3-3 0 0,3 3 0 0,0-8 9 16,0 0-9-16,0 0-12 0,0 0-6 0,0 0-2 0,0 0 0 16,0 0 54-16,-3-8 10 0,3-5 3 0,3 0 0 15,-3-3-16-15,3 0-3 0,0-8-1 0,0 3 0 16,0-5-27-16,3-1-11 0,-1 6 1 0,1-8 0 16,3 5 10-16,0 3 0 0,0-5 0 0,3 2 0 15,0 3 0-15,0-3 0 0,0 3 0 0,0-3 0 16,3 3 37-16,-3-1 10 0,5 1 1 0,-2 3 1 15,0 5-19-15,0-1-4 0,0 4-1 0,0-1 0 16,0 8 23-16,-3-4 5 0,0 7 1 0,-1-6 0 0,1 12-54 16,-3-6-18-16,-3 7 0 0,3 1 0 0,-3 0 18 0,0 6 8 15,-3 1-8-15,3 1 12 0,-3 0-4 0,0 5 0 16,0-2-8-16,-3 5 12 0,0-6-12 16,0 1 0-16,0-1 0 0,0 3-10 0,-3-2 10 0,0-1-12 15,0 4 12-15,0-4-12 0,-3 6-9 0,3-8-3 16,-3 5 0-16,0-2 0 15,3 2-1-15,-3-3-1 0,0 1 0 0,0-1 0 16,0-7-82-16,3 2-16 0,-3 0-3 0,1-5-820 0</inkml:trace>
  <inkml:trace contextRef="#ctx0" brushRef="#br0" timeOffset="92217.699">20237 3622 1940 0,'0'0'43'0,"0"0"9"0,0 0 1 0,0 0 1 0,0 0-43 0,0 0-11 0,0 0 0 0,0 0 0 16,0 0 108-16,3 0 20 0,3-2 4 0,0 2 1 16,3-3-55-16,3 3-11 0,0 0-3 0,0 3 0 15,0-3 0-15,3 2 0 0,3-2 0 0,-1 3 0 16,4 0-102-16,3-1-21 0,-3 1-4 0,6 0-1 15,0 2-24-15,-1-2-4 0,4 2-2 0,-3-5-990 16</inkml:trace>
  <inkml:trace contextRef="#ctx0" brushRef="#br0" timeOffset="92924.388">21550 5345 1659 0,'0'0'36'0,"0"0"8"0,0 0 2 0,0 0 1 0,0 0-38 0,0 0-9 0,0 0 0 0,0 0 0 16,0 0 103-16,0 0 18 15,0 0 4-15,0 0 1 0,0 0-33 0,-3 8-6 16,3-3-2-16,-3 6 0 0,0 2-68 0,3 3-17 16,-3 0 0-16,3 5 0 0,0 0 55 0,0 6 7 15,0-6 2-15,0 2 0 0,3 1-52 0,-3 0-12 0,3-3 0 0,-3 3 0 16,3 0 0-16,-3 0 0 0,3 2 0 0,0 6 0 15,-3 0 0-15,3 2 0 0,0 3 0 0,-3 0 0 16,3 0 0-16,0-5 0 0,0-3 0 0,0 0 0 16,0-5 0-16,0 2 0 0,-3 1 0 0,0-1 0 15,3 1-48 1,-3-1-13-16,3 3-3 0,0 1 0 16,-3-4 0-16,3 0 0 0,0-2 0 0,-3 0 0 15,3-5-102-15,-3-1-21 0,9 11-4 0,-6-10-1 0</inkml:trace>
  <inkml:trace contextRef="#ctx0" brushRef="#br0" timeOffset="93754.486">21422 6297 1314 0,'0'0'37'0,"0"0"8"0,0 0-36 0,0 0-9 16,0 0 0-16,0 0 0 16,0 0 104-16,0 0 20 0,0 0 3 0,0 0 1 0,0 0-52 0,0 0-9 0,0 0-3 0,0 0 0 15,0 0-13-15,0 0-3 0,0 0-1 0,0 0 0 16,0 0-24-16,3 6-5 0,0 2-1 0,-3-3 0 15,3 3-17-15,3 0 0 0,-3 2 0 0,0-2 0 16,3 0 0-16,-3 3 0 0,3-3 0 0,0 0 0 16,0 0 55-16,0 0 7 0,0 0 2 0,3 0 0 15,-1-3-52-15,1 3-12 0,0-3 0 0,0-2 0 16,0 2-11-16,0-2-5 0,3 2 0 0,0-2-1 16,0-1 17-16,0-2 12 0,0 0-1 0,3 0-1 15,-4 0-2-15,4 0-8 0,-3-2 12 0,3-1-4 16,-3 0-8-16,0-2 0 0,0 0 0 0,0 2 0 15,0-2 0-15,-3-3 0 0,2 3 0 0,-2-3 0 16,0 0 0-16,0 0 0 0,0-3 0 0,-3 1 0 16,3-1-37-16,-3 3-13 0,3-5-2 0,0 5-634 15,-3-3-126-15</inkml:trace>
  <inkml:trace contextRef="#ctx0" brushRef="#br0" timeOffset="103628.749">19401 8951 1728 0,'0'0'38'0,"0"0"8"0,0 0 2 0,0 0 0 0,0 0-39 0,0 0-9 0,0 0 0 0,0 0 0 15,0 0 53-15,0 0 9 0,0 0 2 0,0 0 0 16,-3 6 0-16,0 2 0 0,0 0 0 0,3 2 0 15,-3 3-52-15,3 1-12 0,0 2 0 0,0 2 0 16,3 3 0-16,-3 3 0 0,3 2 0 0,-3-2 0 16,3 3 14-16,0-3 0 0,-3-1 0 0,3 1 0 0,-3-3-22 15,3 1-5-15,-3-7-1 0,0 4 0 0,0-6 14 16,0 0 0-16,0-2 0 0,0 0 0 0,-3-1 0 0,3-2 0 16,-3 0 0-16,3-3 0 15,0-5 0-15,0 0 0 0,0 0 0 0,0 0 0 0,0 0 0 0,0 0 0 16,0 0 0-16,0 0 0 0,-3-5 48 0,3-3 13 15,0 0 3-15,-3-2 0 0,3-1-52 0,-3-2-12 16,3-6 0-16,0 1 0 0,0-6 54 0,0-3 8 0,0-2 2 16,0-2 0-16,0-1-52 0,0 0-12 15,3 0 0-15,-3 3 0 0,3 5 0 0,0 1 0 16,0 1 0-16,0 4 0 0,0-1 10 0,0 1-1 16,0 2 0-16,3 0 0 0,0 0-9 0,3 3 8 15,0 0-8-15,3 2 8 0,-1-2-16 0,4 0-4 0,3 2-1 0,0-2 0 16,3 2 13-16,3 1 0 0,-3 2 0 0,2 0 0 15,-2 3 0-15,0-1 0 16,0 4 0-16,-3 2 0 16,-3 0-156-16,-1 0-29 0,-2 5-6 0,0 0-478 0,-3 3-96 0</inkml:trace>
  <inkml:trace contextRef="#ctx0" brushRef="#br0" timeOffset="103875.904">19419 9102 1552 0,'0'0'44'0,"0"0"10"0,0 0-43 0,0 0-11 15,0 0 0-15,0 0 0 0,0 0 139 0,0 0 25 16,6 0 6-16,0 0 1 16,3-2-69-16,3 2-14 0,-3-3-2 0,2 0-1 0,1 3-33 0,0-2-8 15,0-1 0-15,3 3-1 0,0-3-18 0,3 3-3 16,-3 0-1-16,2 0 0 0,1 0-21 0,0 0 0 15,3 0 0-15,-3 3 0 16,0-3-200-16,0 3-45 0,-3-1-9 0</inkml:trace>
  <inkml:trace contextRef="#ctx0" brushRef="#br0" timeOffset="104382.85">19886 9332 1958 0,'0'0'43'0,"0"0"9"0,0 0 1 0,0 0 3 0,0 0-45 0,0 0-11 16,0 0 0-16,0 0 0 0,0 0 104 0,0 0 20 16,0 0 3-16,0 0 1 0,0 0-52 0,0 0-9 0,0 0-3 0,3 6 0 31,0-1-51-31,-3 3-13 0,0 0 0 0,0 0 0 0,0 2 54 0,0 4 8 16,0-1 2-16,-3 3 0 15,0 0-103-15,3 5-20 0,-3 0-4 0,0 3-1 0,0 2 103 0,0-5 20 0,3 3 4 16,-3-3 1-1,3-2-103-15,0-1-20 0,-3-2-4 0,3 0-1 16,-3-3 0-16,3 3 0 0,0-5 0 0,-3-1 0 16,3 1-128-16,-3-6-27 0,-6 3-5 0,9-8 0 0</inkml:trace>
  <inkml:trace contextRef="#ctx0" brushRef="#br0" timeOffset="105032.283">20532 9205 1497 0,'0'0'32'0,"0"0"8"0,0 0 0 0,0 0 4 0,0 0-36 0,0 0-8 0,0 0 0 0,0 0 0 16,0 0 104-16,0 0 20 0,0 0 3 0,0 8 1 16,3 3-103-16,-3 0-25 0,3-1 0 0,-3 3 0 15,0 1 0-15,0 1 0 0,0-1 0 0,3-1 0 16,-3 3 0-16,-3-3 0 0,3 0 0 0,0 0 0 16,-3 1 0-16,3 2 0 0,0-3 0 0,-3 0 0 31,3 0-46-31,-3 1-14 0,3-4-4 0,0 1 0 0,-3-3 52 0,3-3 12 0,0-5 0 0,0 0 0 15,0 0 0-15,0 0 0 0,0 0 0 0,0 0 0 16,0-5 48-16,0-3 13 0,0-3 3 0,0 1 0 16,3-4 0-16,-3 1 0 0,0-3 0 0,3 0 0 15,-3 0 0-15,3-2 0 0,0-6 0 0,0 0 0 16,3-5-52-16,-3-3-12 0,3-5 0 0,-3 0 0 16,3 3 54-16,0 0 8 0,3-1 2 0,-3 6 0 0,3 3-52 15,-3 2-12-15,2 0 0 0,-2 5 0 0,3-2 0 16,0 5 0-16,3 0 0 0,0 1 0 15,3 4 0-15,0 0 0 0,3 1 0 0,-3 2 0 0,2-3 0 16,-2 6 0-16,3 0 0 0,-3-1 0 16,3 4-47-16,-6 2-12 0,0 2-2 0,-3 1-1 15,0 2-116-15,-3 3-23 0,-3 3-5 0</inkml:trace>
  <inkml:trace contextRef="#ctx0" brushRef="#br0" timeOffset="105218.791">20574 9176 1728 0,'0'0'38'0,"0"0"8"0,0 0 2 0,0 0 0 0,0 0-39 0,6 0-9 0,0 3 0 0,0-3 0 15,3-3 84-15,-1 3 16 0,1 0 2 0,6-2 1 16,0-1-31-16,0 0-7 0,3-2-1 0,3 2 0 16,0 1-31-16,-1-1-6 0,1 1-2 0,0-1 0 15,3 0-71-15,-6 3-14 0,3 0-4 0,-7 0 0 16,4 3-153-16,-6 2-31 0</inkml:trace>
  <inkml:trace contextRef="#ctx0" brushRef="#br0" timeOffset="105583.644">20916 9332 1958 0,'0'0'43'0,"0"0"9"0,0 0 1 0,0 0 3 0,0 0-45 0,0 0-11 15,3-2 0-15,0-4 0 16,0 4 53-16,3-3 9 0,0 2 2 0,3-2 0 0,-3 2 51 0,3 0 10 15,-3 1 3-15,3-4 0 0,0 4-103 0,-4-1-25 16,4 0 0-16,0 3 0 0,3-2 0 0,-3 2 0 16,0 0 0-16,-3 0 0 0,3 0 56 0,-3 0 7 15,3 2 1-15,-3 1 0 0,3 0-52 0,-3-1-12 16,-3 4 0-16,0-1 0 16,-3-5-48-16,0 8-13 0,0 0-3 0,-3 0 0 15,0 0 28-15,-3 2 6 0,-3 1 1 0,0-1 0 16,3 4-13-16,-3 2-2 0,0-3-1 0,0 3 0 0,0 0 30 0,3-1 7 15,-3-1 8-15,0-1-13 0,3 3 13 0,3-6 0 0,-2 1-10 16,2 2 10-16,3-5 10 0,0 0 6 0,0-3 2 16,0 3 0-16,0-8-18 0,3 3 0 0,2 0 8 0,1-1-8 15,0-2 41-15,0 0 5 0,3-2 1 0,0-1 0 16,0 0-24-16,3 1-5 0,-3-6-1 0,3 2 0 16,3 1-17-16,-3-3 0 0,3 0 0 0,2 0 0 15,-5 0-99 1,6-2-23-16,-3 2-5 0,3-3-1 0</inkml:trace>
  <inkml:trace contextRef="#ctx0" brushRef="#br0" timeOffset="106204.608">21616 9097 1926 0,'0'0'42'0,"0"0"9"0,0 0 1 0,0 0 3 0,3-3-44 0,2 1-11 0,-5 2 0 0,3-3 0 16,-3 3 80-16,3 0 13 0,-3 0 3 0,6 5 1 15,-3-2-53-15,0 8-12 0,0-1-1 0,0 3-1 16,-3 3-22-16,3 3-8 0,-3 2 0 0,0 0 9 15,0-2-9-15,0 2 0 0,0 0 0 0,0-3 0 16,0 1-23-16,0-3-6 16,0 0-2-16,0 0 0 0,0-3-13 15,-3 3-4-15,3-3 0 0,0-2 0 0,-3 2 5 0,3-3 1 16,-3-2 0-16,3 0 0 0,0-2 34 0,0-6 8 0,0 0 0 0,0 0 0 16,0 0 49-16,0 0 12 0,0-8 3 0,3 0 0 15,0-3 0-15,0 0 0 0,-3 1 0 0,3-3 0 16,3-1 0-16,-3 1 0 0,0-3 0 0,0 0 0 0,3-5-52 15,0-3-12-15,0 1 0 0,3-9 0 0,-3 0 0 16,3 0 0-16,3 1 0 0,-3-1 0 0,6 5 21 0,-4 1 2 16,1 2 0-16,0 3 0 0,0 2-23 0,0 1 9 15,3 2-9-15,0 3 0 0,3 2 0 0,0-2 0 16,2 5 0-16,1 0 0 0,0 0 0 0,0 3 0 16,0 0 0-16,-3 5-12 15,-1 0-88-15,-2 0-16 0,-3 2-4 0,0 4-614 0,-3 1-122 16</inkml:trace>
  <inkml:trace contextRef="#ctx0" brushRef="#br0" timeOffset="106397.343">21696 9250 1508 0,'0'0'33'0,"0"0"7"0,0 0 2 0,0 0 0 0,0 0-34 0,6 3-8 0,0 0 0 0,3-1 0 15,3-2 107-15,0 0 19 0,2-2 4 0,-2 2 1 16,3 0-41-16,0 0-8 0,3 0-2 0,0 0 0 15,0 0-42-15,3 0-9 0,-1 0-1 0,1 0-1 16,3 0-27-16,-3 0-9 0,3 0 0 0,-3 0 0 16,-1 0-175-1,-2 2-34-15</inkml:trace>
  <inkml:trace contextRef="#ctx0" brushRef="#br0" timeOffset="106860.907">22142 9404 1552 0,'0'0'44'0,"0"0"10"0,3-3-43 0,3 1-11 16,-3-1 0-16,3-2 0 0,3 2 104 0,0-2 20 15,0 2 3-15,0-2 1 0,0-1 0 16,0 1 0-16,3 0 0 0,0 0 0 0,3-1-52 0,-1 1-9 16,1 2-3-16,3 1 0 0,-3-4-51 0,3 4-13 15,-3 2 0-15,0-3 0 0,0 3 42 0,-1 0 6 16,-2 0 0-16,0 0 1 0,0 3-34 0,-3-3-7 15,0 2-8-15,-3 1 11 0,-3 0-11 0,-3-3 0 0,3 5 0 0,-3-5 0 32,0 5-42-32,-3 3-10 0,0-2-3 0,-3 1 0 15,0 1-58-15,-3-2-12 0,0 2-3 0,-3 0 0 0,3 0 83 0,-3-1 16 0,1 1 3 0,-1 0 1 16,0 0 13-16,3 0 4 0,0 0 0 0,0-3 0 16,3 1 8-16,3-1 11 0,0-2-3 0,3-3 0 15,0 0 12-15,0 0 1 0,0 0 1 0,3 5 0 16,3-2-22-16,3 2 9 0,-3-2-9 0,3-1 0 15,3 1 58-15,-3-1 5 0,0 1 1 0,2 2 0 16,-2 1-5-16,0-1-1 0,0 0 0 0,0 3 0 16,-3 0-18-16,0 0-3 0,0 3-1 0,-3-3 0 15,3 2-15-15,-6-2-3 0,3 3-1 0,-6-1 0 16,3-2-17-16,-3 3 10 0,-3-1-10 0,0 1 8 16,0-3-8-16,-3 3 0 0,0-4 0 0,-3 4 0 15,0-3-23-15,1 0-6 0,-4 3-2 0,0-4 0 16,0 1-93-16,0 3-20 0,0-3-3 0,-6 0-914 15</inkml:trace>
  <inkml:trace contextRef="#ctx0" brushRef="#br0" timeOffset="107600.131">19788 10364 1958 0,'0'0'43'0,"0"0"9"0,0 0 1 0,-6 3 3 0,6-3-45 0,-6 3-11 15,0-1 0-15,0 4 0 0,0-1 53 0,0 0 9 16,0 3 2-16,0 3 0 0,0 2-52 0,0 0-12 15,3 0 0-15,-3 3 0 0,1-2 0 0,2 1 0 16,0 4 0-16,0-3 0 0,0 2 0 0,0 1 0 0,3-3 0 16,0 5 0-16,0 0 0 0,3 3 0 0,3 0 0 15,0 2 0-15,2-2 0 0,1-3 0 0,3 0 0 0,-3-2 0 32,3-3-48-32,3-3-13 0,-3-3-3 0,6-2 0 0,-3-5 64 0,5 0 0 15,-2-6 14-15,6-2-2 0,0-3 12 0,3-3 4 0,-3-2 0 16,2-3 0-16,-2 0 12 0,0-2 4 0,0 2 0 15,-3 0 0-15,-6-3 6 0,-1 4 2 0,-2-4 0 0,-3 1 0 16,-3 2 2-16,0 0 1 0,-3 0 0 0,-3-3 0 16,0 4-21-16,-3-4-4 0,0 0-1 0,-3 1 0 15,-3-1-13-15,-3 4-2 0,0-4-1 0,-5 3 0 16,-1 0-5-16,-6 3 0 0,0 2-8 0,0-2 12 16,-2 5 4-16,-1 3 1 0,0 0 0 0,3 2 0 15,0 3-65 1,3 0-12-16,4 0-4 0,-1 3 0 0,3-1-102 0,0 4-21 0,6-4-4 0</inkml:trace>
  <inkml:trace contextRef="#ctx0" brushRef="#br0" timeOffset="108068.831">20949 10306 1792 0,'0'0'51'0,"-6"3"10"0,3-1-49 0,-3 1-12 16,0 0 0-16,0 2 0 0,-3 0 54 0,0 1 8 0,0 2 2 0,0-1 0 16,-3 4 0-16,0 2 0 0,1 1 0 0,-1 1 0 15,-3 1-52-15,3 0-12 0,0 0 0 0,0 0 0 16,3 0 0-16,0 0 0 0,3-3 0 0,0 3 0 15,6-3 54-15,0 3 8 0,0-6 2 0,6 4 0 16,0-1-52-16,6 0-12 0,0 0 0 0,3 1 0 16,0-1 0-16,3 0 0 0,0-2 0 0,-1-1 0 15,4-2 0-15,0-3 0 0,-3-2 0 0,3-3 0 16,-3-5 54-16,2 0 8 0,4-3 2 0,-3-3 0 16,0 0-52-16,3-2-12 0,-3 3 0 0,-1-4 0 15,1 4 37-15,-6-3 5 0,0 2 1 0,-3-2 0 16,0-3-18-16,-6 3-3 0,0-3-1 0,-6-3 0 15,0 1 35-15,-3-6 6 0,0 0 2 0,-6-2 0 16,-3-1-64-16,-3 3-13 0,-3 1-3 0,0-1 0 0,-2 5 26 16,-1 1 5-16,0 4 1 0,0 1 0 15,0 5-16-15,-3-2 0 0,1 2 0 0,-1 0 0 16,-3 0-100-16,-3 5-22 0,3-2-5 0,-2 5-717 16,5 0-144-16</inkml:trace>
  <inkml:trace contextRef="#ctx0" brushRef="#br0" timeOffset="108481.559">21860 10325 1792 0,'0'0'51'0,"0"0"10"0,-3-6-49 0,3 1-12 0,0 0 0 0,-3 0 0 15,3 5 105-15,0 0 19 0,0 0 3 0,0 0 1 16,0 0 0-16,0 0 0 0,0 0 0 0,0 0 0 15,0 0-52-15,0 0-9 0,0 7-3 0,0 4 0 16,0 2 0-16,0 6 0 0,0-1 0 0,-3 1 0 16,3-1-51-16,0 4-13 0,-3-1 0 0,3-3 0 0,0 3 0 15,-3 1 0-15,3-4 0 0,0 1 0 0,-3 2 0 16,3 0 0-16,0 0 0 0,0 6 0 0,0-1 0 0,0-2 0 16,3 2 0-16,-3 1 0 0,3-6 0 0,-3 0 0 15,3 0 0-15,0-2 0 16,0-6-102-16,0 3-20 0,0-6-4 0,0 1-718 15,3-3-144-15</inkml:trace>
  <inkml:trace contextRef="#ctx0" brushRef="#br0" timeOffset="113924.706">21526 4953 1036 0,'0'0'23'0,"0"0"5"0,0 0 0 0,0 0 1 0,0 0-29 0,0 0 0 0,0 0 0 0,0 0 0 16,0 0 55-16,0 0 5 16,0 0 0-16,0 0 1 0,0 0-1 0,0 0 0 0,0 0 0 0,0 0 0 15,0 0 2-15,0 0 0 16,0-5 0-16,0 5 0 0,0-5 5 0,0 5 1 16,0-3 0-16,0 3 0 0,3-8-13 0,0 5-3 0,3-2 0 0,0 5 0 15,0-2-8-15,0-1-3 0,3 0 0 0,0 1 0 16,0 2-9-16,3 0-1 0,-3-3-1 0,3 3 0 15,-1 0-19-15,-2 3-11 0,3-3 12 0,-3 2-12 16,3-2 0-16,-3 3 0 0,-3 0 0 0,3-1 0 16,-3 1 0-16,-3-1 0 0,-3-2 0 0,0 0 0 15,3 6 0-15,-3-6 0 0,3 5 0 0,-6 0-12 16,3 3-8-16,-6-2-2 0,3 2 0 0,-3 2 0 16,0-7 2-16,-3 5 0 0,3 0 0 0,-3-3 0 15,0 3 4-15,-3 0 2 0,6-3 0 0,-3 3 0 16,1-3 5-16,2 1 1 0,0-1 0 0,0 0 0 0,6-5 8 15,0 0-8-15,0 0 8 0,-3 3-8 16,3-3 8-16,0 0 0 0,6 5-9 0,-3 0 9 16,3-2 0-16,0 0-11 0,0-1 11 0,-1-2-8 15,4 3 8-15,0 2 0 0,0-5 0 0,0 0 0 16,-3 3 0-16,0 0 0 0,0-1 0 0,0 1 0 0,-3 0 0 16,0 2 11-16,-3-5-3 0,0 0 0 0,3 5-8 0,-3 0 8 15,-3 3-8-15,0-5 8 0,-3 0-8 0,0 2 8 16,-3 0-8-16,0 1 8 0,-3-1-8 0,0 0 0 15,-2 0 9-15,2 1-9 0,-3-1 0 0,0-2 8 16,0 2-8-16,0 0 0 0,3 1 0 0,-3-4 0 0,3 3 0 0,0-2 0 31,4 0-40-31,-1 2-4 0,3-5 0 0,-3 3-575 16,3-1-115-16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30:08.95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17427 2225 1792 0,'0'0'51'0,"0"0"10"0,0-2-49 0,0-4-12 16,0-2 0-16,0 8 0 0,0 0 105 0,0 0 19 15,0-5 3-15,0 5 1 0,0 0-52 0,0 0-9 16,0 0-3-16,0 0 0 0,0 0 0 0,0 0 0 16,0 8 0-16,-2 3 0 0,2-3-51 0,0 2-13 15,0 3 0-15,0 1 0 0,2-6 28 0,-2 5 2 16,0-3 1-16,3 6 0 0,-3-5-14 0,0 5-2 16,0-8-1-16,0 5 0 0,0-3 2 0,0 4 0 15,0-1 0-15,0-2 0 0,-3 2-16 0,3 0 8 16,0-2-8-16,-2 4 0 0,2 4 0 0,0-1 0 15,-3 4 0-15,3-1 0 0,0 3 24 0,-3 2 0 16,3-2-1-16,0 0 0 0,-3-3-13 0,3 0-2 0,0 0-8 16,-3 0 12-16,0-5-3 0,3 0-1 0,0 0 0 15,-3 3 0-15,3-4 15 0,-3-1 2 0,3 4 1 16,-3 1 0-16,3-1-26 0,0 3 0 0,-3 3 0 16,3 3 0-16,0 2 0 0,0-5 0 0,0 2 0 0,0 0 0 15,0 1 18-15,0-9-2 0,0 4 0 0,0-1 0 16,0-5-8-16,0 2-8 0,0-2 9 0,-3 0-9 15,3 0 12-15,0 0-4 0,0 2-8 0,-3 1 12 16,3-1-4-16,0 3-8 0,-3 3 11 0,3 0-11 16,0 3 11-16,0-9-11 0,0 9 10 0,0-6-10 15,0-3 9-15,3 3-9 0,-3-5 8 0,0 3-8 16,3-3 8-16,-3 0-8 0,0-3 0 0,3 0 8 16,-3-2-8-16,0 2 0 0,0-3 0 0,0 1 8 15,0 0-8-15,0-4 0 0,0 4 0 0,0 5 0 16,-3-8 0-16,3 2 0 0,-3 4 8 0,3 2-8 0,-3-3 0 15,0 3 0-15,3 0 0 0,-3 2 8 0,0-5-8 0,3 3 0 16,-3 0 0-16,3-3 0 0,-3 3 0 0,3-5 0 16,-3-1 0-16,3 1 0 0,0-1 0 0,-3 1-14 15,3-3 3-15,0-3 1 16,3 1-71-16,-3-1-15 0,0-5-2 0,0 0-809 16,0 0-161-16</inkml:trace>
  <inkml:trace contextRef="#ctx0" brushRef="#br0" timeOffset="1023.357">17410 3929 1314 0,'0'0'37'0,"0"0"8"0,0 0-36 0,0 0-9 0,0 0 0 0,0 0 0 16,0 0 156-16,-6-5 28 0,6 5 7 0,-3 0 1 15,3 0-103-15,-6-3-20 0,6 3-4 0,-6 0-1 16,6 0 0-16,-6 3 0 0,0-3 0 0,0 5 0 16,0-2 0-16,3 0 0 0,-3-1 0 0,0 4 0 15,3-4-51-15,-3 3-13 0,0 3 0 0,0-5 0 0,0 5 0 0,0-3 0 16,0 1 0-16,0 2 0 0,-2-1 54 0,-1-1 8 15,3 2 2-15,-3-3 0 0,-3 6-64 0,3-3 0 16,0-6-12-16,-3 6 2 0,0-3 10 0,0 3 0 16,0-2 10-16,0 2-10 0,-2-3 8 0,2 3-8 15,0 2 0-15,-3-2 9 0,3 3-9 0,-3-1 0 16,3 4 0-16,0-4 8 0,0 1-8 0,0 5 0 16,0-6 0-16,4 4 0 0,-4 1 0 0,3-1 0 15,-3-1 0-15,3 0 0 0,0 0 0 0,0 1 0 16,0-4 0-16,0 6 0 0,0-8 0 0,0 3 0 15,-3-1 0-15,3 6 0 0,-2-11 0 0,2 6 0 16,-3 2 0-16,-3-5 0 0,0 0 0 0,3 3 0 16,-3-1 0-16,0-5 0 0,0 3 0 0,1 0 0 15,-4 0 0-15,0 0 0 0,3-2 0 0,0 1 0 16,0 1 0-16,-3 3 0 0,3 0 0 0,-2-1 0 0,2 3 0 16,0-2 0-16,3 0 0 0,0 4 0 0,0-4 0 0,0 2 0 15,0 0 0-15,0-2 0 0,3 0 0 0,-2 4 0 16,-1-4 0-16,3 0 0 0,-3 2 0 0,0 0 0 15,0 0 0-15,0-2 0 0,0 2 0 0,-3-2 0 16,3-1 0-16,0 1 0 0,-2-3 0 0,2 2 0 16,-3-2 0-16,3 0 0 0,-3 0 0 0,3 3 0 15,3-6 0-15,-3 0 0 0,0 3 0 0,3-2 0 16,0-1 0-16,4 3 0 0,-1-5 0 0,0 2 0 16,-3-3 0-16,6 4 0 0,-3-4 0 0,6-2 0 15,-3 6-100-15,0-1-23 0,3 3-4 0,0-8-649 16,0 0-131-16</inkml:trace>
  <inkml:trace contextRef="#ctx0" brushRef="#br0" timeOffset="1838.124">17380 3929 1630 0,'0'0'36'0,"0"0"7"0,0 0 1 0,0 0 3 0,0 0-38 0,0 0-9 16,0 0 0-16,0 0 0 0,0 0 96 0,0 0 18 15,0 0 3-15,0 0 1 0,0 0-38 0,0 0-7 16,0 0-1-16,0 0-1 0,0 0-21 0,0 0-4 16,0 0-1-16,0 3 0 0,0 5-8 0,3-3-1 15,-3 0-1-15,3 3 0 0,0 0-17 0,0-5-3 16,0 5-1-16,0-3 0 0,3 3-14 0,0 0 0 16,0-3 0-16,0 1 0 15,2 2 54-15,1 0 8 0,0 0 2 0,0-3 0 0,0 0-52 0,3 3-12 16,0-3 0-16,0 3 0 0,0 0 0 0,3 0 0 15,-3 0 0-15,2 3 0 0,1 2 0 0,-3 3 0 16,3-6 0-16,0 4 0 0,-3 1 0 0,0-1 0 16,0 2 8-16,0 2-8 0,3 1 12 0,-7-4-1 15,4 1 0-15,0 0 0 0,-3 0 3 0,3 0 1 0,-3-3 0 0,3 3 0 16,-3-8-6-16,3 3-1 16,-3 2 0-16,3 0 0 0,0-5 2 0,2 3 0 0,-2-1 0 0,3-5 0 15,0 3 3-15,-3 0 1 0,3 0 0 0,0 0 0 16,0 0-14-16,3 0 9 0,-4 0-9 0,4 0 8 15,-3 3 7-15,0-4 1 0,-3 9 0 0,3-8 0 16,-3 3-8-16,0 2 0 0,0-2-8 0,-1 2 12 16,-2 0 0-16,0-2-1 0,0 2 0 0,0 0 0 15,0-2-2-15,0-1 0 0,-3 4 0 0,0-6 0 16,0-1-1-16,0 1-8 0,0 0 12 0,0 0-4 16,0 0-8-16,-3-2 10 0,0-1-10 15,3 0 10-15,-3 0-10 0,0 1 8 0,2-4-8 0,-2 1 8 16,-3-3-8-16,3 5 0 0,3-2 0 0,-6-3 0 15,3 3 0-15,-3-3 8 0,3 5-8 0,-3-5 0 16,0 0 0-16,0 0 0 0,0 0 0 0,0 0 0 16,0 0-27-16,0 0-4 0,0 0-1 0,0 0 0 15,0 0-150-15,0 0-30 0,3-5-7 0</inkml:trace>
  <inkml:trace contextRef="#ctx0" brushRef="#br0" timeOffset="2935.521">16258 4924 1074 0,'0'0'30'0,"0"0"8"0,0 0-30 0,0 0-8 0,0 0 0 0,0 0 0 15,-6-2 104-15,6 2 19 0,0 0 4 0,0 0 1 16,0 0-21-16,-6-3-4 0,6 3-1 0,0 0 0 16,0 0-61-16,0 0-12 0,0 0-2 0,0 0-1 15,0 0 30-15,0 0 7 0,0 0 1 0,0 0 0 16,0 0 0-16,0 0 0 0,3-3 0 0,-3 3 0 15,0 0-52-15,6 0-12 0,-6 0 0 0,6 0 0 0,-6 0 54 16,3 0 8-16,3 6 2 0,-3-4 0 0,3 3-52 0,-1-2-12 16,-2 5 0-16,3 0 0 0,0 0 12 0,3 0-1 15,-3 5 0-15,3-5 0 0,0 3-3 0,0 2 0 16,3 0 0-16,0 0 0 0,0 3-21 0,0-5-5 16,0-1-1-16,-1 4 0 0,1-1 19 0,0-3 0 15,3 1 0-15,-3 2 0 0,0-2 0 0,0-1 0 16,0 1 0-16,0 2 0 0,0 0 0 0,-3-5 0 15,2 3 0-15,1-3 0 0,0 0 0 0,0 0 0 16,0 0 0-16,0 0 0 0,0 0 0 0,3 0 0 16,0-1 0-16,0-1 0 0,-1 2 48 0,-2 0 12 15,3 0 4-15,0 0 0 0,0 2-52 0,0-2-12 16,0 5 0-16,-3-2 0 0,3 2 0 0,-4-2 0 16,1 2 0-16,-3 0 0 0,3 0 0 15,-3 6 0-15,3-9 0 0,-3 4 0 0,0-1 0 0,3 0 0 16,-3 0 0-16,0 1 0 0,0-4 16 0,-3 3 1 0,2-2 0 15,1 0 0-15,-3-1-8 0,3 1-1 16,0-3-8-16,0 2 12 0,-3-2 0 0,3 3-1 0,0-6 0 16,0 3 0-16,0-3 2 0,3 1 1 15,0 2 0-15,-1-3 0 0,1 0 1 0,0 0 0 0,0 1 0 0,0-4 0 16,0 4-15-16,0-1 0 0,-3-2 0 0,0 2 0 16,3-2 0-16,-3 2 9 0,0-3-9 0,-3 1 8 15,2 2-8-15,-2-2 0 0,0 2 0 0,0-2 0 16,3 0 0-16,-3-1 0 0,-3 1 8 0,3 0-8 15,-6-3 0-15,3 0-14 0,3 0 3 0,-6 0 1 16,3-3-129-16,3 3-25 0,0-5-6 0</inkml:trace>
  <inkml:trace contextRef="#ctx0" brushRef="#br0" timeOffset="4011.867">18255 4776 1267 0,'0'0'28'0,"0"0"5"0,0 0 2 0,0 0 1 0,0 0-36 0,0 0 0 15,0 0 0-15,-6 5 0 0,3 1 99 0,-3-1 13 0,3 3 2 0,-3-6 1 16,3 4-42-16,-3-1-8 0,3 0-1 0,0 3-1 15,-3-2-39-15,3-1-8 0,0 0-2 0,-3 3 0 16,3-3 31-16,-3 1 7 0,4-1 0 0,-4 3 1 16,3-3-33-16,-3 1-8 0,3 1 0 0,-3 1-1 15,3-2-11-15,-3 2 0 0,0 0 0 0,-3-1 0 16,3 4 53-16,0-6 9 0,-3 3 2 0,3 0 0 16,-3 3-46-16,0-1-9 0,0-2-1 0,3 6-8 15,-3-4 13-15,0 1-4 0,1 2-1 0,-4 3 0 16,3-3 0-16,0 0 0 0,-3 1 0 0,0 1 0 15,0-1 1-15,-3-4 0 0,3 3 0 0,-3-2 0 16,4 2 19-16,-4-2 3 0,3-1 1 0,-3 1 0 0,0-3-32 16,3 0 0-16,-3 2 0 0,3-2 0 15,0 3 0-15,0 0 0 0,1-6 0 0,2 3 0 16,-3-3 0-16,3 3 0 0,0 3 0 0,-3-6 0 0,3 0 0 16,-3 3 0-16,0 0 0 0,0 0 0 15,0-3 0-15,3 3 0 0,-2 0 0 0,-4 0 0 0,3 0 0 16,-3 0 0-16,0 3 0 0,0 2 0 0,0-3 0 15,0 1 0-15,0 5 0 0,4-8 0 0,-4 5 0 16,0-2 0-16,3-1 0 0,0 1 0 0,0-1 0 0,3 1 0 16,0 0 0-16,-3-4 0 0,3 4 0 0,0-3 0 15,1 0 0-15,-1 0 0 0,0 0 0 0,3 0 0 16,-3-3 0-16,3 3 0 0,0-3 0 0,0 3 0 16,0 0 0-16,0-3 0 0,0 3 0 0,0-2 0 0,3-1 0 0,-3 3 0 15,0-5 0-15,3 2 0 0,-3-3 0 16,0 4 0-16,0-4 0 0,-3 1 0 15,3 2 0-15,1-2 0 0,-1 0 0 0,3 2 0 0,3-5 0 16,-6 3 0-16,6-3 0 0,-6 2 0 0,6-2 0 16,-6 3 0-16,6-3 0 0,0 0 0 0,0 0 0 0,-6 3 0 15,6-3 0-15,0 0 0 0,0 0 0 0,0 0 0 16,0 0 0-16,-3 0 0 0,3 0 0 0,0 0 0 31,0 0-45-31,-6 0-15 0,6 0-4 0,0 0-682 0,0 0-137 0</inkml:trace>
  <inkml:trace contextRef="#ctx0" brushRef="#br0" timeOffset="7368.44">16981 4755 1382 0,'0'0'30'0,"0"0"6"0,-3-3 2 0,-3-2 2 0,3 0-32 0,-3-1-8 0,3 4 0 0,0-6 0 0,0 2 96 0,0 1 17 16,3 3 4-16,0 2 1 0,0 0-21 0,0 0-4 15,-3-6-1-15,3 6 0 0,0 0-18 0,0 0-4 16,0 0-1-16,0 0 0 0,0 0-29 0,0 0-5 15,0 6-2-15,0 1 0 0,0 1-11 0,0 3-2 16,0 0-1-16,3 2 0 0,-3 0-19 0,3 3 8 16,0-3-8-16,0 3 0 0,0 0 21 0,0-3-2 15,0 0-1-15,0 3 0 0,0-3-29 0,0 6-5 16,3-8-2-16,-3 7 0 0,3-7 18 0,0 2 0 16,-3 0 0-16,3-2 0 0,0-1-8 0,0-2 8 0,0 0-12 0,0-3 12 15,0 1-13-15,2-4 4 0,-2-2 1 16,0-2 0-1,0-1-20-15,3-2-3 0,-3-3-1 0,3-3 0 0,0 1 77 0,0-1 15 0,-3-2 4 0,3 2 0 16,-3-2-52-16,0 2-12 0,0-2 0 0,0 3 0 16,0-4 0-16,-3 4 0 0,0-3 0 0,0 2 0 15,-3 0 56-15,3 1 6 0,-3-1 1 0,0 3 0 16,0 0-51-16,0 0-12 0,0 6 0 0,0-6 0 16,0 8 0-16,0 0 0 0,0 0 0 0,0 0 0 15,0 0 0-15,0 0 0 0,0 0 0 0,3 8 0 16,0-6 0-16,2 6 0 0,4 0 0 0,-3 3 0 0,3 0 0 0,0-1 0 15,0 1 0-15,0 2 0 16,0 0 0-16,3 3 0 0,-3 0 0 0,0 5 0 0,3-8 0 16,-3 3 0-16,-3 0 0 0,2 0 0 0,-2 0-10 15,3-6-5-15,-3 4-1 0,0-4 0 16,0-2 26-16,0 0 5 0,0-3 1 0,-3-2 0 0,0-3-26 0,3 0-5 16,-3-3-1-16,0 1 0 0,3-4 31 0,-3-1 5 15,3-4 2-15,-3 0 0 0,0 1 9 0,0-1 1 16,0-7 1-16,0 2 0 0,0 0-8 0,0 0-1 15,3 0-1-15,-3 0 0 0,0 0-14 0,3 1-9 16,-3-4 12-16,3 0-12 0,-4 1 0 0,1 2 0 16,0-2 0-16,0-1 0 0,0 1-15 0,0-1-6 15,0 0-2-15,0 1 0 16,-3 2-126-16,0-2-26 0,3 2-5 0,-6 0 0 0</inkml:trace>
  <inkml:trace contextRef="#ctx0" brushRef="#br0" timeOffset="22213.625">16279 4887 1346 0,'0'0'29'0,"0"0"7"0,0 0 0 0,0 0 3 0,0 0-31 0,0 0-8 16,0 0 0-16,0 0 0 0,0 0 99 0,0 0 18 15,0 0 4-15,0 0 1 0,0 0-31 0,0 0-7 16,-3-2 0-16,-3 2-1 0,0 0-24 0,0 0-5 15,0 0-1-15,0 0 0 0,-3 0-12 0,3 0-2 16,-3 0-1-16,0 2 0 0,0-2-8 0,0 3-2 0,0-1 0 0,-3-2 0 16,3 3-1-16,-3-3-1 0,-2 3 0 0,-1-3 0 15,3 0-8-15,-3 0-2 16,-3-3 0-16,0 3 0 0,-3 0 0 0,1 0 0 16,-4 0 0-16,0 0 0 0,-3 0-16 0,0 0 8 15,1 0-8-15,-1 0 0 0,0 0 13 0,0 3-4 16,3-3-1-16,-2-3 0 0,2 3-8 0,-3-3 12 0,3 1-12 0,-6-1 12 15,4 1-12-15,-4-1 0 0,0 0 0 0,0 3 0 16,4-2 0-16,-4 2 12 0,3 0-4 0,3 0 0 16,0 0 5-16,1 0 1 0,-1-3 0 0,3 3 0 15,0 0-1-15,3-5 0 16,-3 5 0-16,3-3 0 0,1 0-4 0,-1 3-1 16,0-2 0-16,-3 2 0 0,6 0-8 0,-3 0 0 0,3 0 0 15,1 0 0-15,-1 0 0 0,0 0-20 0,0 2 3 16,0-2 1-16,3 0 16 0,0 3 0 0,0-3 0 0,3 3 0 15,0 2-16-15,1-5 1 0,2 0 0 0,3 3 0 16,3-3-27-16,0 0-6 0,0 0 0 0,0 0-1 16,0 0-164-16,0 0-33 0,0 0-6 0,0 0-2 0</inkml:trace>
  <inkml:trace contextRef="#ctx0" brushRef="#br0" timeOffset="22767.222">15278 4636 1958 0,'0'0'43'0,"0"-6"9"0,0 6 1 0,0 0 3 0,0-5-45 0,0 5-11 31,0 0 0-31,0 0 0 0,0 0 104 0,0 0 20 0,0 0 3 0,0 0 1 0,0 0-103 0,0 0-25 16,-3 5 0-16,0 3 0 0,0-2 56 0,-3 4 7 31,1 1 1-31,-1-1 0 0,0 1-52 0,-3 5-12 0,-3-3 0 0,-3 0 0 16,0 1-24-16,0-1-7 0,-3 3-1 0,0-3-1 0,1 3 53 0,-4-8 10 16,3 5 2-16,-3-2 1 15,3-1-33-15,0 1 0 0,3-1 0 0,4 1 0 16,-1 0-17-16,3-4-11 0,0 1-1 0,3 3-1 0,0-3 30 0,3 0 0 15,0 0 0-15,3 0 0 0,0-3 13 0,3 0-4 16,0 1-1-16,0-1 0 0,3 0 4 0,3-2 1 16,0 2 0-16,0-2 0 0,2-1-1 0,4 1 0 15,0 0 0-15,3-1 0 0,0-2-12 0,3 3-8 16,-3 0 8-16,2-1-13 0,4-2 13 16,-3 3 0-16,0 0 0 0,0-3 0 15,0 2-105-15,-1 1-19 0,-5-3-3 0,3-3-922 0</inkml:trace>
  <inkml:trace contextRef="#ctx0" brushRef="#br0" timeOffset="23217.788">15772 4429 1728 0,'-2'-5'153'0,"-1"0"-122"15,3 2-31 1,0 3 0-16,-3-5 108 0,3 5 16 0,0 0 4 0,0 0 0 0,-6 0-52 0,6 0-9 16,-6 5-3-16,0 0 0 0,0 1-48 0,0 2-16 15,0 2 8-15,3-2-8 0,-3-2 0 0,0 4 0 16,3 3 0-16,3-2 0 0,-3 2 0 0,3 3 0 15,3-5 0-15,-3 4 0 0,6 1 0 0,-3-2 0 16,3 1 0-16,0-4 0 0,0 0 0 0,3 4 0 16,0-9 0-16,3-1 0 0,-1 0 0 0,1-2 0 15,3-3 0-15,3-3 0 0,0-2 10 0,3 0 8 16,0-1 2-16,-1-1 0 0,1-9 17 0,0 5 4 16,-3-2 1-16,0 2 0 0,-3-2 9 15,-3 0 1-15,0 2 1 0,-4-2 0 0,-2 2-5 16,0-2-2-16,-6 5 0 0,0-8 0 0,-3 6-18 0,-3-1-3 15,0-5-1-15,-5 6 0 16,-1-1-14-16,-3 1-10 0,-3-1 12 0,-3 3-12 0,0 0 8 0,-3 0-8 16,1 3 0-16,-1 2 0 0,0 1-99 0,0 4-23 15,0 1-5-15,1 2-717 0,2 3-144 0</inkml:trace>
  <inkml:trace contextRef="#ctx0" brushRef="#br0" timeOffset="24034.426">17302 5755 1821 0,'0'0'40'0,"0"0"8"0,0 0 1 0,0 0 3 0,0 0-41 0,0 0-11 16,0 0 0-16,0 0 0 0,0 0 32 0,0 0 5 15,0 0 1-15,-5 5 0 0,2 1 26 0,3 2 6 16,-3 0 1-16,3 2 0 0,0 1-31 0,-3 2-7 16,3 3-1-16,0 0 0 0,0 2 0 0,0 1 0 0,0 2 0 0,0 3 0 15,3-1 0-15,-3 1-1 16,3-3 0-16,-3 3 0 0,0-3-4 16,3 3-1-16,-1 0 0 0,-2 3 0 0,0-4-14 0,0 4-2 15,3 5-1-15,-3 5 0 0,0 0-9 0,0 0-12 16,0-3 2-16,3 1 1 0,0-4 9 0,-3 1 0 15,3 0 0-15,0 2 0 0,-3-2 0 0,3 2 16 16,-3 3-4-16,3 0-1 0,-3 0-11 0,3 0 0 16,-3 1 0-16,3-7 8 0,-6 1-8 0,3-6 8 0,0 1-8 0,0-1 8 15,-3-2-8-15,0 3 0 16,0-1 9-16,0 3-9 0,-3 0 0 0,0-2-13 16,1-1 1-16,2-2 1 15,-3-3-21-15,0-2-5 0,3-1-1 0,0 1 0 0,0-6-43 16,0 0-9-16,0 1-2 0,0-4-607 0,3-2-121 0</inkml:trace>
  <inkml:trace contextRef="#ctx0" brushRef="#br0" timeOffset="24702.675">17005 7210 1497 0,'0'0'32'0,"0"0"8"0,0 0 0 16,0 0 4-16,0-2-36 0,3-4-8 0,0 4 0 0,-3 2 0 0,3-3 84 16,-3 3 14-16,6-3 3 0,0 1 1 0,-3 2-53 0,-3 0-10 15,6 5-3-15,0 0 0 0,-1-2-36 0,4 5-8 16,-3 0-2-16,3 0 0 0,0 0 10 0,-3 2 0 15,6-2 0-15,-3 3 0 0,3-3 0 0,-3 2 0 16,3-2 0-16,-3 3 0 0,3-3 0 0,-1 0 0 16,1-3 0-16,0 3 0 0,3 0 0 0,-3-3 0 15,0 1 0-15,3-4 0 0,-3 1 32 16,-3 0 8-16,3-3 1 0,0 2 1 0,-1-4 16 16,1 2 3-16,-3-6 1 0,3 4 0 0,-3-4-2 0,0 1-1 15,0-3 0-15,0 3 0 0,0-6-28 16,0 3-6-16,3 0-1 0,-3-2 0 0,3-1-15 0,-4-2-9 15,1 0 10-15,3-1-10 0,-3-1 0 0,3-4 0 16,0 1 0-16,0-1 0 0,0-2-148 16,3 0-35-16,0 0-7 0,-4-1-2 0</inkml:trace>
  <inkml:trace contextRef="#ctx0" brushRef="#br0" timeOffset="25254.495">17800 6099 1337 0,'3'-11'56'0,"-3"11"-44"16,0 0-12-16,3-5 0 0,-3 0 157 0,0 5 30 15,0 0 5-15,2-5 2 0,-2 5-106 0,0 0-20 16,0 0-5-16,0 0-1 0,0 0 11 0,0 0 3 16,0 0 0-16,0 0 0 0,0 0-20 0,0 5-3 15,0 0-1-15,0 3 0 0,0 0-52 0,0 3 0 16,0 2-16-16,0 3 4 0,0 2 12 0,0 1 0 15,0 5 0-15,-2 2 8 0,2 3-8 0,0-2 0 16,0-1 0-16,0 1 8 0,0-1-8 0,0-2 0 0,0-3 0 16,0 0 0-16,0-2 8 0,0-1-8 0,0-2 10 15,-3-3-10-15,3 3-20 16,0-5-11-16,-3 2-1 0,3 0-1 0,-3-5-21 16,0 3-4-16,3-3-1 0,-3 0 0 0,0-3-147 0,-3-2-30 0</inkml:trace>
  <inkml:trace contextRef="#ctx0" brushRef="#br0" timeOffset="25476.382">17880 6104 2185 0,'-9'-13'48'0,"3"10"9"0,6 3 3 0,-3-5 2 0,-3 3-50 0,6 2-12 15,-3-3 0-15,3 3 0 0,-6-3 55 0,6 3 8 16,-6 0 1-16,0 0 1 0,6 0-17 0,-9 3-4 15,3 0-1-15,0 2 0 0,0 0-32 0,1 0-11 16,-1 3 0-16,0 3 9 0,0-3-9 0,-3 2 0 16,3 4 0-16,-3-1 0 0,3 3-42 0,-3-3-1 15,0 3 0-15,0 2 0 16,3-2-116-16</inkml:trace>
  <inkml:trace contextRef="#ctx0" brushRef="#br0" timeOffset="25734.473">17683 6530 1482 0,'0'0'30'0,"0"0"-30"0,0 0 0 0,0 0 0 0,0 6 127 0,0-6 19 16,3 5 4-16,3 0 1 0,-3-2-51 0,3-3-11 15,3 2-1-15,-3-2-1 0,3 3-11 0,3-3-1 16,0-3-1-16,0 3 0 0,0-2-9 0,3-1-1 15,0 3-1-15,2-5 0 0,1 2-15 0,0 3-2 16,3-2-1-16,0-1 0 0,0 3-36 0,-1 0-9 16,1 0 0-16,0 0 0 0,0 0 0 0,-3 3 0 15,0-3 0-15,0 2 0 16,-1-2-241-16</inkml:trace>
  <inkml:trace contextRef="#ctx0" brushRef="#br0" timeOffset="30733.946">17237 3736 1177 0,'0'0'25'0,"0"0"6"0,0 0 1 0,-3-5 2 0,0 0-34 0,3 2 0 16,0 3 0-16,-3-5 0 0,3 5 80 0,-3-3 10 15,3 3 2-15,0-5 0 0,0 5-20 0,0 0-4 16,0 0-1-16,0 0 0 0,0-3-18 0,0 3-3 16,0 0-1-16,0 0 0 0,0 0-13 0,0 0-4 15,0 0 0-15,0 0 0 0,6 3-12 0,-3 2-4 16,3 3 0-16,0 0 0 0,-3 0-12 0,3 5 0 15,-3-2 8-15,0 2-8 0,0 3 0 0,0 2 0 16,3-2 0-16,-3-3 0 0,3 3 0 0,-3 0 0 16,3-3 0-16,-3 1 0 0,2-1 0 0,1-3 0 15,0-2 0-15,0 0 0 0,-6-8 0 0,6 8 0 16,-6-8 0-16,9 8 0 0,-3-3 0 0,-6-5 0 16,6 3 8-16,-6-3-8 0,9 5 12 0,-9-5 0 15,9 0 0-15,0 0 0 0,-3-5 12 0,3 2 1 0,-3 3 1 16,3-8 0-16,-3 3 7 0,3 0 2 0,0 0 0 0,-4-1 0 0,4-2-4 15,0-5-1-15,0 3 0 0,0-1 0 16,3 0-18-16,-3-2-3 0,0 0-1 0,3 2 0 0,-3-2-8 0,3 5 0 16,0-5 0-16,-3 5 0 0,2 0 0 0,-2 0 0 15,0 3-14-15,-3 0 5 16,3-1-149-16</inkml:trace>
  <inkml:trace contextRef="#ctx0" brushRef="#br0" timeOffset="34776.341">16630 9960 1724 0,'0'-11'38'0,"0"6"8"0,3-3 2 0,-3-3 0 0,0 3-39 0,3-2-9 0,0-1 0 0,-3 0 0 16,3 4 104-16,0 1 20 0,-3-2 3 0,3 3 1 15,-3 2-51-15,0 3-9 0,0 0-3 0,0 0 0 16,0 0-1-16,0 0 0 0,0 0 0 0,0 6 0 16,3 4-51-16,-3 1-13 0,0 2 0 0,0 6 0 15,3 2 0-15,-3 3 0 0,0 2 0 0,3-2 0 0,-3 0 0 0,3 2 0 16,-1-5 0-16,1 3 0 15,-3-3-48-15,3 3-13 0,0 0-3 0,0 0 0 16,0 2 0-16,0-2 0 0,0 2 0 0,0 1 0 0,0-3 52 16,0-1 12-16,0-4 0 0,0-3 0 0,0-3 0 15,0-2 0-15,3-1 0 0,0-4 0 0,0-4 0 0,0-2 0 16,0 0 0-16,3-5 0 0,0-3 0 0,0-3 8 16,3-2 0-16,0-3-8 0,-1 0 26 0,1-2-2 15,3-1 0-15,-3-2 0 0,0 3 8 0,0-1 0 16,-3 1 1-16,0-1 0 0,3 3 26 0,-6 3 5 0,3-3 0 15,-3 3 1-15,-3 0-23 0,2 2-5 0,-2 3-1 16,0 0 0-16,0 3-7 0,0 0-1 0,-3 5-1 0,0 0 0 16,0 0-27-16,0 0 0 0,0 5 0 0,3 3 0 15,0 0 0-15,-3 0 0 0,3 2 0 16,-3 1 0-16,3 2 0 0,0 0 0 16,0 3 0-16,0 0 0 15,0 0-46-15,0 3-14 0,3-1-4 0,-3 1 0 0,3-4 35 0,-3 1 6 0,3-2 2 0,0-4 0 16,0 3 33-16,-3-7 8 0,3 2 0 0,0-6 1 15,0-2-21-15,0 0 0 0,0-5 0 0,0-3 0 16,0 0 0-16,-1-5 0 0,1-3 0 0,3 0 0 16,-3 0 58-16,3-2 7 0,0-1 2 0,0-2 0 15,0 5-56-15,3-5-11 0,0 5 0 0,0-5 0 16,0 2 0-16,0 1 0 0,-1-3 0 0,1 0 0 16,0-3 0-16,0 0 0 0,-3-3 0 0,0 4 0 15,0-1-56-15,0 3-7 0,0-1-1 0,3 1-751 16,0 3-150-16</inkml:trace>
  <inkml:trace contextRef="#ctx0" brushRef="#br0" timeOffset="35243.477">17826 10113 1267 0,'0'0'28'0,"-6"3"5"0,0-3 2 0,0 2 1 0,1-2-36 0,5 0 0 0,0 0 0 0,-6 3 0 15,6-3 105-15,-6 3 15 0,6-3 2 0,0 0 1 16,0 0-43-16,0 0-9 0,0 0-2 0,0 0 0 16,0 0-4-16,0 0-1 0,0 0 0 0,6 2 0 15,0 1 0-15,2 0 0 0,4-1 0 0,3-2 0 16,0 0 0-16,6 0 0 0,0 0 0 0,6 0 0 15,-1-2-46-15,4 2-10 0,-3-3-8 0,3 3 12 16,-4-3-12-16,1 3 0 0,-3 0 9 0,-3-2-9 16,3 2 0-16,-3-3-10 0,2 3 1 0,-2 0 0 0,0 0 9 15,-3 0 0-15,0 0 0 0,0 0 0 16,-6 0-156-16,-4 3-28 0,-2-1-7 0,-6-2-478 16,0 0-96-16</inkml:trace>
  <inkml:trace contextRef="#ctx0" brushRef="#br0" timeOffset="35538.298">17829 10391 1519 0,'0'0'43'0,"0"0"9"0,0 0-41 0,0 0-11 0,0 0 0 0,0 0 0 15,6-3 108-15,-3-2 19 0,0 2 4 0,3 1 1 16,0-4-21-16,0 4-4 0,0-1-1 0,3 0 0 15,0 1-28-15,3-1-6 0,0 0 0 0,0 1-1 16,3-1-22-16,2 0-4 0,-2 3-1 0,3-2 0 16,0-1-15-16,-3 3-3 0,3 0-1 0,3 0 0 15,-4 0-11-15,1 0-2 0,-3-2-1 0,0 2 0 16,3 0-11-16,0-3 10 0,-3 0-10 0,2 1 10 16,1-1-10-16,3 0 0 0,0 1 0 0,0-1 0 15,3 0 0-15,-3-2 0 0,-1 2 0 0,1 3 0 16,0-5-206-16,-3 5-40 0,0-2-8 15</inkml:trace>
  <inkml:trace contextRef="#ctx0" brushRef="#br0" timeOffset="38406.727">18952 10010 1177 0,'0'0'25'0,"0"0"6"0,0 0 1 0,0 0 2 0,0 0-34 0,0 0 0 0,0 0 0 0,0 0 0 16,0 0 68-16,0 0 6 0,0 0 2 0,0 0 0 16,0 0-23-16,0 0-4 0,0 0-1 0,0 5 0 15,0 3-7-15,2 0-1 0,-2 0-1 0,3 3 0 16,0-1-4-16,-3 1-1 0,3 2 0 0,-3 0 0 15,3 0-11-15,0 1-3 0,-3-1 0 0,3 3 0 16,-3-3-7-16,0 0-1 0,3 0-1 0,-3 3 0 16,0-3-11-16,-3 3 0 0,3-2 0 0,-3-1 8 15,3 0-8-15,-3 0 0 0,3-2 0 0,-3-1 8 16,3 1-8-16,-3-3 0 0,3 0 0 0,-3-3 8 16,3-5 9-16,0 0 2 0,0 0 0 0,0 0 0 0,0 0 33 15,0-2 6-15,-3-6 2 0,3-3 0 16,0 0-12-16,0-4-1 0,3-1-1 0,-3 0 0 0,3-3-13 15,0 1-2-15,3-1-1 0,-3-2 0 16,3-3-8-16,0-2-2 0,0-1 0 0,3-2 0 0,0-2-20 16,3-1 0-16,0 0 0 0,3-2 0 15,3 2 56-15,-1 3 6 0,4 2 2 0,3 3 0 0,0 6-52 0,-3 2-12 16,3 0 0-16,-4 6 0 16,1-1 0-16,0 0 0 0,-3 4 0 0,0 1 0 15,-3 4-48-15,0-4-13 0,-4 6-3 0,-2 0 0 16,0 0-116-16,-3 6-23 0,-3-4-5 0,-3-2 0 0</inkml:trace>
  <inkml:trace contextRef="#ctx0" brushRef="#br0" timeOffset="38616.945">18954 10150 1926 0,'0'0'42'0,"0"0"9"0,0 0 1 0,0 0 3 0,6-3-44 0,0 1-11 0,-3-1 0 0,6 0 0 16,-3 1 60-16,3-1 11 0,3 3 1 0,-3-2 1 16,3-1-7-16,0 3-2 0,3-3 0 0,0 3 0 15,-1 0-51-15,4 0-13 0,0 0 0 0,3 0 0 16,-3 0-12-16,3 0-6 0,0 3-1 0,-1-3-686 16,1 3-138-16</inkml:trace>
  <inkml:trace contextRef="#ctx0" brushRef="#br0" timeOffset="38880.133">19446 10137 1954 0,'0'0'43'0,"0"0"9"0,0 0 1 0,0 0 3 0,0 0-45 0,0 0-11 15,0 0 0-15,0 0 0 0,-6-3 105 0,6 3 19 16,0 0 4-16,0 0 1 0,0 0-1 0,0 0 0 0,0 0 0 0,0 0 0 16,-3 3-77-16,3-3-16 0,-3 5-3 0,0 0-1 15,3 1-3-15,-3-1-1 0,3 3 0 0,0-3 0 16,0 3-16-16,0 0-3 0,0 0-8 0,0 5 12 15,0-2-12-15,0 2 9 0,0 0-9 0,-3 6 8 16,3-1-8-16,-3 1 0 0,3 2 0 16,0-2 0-16,-3 2 0 0,3-3 0 15,0 1 0-15,0-1 0 16,0-4-28-16,0 1-4 0,0-1 0 0,0-4-1 16,0 1-104-16,3-3-21 0,-3 0-4 0,-3 0-1011 0</inkml:trace>
  <inkml:trace contextRef="#ctx0" brushRef="#br0" timeOffset="39515.912">19919 10076 1695 0,'0'0'37'0,"0"0"8"0,0 0 2 0,0 0 1 0,0 0-39 0,-3 3-9 0,3-3 0 0,-6 5 0 15,3 3 60-15,3 0 11 0,-3 2 1 0,0 1 1 16,3 2-27-16,0 0-6 0,-3 1 0 0,3 2-1 15,0-1-11-15,-3 4-3 0,3-1 0 0,0 4 0 16,-3-1-37-16,3 0-7 0,0 3-1 0,-3 0-1 16,3-6 33-16,-3 1 8 0,3-4 0 0,-3-1 1 15,3-4-21-15,-3 1 0 0,0-3 0 0,0-3 0 16,3-5 29-16,0 0 2 0,0 0 0 0,-6-5 0 16,3-3 1-16,-3-3 1 0,3-2 0 0,0-5 0 15,3-4 25-15,-3 1 5 0,3-3 1 0,0-2 0 16,3 2-52-16,-3 0-12 0,3 0 0 0,3-2 0 0,-3 0 54 0,3-1 8 15,3-5 2-15,0-2 0 0,3-3-52 16,0 0-12-16,0-3 0 0,6 6 0 0,0-1 0 0,-1 9 0 16,4 2 0-16,-3 0 0 0,3 8 0 0,-3-2 0 15,3 5 0-15,-3-1 0 0,-1 7 0 0,1-1 0 16,-3 0 0-16,0 2 0 0,-3 1 0 16,0 5 0-16,0-3 0 0,-3 6 0 15,0 0-141-15,-3 2-31 0,-1 0-7 0,-5 3-921 0</inkml:trace>
  <inkml:trace contextRef="#ctx0" brushRef="#br0" timeOffset="39713.849">19853 10137 1728 0,'0'0'38'0,"0"0"8"0,0 0 2 0,3 0 0 0,3 0-39 0,3 0-9 0,0 0 0 0,3-3 0 16,3 3 104-16,0 0 20 0,0-2 3 0,6-1 1 15,-1 3-103-15,1 0-25 0,0-3 0 0,0 3 0 16,0-2 56-16,0 2 7 0,-1 0 1 0,-2 0 0 16,0-3-154-16,0 3-30 0,0 0-7 0,-6 0-1 15</inkml:trace>
  <inkml:trace contextRef="#ctx0" brushRef="#br0" timeOffset="40069.845">20249 10206 1958 0,'0'0'43'0,"0"0"9"0,0 0 1 0,0 0 3 0,0 0-45 0,0 0-11 16,0 0 0-16,-3-3 0 0,3 3 104 0,0-5 20 16,3-1 3-16,0 1 1 0,3 2-52 0,0-2-9 15,0 3-3-15,3-1 0 16,0-2 0-16,0 2 0 0,3 0 0 0,0-2 0 0,0 5-19 0,0-3-4 16,-1 1-1-16,4 2 0 0,-3 0-20 0,0 0-5 15,0 0-1-15,-3 2 0 0,0 1-14 0,0 0 0 16,0-1 0-16,-3 4 0 0,-3-1 0 0,0 0-10 0,-3 3 10 0,-3 0-8 31,0 3-24-31,-3-1-4 0,-3 3 0 0,0 3-1 16,-3 0-31-16,-3 5-5 0,0-2-2 0,0 2 0 0,0 0 60 15,4 0 15-15,-4 1 0 0,3-4 0 0,3-2 0 0,0 0 0 0,0-3 0 0,3 0 0 32,3-5-24-32,3 3-1 0,-3-3-1 0,6 0 0 0,0-3 26 0,3-2 0 15,3-1 0-15,0 4 0 0,0-6 18 0,3 0 6 0,3 0 0 16,-4 0 1-16,4-3-25 0,3 0 0 0,-3 1 0 15,0-4 0-15,0 4 0 0,0-6 0 0,0 2 0 0,-3-1 0 16,2-4-200 0,-2 0-44-16</inkml:trace>
  <inkml:trace contextRef="#ctx0" brushRef="#br0" timeOffset="40399.161">19827 9520 2268 0,'0'0'50'0,"0"0"10"0,0 0 3 0,0 0 0 0,0 0-51 0,0 0-12 0,0-5 0 0,0 5 0 16,3-5 88-16,3-1 14 0,0 4 3 0,-1-4 1 15,7 4-54-15,0-1-10 16,6-2-2-16,0 5-1 0,3-3-11 0,3 1-3 0,-1 2 0 0,4 0 0 16,3 0-25-16,0 0 0 0,-3 0 0 0,5 2 0 31,-2-4-104-31,3 2-27 0,3-6-5 0,5 1-1007 0</inkml:trace>
  <inkml:trace contextRef="#ctx0" brushRef="#br0" timeOffset="40988.631">20999 9875 2322 0,'0'0'51'0,"0"0"10"0,0 0 3 0,3-3 1 0,-3 3-52 0,0 0-13 0,0 0 0 0,0 0 0 16,0 0 64-16,0 0 11 0,3 6 1 0,0 1 1 16,-3 1-39-16,0 6-8 0,0 1-2 0,0 7 0 15,-3-1-17-15,3 3-11 16,-3-1 12-16,-3 4-12 0,3-1 0 0,0-2 0 0,1 3 0 0,-1-1 0 31,-3-2-21-31,3 0-11 0,0 2-3 0,-3 1 0 16,3-4-11-16,0 1-2 0,0-3-1 0,0-2 0 0,0-1 39 0,3-2 10 0,-3-2 0 0,0-6 0 15,3-1 0-15,0-1 0 0,0-6 0 0,0 0 0 16,0 0 0-16,0 0 0 0,0-8 0 0,0-3 0 16,3-5 49-16,-3 0 12 0,3-2 3 0,-3-1 0 15,3-2-52-15,0 3-12 0,-3-3 0 0,3-1 0 16,0 1 54-16,0 0 8 0,0-5 2 0,0-1 0 16,3-2-52-16,-3 0-12 0,3-5 0 0,-1-3 0 15,4-1 0-15,3 4 0 0,-3 2 0 0,6 1 0 16,0 1 0-16,6 7 0 0,0 1 0 0,0 4 0 15,5 2 16-15,1 0 1 0,0 3 0 0,0 0 0 0,-1 2-17 16,1 3 0-16,-3 3 0 0,0 0 0 0,0 2-10 16,-3 3-2-16,-4-3-1 0,1 6 0 15,-3-3-95-15,-3 5-18 0,0-2-4 0,-3 5-1 16,-3 2-100-16,-6-2-20 0,-12 6-4 16,-6 2-1-16</inkml:trace>
  <inkml:trace contextRef="#ctx0" brushRef="#br0" timeOffset="41153.721">21038 10034 1314 0,'-15'8'37'0,"9"-3"8"0,0-2-36 0,0-1-9 0,0 3 0 0,6-5 0 16,0 0 104-16,0 0 20 0,0 0 3 0,0 6 1 15,0-6 0-15,6 5 0 16,0-2 0-16,0 2 0 0,6-5-52 0,3 3-9 16,0-3-3-16,6 0 0 0,0 0-51 0,2-3-13 0,4 3 0 0,0-3 0 15,0 1-12-15,0 2-6 0,-4-3-1 0,1 0-686 16,0 3-138-16</inkml:trace>
  <inkml:trace contextRef="#ctx0" brushRef="#br0" timeOffset="41608.808">21398 10177 1958 0,'0'0'43'0,"0"0"9"0,0 0 1 0,0 0 3 0,0 0-45 0,0 0-11 0,0 0 0 0,0 0 0 15,0 0 53-15,0 0 9 0,0 0 2 0,0 0 0 16,0 0 51-16,0 0 10 0,6 0 3 0,0 0 0 15,0 0-52-15,0 0-9 0,3-3-3 0,3 0 0 0,0 3-51 0,0-2-13 16,3-1 0-16,0 0 0 16,-1 3 39-16,1-2 5 0,0 2 0 0,0 0 1 15,-3 0-29-15,3 0-5 0,-3 0-2 0,0 2 0 16,0-2-9-16,-4 3 0 0,1 0 0 0,0-1 8 16,-3 1-8-16,-6-3 0 0,3 8 0 0,-3-3 0 15,0 3-40-15,-3 0-3 0,-3 0-1 0,-3 0 0 16,0 2-24-16,1 1-4 0,-4 2-2 0,0-2 0 15,0 2-43-15,-3-2-9 0,3 2-2 0,0-3 0 0,-3 1 96 0,3 0 18 16,3-3 4-16,0 2 1 0,4-5 9 0,-1 1 0 16,3-4 0-16,3-2 0 0,0 0 0 0,0 6 12 0,0-6-2 15,3 2-1-15,3 4 44 0,2-4 9 0,1 1 2 0,3 0 0 16,0-1 0-16,0 3 0 16,0-2 0-16,0 2 0 0,0 3-52 0,0-2-12 0,0 2 0 15,-3-3 0-15,-1 3 39 0,-2 0 5 16,0 0 0-16,0 0 1 0,-3 0-13 0,0 0-2 0,-3-1-1 15,-3 1 0-15,0 0-19 0,0 0-10 16,-3 0 10-16,0 3-10 0,-2-6 8 0,-4 3-8 0,0 0 0 0,-3 0 0 31,0 0-23-31,-3-3-10 0,0 3-3 0,-3 0 0 16,4 0-160-16,2 0-33 0,-3-3-7 0,-3 0 0 0</inkml:trace>
  <inkml:trace contextRef="#ctx0" brushRef="#br0" timeOffset="42877.432">23500 10208 1357 0,'0'0'29'0,"0"0"7"0,-3 6 0 0,-3-1 4 0,0 3-32 0,3 2-8 16,0 4 0-16,-3-1 0 0,3 3 68 0,0 0 13 16,0 2 3-16,0 3 0 0,0 3-38 0,0-3-7 15,3 0-2-15,-3 1 0 0,3-1-22 0,-3-3-5 0,3 1-1 0,-3-1 0 16,0-2-9-16,3-3 8 0,0 1-8 0,-3-1 8 15,0-3-8-15,3-2 8 0,-3 0-8 0,3 0 8 16,0-8 13-16,0 0 3 0,-3 6 0 0,3-6 0 16,0 0 36-16,0 0 7 0,0 0 1 0,0 0 1 15,-3-6-4-15,3-2-1 0,-3 0 0 0,0-5 0 16,3-3 0-16,0 0 0 0,-3 1 0 0,3-9 0 16,0 0-51-16,3-3-13 0,-3-4 0 0,3-1 0 15,0 0 54-15,3 0 8 0,-3 1 2 0,3 2 0 16,3 2-64-16,-3 3 0 0,3 3-14 0,0-3 2 15,3 6 12-15,0-3 0 0,0 2 0 0,3 1 0 16,-1 2 12-16,4 0-3 0,0 3 0 0,0-1 0 16,3 4-17-16,-3 2-4 0,3 3-1 0,-1 2 0 15,-2-2 13-15,0 5-12 0,-3 0 12 0,0 5-12 16,0-2-85-16,-3 2-17 0,0 0-3 0,-4 6-645 16,-2-3-129-16</inkml:trace>
  <inkml:trace contextRef="#ctx0" brushRef="#br0" timeOffset="43092.338">23434 10346 1504 0,'0'0'43'0,"0"0"9"0,0 0-42 0,0 0-10 0,6 0 0 0,0 0 0 16,3 0 130-16,0-3 24 0,3 3 5 0,0-2 1 15,3-1-43-15,3 0-8 0,-1-2-1 0,4 2-1 16,0 1-33-16,3-1-6 0,0 0-2 0,0 1 0 15,-1-1-53-15,-2 0-13 0,0-2 0 0,0 3 0 16,-3-4 0-16,0 1 0 0,-1-3 0 0,-2 3 0 31,0-3-202-31,-3-3-43 0,3-15-9 0,-3 10-2 0</inkml:trace>
  <inkml:trace contextRef="#ctx0" brushRef="#br0" timeOffset="43329.054">23399 9679 2188 0,'0'0'48'0,"6"0"11"0,-1 0 1 0,7-3 1 0,0 3-49 0,3 3-12 15,3-3 0-15,0 0 0 0,3 3 105 0,3-3 19 16,-1 2 3-16,4-2 1 0,0 0-103 0,0 3-25 15,-1 0 0-15,1-1 0 0,-3-2 0 0,0 3 0 16,0 0 8-16,0-1-8 16,-1 1-97-16,1 0-22 0,0-3-4 0,6 0-932 0</inkml:trace>
  <inkml:trace contextRef="#ctx0" brushRef="#br0" timeOffset="45236.829">22205 10396 1688 0,'0'0'37'0,"0"0"8"0,0 0 2 0,0 0 0 0,0 0-38 0,0 0-9 0,0 0 0 0,0 0 0 16,0 0 96-16,0 0 16 0,0 0 4 0,0 0 1 16,6 0-21-16,0 0-5 0,0 0-1 0,3 0 0 15,3 3-14-15,3-3-2 0,2 2-1 0,4-2 0 16,0 0-21-16,3 0-5 0,3 0-1 0,-1 0 0 0,4-2-30 0,-3-1-5 15,0 0-2-15,0 3 0 0,-4 0-9 16,1-2 0-16,-6 2 0 0,3-3 0 0,-6 3 0 16,3 0 0-16,-3 0-12 0,-4 0 12 15,1 0-52-15,-3 0-4 0,0-2 0 16,-3 2 0-16,-6 0-126 0,0 0-26 0,0 0-4 0,0 0-761 0</inkml:trace>
  <inkml:trace contextRef="#ctx0" brushRef="#br0" timeOffset="45491.577">22425 10232 1911 0,'-6'-3'42'0,"3"1"9"0,0-1 1 0,3 3 2 0,0-5-43 0,0 5-11 0,0-5 0 0,0 5 0 15,0-6 100-15,0 6 17 0,3-5 4 0,-3 5 1 16,0 0-33-16,0 0-6 0,0 0-2 0,0 0 0 16,6 3-41-16,-6-3-9 0,3 5-2 0,-3 3 0 15,0 2-13-15,0 1-2 0,0 2-1 0,0 3 0 16,-3 3-13-16,3 2 0 0,0 0 0 0,0 0 0 15,0 3 0-15,3-3 0 0,0 0 0 0,0 0 0 16,0-2 0-16,3 0 0 0,0-1 0 0,0 1 0 16,0-6-17-16,3 3-7 0,0-3 0 0,0 0-1 15,-3 0-48-15,3-2-10 16,0 0-1-16,-3 2-1 0,2-5-132 0,1-3-27 16,-3-2-4-16,3-1-2 0</inkml:trace>
  <inkml:trace contextRef="#ctx0" brushRef="#br0" timeOffset="45954.613">22747 10317 1792 0,'-6'-35'51'0,"3"19"10"0,-3-2-49 0,-3-1-12 16,0-2 0-16,-6 3 0 0,3-1 105 0,0-2 19 15,0 3 3-15,-6-1 1 0,4 0-52 0,-7 1-9 16,-3-1-3-16,-3 1 0 0,-6 2 0 0,-2 3 0 16,-4 2 0-16,-3 3 0 0,1 3-51 0,-1 5-13 15,3 0 0-15,-2 3 0 0,2 5 0 0,-3 5 0 16,1 0 0-16,-4 0 0 0,3 3 0 0,7 3 0 0,-1-1 0 0,0 6 0 15,9-3 0-15,3 6 0 0,4-1 0 0,2 6 0 16,6 2 0-16,6-2 0 0,0 5 0 0,6 0 0 16,3-5 0-16,0 0 0 15,6-1 0-15,3-2 0 0,3-2 0 0,5-1 0 0,4-2 0 16,3 3 0-16,6 2 0 0,0-3 0 16,2 1 0-16,1-1 0 15,-3-5-24-15,0-2-7 0,-1-1-1 0,1-2-1 16,0-8 4-16,2 0 1 0,1-3 0 0,0-2 0 0,0-6 10 0,-4 1 2 0,1-6 1 0,0-3 0 15,-6 1 15-15,-1-4 16 0,-2 1-3 0,0-5-1 16,-3-4-12-16,0 1 0 0,0-3 0 0,-4 3 0 16,1-2 54-16,0-1 8 0,0-3 2 0,0-2 0 15,-3-5 0-15,0-3 0 0,-1-6 0 0,-2-2 0 16,-3 6-52-16,0 2-12 0,-3 2 0 0,-6 3 0 16,0 6 0-16,-6 0 0 0,0 2 0 0,-6 0 0 15,0 0 54-15,-2 3 8 0,-4-3 2 0,-3 3 0 16,0-3-64-16,0 6-10 0,0-1-3 0,1 3-1 15,-4 3 22-15,0 0 5 0,0 2 1 0,-3 3 0 16,1 0-62-16,-1 6-13 0,-3-1-3 0,3 6 0 16,3-1-153-16,-2 6-31 0,-22 11-7 0,18-6-1 15</inkml:trace>
  <inkml:trace contextRef="#ctx0" brushRef="#br0" timeOffset="46658.618">23845 10460 1846 0,'0'0'40'0,"0"0"9"0,-3-8 2 0,3 2 1 0,0-2-41 0,0 1-11 0,0 1 0 0,0 4 0 15,0 2 78-15,0 0 14 0,0 0 2 0,0 0 1 16,0 0-2-16,0 0 0 0,0 0 0 0,3 2 0 15,0 6-37-15,0 0-8 0,-3 0-2 0,3 3 0 16,0-1-18-16,-3 3-3 0,0 1-1 0,0 2 0 16,0-1-16-16,0 1-8 0,0 0 8 0,0 3-8 15,0 2 9-15,0 0-9 0,0 3 10 0,0 0-10 16,0 2 0-16,0-2 8 0,0 2-8 16,0-2 0-1,0-3-33-15,0 1-10 0,0-4-1 0,0 1-1 0,0-6 22 0,0 0 5 0,0 0 1 0,0-5 0 16,0 0-143-1,-3 0-28-15</inkml:trace>
  <inkml:trace contextRef="#ctx0" brushRef="#br0" timeOffset="47306.805">24363 10060 1728 0,'0'0'38'0,"0"0"8"0,0 0 2 0,-6 0 0 0,6 0-39 0,-6 3-9 0,0 2 0 0,0-2 0 15,3 5 53-15,0 0 9 0,0 2 2 0,0 1 0 16,0-1 0-16,0 6 0 0,0-3 0 0,3 6 0 16,-3-3-52-16,0 5-12 0,3 3 0 0,-3 2 0 0,3 1 0 0,0 2 0 15,3 0 0-15,-3 0 0 0,0-3 0 0,0-4 0 16,0-1 0-16,0 0 0 0,0-2 0 16,-3-4 0-16,3-1 0 0,-3-4 0 0,3 1 0 15,-3-3 0-15,3 0 0 0,0-8 0 0,0 0 0 0,0 0 0 16,0 0 0-16,0 0 0 0,0 0 43 0,-6-6 5 15,4-2 2-15,-1 0 0 0,3-2 22 0,-3-3 5 16,3-3 1-16,0-3 0 0,0-2-62 0,3-5-16 16,0-3 0-16,2-3 0 0,1 0 0 0,3 0 0 0,3 1 0 15,-3-1 0-15,3 5 54 0,3 1 8 16,0-1 2-16,0-2 0 0,6 3-64 0,-4-3-21 16,4-3 0-16,-3 3 0 0,3 2 21 0,3 4 0 15,-3-1 0-15,-1 5 0 0,1 1 0 0,0 2 0 0,0 3-8 0,-3 2 8 31,3 0-29-31,-3 6-2 0,2 0 0 0,-5 2 0 16,0 3-188-16,-3 3-37 0,-3 0-8 0,-6 4-2 0</inkml:trace>
  <inkml:trace contextRef="#ctx0" brushRef="#br0" timeOffset="47482.532">24309 10232 1825 0,'0'0'40'0,"9"0"8"0,3 0 1 0,0 0 3 0,6 0-41 16,0 0-11-16,3 0 0 0,0 0 0 0,2 3 69 0,-2-1 12 16,3 1 3-16,-3 0 0 0,0-1-56 0,0 1-10 15,-4 0-2-15,1-1-1 16,0 1-62-16,0 0-12 0,-3-1-2 0,0 3-548 16,0 1-110-16</inkml:trace>
  <inkml:trace contextRef="#ctx0" brushRef="#br0" timeOffset="47868.723">24741 10441 1735 0,'0'0'38'0,"0"0"8"0,0 0 2 0,0 0 0 0,0 0-38 0,0 0-10 16,0 0 0-16,0 0 0 0,0 0 102 0,0 0 18 15,-3-3 4-15,3 3 1 0,0-5-48 0,0-3-9 16,3 3-3-16,0 0 0 0,3-3-1 0,0 0 0 0,3 0 0 0,0 0 0 16,0-3 0-16,0 3 0 0,5 0 0 0,-2 0 0 15,3 1-51-15,0 1-13 0,-3 1 0 0,3 0 0 16,-3 2 0-16,3 3 0 0,-3-3 0 15,-3 3 0-15,2 3 0 0,-2 0 0 0,-3 2 0 0,3 0 0 16,-6 3 0-16,0 0 0 0,0 3 0 0,-6 2 0 16,3 0 0-16,-6 3 0 0,0 0 0 15,-6 0 0-15,1 2 0 0,-4-2 0 0,0 3 0 0,-3-3 0 32,0-1-48-32,-3 1-13 0,3-2-3 0,0 1 0 0,1-1 52 0,2 2 12 0,3-3 0 15,0 3 0-15,0-3 0 0,6 0 0 0,0 0 0 0,3-2 0 16,3-3 48-16,3 0 13 0,3-3 3 0,0 0 0 15,6-2-52-15,3 0-12 0,0-3 0 0,6 0 0 16,-4 0 0-16,7 0 0 0,-3 0 0 0,0 0 0 16,-3 0 0-16,3 0 0 0,-1 0 0 0,-2-3 0 15,-3 3 0-15,3-3 0 0,-3 1 0 0,3-1 0 16,0-2-100-16,-1 0-22 16,1 2-5-16,3 0-1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31:37.495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context xml:id="ctx1">
      <inkml:inkSource xml:id="inkSrc29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T" name="resolution" value="1" units="1/dev"/>
        </inkml:channelProperties>
      </inkml:inkSource>
      <inkml:timestamp xml:id="ts1" timeString="2022-04-22T21:32:25.844"/>
    </inkml:context>
  </inkml:definitions>
  <inkml:trace contextRef="#ctx0" brushRef="#br0">15561 2437 1213 0,'0'0'34'0,"0"0"8"0,-3 3-34 0,0 5-8 16,0-1 0-16,0 4 0 0,0 0 63 0,0 2 10 15,0 8 3-15,-3-2 0 0,3 2-18 0,-3 5-3 16,3 1-1-16,-3 2 0 0,4-3-32 0,-4-2-6 16,3-3-2-16,-3 0 0 0,3-2-14 0,0-1 9 15,0-2-9-15,0-2 8 0,0-7 0 0,3 4-8 16,-3-3 12-16,0 3-4 0,0-9 45 0,3 4 9 15,0-6 2-15,0 0 0 0,0 0-52 0,0 0-12 0,0 0 0 0,-6-6 0 16,3 4 54-16,0-9 8 0,0 3 2 16,0-3 0-16,3-7-52 0,0 2-12 0,0-5 0 0,3-3 0 15,0 0 34-15,0-5 4 16,6-8 1-16,0 0 0 0,3 3-39 0,6 2 0 0,-4 3-9 0,4 5 9 16,3-5 18-16,-3 8 11 0,0-3 3 0,3 3 0 15,-1 0-32-15,-2-1 0 0,-3 7 0 0,0 1 0 16,-3 4 0-16,0-4 0 0,0 7 0 15,0 1 0-15,0 4 57 0,-3 2 6 0,2 2 1 0,-2 4 0 16,3 1-52-16,-3 7-12 0,3-4 0 0,-3 4 0 16,3 1 0-16,-3-1 0 0,0 2 0 0,-3 5 0 15,0-5 0-15,-3 5 0 0,0 0 0 0,0 8 0 16,-3-3 0-16,0 4 0 0,-3 4 0 0,0-2 0 16,-3 2-48-16,0-5-13 0,3-5-3 0,-6 0 0 15,3 2 0-15,0-5 0 0,-3-5 0 0,0 6 0 16,3-7-102-16,-3-1-21 0,-6 12-4 0,1-5-1 0</inkml:trace>
  <inkml:trace contextRef="#ctx0" brushRef="#br0" timeOffset="195.624">15469 2717 1758 0,'0'0'50'0,"0"0"10"0,0 0-48 0,3-7-12 0,0 4 0 15,6 0 0-15,0-2 88 0,3 2 14 0,5-2 3 0,-2 2 1 16,6-2-9-16,0 0-1 16,-3 2-1-16,6-2 0 0,-3 2-76 0,-1-2-19 15,-2 2 0-15,3-2 0 0,3 2 0 0,-3-2 0 0,3 0 0 16,2 2-713-16,1-5-147 0</inkml:trace>
  <inkml:trace contextRef="#ctx0" brushRef="#br0" timeOffset="868.342">16133 2167 1821 0,'-6'-11'52'0,"3"1"11"0,0 2-51 0,0-3-12 15,-3 3 0-15,3-5 0 0,-3 0 33 0,0 2 4 16,-3-2 1-16,0 0 0 0,-3 2 22 0,-3 1 4 16,3 2 0-16,-5 0 1 15,-4 0-9-15,0 3-3 0,-3-3 0 0,-6 5 0 0,3-2-20 0,1 2-4 16,-1 3-1-16,-3 0 0 0,3 0-6 0,-2 0-2 16,-4 0 0-16,-9 0 0 0,0 8-8 0,-5-5-3 15,-1 7 0-15,-2 6 0 0,5 0 21 0,0 5 4 16,-2 0 1-16,-4 11 0 15,-2 0-54-15,5 5-10 0,-3 3-3 0,4-1 0 0,8-4 32 0,6 2 0 0,6 0-8 0,1 0 8 16,5 0 0-16,3 8-11 0,6 5 11 0,3-2-10 16,3 2 10-16,6-10-12 0,0 2 12 0,3 0-12 15,3-2 12-15,3 2 0 16,0 1-9-16,3 10 9 0,6-8-18 0,3-6 1 0,2-2 0 0,4 3 0 16,3-8 25-16,3 0 4 0,2-3 2 0,1 5 0 15,0-5-14-15,-3 0 0 0,-1-2 0 16,4 2 0-16,3-3-8 0,5-4-5 0,4-1-1 0,6-3 0 15,-4-2 25-15,-2-5 5 0,-4-3 0 0,4-6 1 16,3-2-27-16,2-2-6 0,4-6 0 0,2-3-1 16,-5 1 36-16,-6-9 7 0,-1 0 2 0,1-7 0 15,2 2 6-15,-2 3 2 0,3-3 0 0,-1 3 0 16,-2 0-13-16,-6-3-3 0,-7 0 0 0,1-5 0 16,-3-8 19-16,-6 0 3 0,-1-5 1 0,1-3 0 15,0 2-10-15,-6 4-1 0,3 2-1 0,-4 0 0 0,-2 0 2 16,0 0 1-16,-3-8 0 0,-3-6 0 0,0 6-34 0,-6-2 0 15,-3 7 0-15,0 3 0 0,-6 3 0 0,-3 2 0 16,-3 3 0-16,-6-3 0 0,0 3 28 0,-6-6 0 16,0-2-1-16,-5 6 0 0,5-4 8 0,-3 3 1 15,-3 6 1-15,-3-3 0 16,1 5-81-16,-10 0-16 0,-6 8-3 0,-2-2-1 0,-1 7 52 0,3-2 12 16,4 5 0-16,-7 3 0 15,3-3-54-15,-2 5-8 0,-4-2-2 0,-2 5 0 16,2 5-153-16,6-2-31 0,-35 10-7 0,20 3-1 0</inkml:trace>
  <inkml:trace contextRef="#ctx0" brushRef="#br0" timeOffset="1888.924">16921 2580 1497 0,'0'0'32'0,"0"0"8"0,0 0 0 0,0 0 4 0,0 0-36 0,0 0-8 16,0 0 0-16,0 0 0 0,0 0 53 0,0 0 9 16,0 0 2-16,3 5 0 0,3-5 0 0,0 0 0 15,0 3 0-15,3 2 0 0,3-5 0 0,0 3 0 0,9-3 0 16,0 5 0-16,8-5-52 0,4 3-12 0,3-3 0 0,6 2 0 16,-4-2 0-16,4 3 0 0,-3 2 0 0,8-5 0 15,1-5 54-15,8 2 8 0,7 3 2 0,8 0 0 16,-11-2-64-16,11 2 0 0,13-3-9 0,2 3 0 15,-9-5 19-15,7 5 4 0,2-3 1 0,9-2 0 16,-11 5-5-16,2 0-1 0,-6-3 0 0,13 3 0 16,-7-5-19-16,-6 5-4 0,-5 0-1 0,-1-3 0 15,-5 3 15-15,-1-5 0 0,-2 2 0 0,-4 1 0 16,-8 2 0-16,-7-3 0 0,-8 3 0 0,0 0 0 16,-10-5 0-16,1 2 0 0,-6-2 0 0,0 2 0 15,-3 3 0-15,-3-5 0 0,-4 2 0 0,-2-2 0 16,-3 2-54-16,-3 1-8 0,-3-1-2 15,-3 3 0-15,0 0 0 0,0 0 0 0,0 0 0 0,-6 0-844 16</inkml:trace>
  <inkml:trace contextRef="#ctx0" brushRef="#br0" timeOffset="2305.278">19374 2313 1267 0,'0'0'28'0,"0"0"5"0,-6 0 2 0,0-6 1 0,0 6-36 0,6 0 0 0,0 0 0 0,0 0 0 16,0 0 58-16,0 0 5 0,0 0 1 0,0 0 0 16,-3 6 51-16,3-6 10 0,0 0 3 0,0 2 0 15,0 6-52-15,3-3-9 0,0 1-3 0,0 2 0 16,3 0 0-16,0-6 0 0,3 4 0 15,0 2 0-15,0-3-51 0,6 3-13 0,0-6 0 0,3 4 0 16,2 2 54-16,1-3 8 0,0-2 2 0,3 2 0 16,0 3-52-16,0-6-12 0,-4 6 0 0,1 3 0 15,0-3 0-15,-6 0 11 0,3 0-11 16,-3 0 10-16,-3 5-10 0,-1-5 0 0,-2 0 0 0,0 0 0 16,-3 5 0-16,-3-5 0 0,0-3 0 0,-3 6 8 15,-3-3 4-15,0 0 1 0,-3 2 0 0,0 1 0 16,-3-3-13-16,-2 5 0 0,-1-5 8 0,0 5-8 15,-6-5 0-15,0 3 0 0,0-1 0 0,-3 1 0 0,0-3 0 16,1 0-20-16,-1 2 4 0,0-2 0 16,0 0-44-16,3-5-9 15,3 2-2-15,1 3-1047 0</inkml:trace>
  <inkml:trace contextRef="#ctx0" brushRef="#br0" timeOffset="3168.664">20737 2180 1616 0,'6'-13'46'0,"-3"10"10"0,3-5-45 0,0 1-11 0,0 1 0 0,-3-2 0 16,3 0 78-16,-3 0 14 0,-3 3 2 0,0-3 1 16,-3 0-9-16,0 3-2 0,-3 2 0 0,0-5 0 15,-3 3-26-15,-3 0-6 0,1 2 0 0,-4 3-1 0,0 0-18 0,-3 0-3 16,3 3-1-16,-3 2 0 0,3 0-11 0,-3-2-2 16,-2 2-1-16,-1 3 0 0,-3 0-3 0,-3 0-1 15,-3 5 0-15,-5 6 0 0,-1 2-11 0,-3 6 12 16,1-4-12-16,-1 9 12 0,3-5-12 0,3 2 0 15,-2-6 9-15,-4 1-9 0,3 3 0 0,-2-3 0 16,-1 2 0-16,0 8 0 0,6 3 0 0,4 6 0 16,5-1 0-16,0-2 0 0,6-3-9 0,3-3 9 15,3-2-10-15,3-3 10 0,4 0-9 0,2-2 9 16,3 7-8-16,3 0 8 0,2 4 0 0,7-7-10 16,3 6 10-16,3-2 0 0,6-4 12 0,3-1 10 0,5-4 2 0,1-2 0 15,3 0-24-15,0-6-10 0,-4-2 1 0,10 0 0 16,0-3 9-16,5-5 11 0,10 3-3 0,-1-1 0 15,1-2-8-15,0 0 0 0,-1-5 0 0,13-1 0 16,-4-2 0-16,4 3 0 0,-7-3 0 0,7-3 0 16,-7 1 0-16,4-6 0 0,5 5 0 0,0-5 0 15,-11 0 0-15,-1-2 8 0,-2-1-8 0,6-2 12 16,-7-3-12-16,4 0 0 0,-1-5 0 0,-2-8 0 16,-4 0 17-16,-8-3 2 0,0 3 0 0,2-11 0 15,-2 9-3-15,0 1-1 0,-4 1 0 0,1 5 0 16,-9 1 17-16,-1 2 4 0,-8-9 1 0,0 4 0 15,-3-6-1-15,-6 0 0 0,0-2 0 0,-4-3 0 16,-2 0-12-16,-3 5-4 0,-3-2 0 0,-3 2 0 16,-3 3-7-16,0 0-1 0,-6 0-1 0,1-8 0 15,-4 0-2-15,-6 0 0 0,-6-8 0 0,-3 0 0 16,-6 8-1-16,-2 2-8 0,-4 3 12 0,-3 6-4 16,7 2-8-16,-7 0 0 0,-3 3 0 0,-5 0 0 0,-7 0 0 0,1 0 0 15,-1 5 0-15,-3 0 0 0,7-5 0 0,-7 8 0 16,-5-3 0-16,-4 5 0 0,4 6-19 0,5-3 4 15,4 0 1-15,-7 8 0 0,4 0-9 0,-1 0-1 16,1 8-1-16,2 2 0 16,10 4-34-16,-1 2-6 0,6 2-2 0,1-2 0 15,-1 0-157-15,6 5-31 0</inkml:trace>
  <inkml:trace contextRef="#ctx0" brushRef="#br0" timeOffset="4077.634">20568 2455 1681 0,'0'0'36'0,"0"0"8"0,0 0 2 0,0 0 2 0,0 0-38 0,0 0-10 15,0 0 0-15,0 0 0 0,0 0 53 0,0 8 9 16,-3 3 2-16,3 0 0 0,-3 2-42 0,0 3-8 0,0 2-2 0,0 6 0 16,0 0-12-16,0 0 8 15,0 2-8-15,0-2 0 0,0 0 0 0,3 2 0 16,-3-5 0-16,3 1 0 0,0-4 0 0,-3-2 0 15,3-3 0-15,0 0 0 0,0-2 8 0,0 0-8 0,0-1 0 0,-3-2 0 16,3-3 0-16,0 1 0 0,0-6 0 0,0 0 0 16,0 0 96-16,0 0 25 0,0 0 6 0,0 0 1 15,0 0-52-15,-3-6-9 0,0 1-3 16,3-3 0-16,0-2-48 0,0-1-16 0,0 0 8 0,3-4-8 16,0-7 19-16,0 1 0 0,3-3 0 0,0-5 0 15,0 0-10-15,3 0-1 0,-3-3-8 16,6 3 12-16,-3 0-3 0,6 3-1 0,-4 2 0 0,7 8 0 15,0-5-8-15,3 8 0 0,0 2 0 0,6-2 0 16,-4 5 0-16,1 3 0 0,3 2 0 0,-3 3 0 0,-3-5 0 16,0 5 13-16,-4 5-3 0,-2-5-1 15,0 3-9-15,-3 4 0 0,0-1 0 0,-6 7 0 0,3-5 0 16,-6 2 0-16,0 4-12 0,0-1 12 16,-3 3-46-16,-3 0-2 0,0 2 0 0,-3 1 0 15,-3-1-5-15,0 1-2 0,0-1 0 0,-3 1 0 0,0-3 44 16,-3 2 11-16,1-7 0 0,-1 2 0 0,0 0-10 0,0-5 0 15,3 0 0-15,-3 0 0 0,3-3 10 0,3 3 0 16,0-5 0-16,3 2 8 0,6-5 8 0,0 0 3 16,0 0 0-16,0 0 0 0,0 0 26 0,9-5 6 15,3 2 1-15,0 3 0 0,3-8-52 16,3 8 0-16,0-5-12 0,3 2 3 0,-4-4 26 0,1 4 6 0,0 0 1 16,0 3 0-16,-3-5 20 0,-3 5 4 15,3 5 0-15,-3-5 1 0,-1 3-39 0,-2 2-10 16,0 0 0-16,0 3 0 0,-3-5 0 0,-3 2 0 0,0 3 0 0,-3-5 0 15,0 7 0-15,-3-2 0 0,-3 0 0 0,0 0 0 16,0 0 0-16,-3 0 0 0,0 0 0 0,-2 0 0 16,-4 0 0-16,-3-3 0 15,0 3 0-15,-6-2 0 0,-6 1 0 0,1-1 0 0,-4 2 0 16,-3 0 0 0,0 0-156-16,4 2-32 0,-4 1-8 0,0-3-887 0</inkml:trace>
  <inkml:trace contextRef="#ctx0" brushRef="#br0" timeOffset="4942.36">17335 2032 1954 0,'0'0'43'0,"0"0"9"0,0 0 1 0,0 0 3 0,0 0-45 0,0 0-11 0,0 0 0 0,0 0 0 0,0 0 69 0,0 0 12 15,0 0 3-15,0 8 0 16,-3 0-52-16,3 5-9 0,-3-2-3 0,-3 7 0 16,3 1-12-16,0 2-8 0,-3 0 10 0,0 3-10 0,3 2 0 0,0-4 8 15,1 1-8-15,2-1 0 0,-3-7 0 0,3 7 0 16,3-12 0-16,-1 3 0 0,1 1 0 0,0-6-18 15,3 0 4-15,0-3 1 0,3-2 4 0,-3-3 1 16,0 0 0-16,0-3 0 0,3-2 8 0,0-1 0 16,-3-2 0-16,3-2-8 0,0-3 8 0,0-1 0 15,0-2 0-15,0 1 0 0,0-1 20 16,-1-5 0-16,1-1 0 0,-3-1 0 0,0 1 20 0,0 6 3 16,-3-5 1-16,0 8 0 0,-3-3-11 0,3 8-1 15,-3-5-1-15,3 10 0 0,-6-7-15 0,3 7-4 16,0 3 0-16,0 0 0 0,0 0-12 0,0 0 0 15,-3 8 0-15,3 0 0 0,-3 5 0 0,3 3 0 0,0 0-9 16,0 5 9-16,3 0-13 0,0 1 3 16,0 1 1-16,3-1 0 0,0-7-12 0,3 1-3 15,0 0 0-15,0-3 0 0,0 1 10 0,3-6 2 0,0-6 0 0,-1 3 0 16,1 1 12-16,0-4 0 0,-3-2 0 0,3 0 0 16,-3 0 24-16,0-2 4 0,3-6 0 0,-3 3 1 15,0-3-9-15,-3-6-3 0,0 4 0 0,0-3 0 16,0-3 38-16,0-3 7 0,-1 1 2 0,1-4 0 15,0 1-52-15,0 0-12 0,-3 5 0 0,3-5 0 16,0 5 0-16,0 0 0 0,0 3 0 0,0-3 0 16,0 8-48-16,0-2-13 0,-3-1-3 15,3 6 0 1,-3 2-204-16,3-5-42 0,-6 8-8 0,0 0-2 0</inkml:trace>
  <inkml:trace contextRef="#ctx0" brushRef="#br0" timeOffset="5509.573">17913 2119 1497 0,'0'0'32'0,"0"0"8"0,0 0 0 0,0 0 4 0,0 0-36 0,0 0-8 15,0 0 0-15,0 0 0 16,3 0 85-16,-3 0 15 0,3-5 4 0,0 0 0 0,3 2-25 0,-3 3-5 16,2-5-1-16,1 2 0 0,0 3-19 0,3-5-4 15,-3 5-1-15,3-3 0 0,0 3-11 0,3-5-2 16,-3 5-1-16,0-3 0 0,3 3-20 0,0 0-4 16,0 0-1-16,0 0 0 0,-4 0-2 0,4 0 0 15,0 0 0-15,-3 0 0 0,0 0-21 0,0 3-5 0,-3-3-1 16,0 5 0-1,0-2-141-15,-3 2-29 0,0-5-6 0,-3 8-1 0</inkml:trace>
  <inkml:trace contextRef="#ctx0" brushRef="#br0" timeOffset="5699.423">17880 2358 1501 0,'0'0'32'0,"0"0"8"0,6 0 0 0,0-6 4 0,0 4-36 0,3 2-8 0,0-6 0 0,3 4 0 16,-1-4 108-16,4 4 20 0,0-6 4 0,-3 3 1 16,3-1-57-16,0 4-12 0,0-6-3 0,3 0 0 15,-3 0-39-15,-1 2-8 0,1-1-2 0,-3-7 0 0,3 6-21 0,-3 0-5 16,3-5-1-16,-3 3-641 16,0-1-128-16</inkml:trace>
  <inkml:trace contextRef="#ctx0" brushRef="#br0" timeOffset="5941.446">18312 2006 1958 0,'0'0'43'0,"0"0"9"0,0 0 1 0,0 0 3 0,0 0-45 0,0 0-11 0,0 0 0 0,0 0 0 0,0 0 53 0,-6 2 9 16,6-2 2-16,-3 3 0 0,3-3 0 0,0 0 0 15,-3 8 0-15,0 0 0 0,3 0-52 0,-3 2-12 16,3 1 0-16,-3 2 0 0,3 0 0 0,-3 3 0 15,0 5 0-15,-3-2 0 0,3 2 54 0,0 0 8 16,0 0 2-16,0 3 0 16,3-3-103-16,-3 1-20 0,0-7-4 0,0-1-1 15,3 2-40-15,-3-3-9 0,3-3-2 0,0 4-845 0</inkml:trace>
  <inkml:trace contextRef="#ctx0" brushRef="#br0" timeOffset="6221.904">18785 1945 2030 0,'6'-13'57'0,"-6"10"14"0,0-2-57 0,0 2-14 0,0-5 0 0,0 8 0 16,-3-5 156-16,3 5 29 0,-6-3 6 0,0-2 1 16,0 5-103-16,-3 0-20 0,3 5-4 0,-3-5-1 0,0 3-51 0,0 5-13 15,-3-3 0-15,3 6 0 16,0-1 0-16,-2 1 0 0,2 2 0 0,0-5 0 0,-3 5 0 0,3 3 0 15,0-3 0-15,-3 6 0 0,3 2 0 0,0 0 0 16,0 3 0-16,0 2 0 0,3 3 0 0,-3-5 0 16,3 5 0-16,1-5 0 0,2 3 0 0,-3-9 0 15,0 3 0-15,3 1 0 0,-3-7 0 0,0 1 0 16,3-2 0-16,-3-1 0 0,3-5 0 0,-3 5-13 16,3-5 2-16,-3 0 1 15,3-6-118-15,0 4-24 0,3-6-5 0,0 0-949 0</inkml:trace>
  <inkml:trace contextRef="#ctx0" brushRef="#br0" timeOffset="6495.788">18999 2027 1914 0,'0'0'54'0,"0"0"13"0,0 0-54 0,0 0-13 0,0 0 0 0,0 0 0 16,0-3 130-16,0 3 23 0,0 0 5 0,0 0 1 15,0 0-76-15,0 0-15 0,0 0-4 0,0 0 0 16,0 0-51-16,0 0-13 0,0 0 0 0,0 0 0 16,-3 8 0-16,3-5 0 0,-3 5 0 0,0 2 0 15,0 1 0-15,0 2 0 0,0 0 0 0,0 3 0 16,3-3 0-16,-3 6 0 0,0-1 0 0,0 1 0 16,0 0 0-16,-3-1 0 0,3 1 0 0,0-1 0 15,1 1-29-15,-4-4-12 0,3-1-3 0,-3 2 0 16,0-3-139-16,3-3-28 0</inkml:trace>
  <inkml:trace contextRef="#ctx0" brushRef="#br0" timeOffset="6728.583">18993 2016 2113 0,'0'0'46'0,"0"0"10"0,0 0 1 0,0 0 3 0,0 0-48 16,0 0-12-16,0 0 0 0,0 0 0 0,-3-5 71 0,3 5 11 16,-6 0 2-16,6 0 1 0,-6 5-14 0,6-5-3 0,-6 0-1 0,0 3 0 15,6-3-39-15,-6 5-7 0,0 3-1 0,4-5-1 16,-4 2-19-16,0 3 0 0,3-3 8 0,-3 3-8 16,0 0 0-16,3 0 0 0,0 0 0 0,-3 0-9 15,0 5-111 1,3-5-23-16,0 5-4 0</inkml:trace>
  <inkml:trace contextRef="#ctx0" brushRef="#br0" timeOffset="6960.108">18821 2389 1958 0,'0'0'43'0,"0"0"9"0,0 0 1 0,0 0 3 0,5 0-45 0,1 0-11 15,0-2 0-15,0 2 0 0,0 0 104 0,3 0 20 16,0-6 3-16,0 6 1 0,3-2-59 0,0 2-11 16,-3-6-2-16,3 6-1 0,-3-2-37 0,3 2-7 15,-1-5-2-15,1 2 0 0,-3 0-9 0,3 3 0 16,0 0 0-16,3-2 0 16,0 2-100-16,0 0-23 0,3 0-4 0,-1 0-1 0</inkml:trace>
  <inkml:trace contextRef="#ctx0" brushRef="#br0" timeOffset="25123.251">16826 4337 2030 0,'0'0'44'0,"0"0"10"0,0 0 2 0,0 0 1 0,0 0-45 0,0 0-12 0,0 0 0 0,0 0 0 16,0 0 98-16,0 0 18 0,0 0 3 0,0 0 1 15,0 0-47-15,0 0-9 0,0 8-1 0,0 0-1 0,0 0-20 0,0 2-4 16,-3 1-1-16,3-1 0 0,-3 1-17 0,3 2-4 16,0-2-1-16,-3 2 0 0,3 3-15 0,-3 0 9 15,3 5-9-15,0 5 8 0,-3-2-8 0,3 5 0 16,0 6 0-16,-3-1 0 0,3-2 0 0,0 2 0 15,0-5 0-15,0 6 0 0,0-14 0 0,0 5 12 0,0 1-2 16,0 2 0-16,0-3 2 0,0 6 1 16,0 0 0-16,0 2 0 0,-3 1-29 15,3-6-5-15,0 0-2 0,0-3 0 0,-3-4 70 16,3 1 13-16,-3-4 4 0,3-1 0 0,0-4-52 0,-3 1-12 16,0-1 0-16,3 2 0 0,-3-8 0 0,1 2 0 0,2-2 0 0,-3 3 0 31,3-3-100-31,-3 0-22 0,3-3-5 0,0 3-717 0,0-8-144 0</inkml:trace>
  <inkml:trace contextRef="#ctx0" brushRef="#br0" timeOffset="25958.172">16052 5408 1069 0,'0'0'23'0,"0"0"5"0,0 0 0 0,-6-5 4 16,6 5-32-16,-3 0 0 0,3 0 0 0,-6-3 0 16,6 3 86-16,0 0 11 0,0 0 3 0,0 0 0 0,0 0-21 0,0 0-4 15,0 0-1-15,0 0 0 0,0 0-24 0,0 0-5 16,0 0-1-16,0 0 0 0,0 0-1 0,3-2-1 16,3 2 0-16,0-5 0 0,-3 5-8 0,3 0-2 15,3 5 0-15,-3-5 0 0,3 0-4 0,0 0-2 16,0 2 0-16,3-2 0 0,0 0-2 0,0 0 0 15,2 0 0-15,4 0 0 0,3-2 8 16,0 2 0-16,6 0 1 0,3-5 0 0,-1 5-33 0,4-3 0 16,0 3 0-16,0 0 0 0,-4 3 0 15,1-3 0-15,0 0-10 0,3-3 10 0,-4 0 0 0,7-2 0 16,3 2 9-16,2 1-1 0,1-1-8 0,-3 3 0 16,0 0 0-16,-1-3 0 0,-5 3 18 0,3-2 2 0,-4-4 1 15,7 1 0-15,0 3 18 0,0-1 3 0,-1 0 1 0,4 3 0 31,-6-2-56-31,-4 2-11 0,1 2-3 0,-3-2 0 0,-3 0 27 0,-4 0 0 0,1-2 9 0,-3 2-9 16,3-3 10-16,-3 3-10 0,0-3 8 0,-1 3-8 16,-2-2 19-16,3 2-2 0,-3 0 0 0,0 2 0 15,-3-2-17-15,0 0 0 0,-3 0 0 0,-1 3 0 16,1-3-48-16,-3 0-12 16,0 0-4-16,-3 3 0 0,0-1-67 0,-6-2-13 0,0 0-4 15</inkml:trace>
  <inkml:trace contextRef="#ctx0" brushRef="#br0" timeOffset="28293.585">16070 5393 1429 0,'0'0'31'0,"0"0"6"0,0 0 2 0,0 0 2 0,0 0-33 0,0 0-8 16,0 0 0-16,0 0 0 0,0 0 64 0,0 0 12 15,0 0 1-15,0 0 1 0,0 0-32 0,0 0-6 16,0 0-2-16,0 0 0 0,0 0-17 0,-6 0-3 16,0 5-1-16,-3-5 0 0,3 0-2 0,-3 2-1 15,3 1 0-15,-2 0 0 0,-1-1-14 0,-3 4 0 16,3-4 0-16,-3 4 0 0,0-4 20 0,0 4 2 16,0-1 0-16,-3-2 0 0,3 2-35 0,-3-3-7 15,4 1-2-15,-1 0 0 0,3-1 49 0,-3 1 9 16,3-3 3-16,0 0 0 0,0 3-39 0,0-1 0 15,3-2 0-15,0 0 0 0,0 0 20 0,6 0 7 0,-6 0 1 0,6 0 0 16,-6 0-28-16,6 0 0 0,-6 0 0 0,6 0 0 16,0 0 0-16,-6 0 0 0,6 0 0 0,0 0 0 15,0 0 0-15,0 0 0 0,0 0 0 0,0 0 0 16,-6 0 0-16,6 0 0 0,0 0 0 0,0 0 0 16,-5 6 0-16,5-6 0 0,0 0 0 0,0 0 0 15,-3 5 0-15,3-5 0 0,0 5 0 0,0-5 0 16,-3 6 0-16,3-1 0 0,0 0 0 0,-3 3 0 15,3-8 0-15,3 5 0 0,-3 1 0 0,0 2 0 16,0-3 0-16,0 0 0 0,0 0 0 0,0 3 0 0,0-2 0 16,0-1 0-16,0 0 0 0,0 3 0 15,0 0 0-15,3 0 0 0,-3-3 0 0,0 6 0 16,0-6 0-16,0 6 0 0,0-3 0 0,3 0 0 16,-3 2 35-16,0-2 1 0,0 0 1 0,0 3 0 15,0-3-29-15,3 0-8 0,-3 2 0 0,0 1 0 16,0 2-28-16,0 3-8 0,0-3 0 0,0 6-1 0,0-3 57 0,0 2 12 15,0 3 3-15,0-2 0 0,0 2-35 0,0 0 0 16,0 0 0-16,0 0 0 0,0-2 0 0,0-1 0 16,0-2 0-16,0 3 0 0,0-3 8 0,0 0-8 15,0-3 0-15,0 0 0 0,0-2 0 0,0 2 0 16,0-3 0-16,0 4 0 0,0-1 28 0,0 0 0 0,0 0-1 16,-3 1 0-16,3-1-27 0,0 3 0 15,-3-3 0-15,3 3 0 0,0-3 0 0,-3 3 0 0,3 0 0 16,0-3 0-16,0 3-15 0,0-3-8 0,0 0-1 0,0 1-1 15,0-1 25-15,0-3 0 0,-3 1 0 0,3 0 0 16,0-3 0-16,0 2 0 0,0-2 0 16,0 0 0-16,0 0 0 0,0 0 0 0,0 0 0 0,0 0 0 15,0-3 0-15,0 0 0 0,3-2 0 0,-3 2 0 16,0-5 0-16,3 8 8 0,-3-8-8 0,0 3 0 16,0-3 0-16,0 5 0 0,0-5 0 0,3 5 8 15,-3-5 8-15,0 6 3 0,0-6 0 0,0 5 0 16,0-5-19-16,0 0 0 0,3 5 0 0,-3-5 0 15,0 0 0-15,2 3 0 0,-2-3 0 0,3 5 0 16,3-2 0-16,-3 0-16 0,-3-3 4 0,6 0 0 16,0 0 12-16,0-3 16 0,0 3-3 0,3 0-1 15,0-3-12-15,0 1 0 0,0-1 0 0,3 0 0 16,0 1 0-16,0-1 0 0,3 0 0 0,-1 1 0 0,4-1 0 16,0 0 0-16,0 1 0 0,0-1 0 0,0 0 0 15,0 1 0-15,-1-1 0 0,4 1 0 0,-6-1 0 0,3-2 0 16,-3 2 0-16,0-2 0 0,-3 2 0 0,6-2 0 15,-4 2 0-15,1-2 0 0,3 2 0 0,0 0 0 16,0 1 0-16,0-1 0 0,3 1 0 0,-1-1 0 16,1 0 0-16,3 3 0 15,0-2 0-15,-3 2 0 0,0 0 0 0,2 0 0 0,-2 0 0 0,3 0 0 16,-3 0 0-16,0 0 0 0,0 0 0 0,-1 0 0 16,7 0 0-16,0 0 0 0,0 0 0 0,2 2 0 15,4-2 0-15,3 3 0 0,-6-3 0 0,2 0 0 0,-2 0 0 0,-3 0 0 16,0 0 0-16,0 0 0 0,-4 0 0 0,4 0 0 15,-3 0 0-15,3 0 0 0,0 0 0 0,-1-3 0 16,1 3 0-16,3 0 0 0,-6 0 0 0,3-2 0 16,-4 2 10-16,1 0-1 0,-3 0 0 0,0-3 0 15,0 3-9-15,-3-3 0 0,-1 1 9 0,-2-1-9 16,0 3 8-16,0-3-8 0,0 1 10 0,3-1-10 16,-3 3 0-16,6-5-21 0,-4 2 3 0,1 1 1 15,0-1 17-15,3 3 0 0,-3-5 0 0,3 2 0 16,-4 0 0-16,1 1 0 0,0-1 0 0,0 0 0 15,0 1 16-15,-3-1 6 0,0 0 2 0,0 1 0 16,-4-1-24-16,4 0 0 0,-3 1 0 0,0 2 0 16,0-3 0-16,0 1 8 0,-3-1-8 0,3 0 0 15,-3 1-16 1,3-1-8-16,0 0-2 0,-4 1 0 0,4-1 26 0,0 0 0 0,3 1 0 0,-3-1 0 16,0-2 46-16,0 5 14 0,0-6 4 0,3 6 0 15,-3-2-52-15,0-1-12 0,2 1 0 0,-2 2 0 16,3-3-48-16,-3-2-13 0,0 5-3 0,0-3 0 15,0 0 103-15,-3 1 20 0,0 2 4 0,3-3 1 0,-4 0-52 0,-2 1-12 16,3 2 0-16,-3-3 0 0,0 0 0 0,0 3 0 16,0-2 0-16,0 2 0 0,0 0 0 0,0-3 0 15,-3 0 0-15,0 3 0 0,3-2 0 0,-3 2 0 16,-3 0 0-16,3-3 0 0,-3 3 0 0,6-2 0 16,-3-4 0-16,0 4 0 0,0-4 0 0,-3 6 0 0,0-2 0 15,0-4 0-15,3 1 0 0,0 0 0 16,-3-3 0-16,3 3 0 0,-3-1 0 0,0-2 0 15,0 0 0-15,0 0 0 0,0-2 0 0,-3-1 0 0,3 3 0 0,0-2 0 16,0-1 0-16,0 1 0 0,0-4 0 0,-3 1 0 16,3 0 0-16,-3-3 0 0,3 0 0 15,0-5 0-15,0 2 0 0,0-2 0 16,0-3 0-16,0 1 0 0,0-1 0 0,3 0 0 0,-3-2 0 0,3 2 0 16,-3 0 54-16,3 3 8 0,0 2 2 0,0 1 0 15,0-1-52-15,-3 3-12 0,3-2 0 0,0 2 0 16,0-3 0-16,0 1 0 0,0-1 0 0,0 4 0 15,-1-4 0-15,1 3 0 0,0-2 0 0,-3-1 0 16,3 1 0-16,0 2 0 0,-3-3 0 0,0 3 0 16,3 0 0-16,-3 1 0 0,-3 1 0 0,3 1 0 15,0 0 0-15,-3 2 0 0,3 1 0 0,-3 2 0 0,3 0 0 16,-3 0 0-16,0 0 0 0,3 3 0 16,-2-1 0-16,-1 4 0 0,3-4 0 0,-3 4 0 0,3 2 27 0,-3-3 2 15,3 3 1-15,-3-5 0 16,3 5-48-16,-6-3-10 0,0 3-1 0,6 0-1 15,-6-5 30-15,0 5 0 0,0-5 0 0,0 2 0 0,0 3 0 16,0-3 0-16,0 1 0 0,0 2 0 0,-3 0 19 16,0-6 9-16,3 4 3 0,-3-1 0 0,3 3-23 15,-3-3-8-15,-2 1 0 0,-1-1 0 0,3 3 0 0,-3 0 0 16,0-3 0-16,0 1 0 0,0 2 0 0,3-3 0 16,-3 3 0-16,0 0 0 0,0 0 0 0,1 0 0 15,-1 0 0-15,0 0 0 0,3 0 0 0,-3 0 0 16,0 0 0-16,0 0 0 15,3 3-25-15,0-3-5 0,-3 0-1 0,3 2 0 0,0-2 50 0,1 0 9 16,-1 3 3-16,0-3 0 0,0 0-31 0,0 3 0 0,0-3 0 0,0 0 0 16,0 0 0-16,0 0 0 15,0 0 0-15,-3 0 0 0,3 0 0 0,0 0 0 0,0 0 0 0,-2-3 0 16,2 3 0-16,-3 0 0 0,0-3 0 0,3 3 0 16,-3-2 0-16,0 2 0 15,0 0 0-15,3 0 0 0,-3 0 0 0,0 0 0 0,3 0 0 0,1 0 0 16,-1 0-19-16,0 2-9 15,0-2-3-15,0 3 0 0,3-3 31 0,0 3 0 0,0-1 0 0,3 1 0 16,3-3 0-16,-6 3 0 0,6-3 0 0,-6 2 0 31,6-2-150-31,-3 6-37 0,3-6-7 0,-6 5-2 0</inkml:trace>
  <inkml:trace contextRef="#ctx0" brushRef="#br0" timeOffset="30434.936">16570 5117 1659 0,'0'0'36'0,"0"0"8"0,0 0 2 0,0 0 1 0,0 0-38 0,0 0-9 0,0 0 0 0,0 0 0 15,0 0 68-15,0 0 12 0,0 0 3 0,0 0 0 16,0 0-15-16,0 0-4 0,0 0 0 0,0 0 0 16,0 0 2-16,6 3 0 0,-3 0 0 0,3 2 0 15,-3-2-54-15,3 5-12 0,-3-3 0 0,0 5 0 16,3-4 0-16,-3 2 0 0,3 2 0 0,-3-2 0 15,3 3 16-15,0-3 5 0,0 0 2 0,0 2 0 0,0-2-37 16,3 0-7-16,-4 0-2 0,1-3 0 0,3 3 23 16,0-2 0-16,-3-4 0 0,3 3 0 15,0-2 16-15,3 0 8 0,-3-3 2 0,3 2 0 0,-3-2-18 16,3-2-8-16,0 2 0 0,0-3 8 0,-1 3 22 16,1-5 4-16,-3 2 1 0,3-2 0 15,0 0-25-15,-3-3-10 0,3 2 8 0,-3-2-8 0,3-2 11 16,0 2-3-16,-3-5-8 0,0 2 12 0,-1 1-12 0,1-1-15 15,-3 0 3-15,3 3 1 0,-3-5 11 0,3 3 0 16,-3-1 8-16,0 0-8 16,0 3-36-16,0 1-12 0,0-1-3 0,-3 2 0 15,3-2-151-15,-3 3-30 0,-3 5-7 0,0 0-1 0</inkml:trace>
  <inkml:trace contextRef="#ctx0" brushRef="#br0" timeOffset="33490.341">15746 4969 1541 0,'0'0'44'0,"0"0"9"0,0 0-42 0,0 0-11 0,0 0 0 0,0 0 0 15,0 0 96-15,0 0 16 16,0 0 4-16,0 0 1 0,0 0-82 0,0 0-17 16,-3 8-3-16,0 0-1 0,3 3 25 0,0 2 5 15,-3 3 0-15,3 0 1 0,0 0-21 0,-3 2-4 0,3 1 0 0,-3-1-1 16,3-2-19-16,-3 0 0 0,3 0 0 0,-3 0 0 16,3-1 0-16,-3-1 0 0,0-1 0 0,0-3 0 15,0 1 0-15,0-3 0 0,0-3 0 0,0 3 0 16,0-5 0-16,3-3 0 0,0 0 0 0,0 0 0 15,0 0 0-15,0 0 0 0,0 0 0 0,0 0 0 16,-3-5 35-16,3-6 3 0,3 0 1 0,0 1 0 16,0-6-19-16,3 3-4 0,-3-6-1 0,3 1 0 15,0-3-4-15,0-1-1 0,0-4 0 0,3-3 0 16,0 0-10-16,0 2 0 0,-1 1 0 0,1-1 0 16,3 3 53-16,-3 6 9 0,3-1 2 0,-3 4 0 15,3 1-52-15,-3 1-12 0,0 5 0 0,0 3 0 16,0-6 32-16,0 6 3 0,-3 2 1 0,0 1 0 0,-1 2-16 15,1 0-4-15,-6 0 0 0,9 5 0 0,-6 0-6 0,3 1-2 16,3 2 0-16,-3 2 0 0,0-2-8 0,-3 8 0 16,3-3 0-16,-3 6 8 15,3-1-8-15,-3 3 0 0,0 3 0 0,3 5 0 0,-3-2 0 0,0-1 0 16,-3-2 0-16,3 0 8 16,-3-3-28-16,0-2-5 0,0-1-2 0,-3 1 0 15,3-1-12-15,-3-5-2 0,0 3-1 0,-3-5 0 16,3 2-36-16,-3-2-7 0,0-1-2 0,3 1-641 0,-3-3-128 0</inkml:trace>
  <inkml:trace contextRef="#ctx0" brushRef="#br0" timeOffset="33724.929">15752 5112 1736 0,'0'0'49'0,"0"0"11"0,0 0-48 0,0 0-12 0,0 0 0 0,0 0 0 16,0 0 116-16,0 0 22 0,0 0 4 0,0 0 1 16,0 0-8-16,6-3-2 0,0 3 0 0,0 0 0 15,-1 0-66-15,4 3-14 0,3-3-2 0,-3 0-1 16,6 0-33-16,0 0-6 0,0 0-2 0,3-3 0 0,3 3-9 0,-1-2 0 16,7-4 0-16,-3 1 0 15,3 0-194-15,0-3-41 0</inkml:trace>
  <inkml:trace contextRef="#ctx0" brushRef="#br0" timeOffset="37856.439">16847 6440 1220 0,'0'0'34'0,"0"0"9"0,0 0-35 0,0 0-8 16,0 0 0-16,0 0 0 0,0 0 114 0,0 0 21 16,0 0 4-16,0 0 1 0,0 0-44 0,0 0-8 15,0 0-1-15,-3 6-1 0,3-6-19 0,0 5-4 16,-3 0-1-16,3 1 0 0,0-1-16 0,0 0-3 15,3 0-1-15,-3 1 0 0,3-1-22 0,-3 3-4 16,3 0 0-16,0 0-1 0,-3 2 39 0,3 1 8 16,-3 0 2-16,3 2 0 0,-3 3-52 0,3 0-12 15,-3 2 0-15,3 3 0 0,-3 0 0 0,3 3 0 16,-3 0 0-16,3 2 0 0,-3-4 0 0,3-1 0 16,0 0 0-16,-3 0 0 0,6 0 0 0,-3-2 9 15,-3-1-9-15,3 1 8 0,0-1-8 0,-3 1 0 0,0-1 0 0,0 4 8 16,0-1-8-16,0 3 0 0,0-3-12 0,0 3 12 15,-3 2 0-15,3-5 0 0,0 0 0 16,-3-2 0-16,3-1 44 0,0 1 16 0,-3-3 3 0,3-3 1 16,-3 0-52-16,3-2-12 0,0-1 0 0,0 1 0 15,-3 0 0-15,3-3 0 0,0-1 0 0,0-1 0 16,0-1 0-16,0 3 0 0,0-3 0 0,0-5 0 16,0 6 0-16,0-6 0 0,0 5 0 0,0-5 0 31,0 0-48-31,0 0-13 0,3 3-3 0,-3-3-751 0,6 2-150 0</inkml:trace>
  <inkml:trace contextRef="#ctx0" brushRef="#br0" timeOffset="38762.262">16921 7311 1389 0,'0'0'30'0,"0"0"6"0,0 0 2 0,0 0 2 0,0 0-32 0,0 0-8 0,0 0 0 0,0 0 0 16,0 0 77-16,0 0 14 0,-5-3 2 0,5 3 1 15,-6 0-24-15,0 0-5 16,-3 0-1-16,3 0 0 0,0 3 0 0,0 0 0 0,0-3 0 15,-3 2 0-15,3 3-34 0,-3-2-7 0,0 2-2 0,0 1 0 16,-3 2-5-16,3-3 0 0,-3 3-1 0,1 2 0 16,-1 1-5-16,-3 2-1 0,0 3 0 15,0 0 0-15,3 3 8 0,-3-4 2 16,0 7 0-16,-3-4 0 0,4 1-19 0,2-1 0 0,0-2 0 0,-3 3 0 16,3-4 0-16,0-1 0 0,0-1 0 0,0 3 0 15,0-3 0-15,-3-2 0 0,1 2-13 0,-4-3 5 16,0 1 8-16,0-3 0 0,-3 3 10 0,-3-1-10 15,4 1 15-15,-1-1-3 0,0-2-1 0,0 5 0 16,0-2-11-16,3 2-12 0,3-2 2 0,-2 2 1 16,5 0 9-16,-3 1 0 0,3-4 0 0,3 3 0 15,0-2 0-15,0-1 0 0,3 1 0 0,3-3 0 16,-3 0 49-16,3-3 12 0,3 3 3 0,-3-3 0 16,3-5-103-16,-3 3-20 0,3-3-4 0,0 5-1 0,0-5 52 0,0 0 12 15,0 0 0-15,0 0 0 0,0 0 0 0,3 0 0 16,3 0 0-16,0-5 0 15,3 0-156-15,-3-3-29 0,6-11-6 0,9 3-692 16</inkml:trace>
  <inkml:trace contextRef="#ctx0" brushRef="#br0" timeOffset="39469.8">16862 7282 1186 0,'0'0'33'0,"0"0"9"15,0 0-34-15,0 0-8 0,0 0 0 0,0 0 0 16,0 0 80-16,0 0 15 0,0 0 2 0,0 0 1 16,0 0 24-16,6 2 5 0,-6-2 1 0,3 3 0 0,3 0-42 0,3-1-8 15,-3-2-2-15,0 3 0 0,0 2-14 0,0-2-3 16,0 0-1-16,-1-1 0 15,1 4-24-15,0-4-5 0,3 3-1 0,-3 1 0 0,0-1-9 0,3 0-3 16,0 1 0-16,0 2 0 0,3-3-1 0,0 3-1 16,0 0 0-16,3 2 0 0,-1-2-14 0,4 6 0 15,0-4 0-15,3 3 0 0,-3 3 0 0,0-3 0 16,3 3 0-16,-1 0 0 0,-2 0 0 0,0 0 0 16,-3 0 0-16,0 0 0 0,0-3 0 0,0 0 0 0,-3 0 0 15,-3-2 0-15,2 2 0 0,-2-2 0 0,0-1 0 16,0 1 0-16,-3-3 29 0,0 2 3 0,3-2 1 15,-3 0 0-15,3-2-20 0,-3 2-4 0,3-3-1 16,-3 0 0-16,3 3 5 0,0-5 1 0,0 2 0 0,-1 0 0 16,1-2-5-16,0 2-1 0,3-2 0 15,-3 2 0-15,0-2-8 0,3 2 0 16,-3-2 0-16,0-1 0 0,0 4 20 0,0-4 0 0,0 4-1 0,0-1 0 16,0-2-31-16,-1 2-5 0,1 0-2 0,0-2 0 15,0 2 36-15,-3 0 7 0,3-2 2 0,-3 2 0 31,-3 1-42-31,3-4-8 0,0 4-1 0,-3-4-1 0,3 1 26 0,-6-3 0 0,3 5 0 0,0 0 0 16,0 1 0-16,0-4 0 0,0 4 0 0,-3-6 0 16,3 2 0-16,-3-2 0 0,3 6 0 0,0-1 0 15,0 0 0-15,-3-5 0 0,0 5 0 0,0-5 0 16,3 3 10-16,-3-3 7 0,0 0 2 0,0 0 0 16,0 0-103-16,0 5-21 0,0-5-4 0,0 0-1 15,0 0-125-15,0 0-25 0</inkml:trace>
  <inkml:trace contextRef="#ctx0" brushRef="#br0" timeOffset="40244.202">17743 7867 1353 0,'0'0'29'0,"0"0"7"0,0 0 0 0,-6 5 4 0,3-3-32 0,3-2-8 16,-6 6 0-16,3-1 0 0,0 0 80 0,0-2 16 0,0 5 2 15,0-3 1-15,0 3-37 0,0 0-7 0,3 0-2 0,-3 0 0 16,0 3-29-16,0-3-7 0,0 2-1 0,-3 1 0 15,0-3 35-15,1 2 6 0,-1 1 2 0,0-1 0 16,0-2-28-16,-3 3-6 0,3-1-1 16,-3-2 0-16,0 3-7 0,-3 0-1 15,0-1-1-15,0 1 0 0,0-3 5 0,0 2 0 16,-3 1 1-16,1-1 0 0,2 1-9 0,-3 0-3 0,3 2 0 16,0 0 0-16,0 0-9 0,0 3 0 0,3 0 0 0,-3 0 0 15,3 0 0-15,1 2 0 0,2-2 0 0,-3 0 0 16,3 0 0-16,-3 0 0 0,3-3 0 0,0 3 0 15,0-5 0-15,3 2 0 0,-3-3 0 0,0 1 0 16,3-3 0-16,-3 2 0 0,3-2 0 0,-3 3 0 16,3-3 0-16,-3-3 0 0,0 3 0 0,0 0 0 15,0-3 0-15,0 1 0 0,0 2 0 0,0-3 0 16,1 0 0-16,-1 0 0 0,3-2 0 0,-3 2 0 16,0-2 0-16,0 0 0 0,0-1 0 0,3 4 0 15,0-4 0-15,3-2-16 0,0 0 4 0,0 0 1 16,0 0-60-16,-6 3-12 0,6-3-2 0,0 0-568 15,0 0-114-15</inkml:trace>
  <inkml:trace contextRef="#ctx0" brushRef="#br0" timeOffset="41353.829">16168 7957 1177 0,'0'0'25'0,"0"0"6"0,0 0 1 0,0 0 2 0,0 0-34 0,0 0 0 0,-3-6 0 0,3 6 0 15,0 0 95-15,0-2 12 0,0 2 2 0,0 0 1 16,0 0-32-16,0 0-6 0,0-6-2 0,0 6 0 15,0 0-12-15,0 0-2 0,0 0-1 0,0 0 0 16,6 3-10-16,-3 0-1 0,0 2-1 0,3 0 0 16,-3 0-32-16,3 3-11 0,-3 0 0 0,3 0 9 15,0 0-9-15,0 3 0 0,3-3 0 0,-3 2 0 16,3-2 53-16,3 0 9 0,0 0 2 0,0 3 0 16,-1-3-53-16,4 0-11 0,0 0 0 0,3-1 0 15,0 1 0-15,0 0 12 0,-3 0-3 0,3 0 0 16,-4 3-1-16,1-3-8 0,0 0 12 0,0 2-4 15,0 1 0-15,-3 2-8 0,0-2 12 0,-3-1-4 0,3 1 3 16,-3 2 0-16,-1-2 0 0,1 2 0 16,0 0 17-16,0-2 3 0,3 2 1 0,-3 0 0 0,3-2-32 15,-3-1 0-15,3 4 0 0,0-4 0 16,3 3 0-16,-3-2 0 0,2-3 0 0,1 2 0 0,-3-2 0 16,3 0 0-16,-3 0 0 0,3 0 0 0,0 0 0 0,-3 0 11 15,3-3-2-15,-4 3 0 0,-2-2-9 0,3-1 8 16,-3 3-8-16,3-3 8 0,-3 3-8 0,0-3 0 15,-3 1 9-15,3-1-9 0,0 0 0 0,0 1-16 16,0-1 2-16,-3 0 1 0,3-2 29 0,-1 2 5 0,-2-2 2 0,3-1 0 16,-3 4-13-16,3-4-2 15,-3 1-8-15,0 0 12 0,3-3-4 0,-3 2 0 0,0-2-8 16,0 3 12-16,3-3 12 0,-3 3 3 0,0-3 0 0,0 2 0 16,0-2-27-16,3 3 0 0,-3-3 0 0,0 2 0 15,2-2 0-15,-2 0 0 0,0 0 0 0,0 3 0 16,0-3 0-16,3 3 0 0,-3-3 0 0,0 0 0 15,0 2 0-15,0-2 0 0,0 0 0 0,0 0 0 16,0 3 0-16,-3-3 0 0,3 0 0 0,-6 0 0 16,6 3 0-16,0-3 0 0,-6 0 0 15,3 2 0-15,-3-2 16 0,0 0-3 0,6 0 0 0,-6 0 0 16,0 0-13-16,0 0 0 0,6 3 8 0,-6-3-8 16,0 0 0-16,0 0 0 0,0 0-9 0,0 0 9 15,0 0-96-15,0 0-12 0,0 0-4 16,0 0-684-16,0 0-138 0</inkml:trace>
  <inkml:trace contextRef="#ctx0" brushRef="#br0" timeOffset="41912.402">17270 8552 1198 0,'0'0'34'0,"-6"0"7"0,0 0-33 0,0 3-8 16,-3-3 0-16,3 2 0 0,-3-2 79 0,0 3 13 15,-3-3 4-15,0 2 0 0,3 1-66 0,-3-3-13 0,4 3-2 0,-4-1-1 32,0 4-43-32,3-6-9 0,-12 0-2 0,3 2 0 0</inkml:trace>
  <inkml:trace contextRef="#ctx0" brushRef="#br0" timeOffset="42810.218">16838 7874 1314 0,'0'0'37'0,"0"0"8"0,0 0-36 0,0 0-9 0,-3-5 0 0,3 3 0 16,0 2 169-16,0-8 32 0,-3 2 7 15,3 1 0-15,0 5-79 0,0-5-16 16,-3-1-3-16,3 4-1 0,0 2-34 0,0 0-7 0,0 0-2 0,0 0 0 16,0 0-53-16,0 0-13 0,0 0 0 0,0 0 0 15,0 0 32-15,0 0 3 0,0 8 1 16,3 2 0-16,-3 4-26 0,0-1-10 0,3 5 8 0,-3 1-8 15,0-1 0-15,3 4 0 0,-3-4 8 0,0 1-8 16,3-1 0-16,0 1 0 0,0-4 0 0,0-1 0 16,0 2 0-16,0-6 0 0,0 1 0 0,0-1 0 15,3 1 20-15,0-3 3 0,-3 0 0 0,6-3 0 16,-3 0-39-16,0 1-8 16,0-4-2-16,0 1 0 0,-3-3 26 0,2 0 0 0,1-3 0 0,-3 1 0 15,0-4 0-15,3 1 0 0,-3 0 0 0,0-3 0 16,0 3 20-16,0-3 4 0,0-3 0 0,0 0 0 15,0 1-24-15,0-1 8 0,-3 1-8 0,3-4 0 0,-3 1 0 16,3 0 0-16,-3 0 0 0,0 0 0 16,0 2 26-16,0 0 7 0,0-2 2 0,0 5 0 15,0 0-23-15,0 0-12 0,0 3 12 0,0 5-12 16,0 0 9-16,0 0-9 0,0 0 0 0,0 0 9 16,0 0-9-16,3 5 0 0,-3 3 0 0,3 0 0 0,-3 3 0 15,3 2 0-15,0 0 0 0,-3 0 0 0,3 1 0 0,0-4 0 16,0 4 0-16,3-4 0 0,0 3 0 0,-3-2 0 15,3-3 0-15,3 2 0 0,-3-4 11 0,3 2 9 16,0-3 3-16,-4 0 0 0,4 1-23 0,0-4 0 16,0 1 0-16,0 0 0 0,3-1-16 0,-3-2-7 15,3-2-1-15,-3 2-1 0,0-3 25 0,3 0 0 0,-3 1 0 16,0-4 0-16,2 1 0 0,-2 0 0 0,0-3 0 0,0 0 11 16,0 0 5-16,0-3 2 0,0 1 0 0,-3-4 0 15,3-1-3-15,0-4-1 0,-3-2 0 0,3 0 0 16,-3-3-14-16,0 3-16 0,-3 0 3 0,3-1 1 15,-3 7 24-15,3-4 6 0,-4 6 1 16,1-3 0-16,0 5-19 0,-3 1-11 0,3-1 2 16,-3 3 0-1,-3 3-127-15,0-3-26 0</inkml:trace>
  <inkml:trace contextRef="#ctx0" brushRef="#br0" timeOffset="47959.97">17148 8589 1267 0,'0'0'28'0,"0"0"5"0,0 0 2 0,0 0 1 0,0 0-36 0,0 0 0 15,0 0 0-15,0 0 0 0,0 0 58 0,0-3 5 16,0 3 1-16,0 0 0 0,0 0 0 0,0-5 0 16,0 5 0-16,0 0 0 0,0 0 0 0,0 0 0 15,0 0 0-15,0 0 0 0,0 0 0 0,0 0 0 16,0 0 0-16,0 0 0 0,0 0 0 0,0 0 0 15,0 0 0-15,0 0 0 0,0 0 0 0,0 0 0 16,-3 3 0-16,-3 2 0 0,3 0-52 0,3 0-12 16,-3 3 0-16,0 3 0 0,3 0 0 0,-3 2 0 15,3 3 0-15,0 0 0 0,-3-1 0 0,3 4 0 16,0 0 0-16,0-1 0 0,0 1 54 0,0-4 8 0,0 4 2 0,0-3 0 31,0 0-73-31,3 0-15 0,-3-1-2 0,3 1-1 0,0 0 43 0,0 0 9 16,3 0 2-16,-3 5 0 0,3-2-27 0,-3 4 0 0,3 1 0 0,-3 5 0 15,0 0 0-15,0-2 0 0,-1 2 0 0,1 0 0 16,0-2 0-16,-3-4 0 0,3-1 0 0,-3-1 0 16,-3-3-13-16,3 3-8 0,0-5-2 0,-3 3 0 15,0-3 37-15,3 2 7 0,-2 1 2 16,-1-1 0-16,0 3-23 0,0 3 0 0,3-3 0 0,-3 3 0 16,0 0 0-16,0 0 0 0,0-3 0 0,0 0 0 15,3-2 0-15,0-1 0 0,-3-2 0 0,3-3 0 16,3 1 10-16,-3-4-2 0,0 3-8 0,3-2 12 15,-3 0-12-15,3-1-8 0,-3-2 8 0,3 3-13 16,0-3 21-16,-3 0 4 0,3 0 0 0,0-3 1 16,-3 0-13-16,3 3 8 0,0-3-8 0,-3 1 0 15,0-6 0-15,2 2 0 0,-2-2-8 0,0 0 8 16,3 6-56-16,3-4-4 0,-6-2 0 0,3 0-1 16,-3 0-135-16,3 0-26 0,3-2-6 0</inkml:trace>
  <inkml:trace contextRef="#ctx1" brushRef="#br0">20737 13304 0,'0'0'0</inkml:trace>
  <inkml:trace contextRef="#ctx0" brushRef="#br0" timeOffset="49311.283">16677 7110 2077 0,'0'0'45'0,"0"0"10"0,0-5 1 0,0-1 4 0,0-2-48 0,0 3-12 0,-3 0 0 0,3-1 0 15,0 1 78-15,0 0 14 0,0 2 2 0,0 3 1 16,0-5-25-16,0 5-5 0,3-3-1 0,-3 3 0 0,0 0-51 0,0 0-13 16,0 0 0-16,3 0 0 0,-3 0 0 0,6 3 0 15,-6-3 0-15,6 3 0 0,0 2 37 0,-3 0 5 16,3 0 1-16,0 1 0 0,0 2-18 0,0 0-3 15,0 2-1-15,0-2 0 0,0 3-21 0,0-1-16 16,0 1 2-16,3-3 1 0,-3 2 21 0,6 1 4 16,-6-3 0-16,2 0 1 0,1 2-13 15,0-4 0-15,0 2 0 0,0-3 0 16,0 0 0-16,0 1 0 0,-3-4 0 0,3 3 0 0,0-2 0 0,0 0 0 16,0-1 0-16,-3 1 0 0,0-3 0 0,3 3-16 15,-4-3 3-15,1-3 1 0,0 3 12 0,0-3 13 0,0 3-2 16,0-2-1-16,0-1 2 0,0-2 1 15,0 2 0-15,0-5 0 0,3 3-13 0,-3 2-15 0,3-5 3 0,0 3 1 16,0-3 11-16,0 0 0 0,0 0 0 0,0 0 0 16,2 0 0-16,-2 0 0 0,3 3 0 0,0-3 0 31,-3 0-156-31,3 3-30 0,0 0-6 0,-3 2 0 0</inkml:trace>
  <inkml:trace contextRef="#ctx0" brushRef="#br0" timeOffset="50197.819">16948 9663 1465 0,'0'0'32'0,"0"0"6"0,0 0 2 0,0 0 2 0,0 0-34 0,0 0-8 16,0-5 0-16,0 0 0 0,0 5 104 0,0 0 20 0,0 0 3 0,-3-6 1 16,3 6-44-16,0 0-9 0,0 0-2 0,0 0 0 15,0 0 12-15,0 0 3 0,3-5 0 0,-3 5 0 16,0 0-36-16,0 0-6 0,0 0-2 0,0 0 0 15,0 0-22-15,3 5-5 0,-3-5-1 0,6 6 0 16,-3 2-8-16,0-1-8 16,0 4 12-16,0-3-12 0,0 3 0 0,0-1 0 0,3 1 0 0,-3-1 0 31,3-2-14-31,0 3-10 0,0-3-1 0,0 2-1 0,0-2 26 0,0 0 0 16,0-2 0-16,3 1 0 0,-1-1 0 0,1-1 0 0,-3-2 0 0,3-1 0 15,3 1 16-15,-3 0 9 0,3-3 2 0,0-3 0 16,0 0-27-16,0 1 8 0,3-1-8 0,-3-2 0 15,2-1 0-15,1 1 8 0,0 0-8 0,0 0 0 16,0-3 0-16,0 2 8 0,0-2-8 0,-3 1 0 16,3 1 0-16,-4-2 0 0,1-2 0 0,0 2 0 15,0 0-14-15,0 0-8 0,-3 0-2 0,0 0 0 16,3 0-142-16,-3 3-29 0,0-3-5 0</inkml:trace>
  <inkml:trace contextRef="#ctx0" brushRef="#br0" timeOffset="64659.448">17838 10094 1074 0,'0'0'30'0,"0"0"8"0,0 0-30 0,0 0-8 0,-6-5 0 0,0 0 0 16,3 0 104-16,0 2 19 0,3 3 4 0,-6-5 1 15,0-1-52-15,4 1-9 0,-1 0-3 0,3 5 0 16,-6-3 0-16,0-2 0 0,6 5 0 0,-6-3 0 16,0 1-51-16,6 2-13 0,-6-3 0 0,6 3 0 0,0 0 54 15,-9-3 8-15,0 1 2 0,0 2 0 16,3 0-52-16,-3-3-12 0,3 3 0 0,-3 0 0 0,3-3 0 0,-3 3 0 15,0-2 0-15,0 2 0 0,4 0 0 16,-4-3 0-16,0 0 0 0,0 1 0 0,0 2 0 16,0-3 0-16,-3 0 0 0,0 3 0 0,0-2 54 15,0-3 8-15,0 2 2 0,0 0 0 0,1 1-52 0,-1-4-12 16,0 4 0-16,-3-4 0 0,3 4 0 16,3-4 0-16,-3-2 0 0,0 6 0 0,3-3 0 15,-3-1 0-15,3 1 0 0,-2 0 0 0,2-1 54 0,0 4 8 16,0-4 2-16,0 4 0 0,3-4-52 0,-3 4-12 15,3-3 0-15,0 2 0 0,-3 0-12 0,3 1-4 16,0-1-2-16,-3 0 0 0,0 1 18 0,-3-4 0 0,3 4 0 16,-2 2 0-16,-1-3 8 0,0 0-8 15,0 3 0-15,-3-2 9 0,0 2-9 0,0 0 0 0,0 0 0 0,0 0 0 16,1 0 14-16,-1 0-2 0,0 0-1 0,3 2 0 16,-3-2-11-16,0 3-16 0,0 0 4 0,3-1 1 15,0-2 11-15,0 6 16 0,4-4-4 0,-4 1-1 16,3 0-11-16,0-1 0 0,0 1 0 0,-3 0 0 15,6-1 0-15,-3 1-16 0,3-1 4 0,-3 1 1 16,3 0 11-16,-3-1 0 0,3 1 0 0,0 2 0 16,-3-2 0-16,4 0 0 0,-4 2 0 15,0-2 0-15,0 2 0 0,-3-2 0 0,3 2 0 0,0-3 0 16,-3 4 0-16,3-4 0 0,-3 4 0 0,0-1 0 16,3 0 0-16,-3 1 0 0,-2-1 0 0,-1-2 0 15,3 2 12-15,-3 0-3 0,3 0 0 0,0 1 0 16,-3-4-9-16,3 4 0 0,0-1 0 0,-2 0 0 15,2-2 0-15,3 2-12 0,-3-2 2 0,0 2 1 16,3-2 9-16,0 2 0 0,0-2 0 0,3-1 0 0,-3 4 0 0,3-4 0 16,-3 1 0-16,3 2 0 15,0-2 0-15,-3 2 0 0,4-2 0 0,-1 2 0 0,0-2 0 0,-3 2 0 16,0-2 0-16,0 2-8 0,0-2 8 0,0 2 0 16,3-2 0-16,-3 2 0 0,0-3 0 0,3 4 0 15,-3-4 0-15,3 4 0 0,0-4 0 0,0 4 0 16,0-4 0-16,1 4 0 0,-1-4 0 0,3 4 0 15,-3-1 0-15,0 0 0 0,3-2 0 0,0 2 0 0,0 3 0 16,0-3 0-16,0 3 0 0,0-3 0 0,0 3 0 0,0 0 0 16,-3 0 0-16,6 0 14 0,-3 3-2 15,3-1 0-15,0-2-20 0,-3 3-5 0,3 0-1 16,0-1 0-16,0 1 14 0,0-1 0 16,0 1 0-16,3-1 0 0,-3 1 0 0,0 0 0 0,3-1 0 0,-3 3 0 15,0-5 0-15,3 6 0 0,-3-6 0 0,3 2 0 16,-3 1 0-16,3-3 0 0,-3 0 0 0,0 0 0 15,3-1 0-15,-3-1 0 0,3 2 9 0,-3-3-9 16,3 3 0-16,0 0 0 0,-3-3 0 0,3 0-10 16,0 3 10-16,0-2 0 0,0-1 0 0,0 0 0 15,0 1 0-15,0-1 0 0,3 0 0 0,0 0 0 16,-1 1 0-16,1-1 0 0,0 0 0 0,0 1 0 16,0-1 0-16,3 3 0 0,-3-3 0 0,3 3 0 15,0-3 0-15,-3 3-8 0,3-2 8 0,0 1 0 16,-3 4 0-16,0-3 0 0,3 0 0 0,-3 0 0 15,3 0 0-15,-4 0 0 0,1-3 0 0,-3 3 0 0,3 0 0 16,0 0 0-16,0 0 0 0,3 0-8 0,-3 0 20 16,0 0 5-16,0-3 1 0,0 3 0 15,3 0-18-15,0-3 0 0,-3 3 0 0,3 0 0 0,0-3-10 16,0 3-6-16,0-3 0 0,-1 1-1 0,1-1 17 0,3 0 0 16,0 3 0-16,-3-2 0 0,3-1 0 15,0 0 0-15,-3 0 0 0,3 1 0 0,-3-4 8 0,3 4 8 16,0-4 1-16,-4 1 1 0,4 2-28 0,-3-2-6 15,3 0 0-15,-3-1-1 0,0 1 27 0,3 0 6 16,-3-1 0-16,0 1 1 0,0-1-27 0,0 1-6 0,3 0 0 16,-6-1-1-16,3 1 17 0,-4 0 0 15,4-1 0-15,-3 1 0 0,3 0 0 0,-3-1 0 0,0 1 0 0,0 0 0 16,3-1 0-16,0 1 0 0,-3-1 0 0,3 1 0 16,0-3 10-16,0 3 6 0,0-1 0 0,3 1 1 15,-1-3-28-15,4 3-5 0,0-1-2 0,0 1 0 16,3-3 18-16,0 3 0 0,3-1 0 0,-3 1 0 15,5 0 0-15,-2-1 0 0,0-2 0 0,0 6 0 16,0-6 11-16,-3 2 5 0,-1 1 2 0,1-1 0 16,-3-2-29-16,0 3-5 0,3-3-2 0,-3 0 0 15,3 0 18-15,2-3 0 0,-2 3 0 16,6 0 0-16,-3-2 0 0,3-1 0 0,0 3 0 0,-1-2 0 16,-2 2 14-16,3 0-3 0,0-3-1 0,-3 3 0 15,-3-3 1-15,-1 1 0 0,1 2 0 0,-6-6 0 16,3 4-3-16,-3-1 0 0,0 0 0 0,0-2 0 15,0 2 1-15,-3-2 0 0,3 2 0 0,-1-2 0 0,1 3-25 16,0-4-6-16,3 4-1 0,-3-4 0 16,-3 1 23-16,6 0 0 0,-3 2 0 0,0-2 0 0,3 2 47 15,-1-2 13-15,1-3 4 0,-3 3 0 0,3-1-52 0,0 1-12 16,-3-3 0-16,3 0 0 0,-3 0 0 0,0 0 0 16,2 0 0-16,-2 0 0 0,0 0 0 0,0-2 0 15,0-1 0-15,-3 1 0 0,0 2 0 0,0-3 0 16,-3-2 0-16,3 2 0 0,-3 1 0 0,0-1 0 0,0-2 0 15,0 2 0-15,0-2 0 0,0 3 0 0,-1-1 0 16,1-2 0-16,0 2 0 0,-3 1 0 0,3-1 0 16,0 3 0-16,-3-2 0 15,3 2 0-15,-6 2 0 0,3-2 0 0,0 0 0 0,0 0 0 16,-3 1 0-16,3 1 0 0,-3-2 36 0,3 3 5 0,-3-3 1 0,0 3 0 16,0-1-30-16,-3-1-12 0,3 1 11 0,0 1-11 15,-3 0 9-15,3-3-9 16,0 2 8-16,-3 1-8 0,0-3 16 0,3 0-3 0,-3 3 0 0,3-3 0 15,-3 3-13-15,0-3-8 0,3 0 8 0,-3 0-13 16,0-3 13-16,0 3 8 0,0-2 0 0,0 2-8 16,3-3 0-16,-3 3 0 0,0-2 0 0,0 2 0 15,0-3 0-15,0 3 0 0,0 0 0 0,1 0 0 16,-1 1 0-16,0-4 0 0,0 3 0 0,0 3 0 16,0-3 0-16,0 2 0 0,0-1 0 0,0-1 0 15,0 2 0-15,0-2 0 0,0 3 0 0,0-3 0 16,0 3 16-16,0 0-4 0,0-1-1 0,-3 1 0 15,3 2-11-15,0-2 0 0,0 0 0 0,-3 2 0 16,3-2 0-16,0 2 0 0,0-2 0 0,-3 2 0 0,3-2 0 16,-3 2 0-16,3 1 0 0,-3-1 0 15,0 0 0-15,3 1 0 0,-3-1 0 0,0 3 0 16,3-5 0-16,0 2 0 0,-2 0 0 0,2 1 0 0,-3-1 0 0,3 1 0 16,0-1 0-16,-3 3 0 0,3-3 0 15,-3 1 0-15,6 2 0 0,-6-3 0 0,0 0 0 0,0 1 0 16,-3-1 8-16,3 0-8 0,0 1 0 0,-3 2 0 15,3-3 0-15,0 0 0 0,-3 1 0 0,3 2 0 16,-3-3 0-16,1 3 0 0,2 0 0 0,-3-3 0 16,3 3 8-16,-3-2-8 0,3 2-10 0,0 0-4 15,-3-3-1-15,3 3 0 0,0 0 15 0,0-2 0 0,0 2 0 16,0-3 0-16,0 3 0 0,0 0 0 0,0-3 0 0,6 3 0 16,-6 0 0-16,3-2 0 0,3 2 0 0,-6 0 0 15,6 0 0-15,-6 0 0 0,0 0 0 0,1 0 0 16,5 0 0-16,-6 0 0 0,0 0 0 0,6 0 0 31,-6 0-54-31,6 0-8 0,0 0-2 0,-6 0 0 16,6 0-102-16,-6-3-21 0,6 3-4 0,-12-8-1 0</inkml:trace>
  <inkml:trace contextRef="#ctx0" brushRef="#br0" timeOffset="66902.289">17103 10177 1958 0,'0'0'43'0,"0"0"9"0,0 0 1 0,0 0 3 0,0 0-45 0,0 0-11 15,0 0 0-15,0 0 0 0,0 0 53 0,0 0 9 16,0 0 2-16,0 5 0 0,0 3 0 0,3 0 0 16,-3 2 0-16,0 1 0 0,3-1-52 0,-3 6-12 15,0 0 0-15,3 3 0 0,-3 2 0 0,3 0 0 16,0 0 0-16,-3 3 0 0,3-3 0 0,-3 0 0 16,0 1 0-16,0-1 0 0,0-5 0 0,0 2 0 15,0-5 0-15,-3 3 0 16,3-3-48-16,-3 1-13 0,0-4-3 0,3 1 0 15,-3-3 28-15,0 2 6 0,3-2 1 0,-3-2 0 16,3 2-56-16,0-3-11 0,0-5-3 0,0 0-729 0</inkml:trace>
  <inkml:trace contextRef="#ctx0" brushRef="#br0" timeOffset="67185.481">17142 10248 1436 0,'-9'-8'32'0,"6"5"6"0,-3-2 2 0,3 2 0 0,-3-2-32 0,3 2-8 0,0-2 0 0,3 5 0 15,-3-5 103-15,0 2 19 0,0-2 4 0,3 5 1 16,0-3-36-16,0 3-7 0,0 0-2 0,3-5 0 0,0 0-14 0,-3 5-4 16,6-3 0-16,0 0 0 15,3 1 0-15,0 2 0 0,0 0 0 0,3-3 0 16,2 3-51-16,-2 0-13 0,0 0 0 0,3 0 0 15,0 0 0-15,0 0 0 0,0 0 0 0,0 0 0 0,0 0 0 0,-1 0 0 16,-2 0 0-16,0 0 0 0,0 0 0 0,0 0 0 16,-3-2 0-16,0 2 0 15,0 0-151-15,-3 0-33 0,0 0-6 0,0 2-795 16</inkml:trace>
  <inkml:trace contextRef="#ctx0" brushRef="#br0" timeOffset="67498.433">17160 10407 1728 0,'0'0'38'0,"0"0"8"0,0 0 2 0,0 0 0 0,0 0-39 0,0 0-9 0,0 0 0 0,0 0 0 16,0 0 53-16,3 2 9 0,3 1 2 0,-6-3 0 16,5 3 51-16,1-1 10 0,0-2 3 0,0 3 0 15,3-3-103-15,0 3-25 0,0-3 0 0,0 0 0 16,0 2 56-16,3-2 7 0,0 0 1 0,0 0 0 16,0 0-52-16,0 0-12 0,-1 0 0 0,1 0 0 15,0-2 0-15,0 2 0 0,0-3 0 0,0 0 0 16,0 1-100-16,3-1-22 0,0-2-5 0,0 2-1 15</inkml:trace>
  <inkml:trace contextRef="#ctx0" brushRef="#br0" timeOffset="72915.982">17189 10946 1157 0,'0'0'32'0,"0"0"8"0,0 0-32 0,0 0-8 0,0 0 0 0,3-2 0 16,0-1 97-16,-3 3 18 16,0 0 3-16,0 0 1 0,0 0-3 0,0 0-1 0,0 0 0 0,0 0 0 15,0 0-41-15,0 0-8 0,3 3-2 16,-3-3 0-16,3 5-2 0,0 0-1 0,-3-2 0 0,3 5 0 16,0-3-25-16,-3 3-6 0,3 0-1 0,-3 0 0 15,0 3-11-15,3 2-2 0,-3 0-1 0,3 6 0 16,-3-1-1-16,0 3 0 0,0 3 0 0,3 3 0 15,-3-1-6-15,3 1-8 0,-3-4 11 0,3 1-11 16,-3-3 9-16,3 1-9 0,0-1 0 0,-3 0 9 16,3 0-9-16,-3-2 0 0,3-1 0 0,-3 6 0 15,3-3 0-15,-3 3 0 0,3 2 0 0,-3-2 0 16,3 3 0-16,-3-1 0 0,3-5 0 0,-3 3 0 16,0-3 0-16,0-5 0 0,0 3 0 0,-3-4 0 0,3-1 0 15,0-4 0-15,0 1 0 0,-3-1 0 0,0-2 12 16,3 3 1-16,-3-3 0 0,0 0 0 15,0-3-22-15,3 0-5 0,0-5-1 0,-3 6 0 16,3-1-131-16,0-5-26 0,-3 5-6 0,3-5-818 16</inkml:trace>
  <inkml:trace contextRef="#ctx0" brushRef="#br0" timeOffset="73591.89">17046 11674 1206 0,'0'0'26'0,"0"0"6"0,0 0 0 0,0 0 3 16,0 0-35-16,0 0 0 0,0-5 0 0,0 5 0 0,0-5 103 0,0 5 13 0,3-3 4 0,-3-2 0 15,0 5-16-15,0 0-4 0,3-3 0 0,-3 3 0 16,0 0-18-16,0 0-4 0,0 0-1 0,0 0 0 16,0 0-20-16,0 0-4 0,0 0-1 15,3 3 0-15,-3-3-18 0,3 5-4 0,0 3-1 16,0 0 0-16,0 0-16 0,-3 0-3 0,3 0-1 16,0 2 0-16,0 1-9 0,0-1 0 0,0 1 0 0,0 0 8 15,0-1-8-15,0 1 0 0,3-1 0 0,0 1 0 16,0-1-12-16,0-2 1 0,0 3 1 0,3-3 0 15,0-3-1-15,0 3 0 0,0-3 0 0,0 1 0 16,-1-4 11-16,1 1 0 0,3-3 0 0,0 0 0 16,3 0-8-16,-3-5 8 0,0 2-8 0,3-2 8 15,0-3 0-15,-3 0-10 0,2 0 10 0,-2 0 0 16,3-3-45-16,-3 1-3 0,3-3 0 0,-3-1 0 16,0 4-153-16,3-3-31 0</inkml:trace>
  <inkml:trace contextRef="#ctx0" brushRef="#br0" timeOffset="75786.575">16552 12010 752 0,'0'0'16'0,"-6"-2"4"0,-3-4 1 0,4 4 0 0,-1-4-21 0,-3 1 0 0,0 0 0 0,0 2 0 15,0-2 33-15,0-1 3 0,0 1 0 0,0 0 0 16,-3 2-13-16,3 1-3 0,0-1 0 0,0 3 0 16,0 0 49-16,1 0 10 0,-1 0 1 0,-3 3 1 15,6-3-9-15,-3 2-3 0,3 1 0 0,-3 0 0 16,0-1-18-16,3-2-4 0,0 3-1 0,0-1 0 0,6-2-12 15,0 0-2-15,-3 3-1 0,3-3 0 16,0 0-3-16,0 0 0 0,0 0 0 0,0 0 0 0,6 3-3 0,-3 2-1 16,6-5 0-16,0 3 0 15,0-3-12-15,3 2-2 0,0-2-1 0,3 0 0 0,2-2-9 0,-2 2-12 16,3 0 2-16,0-3 1 0,-3 3 9 0,3 0 0 16,-6-3 0-16,3 1 0 0,-1-1 0 0,4 0 0 15,0 1 0-15,3-1 0 0,0-2 32 16,3 0 8-16,-1 2 1 0,4 0 1 0,3 1-24 0,0-1-5 0,0 0-1 15,-4 1 0-15,4-1-1 0,-6 3-1 16,3-3 0-16,-6 1 0 0,2 2-10 0,-2-3 10 16,3 1-10-16,3-1 10 0,0 0-1 0,2 1 0 15,1-1 0-15,3 3 0 0,0 0-9 0,-1 0 10 0,4 0-10 16,-6 0 10-16,-3 0-10 0,-1-3 0 0,1 3 0 0,-3-2 8 16,3-1-23-16,3 0-5 0,-1 1 0 0,1 2-1 15,3-3 37-15,0 3 8 0,-1 0 2 0,-2 3 0 16,0-3-16-16,-3 2-10 0,-1-2 12 0,-2 3-12 15,-3-6 16-15,3 3-3 0,-3 0-1 0,3-2 0 16,2 2 7-16,1 0 1 0,3-3 0 0,3 3 0 16,-4 0-20-16,4 0-16 0,-3 0 4 0,3-3 0 15,-7 3 12-15,1 0 16 0,-3-2-3 0,3 2-1 16,0-3-12-16,-1 0-12 0,4 1 3 0,3-3 0 16,0 2 9-16,2 3 12 0,1-3-2 0,0 3-1 15,0 3-9-15,-7-3-12 0,1 0 2 0,0 0 1 16,0-3 9-16,-1 1 0 0,4 2 0 0,3-3 0 0,3 0 0 15,-4 1 12-15,4 2-2 0,0 2-1 16,-7-2-9-16,1 3 0 0,-3-3 0 0,0-3 0 16,-4 1 0-16,1-1 0 0,0 0 0 0,3 1 0 15,0-1 0-15,-1 0-12 0,1 1 2 0,0 2 1 0,-3-3 9 16,-4 3 12-16,1-3-2 0,-6 3-1 0,0 0-9 0,0 0 0 16,-6 0 0-16,0 0 0 0,-3 0 0 0,-3 0 0 15,2-2 0-15,-5 2 0 0,0 0 0 0,-3 0 0 16,0 0 0-16,0 0 0 0,0 0 0 0,0 0 0 15,0 0 0-15,0 0 0 0,0 0 53 0,0 0 9 16,0 0 2-16,0 0 0 0,0 0-48 0,-3 5-16 0,3-5 9 16,-3 8-9-16,0-3 0 0,1 1 0 0,-1-1 0 15,0 3 0-15,0-5 0 0,0 4 0 16,0-1 0-16,0 2 0 0,0 0 13 0,-3 0 11 0,3 2 1 0,0 1 1 31,3-1-42-31,-6 4-8 0,3-1-1 0,0 0-1 0,0 3 44 0,0 0 9 0,0 0 1 16,0 0 1-16,0-1-29 0,0 1 0 0,-3-2 0 0,3 1 0 15,0-1 0-15,0-1 8 0,0 0-8 0,3 0 0 16,-3 1 0-16,0-1 0 0,3 0 0 0,-3 3 0 31,3 0-24-31,-3 2-4 0,3 3 0 0,0 3-1 0,0 0 29 0,0 3 0 0,0-1 0 0,0 0 0 16,0-2 0-16,0-3 0 0,0 1 0 0,0-4 0 16,0 1 17-16,0-3 10 0,0-1 1 0,0 1 1 15,0-3-29-15,0 1 0 0,0-1 0 0,0 0 0 16,0-2 0-16,0 2 8 0,0-2-8 0,0 2 0 15,0 0 0-15,0 0 0 0,-3-2 0 0,3 2 0 0,0 0 0 16,0-2 0-16,0 2 0 0,0-2 0 0,0-1 0 16,-3 1 0-16,3-1 0 0,-3-2 0 15,0 0 8-15,0 0-8 0,0 3 0 0,0-3 0 0,-6-3 8 0,4 3-8 16,2-3 0-16,-3 1 9 0,0-1-9 0,-3-2 0 16,3-1 0-16,-3 3 8 0,0-2 15 0,3-3 2 15,-3 3 1-15,0-1 0 0,0-2-38 0,-3 3-7 16,3 0-1-16,-3-3-1 0,0 0 33 0,1-3 8 0,-1 3 0 0,0-3 1 15,3 3-21-15,-3-2 0 0,0 2 0 0,-3-3 0 16,3 3 0-16,0 0-20 16,0-3 4-16,-5 3 1 0,-1-2 24 0,0 2 5 15,-3-3 1-15,-3 3 0 0,-3-2-15 0,4 2 0 0,-7-3 0 16,3 0 0-16,3 3 0 0,-3-2 0 16,4-1 0-16,-1 0 0 0,0 1 0 0,3 2 0 0,0-3 0 0,-2 0 0 15,-1 3 0-15,-3 0 0 0,-3-2 0 0,-3 2 0 16,-2-3 0-16,2 3 0 0,-3 0 0 0,1 0 0 15,2 0 0-15,3 0 0 0,3 0 0 0,-3 0 0 16,1 3 0-16,-7-1 0 0,3 1 0 0,-8 0 0 16,2-1 0-16,0-2 0 0,0 3 0 15,1 0 0-15,8-3 0 0,0 2 0 0,0-2 0 0,1 0 0 16,2 3 0-16,-3 0 0 0,-3-1 0 0,-2-2 0 16,-1 3 0-16,3-1 0 0,-3-2 0 0,4 0 0 15,2 0 0-15,3 0 0 0,3 3 0 0,1-3 0 16,2 0 0-16,0 0 0 0,0 3 0 0,0-3 0 15,0 2 0-15,-2-2 0 0,-1 3 0 0,-3-3 0 16,0 3 0-16,0-3 0 0,4 2 0 0,-4-2 0 16,6 0 0-16,-3 0 0 0,3 0 0 0,0 0 0 15,7 0 0-15,-4 0 0 0,3 0 0 0,0 0 0 0,0 0 0 16,3 0 0-16,0 0 0 0,-3 3 0 0,3 0 0 0,-2-3 0 16,-1 2 0-16,0-2 0 0,0 3 0 0,-3-3 0 15,3 3 0-15,0-3 0 0,0 2 0 0,1-2 0 16,-4 0 0-16,3 3 0 0,0-3 0 0,3 3 0 15,0-3 0-15,-3 0 0 0,3 2 0 0,0-2 0 0,3 0 0 16,-2 3 0-16,2-3 0 0,0 0 0 16,0 0 0-16,3 0 0 0,-3 0 0 0,3 0 0 15,0 2 0-15,0-2 0 0,6 0 0 0,-6 0 0 0,6 0 0 16,-9 3 0-16,6-3 0 0,3 0 0 0,-9 3 0 0,9-3 0 16,-6 0 0-16,6 0 0 0,-6 0 0 0,6 0 0 15,-9 2 0-15,3-2 0 0,6 0 0 0,-5 3 0 16,5-3 10-16,-9 0-1 0,9 0 0 0,-6 0 0 15,-3 0-9-15,3 0 0 0,0 0 0 0,6 0 0 16,-9 0 0-16,3-3 0 0,6 3 0 0,-6 0 0 16,0-2 0-16,6 2 0 15,-6-3 0-15,0 0 0 0,0-2 0 0,0 3 0 0,6 2 0 0,-3-6 0 16,0 1 0-16,-3 0 0 0,3-3 0 0,0 0 0 16,0-3 0-16,0 3 0 0,0-2 0 0,0-4 0 15,0 1 0-15,0 0 0 0,1-3 0 0,-1-2 0 16,0-1 0-16,0 1 0 0,0-1 0 0,0 3 0 15,0 0 0-15,3 0 0 0,-3 1 0 0,0-1 0 16,0 0 0-16,3 0 0 0,-3 3 0 0,0-3 0 16,3 3 0-16,-3-3 0 0,3 0 0 0,0 0 0 15,0-3 0-15,0 1-11 0,0-3 1 0,0 0 0 0,0-3 10 16,0 3 0-16,0-3 0 0,0 3 0 0,0 2 0 0,0 1 0 16,0-1 0-16,0 3 0 0,0 0 0 0,0 6 0 15,0-4 0-15,0 4 0 0,0-1 0 0,0-2 14 16,0 5-3-16,0-2-1 0,0 2-10 0,0-3 0 15,0 0 0-15,0 3 0 0,0-2 0 0,3-1 0 16,-3 3 0-16,0-2 0 0,3-1 0 16,-3-2 0-16,3 2 0 0,-3 1 0 0,3-3 0 0,0-1-12 15,0 1 0-15,0 0 1 0,0 0 19 0,3-3 4 16,-3 3 1-16,2-1 0 0,-2 1-13 0,3 0 8 16,0 0-8-16,-3 2 0 0,0 0 0 0,3 1-20 0,-3-1 4 0,0 3 0 15,0 0 16-15,0 0 0 0,0 3 0 0,0 0 0 16,0 0 0-16,-3 2 0 0,0 0 0 0,0 3 0 15,0 0 0-15,0 0 0 0,0-2 0 0,0 2 0 32,0 0-106-32,0 0-18 0,-6-6-3 0,6 6-1025 0</inkml:trace>
  <inkml:trace contextRef="#ctx0" brushRef="#br0" timeOffset="77048.874">16493 11330 1728 0,'0'0'38'0,"0"0"8"0,0 0 2 0,0 0 0 0,0 0-39 0,0 0-9 16,0 0 0-16,0 0 0 0,0 0 104 0,0 0 20 15,0 0 3-15,0 0 1 0,0 0-52 0,3 3-9 0,-3 5-3 0,0-3 0 16,0 3-51-16,0 3-13 0,0-1 0 0,0 1 0 16,-3 5 0-16,3-1 0 15,-3 4 0-15,3 2 0 0,-3 0 0 0,3 3 0 0,-3 3 0 0,3-1 0 31,0 1-48-31,-3-6-13 0,3 0-3 0,0 0 0 0,0-5 52 0,0 0 12 0,-3-3 0 16,3 0 0-16,0-2-9 0,-3-3 1 0,3 0 0 16,0-3 0-16,0-5 8 0,0 0 11 15,0 0-3-15,0 0 0 0,0 0-8 0,0 0 0 0,0 0 0 0,0 0 0 16,0 0 53-16,0 0 9 0,0-8 2 0,3 0 0 16,0-2-52-16,0-1-12 0,0-2 0 0,0-1 0 15,0-4 0-15,0-1 0 0,0-2 0 0,0 0 0 16,0-3 54-16,3 0 8 0,-3 3 2 0,3-2 0 15,0 1-43-15,-3 1-8 0,2 5-1 0,1 0-1 16,0 3-11-16,0 0-16 0,0 0 4 0,3 2 1 16,-3 3 11-16,3 0 0 0,3 0 0 0,-3 3 0 15,3 2 0-15,0 1 0 0,0-1 0 0,0 3 0 16,-3 0 0-16,5 3 0 0,-5-3 0 0,3 5 0 0,-3-2 23 16,0 2 6-16,0 0 2 0,-3 3 0 0,0-2 1 0,-3 1 1 15,-3-1 0-15,0 2 0 0,0 0-45 0,-3 0-8 16,0-1-3-16,-3 4 0 0,0-3 23 0,0 0 0 15,-3 0 0-15,0 0 0 0,0 2 0 0,0-2 0 16,0 0 0-16,-2 0 0 0,2-2 14 0,0-1 7 16,0 0 2-16,3 0 0 0,0-2-23 0,0 2 0 15,0-5 0-15,6 0 0 0,0 0 0 0,0 0 0 0,0 0 0 0,0 0 0 32,0 0-47-32,0 0-13 0,0 0-4 0,3-5 0 0,0 2 103 0,3-2 20 0,0 0 4 0,3 0 1 31,3 2-76-31,0 0-14 0,-1 1-3 0,4 2-1 0,-3 0 30 0,3 2 0 0,-3 1 0 0,3 2 0 15,0 3 0-15,-3 0 0 0,-3 0 0 0,3 5 0 16,-4-2 18-16,-2 2 10 16,0 0 1-16,-3 0 1 0,0 1-30 0,-3-1 0 15,0-2 0-15,-3 2 0 0,-3-3-10 0,0 4-8 0,-2-7-2 16,-4 4 0-16,-3-3 20 0,0 0 0 0,0 0 0 0,-3 0 0 16,0-3 20-16,0 0-3 0,1 1 0 0,-1 2 0 15,0-3-17-15,3 0 0 0,3-2 0 0,-3 2 0 16,3-2 0-16,0-1-17 0,0-2 3 0,3 0 1 15,-2 0 21-15,5 0 4 0,-3 0 0 0,0-2 1 16,3-1-46 0,0 1-10-16,0-4-1 0,0 1-1 15,3 0-82-15,3-1-16 0,0 1-3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33:46.30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17850 2077 1267 0,'0'0'28'16,"0"0"5"-16,0 0 2 0,0 0 1 0,0 0-36 0,0 0 0 0,0 0 0 0,0 0 0 16,0 0 109-16,0 0 15 0,0 0 4 0,3 0 0 0,-3 0-52 0,0 0-9 15,0 0-3-15,3-5 0 16,3 5 0-16,-6 0 0 0,0 0 0 0,0 0 0 15,3 0 0-15,-3 0 0 0,6 5 0 0,-3-5 0 0,0 5-51 0,-3-5-13 16,3 8 0-16,-3 0 0 0,3-5 54 0,0 5 8 16,-3 2 2-16,3 1 0 0,-3 2-52 0,0-5-12 15,3 5 0-15,-3 3 0 0,3-2 0 0,-3-4 0 16,3 9 0-16,-3-9 0 0,3 6 0 0,0 3 0 16,0-9 0-16,-3 9 0 0,3-9 0 0,0 4 0 15,0-1 0-15,-3-3 0 0,3 4 0 0,0-6 0 16,-3 5-9-16,3-5 9 0,-3 5 0 0,0-2 0 15,0-4 0-15,0 4 0 0,0 5 0 0,-3-6 0 16,3 4 0-16,-3 2 0 0,3-1 0 0,-3 4 8 16,3 2-8-16,-3-2 0 0,3 2 11 0,0 0-11 15,-3 0 10-15,3-2-10 0,0-1 9 0,0-2-9 0,-3 0 8 16,3 0-8-16,0-3 8 0,0 0-8 0,0-2 8 0,0 2-8 16,0-5 0-16,3 5 8 0,-3-5-8 0,0 0 0 15,3 0 8-15,-3 0-8 0,0-3 0 0,0 3 8 16,0 0-8-16,3-2 0 0,-3 1 9 15,0-1-9-15,0 4 0 0,0-4 0 0,0 2 0 0,0-1 8 16,0-1-8-16,0 2 0 0,0 0 0 0,0 0 0 16,0-6 0-16,-3 6 0 0,3 3 0 0,0-9 0 15,0 6-104-15,3-2-20 0,-3-6-3 0,0 5-957 16</inkml:trace>
  <inkml:trace contextRef="#ctx0" brushRef="#br0" timeOffset="1452.531">17100 2985 874 0,'0'0'19'0,"0"0"4"0,0 0 1 0,0 0 1 0,-9 0-25 0,6 0 0 0,-3 0 0 0,6 0 0 15,-6-6 41-15,3 6 3 0,3 0 1 0,-6-2 0 16,6 2 15-16,-6 0 4 0,6 0 0 0,-3-6 0 16,3 6 0-16,-6 0 0 0,6 0 0 0,0 0 0 15,-6 0-1-15,3 0 0 0,3 0 0 0,-5 0 0 16,5 0-50-16,-6 6-13 0,6-6 0 0,-3 0 0 16,3 0 56-16,-6 2 7 0,6-2 1 0,-6 6 0 15,6-6-52-15,-3 2-12 0,-3 1 0 0,6-3 0 16,-3 5 0-16,3-5 0 0,-6 11 0 0,6-11 0 15,-3 3 0-15,3-3 0 0,0 0 0 0,-3 5 0 0,3-5 0 0,0 0 0 16,0 0 0-16,0 0 0 0,0 0 0 0,-3 8 0 16,3-8 0-16,0 0 0 0,0 0 0 0,-3 2 0 15,3-2 0-15,-3 11 0 0,3-11 0 0,0 0 0 16,0 0 0-16,-3 3 0 0,3-3 54 0,0 0 8 16,0 0 2-16,0 0 0 0,-3 5-52 0,3-5-12 15,0 0 0-15,0 0 0 0,0 0 0 0,0 0 0 16,0 0 0-16,0 8 0 0,0-8 0 0,0 0 0 15,0 0 0-15,0 0 0 0,0 0 0 0,0 0 0 16,0 0 0-16,0 0 0 0,0 0 0 0,3 2 0 16,-3-2 0-16,3 6 0 0,0-6 0 0,3 2 0 15,-3-2 0-15,3 0 0 0,0 3 0 0,0-3 0 16,0 0 0-16,3 3 0 0,0-3 0 0,2 0 0 0,-2 5 0 16,6-5 0-16,-3 0 0 0,6 0 0 0,-3 0 0 15,3 0 0-15,0 0 20 0,2 0 0 0,-2 0 1 16,3 0 0-16,-3-5-21 0,0 5 0 0,3-3 0 0,-3 3 8 15,-1 0-8-15,1-3 0 0,-3 3 0 0,3 0 0 16,-3-2 0-16,3 2 0 0,0-6 0 0,0 6 0 16,2-2 0-16,-2 2 0 0,3-5 0 0,0 5 8 15,0-3-8-15,3 3 0 0,-4 0 0 0,1-5 8 16,0 5-8-16,0 0 0 0,-3-3 0 0,3 3 8 16,-4 0-8-16,1 0 0 0,-3 0 0 0,3-5 0 0,-3 5 0 15,0-3 0-15,0 3 0 0,0-3 0 16,2 1 0-16,4 2 0 0,0-6 0 0,0 4 0 0,0 2 0 15,3-5 0-15,2 2 0 0,-2 3 0 0,0-5 0 16,0 5 0-16,0-3 0 0,-4 3 0 0,1-3 0 16,0 3 0-16,-3 0-9 0,0-2 9 0,0-1 0 0,-3 0 0 15,-1 1 0-15,4 2 0 0,0-6 10 16,3 4 0-16,0 2 0 0,0-6 0 0,0 4 2 16,-1-3 1-16,1 5 0 0,3-3 0 0,-3 0 1 0,0 3 0 15,-3 0 0-15,2 0 0 0,-2 0 1 0,-3 0 0 16,3 0 0-16,-3 0 0 0,-3 0-4 0,3 0-1 15,-3-2 0-15,2-1 0 0,-2 3-10 0,3-3 10 16,-3 1-10-16,3 2 10 0,0 0-10 0,-3-6 0 0,3 4 0 0,3 2 8 16,-4 0-8-16,4-6 0 0,0 6 0 15,0 0 0-15,-3-2 0 0,3 2 0 16,0 0 0-16,-3 0 0 0,-1 0 8 0,1 2-8 0,-3-2 0 0,3 0 8 16,-3 6-8-16,0-6 0 0,-3 0 0 0,3 0 0 15,-3 2 0-15,-3-2 0 0,3 0 0 0,-4 6 0 16,1-6-17-16,0 0-3 0,-3 0 0 15,-3 0 0-15,6 0-97 0,-6 0-20 0,0 0-4 0,0 0-815 16</inkml:trace>
  <inkml:trace contextRef="#ctx0" brushRef="#br0" timeOffset="3706.997">17029 3080 1041 0,'0'0'29'0,"0"0"7"0,0 0-28 0,-6 0-8 16,0 3 0-16,0-3 0 0,6 0 72 0,-6 0 14 15,0 0 2-15,0 0 1 0,6 0-24 0,-6 5-5 16,6-5 0-16,-6 0-1 0,6 0-5 0,-9 0-1 16,3 0 0-16,0 0 0 0,6 0-42 0,-9 0-11 15,3 3 0-15,-3-3 0 0,3 0 40 16,-3 0 7-16,1 0 1 0,2 0 0 0,-3-3-24 15,0 3-5-15,0 0-1 0,-3 0 0 0,3 0-2 0,-3 0 0 16,0-5 0-16,0 5 0 0,0 0 4 0,0 0 1 16,1 0 0-16,-1 0 0 0,0 0-8 0,3 0-1 15,-3 0-1-15,3 0 0 0,0 0 0 0,3 0 0 16,0 0 0-16,0 5 0 0,6-5-11 0,-6 0 0 0,3 0 0 16,3 0 0-16,0 0 0 0,0 0 0 0,0 0 0 15,-6 3 8-15,6-3-8 0,0 0 0 0,0 0 0 0,-3 2 0 16,3-2 0-16,0 8 0 15,0-8 0-15,0 8 0 0,0-5 0 0,0 2 0 0,3 3 0 16,-3-5 0-16,3-1 0 0,-3-2 0 0,3 8 0 0,0 0 0 16,0-5 0-16,0 5 0 0,-3-3 0 0,3 0 0 15,0 3 13-15,-3-5-2 0,3 2-1 0,0 3 0 16,-3-5-10-16,3 2 0 0,0 0 0 0,-3 3 0 16,3 0 0-16,-3 0 0 0,0-3 0 0,3 3 0 15,-3 3 0-15,0 2-14 0,0-5 3 0,0 5 1 16,3 3 10-16,-3-3 0 0,0 6 0 0,0 2 0 15,0-2 0-15,0 4 14 0,0-1-3 0,0 1-1 16,0-1-10-16,0-4 0 0,0 3 0 0,0-2 0 16,0-1 0-16,0-2 0 0,0 3 0 0,-3-6 8 0,3 3-8 0,0-6 0 15,-3 4 0-15,3 2 0 0,-3-6 0 0,0 6-17 16,0 0 4-16,0 0 1 0,0 0 12 0,0 2 0 16,-3 1 0-16,3-1 0 0,0 1 0 0,0 2 0 15,0-3 0-15,0 6 0 0,0-8 0 0,0 0 0 16,0 0 0-16,0 2 0 0,3-4 48 15,-3-1 13-15,0-3 3 0,0 4 0 0,0-4-52 16,3 3-12-16,-3-7 0 0,1 4 0 0,2-2 0 0,-3 0 0 16,3 0 0-16,-3 0 0 0,3-3 0 0,-3 3 0 15,3-2 0-15,0 2 0 0,-3-3 0 0,3 3 0 16,0-3 0-16,-3 6 0 0,3-9 0 0,-3 6 0 0,3-2 0 0,0-1 0 16,0 3 0-16,0 0 0 15,0-3 0-15,0 0 0 0,0 1 0 0,0-1 0 16,0-5 0-16,0 8 0 0,0-8 0 0,3 8 0 15,-3-6 0-15,0-2 0 0,3 6 0 0,-3-6 0 0,3 5 0 16,0 0 0-16,-3-5 0 0,3 3 0 0,0-3 0 0,2 3 0 16,-2 2 0-16,6-5 0 0,-3 0 0 0,0 0 0 15,0-5 54-15,0 5 8 0,3-3 2 0,0 0 0 16,0 3-52-16,0-2-12 0,0-1 0 0,3 0 0 16,0 1 0-16,0-1 0 0,-1 0 0 0,4 3 0 15,-3-2-16-15,0 2-5 0,3-6-2 0,-3 6 0 16,0-2 23-16,3 2 0 0,0 0 0 0,-3-5 0 15,-1 2 0-15,4 3 8 0,-3-5-8 0,0 2 8 16,0-2-8-16,6 2 0 0,-3-2 0 0,3 5 0 0,-1-8 16 16,1 8 0-16,3-6 1 0,3 4 0 0,0-1-17 15,-3 1 0-15,2 2 0 0,1-3 0 16,0 3 0-16,0 0 0 0,-3 0 0 0,0 0 0 0,2 0 0 0,-2-3 0 16,0 1 0-16,3 2 0 0,3-8 0 0,-1 8 0 15,4-6 0-15,3 4 0 0,0 2-12 16,-1 0-7-16,-2 0-1 0,3 0 0 0,-3 0 20 15,-3 0 14-15,-4-3-2 0,1 3-1 0,0-3-11 0,-3 1 0 16,6-4 0-16,-4 4 0 0,4-1 0 0,0 1 0 16,0-4 8-16,3 6-8 0,-4-2 8 0,1 2-8 15,-3 0 0-15,3-6 8 0,-3 6 0 0,-4 0 0 0,1-2 0 0,0 2 0 16,-3-3-8-16,0 0 0 0,0 1 0 0,2-1 0 16,-2-2 0-16,3 2 0 0,3 1 0 0,0 2 8 15,3-6-8-15,-4 6 0 0,1-2 0 0,3 2 8 16,-3-6-8-16,-3 4 8 15,2 2-8-15,-2-3 8 0,0 3-8 0,-3-3 0 0,0 1 0 0,0 2 0 16,-3-3 0-16,2-2 0 0,1 2 0 0,3 0-11 16,-3 3 11-16,3-5 0 0,0 5 0 0,2-2 0 15,-2 2 0-15,3 0 0 0,0-6 0 0,0 4 0 16,-3 2 8-16,-1-3-8 0,-2 3 8 0,0 0-8 16,0-3 0-16,-3 3 0 0,3 0 0 0,-3-2 0 15,-3 2 0-15,2 0 0 0,-2 0 0 0,0 0 0 16,3 0 0-16,-3 0 0 0,3 0 0 0,-3 0 0 15,3 0 0-15,0 0 0 0,-1 0 0 0,1 0 0 16,0 0 0-16,0 0 0 0,0 0 0 0,0 0 0 16,0 0 0-16,0 0 11 0,-3 0-11 0,2 0 12 15,1 0-12-15,-3 0 0 0,-3 0 0 0,3 0 0 0,-3 0 0 0,-3 0 0 16,3 0 0-16,-3-3 0 0,0 3 0 0,0 0 8 16,0-3-8-16,-3 3 0 0,3 0 0 0,-3-5 0 15,3 2 0-15,-6 3 0 0,3-5 14 0,-1 2 1 16,1-2 0-16,-3 3 0 15,3-4-4-15,0 1-1 0,-3-3 0 0,0 0 0 0,3-3 2 0,-3 1 0 16,0-1 0-16,3 1 0 0,-3-1-12 16,0-5 8-16,3 0-8 0,-3 3 8 0,0-5-8 0,3 7 8 15,-3-7-8-15,0 4 8 0,0 1-8 0,0-3 8 16,0 3-8-16,0 0 8 0,0 0 4 0,0 2 0 16,0-2 0-16,0-1 0 0,0 4-4 0,0-6 0 0,0 3 0 15,0-6 0-15,0 1-8 0,0-1 8 0,0 1-8 0,0-6 8 16,0 3-8-16,0 0 0 15,3-3 0-15,-3 3 0 0,3-1 0 0,-3 1 0 0,3 5 0 0,0-5 0 16,-3 5 0-16,3-2 0 0,0 7 0 0,-3-5 0 16,0 3 0-16,3 5 0 0,-3-5 0 0,0 2 0 15,0 3 0-15,0 3 0 0,3-3 0 0,-3 0 0 16,0-2 0-16,0 2 0 0,0 5 0 0,0-5 8 16,0 3-8-16,-3 2 0 0,3-5 0 0,-3 3 0 15,3 0 0-15,0 2 0 0,-3-5 0 0,0 3 0 16,3 0 0-16,-3-1 0 0,3 4 8 0,-3-1-8 15,0-5 0-15,3 3 0 0,-3 2 0 0,0-5 0 16,0 3 0-16,0 0 0 0,3 2 0 0,-3-2 0 16,0-3 0-16,0 5 0 0,0-5 0 0,1 3 0 0,-1-1 0 0,-3 4 8 15,3-6-8-15,-3 3 0 0,0 2 0 16,3-2 0-16,-3-1 0 0,0 4 0 0,0 2 0 16,-3-6 0-16,3 4 8 0,-3-3-8 0,0 2 0 0,0-2 0 15,-3 2 0-15,0 0 0 0,0-2 0 16,-2 2 0-16,2 1 0 0,-3-6 0 0,0 8 0 0,0-6 0 15,0 4 0-15,0-3 0 0,3 5 0 0,-3-3 0 16,4 0 0-16,-1 1 0 0,0-1 24 0,3 0 0 16,-3 3 0-16,3-2 0 0,3 2-24 0,-3 0 0 15,0 0 0-15,0 0 0 0,0 0-15 0,3 0-8 16,-3 0-1-16,1 0-1 0,2 0 25 0,-3 0-10 16,0 2 10-16,-3-2 0 15,3-2-36-15,0 2 0 0,-3 0 0 0,3 2 0 0,-3-2 36 0,0 0 0 0,3 0 0 16,-3 0 0-1,4 0-160-15,-1 0-26 0,0 0-5 0,0 0-897 16</inkml:trace>
  <inkml:trace contextRef="#ctx0" brushRef="#br0" timeOffset="4523.414">17716 2747 2044 0,'0'0'45'0,"0"0"10"0,0 0 1 0,0 0 1 16,0 0-45-16,0 0-12 0,0 0 0 0,0 0 0 15,0 0 73-15,0 0 13 0,-3-3 2 0,3 3 1 0,0 0-45 0,0 0-10 16,0 0-2-16,0 0 0 16,0 0-22-16,0 0-10 0,0 0 8 0,0 0-8 0,3 5 0 0,0 3 8 15,-3-3-8-15,3 3 0 0,0 0 0 0,0-2 0 16,0 2 0-16,0 2 0 0,0-2 0 0,0 0 0 15,0 3 0-15,0-3 0 0,0-1 0 0,3 1 0 16,-3 6 0-16,0-6 0 0,0-1 0 0,3-1 0 16,-3 2 0-16,3 0 0 0,0 0 0 0,0-6 0 15,0 4 0-15,3-4 0 0,-4 1 0 0,4-3 0 16,0 2 0-16,3-2 0 0,0-2 0 0,0 2 10 16,0-3-2-16,0 3-8 0,3-2 24 0,0-4-1 15,0 4-1-15,-1-4 0 0,4 4 5 0,-3-6 1 16,0 2 0-16,-3 1 0 0,3 2-4 0,-3-4 0 15,-3 1 0-15,3 4 0 0,-1-6-12 0,-2 0-2 16,0 2-1-16,0 1 0 0,0-3-9 0,0 6 0 16,-3-9 0-16,0 6 8 0,0-1 6 0,0-2 1 0,0 3 0 0,-3 3 0 31,3-6-63-31,-3 2-13 0,0 1-3 0,0 2 0 16,0-5-102-16,0 0-21 0</inkml:trace>
  <inkml:trace contextRef="#ctx0" brushRef="#br0" timeOffset="5286.117">17853 1662 1306 0,'0'0'28'0,"0"0"7"0,-3-6 1 0,-3 1 1 16,3-3-29-16,0 6-8 0,0-4 0 0,0 4 0 15,0-4 95-15,3 6 17 0,-3-2 4 0,-3-4 1 16,6 6-42-16,-3-5-9 0,3 5-2 0,-3-3 0 16,3 3 0-16,-3-8 0 0,3 8 0 0,0 0 0 0,0-5 0 0,0 5 0 15,0 0 0-15,0 0 0 0,0 0-20 0,0 0-5 16,0 0-1-16,0 0 0 0,0 0-14 0,0 0-2 15,0 0-1-15,0 0 0 0,0 0-7 0,0 0-2 16,0 0 0-16,0 0 0 0,0 0-4 0,0 0 0 16,0 0-8-16,3 5 12 0,-3 3-20 0,3-5-5 15,0 8-1-15,0-3 0 0,3 0 27 0,-3 2 6 16,3 3 1-16,-3 3 0 0,0 3-32 0,3 5-7 16,-3-3-1-16,0 8 0 0,3-5 20 0,-3-1 0 15,3 4 0-15,0-9 0 0,-3 1 0 0,-3 2 0 16,3-5 0-16,-3 0 0 0,0 0 0 0,0-3 0 15,-3 0 0-15,0-2 0 0,0 2 0 0,0 0 0 16,0-2 0-16,-3 2 0 0,3 0 0 0,0 3 0 16,-3-3 0-16,3 3 0 0,0 0 0 0,0-3 0 15,0 3 0-15,0-3 0 0,0 3 0 0,3-5 0 0,-3 2 0 0,3 0 0 16,0-5 0-16,0 6 0 0,3-6 0 0,-3-1 0 16,3-4-55-16,0 2-7 15,0 1-2-15,-3-6-1049 0</inkml:trace>
  <inkml:trace contextRef="#ctx0" brushRef="#br0" timeOffset="10586.923">18576 1670 1638 0,'0'0'36'0,"0"0"7"0,0 0 1 0,0 0 3 0,0 0-38 0,0 0-9 16,0 0 0-16,0 0 0 0,0 0 75 0,-3 2 13 15,0 6 2-15,1 5 1 0,-1 1-54 0,0 2-10 16,3-1-3-16,-3 7 0 0,3-1-13 0,-3 3-3 16,3-3-8-16,0 3 12 0,-3 2-12 0,3-2 0 15,0-3 8-15,0-5-8 16,0 0-25-16,0 0-8 0,-3-3-2 0,3 0 0 0,0-2 59 0,-3-1 11 16,3-2 2-16,0 0 1 0,-3-5-10 0,3-3-1 15,0 0-1-15,0 0 0 0,0 0 27 0,0 0 6 16,0 0 1-16,0 0 0 0,-3-3-8 0,0-2 0 15,0-3-1-15,0-3 0 0,3-2-23 0,0 0-5 16,0-3-1-16,0-5 0 0,0 0-22 0,3-3 0 16,0-5 0-16,0 0-12 0,3-3 25 0,-3 3 5 15,3 0 1-15,0 0 0 0,0 5-7 0,-1-3-2 0,1 11 0 16,3-5 0-16,-3 5 20 0,3 0 4 0,0 3 1 0,0 0 0 16,0 2-35-16,0 3 0 0,0-5 0 0,-3 8 0 15,3-3 0-15,0 5 0 0,0 3 0 0,0-5 0 16,-3 5 0-16,-1 0 0 0,1 5 0 0,0-5 0 15,0 3 0-15,0 5 0 0,-3-3 0 0,0 3 0 16,3 0 0-16,-6 0 0 0,0 0 0 0,0 3 0 16,0-3 0-16,-3-1 0 0,0 4 0 0,-3 0 0 15,0-1 0-15,0 3 0 0,-3 1 0 0,3-4 0 16,-2 4-44-16,-1-1-16 0,0 3-4 0,-3-1 0 0,3 1 52 16,0 3 12-16,0-9 0 0,0 6 0 0,0 3-17 0,0-9-1 15,3 4 0-15,-3-1 0 0,3-5 29 0,0 2 5 16,0 1 2-16,3-3 0 15,1 0-18-15,-1 0 0 0,3-3 0 0,0 3 0 0,0-5 0 16,0 2 0-16,0 3 0 0,3-5 0 0,-1 2 0 0,1 0 0 16,0-2 0-16,3 2 0 15,0-5-48-15,0 3-12 0,0 2-4 0,3-5 0 0,0 3 52 0,0-3 12 16,3 0 0-16,0 0 0 0,0 0 0 0,3 0 0 16,0-3 0-16,2 3 0 0,1-5 0 0,0 2 0 15,3 3 0-15,-3-5 0 0,3 2 0 0,-3-2 0 16,-4-3 0-16,4 0 0 0,-6 3 0 0,3-3 0 0,-6 0 0 15,3 0 0-15,-6 0 48 0,3 0 13 16,-3-5 3-16,-3 5 0 0,0 0-52 0,0 0-12 0,-3-5 0 0,0 5 0 16,0 0 0-16,0 0 0 0,0-3 0 0,-3 3 0 15,0 6 54-15,0-6 8 0,0 0 2 0,0 8 0 16,0-5-52-16,3 5-12 0,-6 0 0 0,-3 0 0 16,3 0-17-16,-3 5-7 0,3-2 0 0,-3 4-1 15,3 1 25-15,0 6 0 0,-3-6 0 0,3 5 0 16,0 3 15-16,0-3 8 0,0 3 1 15,4-3 1-15,-1 3-71 16,0-3-14-16,3-2-4 0,-3 2 0 0,6 0 52 0,-3-5 12 0,6 3 0 0,-4-3 0 16,4 2 0-16,0-7 0 0,3 2 0 0,-3-2 0 15,3 2-54 1,3-2-8-16,-3-3-2 0,6 0 0 0,-3 0 52 0,0-3 12 0,3 3 0 0,-3-8 0 16,-1 0 0-16,4 3 0 0,-3-3 0 0,3 0 0 0,0 0 48 15,0-5 13-15,0 5 3 0,0-5 0 0,0 2-52 0,-1-7-12 16,-2 2 0-16,0 0 0 0,0 0 54 0,-3-5 8 15,-3 5 2-15,0-3 0 0,-3 9-52 0,0-3-12 16,-3-3 0-16,0 8 0 0,-3-3 0 0,0 3 0 16,-3 6 0-16,0-4 0 0,-3 4 40 0,3 2 6 15,-3 0 1-15,-3 0 0 0,3 2-47 0,3 6 0 16,-2-2 0-16,2 1-10 0,3 7 26 0,-3-6 6 16,6 5 1-16,0 3 0 15,3 0-42-15,0 0-8 0,0-1-1 0,3 4-1 0,-1-9 29 0,4 9 0 16,0-8 0-16,0 2 0 15,-3 0-34-15,0 3-1 0,0-8 0 0,0 5 0 0,-3-2 35 0,0-3 0 16,0 2 0-16,-3-2 0 16,0 0-32-16,-3-5 1 0,3 2 0 0,-6 3 0 15,3-3-1-15,-3-2-1 0,3 2 0 0,-3-2 0 0,0 2 33 0,6-5 0 16,-6 0 0-16,-3 3 0 0,9-3 0 0,0 0 0 0,-6 0 0 0,6 0 0 16,0 0 0-16,0 0 0 0,0 0 0 0,0 0 0 15,6-3 0-15,0-2 0 0,3 2 0 0,3-5 0 16,0 3-11-16,3 0 11 0,0-3-10 0,3 5 10 15,-3-5 0-15,2 0 0 0,1-2 0 0,-3 2 0 16,0 0 9-16,0 0 8 0,0 0 2 0,-3 0 0 16,0 0 11-16,0 0 2 0,-4-5 1 0,-2 5 0 15,0 0 2-15,0 3 0 0,-3-3 0 0,-3 0 0 16,3 0-16-16,-3 3-3 0,0 2-1 0,0-2 0 0,0 2-7 0,0 3 0 16,0 0-8-16,0 0 12 0,-6 0-12 0,0 0 8 15,0 3-8-15,0 2 0 0,1-2 0 0,-1 4 0 16,0 1 0-16,0 3 0 0,0 0 23 15,0 2-2-15,3-5 0 0,-3 5 0 16,6-2-21-16,-3 2 0 0,3 0 0 0,0-5 0 16,0 5 0-16,3-5 0 0,0 3 0 0,0-3 0 15,0 2-47-15,3 1-13 0,0-3-4 0,3 0 0 0,0-3 52 0,-1 0 12 16,4 3 0-16,0-8 0 0,3 0 0 0,0 0 0 16,3-5 0-16,6 2 0 0,0-5 0 0,2 3 0 15,1-3 0-15,6 3 0 0,-3-3-21 0,-4 5-2 16,-2-7 0-16,3 2 0 0,-6-3 23 0,0-2 0 15,-3-3 0-15,-4 0 8 0,-2-2 2 0,0-1 0 0,-3-7 0 16,0 2 0-16,-3-5 18 0,0 0 4 0,0 0 1 0,0 5 0 16,-3-3-11-16,0 3-2 0,0 9-1 0,0-7 0 15,-3 9-5-15,0 3-1 0,0 2 0 0,0-3 0 16,0 3 4-16,0 8 1 0,0 0 0 0,0 0 0 16,0 0-10-16,0 0-8 0,-3 8 12 0,-3 3-12 15,3-3 8-15,0 7-8 0,-3 7 0 0,3 1 0 16,0 7 0-16,3-1-22 0,-3 8 3 15,0-6 1-15,3 4 18 0,0-6 0 16,3 0 0-16,-3 0 0 0,0-5 0 0,3 0 0 0,-3 2 0 0,0-7 0 16,0 2-55-1,0 0-7-15,0-5-2 0,0 0 0 0,0-3 0 0,0 0 0 0,0-5 0 16,0-5 0-16,0-3 52 0,0 0 12 0,0 0 0 0,0 0 0 16,0 0 0-16,0 0 0 0,-3-3 0 0,0-5 0 0,0 0 0 15,0 0 0-15,0-5 0 0,0 5 0 16,0-5 48-16,3 0 13 0,-3 2 3 0,3-2 0 0,0 0-52 0,0 2-12 15,0 3 0-15,3-5 0 0,3 5 54 0,-3-5 8 16,3 5 2-16,3 0 0 0,0 0-52 0,3 0-12 16,6 3 0-16,0 2 0 0,8-2 17 0,4 0 1 15,3 2 0-15,3 3 0 0,-1 0 1 0,1 0 0 16,3 0 0-16,-4 0 0 0,1 0-10 0,0 0-1 16,6-5-8-16,-1 5 12 0,1 0-12 0,-6-3 0 0,-1 3 0 0,1-5 0 15,-9 5 0-15,0-3-8 0,-4 3 8 0,-5-5-13 31,0 2-71-31,0-2-15 0,-6 5-2 0,0-5-1 16,0 2-108-16,-3 3-22 0,0-5-4 0,-9 5 0 0</inkml:trace>
  <inkml:trace contextRef="#ctx0" brushRef="#br0" timeOffset="11913.829">17046 2725 1494 0,'0'0'32'0,"0"0"8"0,0 0 0 0,0 0 3 0,0 0-35 0,0 0-8 16,0 0 0-16,0 0 0 0,0 0 54 0,-5 3 9 15,2 2 1-15,-3 3 1 16,3 0-52-16,0 5-13 0,3-5 0 0,-3 3 0 0,0 0 0 0,3-1 0 15,-3 1 0-15,3-1 0 0,-3 4 0 0,3-4 0 16,0 1 0-16,0-1 0 0,0 3 0 0,0-5 0 16,0 6 0-16,0-4 0 0,0 1 0 0,0-1 0 15,0-2 0-15,0 0 0 0,0 0 0 0,0 3 0 16,0-9 0-16,0-2 0 0,0 0 54 0,0 0 8 16,0 0 2-16,0 0 0 0,0 0 0 0,0 0 0 15,0 0 0-15,0-2 0 0,0-6 0 0,3 0 0 16,-3 3 0-16,0-3 0 0,3-8-52 0,0 5-12 15,-3 1 0-15,3 2 0 0,0-6 54 0,-3 1 8 16,3 3 2-16,3-4 0 0,-3-1-52 0,-1-1-12 16,4 2 0-16,0-4 0 0,0 2 0 0,0-2 0 15,0-1 0-15,0 3 0 0,3 0 0 0,0-2 0 0,0 2 0 16,0 5 0-16,0-2 16 0,0 0 0 0,0 2 0 0,0 1 0 16,0 2-2-16,2 5 0 0,-2-5 0 0,0 8 0 15,0-8-4-15,3 8-1 0,-3 0 0 0,0 0 0 16,-3 3-9-16,3 2 8 0,-3 3-8 15,0 0 8-15,0-3-8 0,-3 6 8 0,3 2-8 0,-3 0 8 16,0 3-8-16,0-3 0 0,0 6 0 0,-3-3 0 16,3 2 16-16,-3-2 0 0,0-3 1 0,-3 3 0 31,3 0-65-31,-3 0-12 0,0-3-4 0,0 3 0 0,3-3 52 0,-3 1 12 0,0 2 0 0,0-6 0 16,0 3-33-16,0 1-4 15,0-1-1-15,0-3 0 0,0 4-116 0,0-4-23 0,0 1-5 16</inkml:trace>
  <inkml:trace contextRef="#ctx0" brushRef="#br0" timeOffset="12179.932">17041 2815 1792 0,'0'0'51'0,"0"0"10"0,0 0-49 0,0 0-12 16,0 0 0-16,0 0 0 0,0 0 105 0,2 0 19 16,4-2 3-16,3-1 1 0,0 3 0 0,0 0 0 0,0-3 0 0,3 3 0 15,0 0-79-15,3 0-15 0,0 0-3 0,0 3-1 16,0-3-10-16,-1 0-3 0,4 0 0 0,-3 3 0 16,3-3 0-16,-3 2 0 15,3 1 0-15,0 0-862 16,-4-3-173-16</inkml:trace>
  <inkml:trace contextRef="#ctx0" brushRef="#br0" timeOffset="25567.139">17814 4130 948 0,'0'0'27'0,"0"0"5"0,0 0-32 0,0 0 0 16,0 0 0-16,0 0 0 0,0-2 98 0,0 2 13 0,0 0 2 0,0-8 1 16,0 8-28-16,0-5-6 0,0 5 0 15,3-6-1-15,-3 6-7 0,0 0-2 16,0-2 0-16,0 2 0 0,0 0-8 0,0 0-2 0,0 0 0 15,0 0 0-15,0-8-8 0,0 8-1 16,0 0-1-16,0 0 0 0,0 0-11 0,0 0-3 0,0 0 0 0,0 0 0 16,0 0-5-16,0 0-2 0,0 0 0 15,0 0 0-15,0 0-5 0,0 0 0 0,0 0-1 0,0 0 0 16,0 0-8-16,0 0-2 0,0 0 0 0,-3 2 0 16,0 4-1-16,3 2-1 0,0-3 0 0,-3 5 0 15,3-2-11-15,0 3 12 0,0 0-12 0,0 2 12 16,0-3-12-16,0 4 8 0,0 1-8 0,3 1 8 15,-3 3-8-15,3-6 0 0,-3 6 9 0,3-4-9 16,-3-1 0-16,3 2 0 0,-3-3 0 0,3 3 0 0,-3-3-8 16,3 0-7-16,0-2-1 0,-3 2 0 0,3 0 16 0,-3-2 0 15,0-1 0-15,3 6 0 0,0-8 0 16,-3 5 0-16,0 3 0 0,3-3 0 0,-3 6 0 16,3-3 0-16,-3 5 0 0,0 0 0 0,0 3 0 0,0-3 0 15,0 3 0-15,0-3 0 0,0 0 0 0,0-2 0 16,0-1 0-16,-3-2 0 0,3 3 0 0,0-9 0 15,0 4 0-15,-3-1 0 0,3-3 48 0,0 1 13 16,-3-3 3-16,3 0 0 0,-3 2-52 0,3-4-12 16,0 2 0-16,0 0 0 0,0-3 0 0,0 3-15 15,0-3 3-15,0 3 1 0,3 0 11 0,-3 0 0 16,0-3 0-16,0 3 0 0,0-3 0 0,0 6 0 16,0-8 0-16,3 5 8 0,-3-3-8 0,3 0 0 15,-3 1 0-15,0 4 0 0,0-7 8 0,3 2 0 0,-3-5 0 16,0 0 0-1,3 5-100-15,0-2-19 0,-3-3-4 0,3 3-669 0,3-1-133 0</inkml:trace>
  <inkml:trace contextRef="#ctx0" brushRef="#br0" timeOffset="26493.143">17865 5022 1465 0,'0'0'32'0,"0"0"6"0,0 0 2 0,0 0 2 0,0 0-34 0,0 0-8 16,0 0 0-16,0 0 0 0,0 0 60 0,0 0 11 16,0 0 1-16,0 0 1 0,0 0-7 0,0 0-2 15,0 0 0-15,-6 5 0 0,0 1-13 0,0-1-3 16,0 3-1-16,0 0 0 0,0 0-24 15,0 0-5-15,-3 2-1 0,3 1 0 16,1-3-17-16,-4 2 0 0,3 1 0 0,0 0 0 0,0 2 0 0,-3-3 0 16,3 1 0-16,-3 2 0 0,3 0 0 0,-3-2 0 15,-3 0 0-15,3-1 0 0,0-2 0 0,-3 3 0 16,0-3 0-16,1 2 0 0,-1-2 0 0,0 0 0 16,0 0 0-16,-3 3 0 0,3-6 28 0,0 6 3 15,-3-1 0-15,0 3 0 0,0 1-31 0,1 1 8 16,2-1-8-16,-6 7 0 0,6-8 0 0,-3 3 0 15,0 2 0-15,3-2 0 0,0 3 0 0,0-3 0 0,1 0 8 16,-1-3-8-16,3 3 0 0,0-3 0 0,0 0 0 16,0 0 0-16,0 1 0 0,0-4 0 0,0 1 8 0,-3-1-8 15,3-2 0-15,0 3 0 0,0-3 0 0,-2 0 0 16,2 0 0-16,0-3 0 0,-3 3 0 0,3-3 0 16,-3 1 0-16,3-1 0 0,0 3 0 0,0-3 0 15,-3 0 0-15,3 3 0 0,-3 0 0 0,0 0 0 16,1 3 0-16,-1-3 9 0,3 2-9 15,-3-2 8-15,6 0 13 0,-3 0 3 0,0 0 0 0,3 0 0 16,0 0-24-16,0 0 0 0,3-3 0 0,0 3 0 16,0-3 0-16,0 1 0 0,3-6 0 0,0 0 0 15,0 0-47-15,0 0-13 0,0 0-4 0,0 0-614 16,0 0-123-16</inkml:trace>
  <inkml:trace contextRef="#ctx0" brushRef="#br0" timeOffset="27395.817">17847 4996 1497 0,'0'0'32'0,"0"0"8"0,0 0 0 0,0 0 4 16,0 0-36-16,0 0-8 0,0 0 0 0,0 0 0 15,0 0 89-15,0 0 16 0,0 0 3 0,-3 5 1 0,6 0-41 0,-3 3-8 16,3-3-1-16,-3 1-1 0,3 2-26 0,3 0-6 16,-3 2-1-16,3 1 0 0,3-3-25 0,-3 2 0 15,3 1 0-15,3-1 0 0,0 1 37 0,0 0 3 16,2-1 0-16,1 1 0 15,0-1-23-15,-3-4-4 0,3 2-1 0,0 0 0 0,0 0 0 0,-3-1-1 16,3-1 0-16,-4 2 0 0,1-3-3 0,0 3 0 16,-3-3 0-16,3 3 0 0,0-3-8 0,-3 1 0 15,0-1 9-15,-3-2-9 0,3 5 8 0,0-6-8 16,0 4 8-16,0-1-8 0,-1 0 10 0,-2-2-2 16,3 2-8-16,0 0 12 0,3 1 4 0,-3-1 1 15,0 0 0-15,3 1 0 0,-3 1-1 0,3 1-1 0,-3-2 0 0,0 2 0 16,3 0-3-16,-4 2-1 15,1-2 0-15,0 3 0 0,0-1 0 0,3 1 0 16,-3-1 0-16,0 1 0 0,0 0 1 0,0-1 0 0,0 1 0 0,0-1 0 16,0 1-4-16,-3 0 0 0,3-1 0 0,-3 1 0 15,-1-3 1-15,1 0 0 0,0-1 0 0,3 1 0 16,0 0-1-16,-3-2-8 0,0 2 12 0,0 0-4 16,0-3 0-16,0 0 0 0,0 0 0 0,0 1 0 15,0-1 1-15,-3 0 0 0,3 1 0 0,-3-1 0 16,3-2-9-16,-3 2 0 15,3-3 0-15,-3 4 0 0,0-4 14 0,0 1 1 0,-3-3 0 0,3 5 0 16,0-2-7-16,0 2-8 0,-1-2 11 0,1 0-11 16,-3-3 12-16,6 2-4 0,-3 1 0 0,-3-3-8 15,6 2 11-15,-3 1-11 0,-3-3 10 0,6 3-10 16,-3-1 8-16,-3-2-8 0,0 0 0 0,3 3 0 16,-3-3 0-16,6 3 8 0,0-1-8 0,-6-2 0 0,3 3 0 15,-3-3 0-15,6 3 8 0,-6-3-8 0,6 2 0 0,-6-2 0 16,0 0 0-16,0 0 0 0,0 0 0 0,3 3 0 15,-3-3 0-15,6 5 0 0,-6-5 0 0,0 0 0 16,3 3 0-16,-3-3 0 0,0 0 0 0,6 5 0 16,-6-5 0-16,0 0-10 0,0 5-7 0,0-5-2 15,0 0 0-15,3 6 0 16,-3-6-18-16,0 0-4 0,0 0-1 0,3 5 0 16,-3-5-98-16,0 0-20 0,0 0-4 0,0 0-908 0</inkml:trace>
  <inkml:trace contextRef="#ctx0" brushRef="#br0" timeOffset="28351.969">17088 5866 1436 0,'0'0'32'0,"0"0"6"0,6-5 2 16,-6 5 0-16,3-3-32 0,-3 3-8 0,3-2 0 0,-3 2 0 15,0 0 68-15,0 0 12 0,0 0 2 0,0 0 1 16,0 0-14-16,0 0-2 0,0 0-1 0,0 0 0 16,0 0-5-16,0 0-1 0,0 0 0 0,0 0 0 15,0 0-48-15,0 0-12 0,0 0 0 0,0 0 0 0,6 5 57 0,-3 0 9 16,3 0 2-16,0 1 0 15,0 2-41-15,0 0-8 0,0 2-2 0,3-2 0 0,0 0-9 0,0 3-8 16,-1-1 9-16,4-2-9 0,0 3 8 0,0-1-8 16,3 1 0-16,0 0 0 0,3-1 0 15,-3 1 0-15,0-1 0 0,-1 1 0 0,1-1 0 0,0-2 0 16,3 0 0-16,-3 0 0 0,3 0 35 0,3 0 1 16,0 0 0-16,-1 0 0 15,1 3-58-15,3-3-11 0,0-1-3 0,0 7 0 0,-1-4 58 0,-2 1 11 16,-3 2 3-16,0 0 0 0,0 3-36 0,0 0 0 15,-6 0 0-15,2 0 0 0,-2 0 0 0,0 0-20 16,-3-1 2-16,3-1 1 0,-3 2 25 0,0-3 6 16,0 0 1-16,0-2 0 0,3-1-3 0,-3 1 0 15,0-3 0-15,3 0 0 0,-4 0-12 0,4 0-13 0,0 2 2 0,0-5 1 16,0 1 10-16,0-1 0 0,0 0 0 0,-3 1 0 16,3-1 49-16,0 0 12 0,-3-2 3 0,0-1 0 15,-1 1-52-15,1 0-12 0,0 2 0 0,0-2 0 16,-3-3-13-16,3 2-6 0,-3 1-1 0,0 0 0 15,0-1 20-15,0-2 0 0,-3 3 0 0,3-3 0 16,0 0-12-16,-3 0-3 0,0 0 0 0,3 0 0 16,-3 0-146-16,3-3-30 0,3 1-5 15</inkml:trace>
  <inkml:trace contextRef="#ctx0" brushRef="#br0" timeOffset="29064.57">18687 5747 1267 0,'0'0'28'0,"0"0"5"0,0 0 2 0,-3-3 1 0,3 3-36 0,-6-5 0 0,0 3 0 0,6 2 0 16,-6-3 109-16,3 0 15 0,3 3 4 15,-6-2 0-15,6 2-52 0,0 0-9 0,-6-3-3 0,6 3 0 16,-6 0 0-16,6 0 0 0,-6 3 0 0,0-3 0 16,3 5-51-16,-3-2-13 0,0 2 0 0,0 0 0 15,0 3 46-15,0 0 6 0,0 0 2 0,-3 3 0 16,3 2-35-16,-3 0-7 0,4 0-2 0,-4 3 0 16,3 0 4-16,-3 0 1 0,-3 0 0 0,3 0 0 15,-3-1-6-15,0 1-1 0,3-2 0 0,-3 1 0 0,3-1-8 16,-3-1 10-16,1 0-10 0,-1-2 10 15,0-1-10-15,0 1 0 0,0-1 9 0,0-2-9 0,0 0 0 16,0 0 9-16,0 0-9 0,3 0 0 0,-3 0 31 16,3 0-1-16,-2 0 0 0,2 3 0 0,-3-4-30 0,3 4 0 15,-3 0 0-15,0-1 0 0,3 1 0 0,0 2 0 16,0-2 0-16,0 2 0 0,0-3 0 0,3 4 0 16,-3-4 0-16,1 3 0 0,2-2 0 0,0 0 0 15,-3 2 0-15,3-5 0 0,-3 2 0 16,0 1 0-16,3-3 0 0,-3 0 0 0,3 2 0 0,-3-2 0 15,3 0 0-15,-3 0 0 0,3 0 0 0,0 0 0 16,-3-3 0-16,3 1 0 0,0 2 57 0,-2-3 6 16,-1 0 1-16,3 1 0 0,0-1-52 0,0-3-12 15,0 4 0-15,0-1 0 0,0-2 0 0,0-1 0 0,3 1 0 0,-3 0 0 16,0-1 0-16,3 1 0 16,-3 0 0-16,6-3 0 0,-6 2 0 0,6-2 0 0,-3 0 0 0,3 0 0 15,0 0-48 1,-6 0-13-16,6 0-3 0,0 0 0 0,0 0-102 0,0 0-21 15,0-5-4-15,0 0-1 0</inkml:trace>
  <inkml:trace contextRef="#ctx0" brushRef="#br0" timeOffset="30378.542">17660 4887 1551 0,'0'0'34'0,"0"0"7"0,0 0 2 0,0 0 1 0,3-2-36 0,0-1-8 0,-3 3 0 0,6-3 0 16,-3 3 92-16,-3 0 17 0,0 0 3 0,3-2 1 16,2 2-43-16,-5 0-9 0,3 0-1 0,0 0-1 15,3 2-43-15,0-2-16 16,-3 3 11-16,0 0-11 0,0-1 48 0,0 1 3 0,3 2 1 0,-3 0 0 15,0 1-33-15,0 2-7 0,3 2 0 0,-3-2-1 16,3 5-11-16,0-2 0 16,-3 2 0-16,3 0 0 0,0 1 0 0,0-1 0 0,0-3 0 0,0 4 0 15,3-4 0-15,-3 1 0 0,3-3 0 0,-4 0 0 16,4 2 0-16,0-7 0 0,3 0 0 0,-3 2 0 16,0-2 56-16,3-3 7 0,-3-3 1 0,3 0 0 15,0 1-52-15,0-4-12 0,0 1 0 0,-1-3 0 16,4 0 41-16,-3 0 6 0,3 0 1 0,-3 0 0 15,0-2-34-15,0 2-6 0,-3-3-8 0,3 3 11 0,-3-2-11 16,3 2 0-16,-4 0 0 0,1 0 0 0,0 0 0 0,0 0 0 16,0 3-14-16,0-3 5 15,-3 2-39-15,0 1-8 0,3 3-2 0,-3-4-742 16,3 4-149-16</inkml:trace>
  <inkml:trace contextRef="#ctx0" brushRef="#br0" timeOffset="35010.823">17728 5678 1958 0,'0'0'43'0,"0"0"9"16,0 0 1-16,0 0 3 0,0 0-45 0,0-5-11 0,-3 0 0 0,3 5 0 0,0 0 104 0,0 0 20 15,0 0 3-15,0 0 1 16,0 0-103-16,0 0-25 0,0 0 0 0,0 0 0 0,0 0 40 0,0 0 2 15,0 0 1-15,0 8 0 0,0-3-27 0,0 3-4 16,0 0-2-16,3 2 0 0,-3 4-10 0,0-1 0 16,0 3 0-16,3 0 0 0,0 2 0 0,-3-2 0 15,0 3 0-15,3-1 0 0,0-2 0 16,0 0 0-16,0 0 0 0,0-3 8 16,0 0 1-16,0-2 0 0,0-1 0 0,0-2 0 0,0-5-18 0,0 2-4 15,0-2-1-15,-3-3 0 0,0 0 14 0,6 0 0 16,0-3 0-16,-3 1 0 0,3-4 0 0,0-2 0 15,-3 0 9-15,3-2-9 0,-1-1 13 0,-2-2-3 16,3-3-1-16,-3 3 0 0,0-3 23 0,3 3 4 16,-3-3 0-16,0 0 1 0,0 3-8 0,0-3-1 15,0 3-1-15,0 2 0 0,0 1-27 0,0-1 0 0,0 6 0 16,-3-1 0-16,3-2 0 0,-3 8 0 16,3-2 0-16,-3 2 0 0,0 0 0 0,0 0 0 0,0 0 0 0,6 2 0 15,-6-2 0-15,3 8 0 0,3-5 0 0,-3 5 0 16,3 3 0-16,-3-1 0 0,3 1 0 15,-3 5 0-15,3-3 0 0,0 3 0 0,-3 2 0 0,3-2 0 16,0 0 0-16,0 0 0 0,2-3 0 0,-2 0 0 16,3 1-13-16,-3-4-8 0,0-2-2 0,0 0 0 15,0 0 23-15,0-3 0 0,0 0 0 0,0-2 0 16,0 0 0-16,0-3 0 0,0 2 0 0,3-4 0 16,-3-1 0-16,0 0 16 0,0-2-2 0,3 0-1 15,-6-3 11-15,2 0 3 0,1 0 0 0,-3-2 0 16,3-1 5-16,-3 0 0 0,3-2 1 0,-3 0 0 15,3-3-9-15,0 0-1 0,-3 0-1 0,0 0 0 0,3 1-12 16,-3-1-2-16,3 2-8 0,-3 1 12 0,3 0-12 16,-3 2 0-16,3 1 0 0,-3-1 0 0,0 1 0 0,0 2 0 15,0 0 0-15,0 2 0 16,0-2-26-16,0 3-5 0,-3 0-1 0,0-3-885 16,3 3-178-16</inkml:trace>
  <inkml:trace contextRef="#ctx0" brushRef="#br0" timeOffset="44198.635">17838 2146 1138 0,'0'0'32'0,"0"0"8"0,0 0-32 0,0 0-8 0,0 0 0 0,0 0 0 16,0 0 104-16,-9 0 19 0,9 0 4 0,-6 0 1 16,6 0-39-16,-3 0-7 15,3 0-2-15,0 0 0 0,-6 0-28 0,6 0-7 0,-6 3-1 0,1-3 0 16,5 0-9-16,-6 2-3 0,6-2 0 0,-6 0 0 16,0 5 2-16,0-5 0 0,6 0 0 0,-6 0 0 15,0 0-6-15,0 0 0 0,0 0-1 0,-3 0 0 16,3 0 0-16,0 0 0 0,-3 0 0 0,0 0 0 15,0 0-10-15,3-5-1 0,-3 5-1 0,-3 0 0 16,4-2-3-16,-1 2-1 0,-3-3 0 0,0 3 0 16,0-3-11-16,-3 3 8 0,3 0-8 0,-3 0 8 15,0-5-8-15,0 5 0 0,-2-3 9 0,2 3-9 16,-3 0 11-16,3 0-3 0,-3 0 0 0,3-5 0 0,0 5-8 16,0 0 12-16,1 0-12 0,-1-3 12 0,3 3-12 15,-3 0 0-15,0 0 9 0,0-5-9 0,0 2 8 0,0 3-8 16,-2-5 8-16,-1 0-8 0,-3 2 0 0,0-2 0 15,-3 5 0-15,-3-3 0 0,4 3 0 0,-1 0 8 16,0 0-8-16,-3 0 8 0,3 0-8 0,4 3 0 16,-1 2 0-16,0-5 8 0,3 3-8 0,0 2 0 15,0-5 0-15,0 0 0 0,1 0 9 16,2 0-9-16,-6 0 12 0,3 5-12 0,-3-5 0 0,0 0 0 16,0 0 0-16,1 3-12 0,-4 2 12 0,3-5 0 15,0 3 0-15,0 2 0 0,0-5 0 0,4 3 0 16,-4 2 0-16,3-2 0 0,3 2 0 0,0 0 0 15,-3-5 0-15,3 3 0 0,-2-3 0 0,2 5 0 16,-3-5 0-16,0 0 0 0,0 3 0 0,-3 2 0 0,0-5 0 16,-2 3 0-16,-1 2 0 0,0-5 0 0,3 3 0 0,-3 2 0 15,1 1 0-15,2-4 0 0,0 3 0 0,3-2 0 16,0 2 0-16,3-2 0 0,0 2 0 0,0 1 0 16,1-6 0-16,-1 2 0 0,3 4 0 0,-3-6 0 15,3 2 0-15,-3-2 0 0,3 6 0 0,0-4 0 16,0 3 0-16,0-5 0 0,1 3 0 0,-1 2 0 15,3-5 0-15,-3 6 0 0,0-6 0 0,0 2 0 16,3 4 0-16,-3-6 0 0,0 2 0 0,0 4 0 16,3-6 0-16,1 2 0 0,-1 3 0 0,0-5 0 15,3 0 0-15,0 3 0 0,-3 0 0 0,3-3 0 16,0 2 0-16,0 4 0 0,0-6 0 0,0 2 0 16,6-2 0-16,-6 6 0 0,6-6 0 0,-6 0 0 15,6 0 0-15,0 0 0 0,0 0 0 0,-3 2 0 0,3-2 0 0,0 0 0 16,0 0 0-16,0 0 0 15,0 0 0-15,-3 6 0 0,3-6 0 0,3 8-791 16,3-6-152-16</inkml:trace>
  <inkml:trace contextRef="#ctx0" brushRef="#br0" timeOffset="46193.041">15832 2336 1368 0,'0'0'30'0,"0"0"6"0,0 0 2 0,-6 6 0 0,6-6-30 0,-3 8-8 0,0-6 0 0,0 4 0 15,3-6 74-15,-3 5 14 16,0 3 2-16,3 0 1 0,0-8-35 0,-3 2-6 0,3 6-2 15,0-2 0-15,0 2-18 0,0-3-4 16,0 3-1-16,0-6 0 0,0 6-4 0,0-2-1 0,3-1 0 0,-3 3 0 16,0 0-3-16,3 0-1 0,-3 0 0 0,3 0 0 15,-3 5-7-15,3-5-1 16,-3 5-8-16,0-2 12 0,3 2-4 0,-3 0-8 0,0 3 11 0,3 0-11 16,-3 0 11-16,3 2-11 0,-3-2 10 0,0 0-10 15,3 5 8-15,-3-8-8 0,3 3 0 0,-3-2 0 16,3 1 0-16,0 1 0 0,-3-3 0 0,3 3 0 15,0-5 12-15,-3 0-3 0,3-1-1 0,-3 3 0 16,3 1-8-16,-3-4 0 0,0 9 0 0,3-3 0 16,-3-3 0-16,0 11 0 0,3-3 0 0,-3 0 0 15,0 5 53-15,0 1 9 0,0 2 2 0,0-3 0 16,0 1-52-16,-3-6-12 0,3 0 0 0,0 3 0 16,0-3 0-16,0 0 0 0,0 3 0 0,0-5 0 15,0 7 0-15,0 3 0 0,3 3 0 0,-3 5 0 16,3-3 54-16,0 4 8 0,0-1 2 0,0-8 0 15,3 2-52-15,-3-4-12 0,0-1 0 0,3 1 0 16,-3 2 0-16,0 0 0 0,0 0 0 0,-1 11 0 0,1-3 0 0,0 5 0 16,0-5 0-16,3 0 0 0,-3-8 0 15,0 0 0-15,0-2 0 0,3 2 0 0,-3-2 0 0,3 2 0 16,-3 0 0-16,0 8 0 0,0 0 0 0,0 0 0 16,3 3 0-16,-3-3 0 0,0-3 0 0,3-5 0 15,-3-2 0-15,0-1 0 0,0-2 0 0,3 2 0 0,-3 1 0 16,0 2 0-16,0 3 0 0,0 5 0 0,0-3 0 15,0 3 0-15,0-3 28 0,0-4 2 0,0-1 1 0,0 0 0 16,0-8-22-16,-3 0-9 0,3-2 8 0,0-1-8 16,-1 3 0-16,1-2 0 0,-3 2 0 15,3 0 0-15,0 3 28 0,-3 0 1 0,3 0 0 0,0 2 0 16,-3 3-40-16,3-10-8 0,-3 5-1 0,3-1-1 16,-3-9 21-16,3 4 0 0,-3-2 0 15,3 0 0-15,-3 0 0 0,0-6 0 0,3 1 0 0,-3 2 8 16,3-5-8-16,-3 3 0 0,0-3 0 0,3 2 0 15,-3-2 0-15,0 0 8 0,0 3-8 0,3-6 8 16,-3 3-8-16,0 0 0 0,0 2 0 0,0-2 0 16,0 0 0-16,3 3 8 0,-3-1-8 0,0-2 8 15,0 3-8-15,3 0 0 0,-3-1 0 0,0 1 0 16,0-1 0-16,3 4 0 0,-3-4 0 0,0 3 0 16,3-2 0-16,-3 2 0 0,0-2 0 0,3 2 0 15,-3-2 0-15,0-1 0 0,3 1 0 0,-3-1 0 16,0 4 0-16,0-4 0 0,0-2 0 0,0 0-11 0,0 3 11 15,3-3 0-15,-3-1 0 0,0 1 0 0,0-2 0 0,3 2 0 16,-3 0 0-16,0-3 0 0,0 3 0 0,3-3 0 16,-3 0 0-16,0-5 0 0,0 6 0 0,3-1 0 15,-3 0 0-15,0-5 0 0,3 6 0 0,-3-6 0 16,0 5 0-16,0-5 8 16,3 2-8-16,-3-2 0 0,0 6 0 0,0-6 0 0,3 5 0 0,-3-5 0 15,0 0 0-15,3 5 0 0,-3-5 0 0,0 0 0 16,6 3 0-16,-6-3 8 0,3 5-8 0,-3-5 0 15,0 0 0-15,3 3 8 0,3 0-8 0,-6-3 0 16,0 0 0-16,3 2 0 0,3 1 0 0,-3-3 0 0,-3 0 0 0,6 0 8 16,0 3-8-16,-3-3 0 0,2 0 0 0,1 0 0 15,-3 0 0-15,3-3 0 0,0 3 0 0,0-3 8 16,0 3-8-16,3-2 0 0,-3 2 0 0,3 0 0 16,0-3 0-16,0 3 0 0,0 0 0 0,0-3 0 15,0 1 0-15,0 2 0 0,3-3 0 0,-1 3 8 16,1 0-8-16,0-3 0 0,0 3 0 0,0 0 0 15,0 0 0-15,0-5 0 0,0 5 0 0,0 0 0 16,-3 0 0-16,3 0 0 0,-4 0 0 0,1 0 0 16,0 0 0-16,0 0 0 0,-3 5 0 0,3-5 0 15,0 0 0-15,-3 0 0 0,0 0 0 0,3 0 0 16,-3 0 0-16,0 3 0 0,0-3 0 0,-3 0 0 16,6 3 0-16,-6-3 0 0,3 0 0 0,-3 2 0 15,2-2 0-15,-5 0 0 0,6 3 0 0,-3-3 0 16,3 0 0-16,-6 0 0 0,3 3 0 0,3-3 0 15,0 0 0-15,0 2 0 0,-3-2 0 0,3 0 0 16,0 0 0-16,0 0 0 0,0 0 0 0,0 0 0 0,0 0 0 0,3 0 0 16,-3 0 0-16,0 0 0 0,3 0 0 0,-3 0 0 15,0 3 0-15,3-3 0 0,-4 0 0 0,1 0 0 16,3 0 0-16,-3 0 0 0,0 0 0 0,0 0 0 16,0 0 0-16,3 3 0 0,-3-3 0 0,0 0 0 15,3 0 0-15,-3 2 8 0,0-2-8 0,0 3 0 16,3-3 0-16,-3 0 0 0,0 2 0 0,3-2 0 15,-3 0 0-15,-1 3 0 0,1 0 0 0,0-3 0 0,0 0 0 0,0 2 0 16,0 1 0-16,-3-3 0 0,3 3 0 0,0-3 0 16,-3 2 0-16,3 1 0 15,0-3 0-15,-3 3 0 0,3-3 0 0,-3 2 0 16,3 1 0-16,-3 0 0 0,3-3 0 0,-6 0 0 0,6 2 0 16,0 1 0-16,-3-3 0 0,3 3 0 0,-3-3 0 0,3 2 0 15,-6-2 0-15,3 0 0 0,2 3 0 0,-2-3 0 16,-3 0 0-16,6 0 0 0,0 0 0 0,-3 0 0 15,-3 0 0-15,6 0 0 0,-3 0 0 0,3 0 8 16,-3 0-8-16,-3 0 8 0,6 0-8 0,0 0 8 16,-3 0-8-16,-3 0 8 0,6 0-8 0,-3 0 8 15,-3 0-8-15,6 0 9 0,0 0-9 0,0 0 10 16,-6 0-10-16,0 0 0 0,6 0 9 0,0 0-9 16,-3 0-12-16,-3 0-6 0,6 0-2 0,0 2 0 15,0-2 37-15,-6 0 7 0,3 3 2 0,3-3 0 16,-3 0-18-16,2 0-8 0,-2 0 0 0,3 0 8 15,-6 0-8-15,6 0 0 0,-3 0 0 0,3 0 8 0,-6 0-8 0,3 0 8 16,-3 0-8-16,6 3 8 0,0-3-8 0,-6 0 0 16,3 0 9-16,3 0-9 0,-6 0 0 0,0 0 0 15,6 0 0-15,-6 0 8 0,0 0-8 16,0 0 0-16,6 2 0 0,-6-2 0 16,0 0 0-16,3 0 0 0,-3 0 0 0,0 0 0 0,6 3 0 0,-6-3-20 15,0 0 4-15,0 0 1 16,6-3-81-16,-6 3-16 0,3-2-3 0,-3 2-695 15,0 0-139-15</inkml:trace>
  <inkml:trace contextRef="#ctx0" brushRef="#br0" timeOffset="47080.126">16329 5525 1695 0,'0'0'37'0,"0"0"8"0,0 0 2 0,0 0 1 0,0 0-39 0,3-3-9 0,3 1 0 15,-6 2 0-15,0 0 112 0,0 0 20 0,0 0 4 0,0 0 0 16,0 0-57-16,0 0-12 0,0 0-3 0,0 0 0 16,0 0-51-16,0 0-13 0,0 0 0 0,0 0 0 15,0 5 54-15,-3 0 8 0,3 0 2 0,-3 1 0 16,0-1-64-16,0 0-10 0,0 1-3 0,0 2-1 16,-3-3 14-16,0 0 10 0,0 3-2 0,0-3 0 15,0 1-8-15,-3 2 0 0,4-3 9 0,-4 0-9 16,0 0 0-16,-3 3 9 0,3-2-9 0,0-1 0 15,3 3 0-15,-3-3 0 0,0 0 0 0,3 1 0 16,0-1 0-16,-3 0 0 0,3 1 0 0,0-1 0 0,0-2 12 16,0 2-4-16,0-2 0 0,1 2-8 15,5-5 0-15,-6 2 0 0,0 4-10 0,6-6 10 16,-3 5 0-16,-3 0 0 0,6-5 0 0,-3 6 0 16,3-6 44-16,-3 5 16 0,3-5 3 0,0 0 1 0,0 5-52 15,0-5-12-15,0 0 0 0,0 6 0 0,0-1 0 0,0-5-18 16,3 5 4-16,-3-5 1 0,3 5 21 0,0 1 4 15,0-1 0-15,0 0 1 0,0-2-13 0,0 2 0 16,3-2-12-16,-1 2 12 0,1 0 0 0,-3 1 0 0,3-1 0 16,0-2 0-16,0 2 0 0,3-2 0 15,-3 2 8-15,3 0-8 0,0 0 0 0,0 1 0 0,0-1 0 16,0-2 0-16,3 2 8 0,-3 0-8 0,0 1 0 0,2-1 0 16,1 0 0-16,0 0 0 0,0-2 0 0,-3 2 0 15,3-2 0-15,0 0 0 0,-3-3 0 0,3 2 0 16,-3-2-11-16,0 3-8 0,-3-3-1 0,3-3-1 31,-1 3-159-31,-2-2-31 0,0-1-6 0,3 3-2 0</inkml:trace>
  <inkml:trace contextRef="#ctx0" brushRef="#br0" timeOffset="47885.564">16901 5448 1090 0,'0'0'31'0,"0"0"6"0,-6 0-29 0,0-3-8 0,3 1 0 0,-3-1 0 16,6 3 100-16,-6-2 20 0,6 2 3 0,-3-3 1 15,3 3-1-15,-6 0 0 0,3-5 0 0,3 5 0 16,-6-3-36-16,6 3-7 0,-6 0-2 0,0 0 0 15,6 0-22-15,-6 0-4 0,0 3 0 0,0 2-1 16,0-2 13-16,0-1 4 0,0 3 0 0,0 3 0 16,0-2-55-16,0 2-13 0,1 0 0 0,2 2 0 15,-3-2 0-15,3 0 0 0,0 3 0 0,0-3 0 0,0 2 0 16,3-2 0-16,0 0 0 0,0 3 0 16,0-3 0-16,3-3 0 0,0 3 0 0,0-3 0 0,0 0 0 0,3 3 0 15,0-2 0-15,2-1 0 0,-2 0 0 0,3 0 0 16,0-2 0-16,0 0 0 0,0-1 0 0,0-2 0 15,3 3 0-15,0-3 0 0,-3 0 0 0,3 0 0 16,0-3 0-16,0 1 0 0,-4 2 36 0,1-6 4 16,3 4 0-16,-3-3 1 0,0-1-26 0,0 4-6 15,0-4-1-15,-3 1 0 0,3 0 6 0,-3-3 1 16,0 5 0-16,0-7 0 0,-3 2-15 0,3 0 0 0,-3 0 0 16,-3-3 0-16,3 3 54 0,-3-2 8 0,0-1 2 15,0 0 0-15,-3-2-64 0,0 0 0 0,0 2-14 0,0 3 2 16,-3-2 12-16,3-1 9 0,-3 3-1 15,3 0-8-15,-3 0 8 0,0 6-8 0,0-6 0 0,0 3 0 16,0 2 0-16,-3 0 0 0,3 3 0 0,0 0 0 16,0 0 0-16,0 0 0 0,0 3-10 15,-3 0 10 1,4 2-154-16,-4 3-23 0,0-6-5 0,0 9-1003 0</inkml:trace>
  <inkml:trace contextRef="#ctx0" brushRef="#br0" timeOffset="49512.814">17672 1966 1515 0,'0'0'33'0,"0"0"7"0,0 0 2 0,0 0 1 0,0 0-35 0,0 0-8 0,0 0 0 0,-3 0 0 16,3 0 95-16,-6-5 17 0,6 5 3 0,-9 0 1 15,3 5-40-15,0-5-8 0,0 0-2 0,-3 3 0 0,3-3-19 0,0 5-4 16,6-5-1-16,-6 0 0 0,6 0-11 0,-6 5-3 16,6-5 0-16,0 0 0 0,-6 3-7 0,6-3-1 15,0 0-1-15,0 0 0 0,0 5-6 0,0-5-1 16,3 8 0-16,-3-8 0 0,6 3 0 0,0 2-1 15,0-2 0-15,0-1 0 0,3 1 1 0,0 2 0 16,0-2 0-16,3 2 0 0,-3-5-4 0,2 3 0 16,1 2 0-16,0-5 0 0,0 3-8 0,3-3 8 15,-3 0-8-15,3 5 8 0,-3-5-8 16,3 0 0-16,-3 0 0 0,-1 0 0 0,4 0 0 0,-3 3 8 16,-3-3-8-16,0 2 0 0,0 1 8 0,-3 2-8 15,0-5 0-15,0 3 8 0,-6-3-8 0,3 5-12 16,-3-5 2-16,0 0 1 0,3 3 20 0,-3 5 4 15,3-3 1-15,-3 0 0 0,0-5-26 0,-3 8-5 0,0 0-1 16,0 0 0-16,0 0 16 0,0 0 0 0,-3 0 0 16,3 0 0-16,-3 0 15 0,0 2 5 0,0-2 2 0,0 0 0 15,0 3-14-15,0 0-8 0,-3-4 8 0,3 1-8 16,0 0 8-16,1 0-8 0,-1 6 8 0,0-7-8 16,0 1 10-16,3-2-2 0,-3 2-8 0,0 0 12 15,3-1-12-15,-3-4 8 0,0 2-8 0,3 3 0 16,-3-2 12-16,0 2-4 0,3-6-8 0,-3 4 12 15,0-4-12-15,3 3 0 0,-3 1 0 0,3-6 0 16,0 8 0-16,3-8 0 0,-6 0 0 0,3 2 0 16,3-2 0-16,-3 6 0 0,3-6 0 0,-6 2 0 31,6-2-24-31,-3 6-7 0,3-6-1 0,0 0-1 0,-3 2-190 0,3-2-37 0,0 0-8 16,0 0-2-16</inkml:trace>
  <inkml:trace contextRef="#ctx0" brushRef="#br0" timeOffset="69326.67">17945 6480 1267 0,'0'0'28'0,"0"0"5"0,0 0 2 0,0 0 1 0,0 0-36 0,0 0 0 0,0 0 0 0,0 0 0 15,0 0 58-15,0 0 5 0,3-3 1 0,-3 3 0 0,6-2 51 0,-6 2 10 16,0 0 3-16,0 0 0 16,3 2-52-16,-3-2-9 0,0 0-3 0,0 0 0 0,0 0 52 0,3 3 9 15,-3-3 3-15,3 8 0 0,-3-3-103 0,3 3-25 16,-3-2 0-16,0 1 0 0,0 4 0 0,-3 0 0 16,3 2 0-16,0 0 0 0,-3 3 0 0,3 5 0 15,0 0 0-15,0 3 0 0,0 0 0 0,3 0 0 16,-3 0 0-16,0-1 0 0,3-1 0 0,0-1 0 15,-3-3 0-15,3 1 0 0,0-3 0 0,-3-1 0 16,3 1 0-16,0-2 0 0,-3-1 0 0,3 3 0 16,-3-3 0-16,0 3 0 0,0 2 30 0,0 1 1 15,-3-1 0-15,3 1 0 0,0 2-15 0,-3-2-2 16,3-1-1-16,0 3 0 0,0-5-13 0,0 0 0 16,0 0 0-16,0 0 0 0,0-3 8 0,0-2-8 15,0-1 0-15,3-2 0 0,-3 0 0 0,0-3 0 0,3 1 0 0,-3-1 0 16,3 0-8-16,-3-5-8 0,0 0-2 0,0 0 0 31,3 3-134-31,-3-3-28 0,6 0-4 0,0 3-2 0</inkml:trace>
  <inkml:trace contextRef="#ctx0" brushRef="#br0" timeOffset="70491.361">18431 6454 1879 0,'0'0'41'0,"0"0"9"0,0 0 2 0,0 0 0 0,3-6-41 0,-3 6-11 15,3-5 0-15,-3 0 0 0,0 5 122 0,0-6 22 16,0 6 5-16,0 0 1 0,0 0-69 0,0 0-13 15,0 0-4-15,0 0 0 0,0 0-51 0,0 0-13 16,0 0 0-16,0 0 0 0,0 0 54 0,-3 6 8 16,0-1 2-16,0 3 0 0,3-3-52 0,-3 3-12 15,0-3 0-15,0 3 0 0,0 3 0 0,3-3 0 16,0 3 0-16,-3-1 0 0,3 3 0 0,-3 3 0 16,3 0 0-16,0 3 0 0,3-1 0 0,-3 3 0 15,3-2 0-15,-3 2 0 0,3-3 18 0,0 1 1 16,0-3 0-16,0 0 0 0,0-3-19 0,0-2 0 0,-3-1 0 0,3 1 0 15,0-3 0-15,-3 0 0 0,3 0 0 0,-3-3 0 32,2 0-18-32,-2-5-7 0,0 5-2 0,0-5 0 15,0 0-177-15,3 6-35 0</inkml:trace>
  <inkml:trace contextRef="#ctx0" brushRef="#br0" timeOffset="75728.927">16945 7366 1036 0,'0'0'23'0,"0"0"5"0,0 0 0 0,0 0 1 0,0 0-29 0,0 0 0 0,0 0 0 0,0 0 0 16,0 0 108-16,0 0 16 0,0 0 4 0,0 0 0 15,0 0-73-15,0 0-15 0,0 0-2 0,0 0-1 16,0 0-8-16,0 0-1 0,-3-5-1 0,3 5 0 16,0 0 29-16,0 0 7 0,0 0 1 0,0 0 0 15,0-5-52-15,0 5-12 0,0 0 0 0,0 0 0 16,3-3 54-16,-3 3 8 0,3-2 2 0,-3 2 0 15,6-3-52-15,-3 0-12 0,3 3 0 0,-3-2 0 16,3 2 0-16,0 0 0 0,0-3 0 0,0 0 0 16,3 3 0-16,-3-2 0 0,6-1 0 0,-3 3 0 15,3 0 0-15,-1-3 0 0,4 3 0 0,0 0 0 16,3-2 15-16,0 2 0 0,-3 0 0 0,3 0 0 16,0 0-15-16,-4 0 0 0,4 2 0 0,0-2 0 15,-3 0 0-15,-3 3 0 0,3-3 0 0,-3 3 0 16,3-3 0-16,-3 2 0 0,-1-2 0 0,1 0 0 15,-3 0-12-15,0 0-1 0,3 0-1 0,-3 0 0 16,0 0 14-16,3 0 0 0,-3 0 0 0,3 0 0 16,0-2 0-16,0-1 0 0,2 3 0 0,-2 0 0 15,0 0 9-15,3 0 5 0,0 0 1 0,3 0 0 16,-3 0-15-16,0 0 0 0,-1 0 0 0,1 0 0 0,0 0 0 16,0 0 0-16,0 3 0 0,-3-3 0 0,3 2 0 15,-3-2 0-15,3 0 0 0,-4 3 0 0,1 0 0 16,-3-3 0-16,3 0 0 0,-3 0 0 0,0 0 0 15,0 0 0-15,0 0 0 0,0 0 0 0,0 0 0 0,0-3 0 16,3 3 8-16,-3-3-8 0,0 3 0 0,2 0 9 16,1-2-9-16,0 2 8 0,0-3-8 0,0 3 10 15,3 0-10-15,-3-3 10 0,3 3-10 0,-3 0 12 16,3 0-12-16,-1 0 12 0,1 0-12 0,0 0 10 0,0 0-10 0,0 0 10 16,-3 3-10-16,3-3 0 0,-3 0 0 0,0 3 8 15,-1-3-8-15,1 2 12 0,-3-2-12 0,3 0 12 16,-3 0 4-16,0 0 0 0,0 0 1 0,0 0 0 15,0 0-4-15,-3 0-1 0,3 0 0 0,0-2 0 16,-3 2-3-16,3-3-1 0,-1 3 0 16,1 0 0-16,3-3-8 0,-3 3 10 0,3-2-10 15,0-1 10-15,3 3-10 0,-3-3 0 0,3 3 9 0,0 0-9 16,-1-2 9-16,1 2-9 0,0-3 12 0,3 3-12 16,-3 0 17-16,-3 0-3 0,3 0-1 0,-3 0 0 15,3 0 4-15,-4 3 1 0,1-3 0 0,0 0 0 16,0 0-18-16,-3 0 0 0,3 0 8 0,-3 0-8 15,0 0 0-15,0 0 8 0,0 0-8 0,0-3 0 16,0 3 8-16,0 0-8 0,2-2 0 0,-2 2 0 16,0-3 0-16,3 0 0 0,-3 3 0 0,3-2 0 15,0 2 8-15,-3-3-8 0,3 0 0 0,0 3 0 16,0 0 0-16,-1-2 0 0,1 2-13 0,0-3 5 0,3 3 8 0,-3 0 12 16,0-3-2-16,-3 3-1 0,3 0-9 0,0 0 8 15,-3 0-8-15,0 0 8 0,0 0-8 0,-1 0 0 16,-2 3 0-16,0-3 0 0,0 0 0 0,0 0-12 15,-3 0 2-15,-3 0 1 16,6 0-29-16,-6 0-6 0,0 0 0 0,0 0-1 16,0 0-108-16,0 0-22 0,0 0-4 15</inkml:trace>
  <inkml:trace contextRef="#ctx0" brushRef="#br0" timeOffset="77858.45">17014 7374 1407 0,'0'0'31'0,"0"0"6"0,0 0 2 0,0 0 1 0,0 0-32 0,0 0-8 0,0 0 0 0,0 0 0 15,0 0 72-15,0 0 14 0,0 0 2 0,0 0 1 16,0 0 8-16,0 0 2 0,0 0 0 0,0 0 0 16,0 0-56-16,0 0-11 0,0 0-3 0,0 0 0 15,-6 0 28-15,6 0 6 0,0 0 1 0,-6 6 0 16,3-1-52-16,-3 0-12 0,3 1 0 0,0 2 0 16,0-1 0-16,3 1 0 0,-3 0 0 0,3 6 0 15,0-4 31-15,0 3 3 0,0 1 1 0,0-1 0 16,0 0-22-16,0 3-4 0,0-3-1 0,0 3 0 15,3-3-8-15,0 0 0 0,-3 1 0 0,3-1 0 16,0 3 0-16,0-6 0 0,-3 4 0 0,3-4 0 16,0 1 21-16,0-1-1 0,0 1 0 0,0 0 0 15,-3-1-20-15,3 1 0 0,0 2 0 0,-3-2 0 16,3 2 0-16,0 0 0 0,-3 3 0 0,0 2 0 16,3-2 0-16,-3 3 0 0,0 2 0 0,0 0 0 0,0-2 0 15,0 2 0-15,0-3 0 0,0 1 0 0,0-1 0 0,0-2 0 16,0 0 0-16,-3-3 0 0,3 1 0 0,0-1 0 15,0-3 0-15,-3 4 0 0,3-4 0 0,0 1 0 16,-3-3 0-16,3 0 0 0,0 2 0 16,-3-2 0-16,3 3 0 0,0-3 0 15,-3 0 0-15,3 2 0 0,0 1 0 0,-3-1 0 0,3 1 0 16,0-3-12-16,0 3 2 0,0-1 0 0,0 1 10 0,0-1 14 16,0 1-3-16,0-3-1 0,0 5-10 0,3-5 0 15,-3 3 0-15,0-1 0 0,3-2 0 0,-3 3 0 0,0-3 0 0,3 0 0 16,-3 2 0-16,0-2 0 0,3-3 0 0,-3 3 0 15,0-2 0-15,3-1 0 0,-3 3 0 16,0-3 0-16,3 0 0 0,-3 1 0 0,3-1 0 0,-3 0 0 16,3-2 0-16,-3-3 0 0,3 5 0 0,-3-5 0 15,3 3 0-15,0 2 0 0,-1-2 0 0,1-1 0 16,0 1 0-16,-3-3 0 0,3 5 0 0,-3-5 0 16,6 0 0-16,-3 3 0 0,3 0 0 0,-3-1 0 15,3-2 0-15,0 0-17 0,0 0 4 0,0 0 1 16,0 0 12-16,3 0 0 0,0-2 0 0,0 2 0 15,0-3 0-15,0 3 0 0,3 0 0 0,-3-3-9 16,2 1 9-16,1-1 0 0,0 3 0 0,0-3 0 16,0 1 0-16,0-1 19 0,0 1-3 0,0-1-1 15,3 0-15-15,-6-2 0 0,3 5 0 0,-1-3 0 16,1 1-11-16,0-1-5 0,0 0 0 0,-3 3-1 16,3-2 17-16,3 2 0 0,0-3 0 0,3 3 0 15,-1-3 0-15,4 3 0 0,3-2 0 0,0 2 0 0,3-3 10 16,-1 3 6-16,1 0 0 0,3-3 1 0,-3 3-17 15,0 0 0-15,-4 0 0 0,1 0 0 0,0-2 0 0,3 2-11 16,-3 0 2-16,5-3 0 0,1 3 9 0,0 0 12 16,3-2-2-16,-1 2-1 0,-2-3-9 15,0 0 0-15,-6 3 0 0,3 0 0 0,-4-2 0 0,-2 2 0 0,-3 0 0 16,0-3 0-16,0 3 0 0,0-3 0 16,0 3 0-16,-1-2 0 0,1-1 0 0,3 3 0 0,0-3 8 15,3 1-8-15,-3-1 8 0,-1 0-8 0,4 1 8 0,-3-1-8 16,0 0 0-16,-3 1 0 0,3-1 0 0,-4 3 0 15,1-5 0-15,-3 5 0 0,0-3 0 0,0 1 0 16,0-1 0-16,-3 0 0 16,0 1 0-16,3-1 0 0,-4 0 0 0,4 1 0 0,-3-4 0 0,3 4 0 15,3-4 0-15,-3 4 0 0,3-3 0 0,0 2 0 16,-4-2 8-16,1 2-8 0,3 0 8 0,-3 1-8 16,3-1 8-16,-3-2-8 0,0 5 8 0,0-3-8 15,-3 3 0-15,-1-3 0 0,4 3 0 0,-3-2 0 16,-3 2 0-16,3 0 0 0,3 0 0 0,-6 0 0 15,3 0 0-15,-3 0-19 0,0-3 3 0,0 3 1 16,-1-2 15-16,1-1 0 0,-3 0 0 0,3 1 0 16,-3 2 0-16,0-3 15 0,3 0-3 0,-3 1-1 15,3 2-11-15,0-3-16 0,-3 0 4 0,3 1 1 16,0 2 11-16,0-3 14 0,0 0-3 0,0 1-1 16,-1-1-10-16,1 3-14 0,0-3 3 0,0 3 1 0,0-2 10 15,0 2 0-15,0 0 0 0,-3-3 0 0,3 1 0 0,0 2 0 16,-3 0 0-16,3 0 0 0,-3 0 0 0,0 0 0 15,3 0 0-15,-3-3 0 0,-1 3 8 0,1 0 4 16,0 0 1-16,0 0 0 16,-3 0-13-16,3 0-18 0,0-3 4 0,-3 3 1 0,3 0 13 15,-3 0 8-15,-3 0 0 0,6-2-8 0,-3 2 0 16,-3 0 0-16,3-3 0 0,-3 3 0 0,6 0 0 0,-6 0 0 16,3 0 0-16,-3 0 0 0,6-5 0 0,-6 5 0 15,3 0 0-15,-3 0 0 0,0 0 12 0,3-3-12 16,0-2 12-16,-3 5-12 0,0 0 0 0,3-3 0 0,-3-2 0 15,0 5 0-15,3-6 0 0,-3 1 0 16,3 0 0-16,-3 0 0 0,0 2 8 0,3-2-8 0,-3-1 0 0,0 1 0 16,0 0 0-16,0-3 0 15,0 3 0-15,0-3 0 0,0 0 0 0,3 0 0 0,-3-3 0 0,0 1 0 16,0-1 0-16,3-2-17 0,-3 0 1 0,0-3 1 16,3 2 23-16,0-4 5 0,0-1 1 0,-3-2 0 15,3 3-22-15,-3-1-5 0,3 1-1 0,-3-4 0 16,0 1 14-16,3 3 0 0,-3-1 0 0,0 1 0 15,3 2 48-15,-3 0 13 0,3 0 3 0,-3 3 0 16,3-3-52-16,-3 3-12 0,0-3 0 0,2 0 0 16,-2 0 0-16,0 0 0 0,3 0 0 0,-3 1 0 15,0-1 0-15,0 0 0 0,0-3 0 0,0 3 0 16,3-2 0-16,-3 2 0 0,0 0 0 0,0 0 0 0,3 0 0 16,-3 3 0-16,0 0 0 0,0 0 0 15,0 2 30-15,0 1 3 0,0-4 1 0,0 4 0 16,0 2-3-16,0 0-1 0,0 0 0 0,0-3 0 0,0 6-30 15,0-3 0-15,0 0 0 0,0 3 0 16,-3 0-11-16,0-1-8 0,3 6-1 0,0-2-1 0,-3-4 21 0,3 6 0 16,-2-5 0-16,-1 0 0 15,0-1 0-15,3 6 0 0,-3-2 0 0,3 2 0 0,-6-3 0 0,0-2 8 16,3 2-8-16,3 3 0 0,-6-2 0 0,0-4 0 16,0 4 0-16,0-1 0 0,0 3 0 0,0-3 0 15,0 1 0-15,0-1 0 0,-3 3 0 0,-3 0 0 0,3-3 8 0,-3 3-8 16,-2-2 0-16,-1 2 0 15,0 0 0-15,0 0 0 0,0 0 0 0,0 0 0 0,-3 0 0 0,0 2 0 16,3-2 0-16,1 3 0 0,-1-3 0 16,0 3 0-16,3-3 0 0,-3 2 0 0,3-2 0 0,0 3 0 15,0-3 0-15,0 0 0 0,1 3 0 0,2-3 0 16,-3 0 0-16,0 0 0 0,3-3 0 0,-3 3 0 16,0 0 0-16,3-3 0 0,-3 3 0 15,3 0 0-15,-3-2 0 0,3 2 0 0,1-3 0 0,-4 3 0 16,3 0 0-16,0-3 0 0,0 3 0 0,0 0 0 15,0-2 0-15,0 2 0 0,0 0 0 0,3 0 0 16,-3 0-44-16,3 0-2 16,0 0 0-16,0 0 0 0,6 0-66 15,-3 2-12-15,3-2-4 0,0 0-648 0,0 0-131 0</inkml:trace>
  <inkml:trace contextRef="#ctx0" brushRef="#br0" timeOffset="79165.551">17228 6943 1508 0,'0'0'33'0,"0"0"7"0,0 0 2 0,0 0 0 0,0 0-34 0,0 0-8 0,0 0 0 0,0 0 0 16,0 0 83-16,0 0 14 0,0 0 3 0,0 0 1 16,0 0-57-16,0 0-11 0,0 0-2 0,3 5-1 15,-3 3-13-15,3 0-2 0,0 0-1 0,-3 3 0 16,0 2-14-16,3 3 9 0,-3 0-9 0,0 2 8 15,3 1-8-15,0-1 0 0,-3 1 0 0,3 2 0 16,0-5 0-16,-3 2 0 0,0-2 9 0,3 0-9 16,-3-3 0-16,0-2 0 15,3 2 0-15,-3-2 0 0,0-3 0 0,0-3 0 0,0 3 0 0,0-3 0 16,0 1 0-16,0-6 8 0,0 0-8 0,0 0 0 16,0 0 27-16,0 0 1 0,0 0 0 0,0 0 0 15,0 0 34-15,-6 0 7 0,0-6 2 0,3 4 0 16,-3-4-60-16,3 1-11 0,0-3 0 0,0 0 0 0,0 0 12 15,3-2 9-15,-3-4 3 0,3 1 0 0,0-5-1 16,0-4 0-16,0 1 0 0,3-2 0 0,0-1-3 16,0 0 0-16,0-3 0 0,3 6 0 0,-3 3-9 0,3-1-3 15,3 6 0-15,-3 0 0 0,3 0 7 0,0 2 1 16,0 3 0-16,-1 0 0 0,1 0-2 0,3 0 0 16,-3 3 0-16,3 0 0 0,0-1 0 0,0 4 0 15,3-4 0-15,0 4 0 0,0-1-1 0,2 3 0 0,1 0 0 0,-3 0 0 16,3 3-13-16,-3-1 0 0,-3 1 0 0,0 0 0 15,0-1 0-15,-3 4 0 16,-3-1 0-16,-3 0 0 0,-3-5 0 0,0 8 0 16,0-3 0-16,-3 3 0 0,0 0-12 0,-3 0 0 15,0 0 1-15,0 0 0 0,-6 0 19 0,3 0 4 0,0 0 1 16,0 0 0 0,0 0-35-16,0 0-7 0,-3-3-2 0,3 0 0 0,3 1 50 0,-3-1 9 0,4-2 3 0,-1 2 0 15,6-5-31-15,-9 2 0 0,9-2 0 0,-6 3 0 16,6-3-45-1,0 0-15-15,0 0-4 0,0 0 0 0,0 0 76 0,0 0 14 0,0 0 3 0,0 0 1 16,0 0-30-16,0 0 0 0,0 0 0 0,6-3 0 16,0 1 0-16,0-1 0 0,2 3 0 0,1-2 0 15,0 2 0-15,-3 0 0 0,6 0 8 0,-3 2-8 16,0 1 13-16,3-1 0 0,-3 1 0 0,0 2 0 16,0 1 2-16,-3-1 0 0,0 3 0 0,0 3 0 15,0-4-5-15,-3 4-1 0,-1-3 0 0,1 5 0 0,-3-5-9 0,-3 3 0 16,3-1 9-16,-5 1-9 0,2-3 0 0,-6 0 9 15,3 2-9-15,-6-2 0 0,3 0 9 0,-3-2-9 16,-3 1 0-16,3 1 9 0,-3-2-9 16,0-1 8-16,1 0-8 0,-1 1 8 15,3 2-8-15,0-6 0 0,0 1 9 0,0-1-9 0,0 1 0 16,0 0 0-16,3-1 0 0,0 1 0 0,0-3 0 16,0 0 0-16,4-3 0 0,5 3 0 15,-6 0-92-15,6 0-12 0,-6-5-4 0,6 5-698 16,-3-3-140-16</inkml:trace>
  <inkml:trace contextRef="#ctx0" brushRef="#br0" timeOffset="89054.778">17811 7192 1306 0,'0'0'28'0,"0"0"7"0,0 0 1 0,0 0 1 0,0 0-29 0,0 0-8 15,0 0 0-15,0 0 0 0,0 0 75 0,-3-3 13 16,3 3 4-16,0 0 0 0,0 0-26 0,0 0-5 16,-5-2-1-16,5 2 0 0,0 0-24 0,0 0-6 15,0 0-1-15,0 0 0 0,0 0 24 0,0-6 5 16,0 6 1-16,0-5 0 0,0 5 0 0,0 0 0 16,0 0 0-16,0 0 0 0,0 0-5 0,0 0-1 15,0 0 0-15,0 0 0 0,0 0-25 0,0 0-6 16,0 0-1-16,0 0 0 0,0 0 12 0,3-3 3 15,-3 3 0-15,5 0 0 0,-2 0-16 0,-3 0-2 16,6 3-1-16,0 0 0 0,0-1-17 0,3 1 0 16,-3 2 0-16,0 0 0 0,3 1 15 0,-3-1-4 15,0 0-1-15,0 1 0 0,3-1-10 0,0 0 0 0,-3 3 0 16,3-3 0-16,0 1 0 0,-3-1-12 0,2 3 2 0,1-3 1 16,0 1 9-16,0 1 11 0,-3-4-3 0,0 2 0 15,3 1-8-15,-3-4 0 0,0 1 0 0,0 2 0 16,0-2 0-16,-3 0 0 0,-3-3 0 0,6 2 0 15,0 1 0-15,0 0-11 0,-6-3 1 0,3 0 0 16,3 0 10-16,0 0 0 0,-3 0 0 0,3 0 0 16,0-3 0-16,-4 0 14 0,4 1-3 0,0-1-1 15,-3 0-10-15,3-2 0 0,0 2 0 0,-3-2 0 16,3-3 0-16,0 3 0 0,0-3 0 0,0 0 0 16,0 0 10-16,0 0 0 0,0 0 0 0,0 0 0 15,0 0-21-15,0 0-4 0,3 0-1 0,-3 0 0 16,0 1-138-16,0-1-28 0,0 0-6 0,-1 2-893 15</inkml:trace>
  <inkml:trace contextRef="#ctx0" brushRef="#br0" timeOffset="90355.179">18020 8412 806 0,'0'0'17'0,"0"0"4"0,0 0 1 0,0 0 2 0,0 0-24 0,0 0 0 0,0 0 0 15,0 0 0-15,0 0 107 0,0 0 17 0,0 0 3 0,0 0 1 16,0 0-52-16,0 0-9 0,0 0-3 0,0 0 0 15,0 0 0-15,0 0 0 0,0 0 0 0,0 0 0 16,3 5 0-16,-3-5 0 16,3 5 0-16,-3 1 0 0,0-6 0 0,3 5 0 0,0 0 0 0,-3 0 0 15,0-5-12-15,0 6-2 0,3-1-1 0,-3 0 0 16,0 3-27-16,0-3-6 0,0 1 0 0,0-1-1 16,0 3 39-16,3-3 8 0,-3 1 2 0,0 2 0 15,0-3-53-15,0 0-11 0,0 3 0 0,0-3 0 16,0 3 0-16,0-2 16 0,0 2-3 0,0-1-1 15,0 1-12-15,0 0-13 0,3 3 2 0,-3-1 1 16,0-2 23-16,0 6 5 0,0-4 1 0,0 3 0 16,3 1-31-16,-3 2-5 0,0-3-2 0,3 3 0 15,-3 0 19-15,0-1 0 0,0-1 0 0,0 2 0 16,0-3 0-16,0 3 0 0,0-3 0 0,0 0 0 16,0 0 0-16,0-2 0 0,0 2 0 0,0-2 0 15,0 2 0-15,-3-2 0 0,3-1 0 0,0 1 0 0,0-3 0 0,-3 2 0 16,3 1 0-16,-3-3 0 0,0 2 16 0,3-2 6 15,0 3 2-15,-3-3 0 0,3 5-39 0,0-2-7 16,-3-1-2-16,3 3 0 0,0 1 24 16,0-1 0-16,0 0 0 0,3 3 0 15,-3-3 23-15,0 3 9 0,3-3 1 0,-3 1 1 16,0 1-3-16,3-1-1 0,-3-4 0 0,0 1 0 0,3-1-30 16,-3-2 0-16,0 3 0 0,3-3 0 0,-3-3 8 0,0 3-8 15,3-3 0-15,-3 3 0 0,0-2 0 0,3-4 0 16,-3-2 0-16,0 6 0 0,3-1 0 0,-3-5 0 15,0 3 9-15,0-3-9 0,0 0 0 0,0 0 0 16,0 0 0-16,0 0 0 16,3 5-93-16,-3-5-11 0,0 0-3 0,3 0-1066 0</inkml:trace>
  <inkml:trace contextRef="#ctx0" brushRef="#br0" timeOffset="92862.793">18064 9314 1267 0,'0'0'28'0,"0"0"5"0,0 0 2 0,0 0 1 0,0 0-36 0,0 0 0 0,0 0 0 0,0 0 0 16,0 0 58-16,0 0 5 0,0 0 1 0,0 0 0 16,0 0 0-16,0 0 0 0,0 0 0 0,-5 3 0 15,5-3 0-15,-6 5 0 0,6-5 0 0,-6 2 0 16,3 1 0-16,-3 0 0 0,6-3 0 0,-6 2 0 15,0 4 0-15,3-4 0 0,-6 1 0 0,3 0 0 16,0-1-52-16,0 1-12 0,0 0 0 0,0 2 0 16,0-2 0-16,-3-1 0 0,3 1 0 0,-3 2 0 15,3 0 0-15,-3-2 0 0,4 2 0 0,-4 1 0 0,0-1 0 0,3 0 0 16,-3 3 0-16,0 0 0 0,0 0 0 0,0 3 0 16,3-3 0-16,-3 2 0 0,0 1 0 0,0 2 0 15,-3-2 0-15,6 2 0 0,-3 0 0 0,1 0 0 16,2-2 0-16,0 2 0 15,0-2 0-15,0-1 0 0,0 1 0 0,0 2 0 0,0-2 28 16,0-1 2-16,0-2 1 0,0 3 0 0,0-1-31 0,0-2 0 16,-3 0-8-16,3 3 8 0,0-3-27 0,0 0 2 15,-3 0 0-15,3 0 0 0,-3-1 39 0,4 1 8 16,-1-2 2-16,0 2 0 0,0 0-24 0,-3-3 0 0,3-2 0 0,-3 4 0 16,3-4 0-16,-3 2 0 0,3 1 0 0,-3 2 0 15,3-3 0-15,-3 0 0 0,0 0 0 0,3 3 0 16,-3-2 0-16,0 2 8 0,3-3-8 0,-5 0 0 15,5 3 0-15,-3 0 0 0,0-3 0 0,0 3 0 16,3 0 35-16,-3-2 2 0,0 2 1 0,0-1 0 16,3 1-30-16,0 0-8 0,0-2 0 15,0 2 0-15,0-1 0 0,0 1 0 0,0-2 0 16,0 2 0-16,4-3 0 0,-4 3 0 0,3-5 0 0,-3 2 0 16,3 0 0-16,0-2 0 0,0 2 0 0,3-5 0 15,-3 5 0-15,0 1 0 0,0-1 0 0,0-2 0 16,3 2 0-16,0-5 0 0,0 0 0 0,-3 3 0 15,3-3 0-15,-3 5-15 0,3-5 4 0,0 0 1 16,-3 5-35-16,3-5-7 0,0 0-2 0,0 0 0 31,0 0-8-31,0 0-2 0,0 0 0 0,0 0-614 0,0 0-123 0</inkml:trace>
  <inkml:trace contextRef="#ctx0" brushRef="#br0" timeOffset="93916.675">18088 9330 1292 0,'0'0'28'0,"0"0"7"0,0 0 1 0,0 0 0 0,0 0-36 0,0 0 0 0,0 0 0 0,0 0 0 15,0 0 118-15,0 0 17 0,0 0 3 0,0 0 1 16,0 0-15-16,0 0-4 0,0 0 0 0,0 0 0 15,0 0-36-15,0 0-8 0,0 0-2 0,0 0 0 16,0 0-31-16,0 2-7 0,3 4 0 0,0-1-1 16,0 0-15-16,0-2-4 0,0 2 0 0,0 1 0 15,0-1 0-15,0-3-1 0,0 6 0 0,3-2 0 16,-3-1-6-16,3 3-1 0,0-3 0 0,0 1 0 16,0 1 0-16,0-1 0 0,0 2 0 0,3-3 0 15,-3 3 0-15,0 0-8 0,2-3 12 0,1 3-4 16,0-3 9-16,3 3 2 0,0-2 0 0,0 4 0 15,0-5-19-15,0 3-11 0,3 3 2 0,0-3 0 16,0 5 9-16,-1-5 12 0,1 3-2 0,0-1-1 16,0 1-19-16,0 2-4 0,0-2-1 0,0-1 0 15,0 1 15-15,-3-1 0 0,2 1 0 0,-2-3 0 16,0 0 0-16,0 0 0 0,-3 0 0 0,3 0 0 16,0 0 0-16,-3-3 0 0,0 6 0 0,-3-4 0 0,3-1 0 15,-3 2 0-15,2-3 0 0,1 3 0 0,-3-3 0 0,0 1 0 16,3-4 8-16,-3 6-8 0,0-3 0 0,0 1 0 15,0 2 8-15,0-3-8 0,0 0 10 0,0 0-2 16,0 1 0-16,0 2 0 0,0-3-8 0,0 0 0 16,0 1 0-16,0 2 0 0,0-1 0 0,0-1 0 15,-1 2 0-15,1-3 0 0,0 0 0 0,0 3 0 0,0 0 0 0,0 0 0 16,0-3 0-16,0 3 0 0,0 0 0 0,0 0 0 16,0-3 33-16,0 3 2 0,0-2 0 0,0 2 0 15,0-3-20-15,0 3-4 0,0-5-1 0,-3 2 0 16,3 0-10-16,0-2 10 0,-3 2-10 0,3 0 10 15,-3-2-10-15,2 2 0 0,-2-2 0 0,0 2 0 16,0-2 8-16,0 0-8 0,-3-3 0 0,3 5 8 16,0-3-8-16,0 4 0 0,-3-6 0 0,3 2 0 15,-3-2 0-15,0 0 0 0,0 0 0 0,0 0 0 16,0 0 0-16,3 3-11 0,-3-3 1 0,0 0 0 16,0 0-40-1,0 0-8-15,0 0-2 0,0 0 0 0,0 0-188 0,0 0-37 0</inkml:trace>
  <inkml:trace contextRef="#ctx0" brushRef="#br0" timeOffset="94774.71">18844 10010 1198 0,'0'0'34'0,"0"0"7"0,0 0-33 15,0 0-8-15,0 0 0 0,3 2 0 0,-3-2 84 0,0 8 14 16,0-8 3-16,3 6 1 0,-3-6-25 0,0 5-5 15,0-5 0-15,3 5-1 0,-3-5-15 0,0 6-4 16,0 2 0-16,0-3 0 0,0 0-7 0,0 3-1 16,-3-5-1-16,3 5 0 0,-3-3-2 0,0 0 0 15,-3 3 0-15,3-3 0 16,0 1-7-16,-3 2-2 0,1-3 0 0,-1 0 0 0,0 3-5 0,-3-3-2 16,0 1 0-16,0-1 0 0,0 3 19 0,0-3 4 15,-3 3 1-15,0 0 0 0,0 0-39 0,3 0-10 16,-3 3 0-16,1-1 0 0,-4 1 0 0,3 2 0 15,0 0 0-15,0 3 0 0,3 0 0 0,-3 0 0 16,3 0 0-16,-3 0 0 0,3-1 0 0,-3 4 0 0,3-6 0 0,-2 3 0 16,2 0 0-16,-3-3 0 15,3 0-10-15,-3 1 10 0,0-1 0 0,3 0 0 0,-3-2 0 0,0-1 10 16,0 1-10-16,0-3 0 0,4 2 0 0,-4-2 0 16,0 0 0-16,0 3 8 0,3-3-8 0,-3 0 0 15,3-3 0-15,0 3 0 0,0 0 0 0,0 0 0 16,3 0 0-16,-3-3 0 0,3 3 0 0,0 0 0 15,0 0 0-15,4 0 0 0,-4-3 0 0,3 3 0 16,0 0 0-16,0-3 0 0,0 1 0 0,3-6 0 16,0 5 0-16,-3 0 0 0,3-5 12 0,0 0-4 15,0 0-8-15,0 0-9 0,0 0 9 0,0 0-13 16,0 0 13-16,0 0 0 0,0 0 0 0,0 0 0 16,0 0-156-16,6-2-29 15,0-4-6-15,0 1-794 0</inkml:trace>
  <inkml:trace contextRef="#ctx0" brushRef="#br0" timeOffset="95871.208">17371 10015 1267 0,'0'0'28'0,"0"0"5"0,0 0 2 0,0 0 1 0,0 0-36 0,0 0 0 16,0 0 0-16,0 0 0 0,0 0 89 0,0 0 11 0,0 0 3 0,0 0 0 15,0 0-8-15,0 0-2 0,0 0 0 0,0 0 0 16,0 0-11-16,0 0-2 0,0 0-1 0,3 5 0 16,0-2-23-16,0 2-4 0,0 1 0 0,0-1-1 15,-3-5 5-15,3 8 2 0,0 0 0 0,0 0 0 16,3 0-58-16,-3 0-11 0,3 0-2 0,0-1-1 15,3 1 22-15,-4 0 5 0,1 0 1 0,3 3 0 16,0-3-14-16,3 0 0 0,-3 0 0 0,3 2 0 16,0-2 16-16,3 0 0 0,0 0 0 0,0 3 0 15,2-1-16-15,-2 1 9 0,0 2-9 0,3-2 8 16,-3 2-8-16,0 0 8 0,-3 0-8 0,3 3 8 16,-1-3-8-16,-2 1 10 0,0-1-10 0,0 0 10 15,-3 3-10-15,0-3 0 0,3 0 0 0,-6 1 8 16,3-1-8-16,0 0 10 0,0-2-10 0,0-1 10 0,0 1 1 15,0 0 0-15,2-1 0 0,-2 1 0 16,3-3 2-16,0 0 1 0,0-3 0 0,3 3 0 0,-3 0-14 16,0-3 8-16,3 0-8 0,-3 1 0 15,2-1 14-15,-2-2-3 0,0-1-1 0,0 3 0 0,0-2-10 16,0 0 10-16,0-1-10 0,0 4 10 0,0-4-10 0,-3 1 10 16,0 2-10-16,-1-2 10 0,1 0-10 0,0 2 10 15,0-2-10-15,0-1 10 0,-3 1-10 16,0-1 12-16,3 4-12 0,-3-4 12 0,-3 1-4 0,3 0 0 0,0 2 0 15,-3-2 0-15,3-1-8 0,-3 1 12 0,0 2-12 0,0-2 12 16,0 2-12-16,0-2 0 0,0-1 9 16,0 4-9-16,0-4 8 0,-3-2-8 0,3 3 8 0,0 2-8 15,0-2 0-15,0 2 8 0,-3-5-8 0,2 6 0 16,1-4 0-16,-3-2 8 0,3 5-8 0,-3-5 0 16,6 3 8-16,-6-3-8 0,3 5 10 0,0 1-10 15,-3-6 0-15,0 0 0 0,3 2 0 0,-3-2 0 16,0 0 0-16,0 0 0 0,3 6 0 0,-3-6 0 15,0 0 0-15,0 0-15 0,0 0 3 0,0 0 1 32,3-3-97-32,0-2-20 0,0-1-4 0,0-2-694 0,0 1-138 0</inkml:trace>
  <inkml:trace contextRef="#ctx0" brushRef="#br0" timeOffset="96759.233">18005 9909 1404 0,'0'0'31'0,"0"0"6"0,0 0 2 0,0 0 0 0,0 0-31 0,0 0-8 0,0 0 0 0,0 0 0 15,-6-2 129-15,6 2 25 0,-3-3 5 0,3 3 1 16,0 0-38-16,-3-3-7 0,3 3-2 0,0 0 0 15,-3-2-32-15,3 2-6 0,0 0-2 0,0 0 0 16,0 0-7-16,0 0-2 0,0 0 0 0,0 0 0 16,0 0-51-16,0 0-13 0,-3 5 0 0,0 3 0 15,0 2 0-15,3 1 0 0,-3 2 0 0,3 1 0 0,0 1 0 0,0 4 0 16,0-3 0-16,0-3 0 0,0 3 0 16,0-3 0-16,3 0 0 0,-3 1 0 0,3-1 0 0,0-3 0 15,3 1 0-15,-3 0 0 0,3-3 0 0,0-1 9 16,0 1-9-16,0-2 8 0,0-1-19 0,-3 0-4 15,3-2-1-15,0 0 0 0,-3-1 7 0,-3-2 1 0,6 0 0 16,0 0 0-16,-3 0 8 0,-1 0 0 16,4-2 0-16,-3-1 0 15,-3 3 0-15,3-5 0 0,0 2 0 0,-3-2 0 0,6-3 0 0,-6 2 0 0,3 1 0 16,0-3 8-16,-3 0 0 0,3 0 1 0,-3 0 0 0,3 0 0 16,-3 1 2-16,3-1 0 0,-3 0 0 0,3 2 0 15,0 1-3-15,-3 0-8 0,0 5 12 0,3-5-4 16,-3 5-8-16,0 0 0 0,0 0 0 0,0 0 8 15,3 0-8-15,-3 0 0 0,6 2 0 0,-3 1 0 16,0 2 0-16,3 0 0 0,-3 3 0 0,0-2 0 16,0 2 0-16,3-1 0 0,-3 1 0 0,3 3 0 15,-3-3 0-15,3 0 0 0,0-3 0 0,0 3 0 16,-3-3-10-16,3 1-1 0,0-1 0 0,-1-2 0 16,-2-1 11-16,-3-2 0 0,6 3 0 0,-6-3 0 15,0 0 0-15,0 0 0 0,3 0 0 0,-3 0 0 16,0 0 11-16,0 0 4 0,6-3 1 0,-6 3 0 15,3-5 2-15,-3 0 1 0,0-3 0 0,0 2 0 16,0-1-5-16,0-4-1 0,0 3 0 0,0-3 0 0,0-2-13 16,0-3 0-16,0 0 0 0,0-2 0 15,0-1 18-15,0-2-2 0,3 0-1 0,-3 0 0 16,0 2-115-16,3 1-22 0,0-3-5 0,-3 2-1127 16</inkml:trace>
  <inkml:trace contextRef="#ctx0" brushRef="#br0" timeOffset="97698.689">17850 9102 1497 0,'0'0'32'0,"0"0"8"0,0 0 0 0,0 0 4 0,0 0-36 0,0 0-8 0,0 0 0 0,0 0 0 16,0 0 104-16,0 0 20 0,0 0 3 0,0 0 1 15,0 0-52-15,0 0-9 0,0 0-3 0,0 0 0 16,0 0 0-16,0 0 0 0,0 0 0 0,0 0 0 0,0 0 0 0,0 0 0 16,0 0 0-16,0 0 0 15,-3 8-51-15,3 0-13 0,0-3 0 0,0 6 0 0,0-3 0 0,3 3 0 16,0-1 0-16,0 3 0 0,0-2 0 0,3 2 0 16,0-2 0-16,0 2 0 0,0-2 0 0,0-1 0 15,3 1 0-15,-3-1 0 0,3-2 0 16,0 0 0-16,0 0 0 0,-1 0 0 0,4-3 0 0,-3 1 0 15,0-1 0-15,0 0 0 0,0 0 20 0,3-2 2 16,-3 0 0-16,0-1 0 0,0-2-14 0,-3 3-8 16,3-3 10-16,3 3-10 0,-4-3 13 0,1 0-3 15,0-3-1-15,0 3 0 0,0-3 0 0,0 3 0 0,-3-2 0 16,3-1 0-16,0-2-1 0,0 0-8 0,-3-1 12 0,3-2-4 16,0 0-8-16,-3 0 0 0,3-2 9 0,-3-1-9 15,2 1 0-15,1-4-8 0,0-1 0 0,3 1 0 31,-3-2-84-31,0 3-17 0,3-3-3 0,0 1-656 0,0 1-130 0</inkml:trace>
  <inkml:trace contextRef="#ctx0" brushRef="#br0" timeOffset="112646.876">17335 10042 836 0,'0'0'24'0,"0"0"4"0,0 0-28 0,0 0 0 0,0 0 0 0,0 0 0 15,0 0 108-15,0 0 16 0,0 0 4 0,0 0 0 16,0 0-52-16,0 0-9 0,0 0-3 0,0 0 0 15,0 0 0-15,0 0 0 0,0 0 0 0,0 0 0 16,0 0 0-16,0 0 0 0,0 0 0 0,0 0 0 16,0 0-51-16,0 0-13 0,0 0 0 0,0 0 0 15,0 0 54-15,0 0 8 0,0 0 2 0,0 0 0 0,0 0-52 16,0 0-12-16,0 0 0 0,0 0 0 0,0 0 54 16,-6 5 8-16,6-5 2 0,0 0 0 15,0 0-52-15,0 0-12 0,0 0 0 0,-6 0 0 0,6 0 0 0,0 0 0 16,-6 3 0-16,0-3 0 15,6 0 0-15,-6 2 0 0,0-2 0 0,6 0 0 0,-5 3 54 0,5-3 8 16,-3 0 2-16,-3 0 0 0,0 0-52 0,0 0-12 16,0 2 0-16,0-2 0 0,0 0 0 0,0 0 0 15,-3 0 0-15,0 0 0 0,3 0 0 0,0 0 0 16,-3 0 0-16,3 3 0 0,-6-3 0 0,3 0 0 0,-3 0 0 16,4 0 0-16,-4 0 54 0,0 3 8 0,0-3 2 15,-3 0 0-15,3 0-56 0,-3 0-8 16,3 0 0-16,-3 0-10 0,3 0 10 0,1-3 11 0,2 3-3 0,-3 0 0 15,0-3-8-15,3 3 8 0,-3-2-8 0,0 2 8 16,0 0-8-16,0 0 0 16,-3 0 9-16,3 0-9 0,-2 0 0 0,-1 0 8 0,0 0-8 15,0 0 0-15,0 0 0 0,0 0 0 0,0 0 0 0,0 0 8 16,1 0-8-16,-4 0 0 0,3 0 0 0,0 0 8 16,0 0-8-16,0 2 0 0,0-2 0 0,3 0 0 15,0 0 0-15,1 0 0 0,-1 0 0 0,3 0 0 16,0-2 0-16,0 2 0 0,0 0 0 0,3 0 0 15,-3 0 0-15,3 0 8 0,0 0-8 0,-3-3 0 16,0 3 0-16,3 0 0 0,0 0 0 0,0 0 0 16,-3 0 0-16,4 3 0 0,-4-3 0 0,0 0 0 15,3 0 0-15,-3 0 0 0,0 0 0 0,0-3 0 16,3 3 0-16,-3-2 0 0,0 2 0 0,0 0 0 0,3 0 0 0,0 0 0 16,-3 0 0-16,3-3 0 0,0 3 0 15,0 0 0-15,1 0 0 0,-4 3 0 0,3-6 0 0,0 3 0 16,3 0 0-16,-3 0 0 0,6 0 0 0,-6 0 0 15,-3 0 0-15,3 0 0 0,6 0 0 0,0 0 0 16,-3 0 0-16,-3 0 0 0,6 0 0 0,-6 0 0 16,6 0 0-16,0 0 0 0,0 0 0 0,-3 0 0 15,-3 0 0-15,6 0 0 0,0 0 0 0,-6 0 0 0,6 0 0 0,0 0 0 16,-6 3 0-16,3-3 0 0,3 0 0 16,-3 0 8-16,3 0-8 0,0 0 0 0,0 0 8 0,0 0-8 15,0 0-13-15,0 0-7 16,0 0-2-16,0 0 0 0,0 0 22 0,0 0 0 0,0 0 0 15,0 0 0-15,0 0 0 0,0 0 0 16,-6 0 0-16,6 0 0 0,0 0 0 0,-6-3 0 0,6 3 0 0,0 0 0 16,-3 0 0-16,3 0 0 0,-6-5 0 0,0 2 0 15,3 0 0-15,3 3 0 0,-5-2 0 0,5 2 0 16,-3-6 0-16,0 4 0 0,0-4 0 0,-3 1 0 16,3 0 0-16,0 0 0 0,0-3 0 0,0 0 0 15,0 0 0-15,0 0 0 0,0-3 0 0,0 1 0 16,-3-4 0-16,3 4 0 0,0-3 0 0,-3-1 0 15,3 4 0-15,0-3 0 0,-3-1 0 0,3-2 0 16,0 6 0-16,0-3 0 0,0 2 0 0,0 0 0 16,3-2 23-16,-3 5 9 0,0-2 1 0,3-1 1 15,-3 1-34-15,3-1 0 0,0 0 0 0,0 3 0 16,0-2-23-16,0 2-8 16,0 0-1-16,0 0-1 0,3 0 33 0,-3-3 0 0,0 4 0 0,3-4 0 15,-3 3 0-15,3 0 0 0,-3-3 0 0,3 4 0 16,-3-4 0-16,3 3 0 0,-3-5 0 0,0 2 0 0,3 1 44 15,-3-1 16-15,0-2 4 0,0 0 0 0,0-1-52 0,0 1-12 16,0 0 0-16,-3 0 0 0,0-1 0 0,3 1 0 16,-3 0 0-16,0 0 0 0,0 0 0 0,0 2 0 15,0-2 0-15,0 2 0 0,0 1-10 0,0-4-5 16,0 4-1-16,-3-4 0 0,3 4 26 0,0-3 5 16,0-1 1-16,1 1 0 0,-1-3-16 0,0 3 0 15,0-3 0-15,0 0 0 0,0 0 0 0,3 1 0 0,0-4 0 16,-3 1 0-16,3-4 0 0,0 4 0 15,0-1-12-15,0 1 12 0,0 2 0 0,0-3 0 0,3 4 8 0,-3-1-8 16,0 0 0-16,0 3 0 16,0-3 0-16,0 5 0 0,0-2 0 0,0 0 0 0,0-1 0 0,0 1 0 15,0 3 21-15,0-4-1 0,0 4-1 0,0-3 0 16,0-1-19-16,0 1 8 0,0 0-8 0,0-3 0 16,0 0 8-16,0 0-8 0,0 0 0 0,0 1 0 15,0-4 9-15,0 3-9 0,0 0 0 0,0 0 9 16,0 0-29-1,0 1-5-15,0 1-2 0,0-2 0 0,0 3 27 0,0 0 0 0,0 2 0 0,0-2 0 16,0 3 25-16,0-4 11 0,0 1 1 0,0 3 1 16,0-4-38-16,-3 4 0 0,3-3 0 0,0-1-8 15,0 1 8-15,-3 0 0 0,3-3 0 0,0 0 0 16,0 0 0-16,0-2 0 0,0-1 0 0,0 1 0 0,0-1 0 16,0-2 0-16,0 2 0 0,0 1 0 0,0-1 0 0,0 4 0 15,0-1 0-15,0-3 8 0,0 6-8 0,0-3 0 16,0 0 0-16,0 3 8 0,0-3-8 0,0 3 0 15,0-3 0-15,0 0 0 0,0 0 0 0,0 0 0 16,0-2 0-16,0-1 0 0,0-2 0 0,0 3 0 16,0-4 0-16,0 1 0 0,0 0 0 0,0 0 0 15,0 0 0-15,-3 0 0 0,3 2 0 0,0 3 0 16,-3-2 0-16,3 2 0 0,0 0 0 0,-3 0 0 16,3 0 0-16,-3 3 0 0,0-3 0 0,3 0 0 15,-3 3 0-15,3-3 0 0,-3-2 0 0,3-1 0 16,0 0 0-16,-3-2 0 0,3 0 0 0,0-3 0 15,-3 3 0-15,0-3 0 0,3 6 0 0,0-3 0 16,-3 0 0-16,3 5 0 0,-3-3 0 0,3 3 0 16,-3 0 0-16,3 0 8 0,-3-2-8 0,0 2 0 0,0 3 0 0,0 0 0 15,0-3 0-15,3 3 8 0,-3-6-8 0,0 3 0 16,0-2 0-16,3-4 0 0,-3 1 0 0,0 0 8 16,3 0-8-16,0-3 0 0,-3 3 0 0,3 0 0 15,0 0 0-15,0 5 0 0,0-3 0 0,0 3 0 16,0 0 0-16,0 3 0 0,0 0 0 0,0 0 0 15,0 2 0-15,0 1 0 0,0-4 0 0,0 4 8 16,0-1-8-16,0 1 0 0,0-1 0 0,0 0 0 16,0-2 0-16,0 3 0 0,0-4 0 0,0 1 8 15,3 0-8-15,-3-3 0 0,0 3 0 0,3-3 0 16,-3 0 0-16,0 3 0 0,3-3 0 0,-3 0 8 16,3 0-8-16,-3 0 0 0,3 3 0 0,0 0 0 15,-3 0 0-15,3 2 0 0,0-2 0 0,-3 2 8 16,3 3-8-16,0-2 0 0,-3-1 0 0,3 3 0 15,0 0 0-15,-3-2 0 0,3 2 0 0,-3 0 0 0,3 0 0 0,-3 0 0 16,3 0 0-16,-3 0 8 0,0 0-8 0,0 0 0 16,0 0 0-16,0 0 0 0,3 0 0 0,-3 0 0 15,0 1 0-15,0-4 8 0,0 3-8 0,0-3 0 16,3 1 0-16,-3-3 0 0,0 5 0 0,0-6 0 16,0 4 0-16,0-3 8 0,0 2-8 0,3-2 0 15,-3 2 0-15,0 1 0 0,0-1 0 0,0 0 0 16,0 1 0-16,0-1 8 0,0 3-8 0,3-2 0 0,-3 2 0 15,0 0 0-15,0 0 0 0,0 0 0 0,0 0 0 0,0 0 8 16,0 0-8-16,0 3 0 16,0 0 0-16,0-3 0 0,0 2 0 0,3 1 0 0,-3-3 0 15,0 3 0-15,3 0 0 0,-3-3 0 0,0 2 0 16,0 1 0-16,0 2 0 0,3-2 0 0,-3 0 0 0,0 0 8 16,0-1-8-16,0 1 0 0,0 5 0 0,0-3 0 15,0-2 0-15,0 5 0 0,0-5 0 0,0-1 0 16,0 1 0-16,0 5 0 0,0-5 0 0,0 0 8 15,0-1-8-15,0 1 0 0,0 0 0 0,0-1 8 16,0 6-8-16,0-5 0 0,-3 0 0 0,3-1 0 16,0 1 0-16,0 0 0 0,0 2 0 0,0-2 8 15,0 0-8-15,0-1 0 0,0 1 0 0,0 0 0 16,0 0 0-16,0-1 0 0,0 1 0 0,0 0 0 16,0-1 0-16,0 1 0 0,0 0 0 0,0 2 0 15,0-2 0-15,0 0 0 0,0-1 0 0,-3 1 0 16,3 2 0-16,0-2 0 0,0 2 0 0,0-2 0 0,0 0 0 0,0 2 0 15,0 3 0-15,0-5 0 0,0 0 0 0,0 5 0 16,0-6 0-16,0 6 8 16,0-5-8-16,0 5 0 0,0-3 0 0,0 3 0 15,0-5 0-15,0 5 0 0,0-3 0 0,0 3 0 0,0-5 0 16,0 5 0-16,0 0 0 0,0 0 0 0,0-5 0 0,0 5 0 16,0-3 0-16,0-2 0 0,0 5 0 0,0-3 0 15,0-2 0-15,0 0 0 0,0 2 0 0,0 3 0 16,0-5 0-16,0 2 0 0,0-2 0 0,0 2 0 15,0 3 0-15,0 0 0 0,0-5 0 0,0 5 0 16,0-3 0-16,0 3 0 0,0 0 0 0,0 0 0 16,0 0 0-16,0 0 0 0,0 0-18 0,0 0 2 0,-3-2 0 0,3 2 0 31,0 0-62-31,0 0-12 0,0 0-2 0,0 0-1 16,3-6-74-16,-3 6-14 0,3-2-3 0,0-4-952 0</inkml:trace>
  <inkml:trace contextRef="#ctx0" brushRef="#br0" timeOffset="113936.197">16487 9814 1375 0,'0'0'30'0,"0"0"6"0,0 0 2 0,0 0 1 0,0 0-31 0,0 0-8 0,0-5 0 0,0 5 0 16,0 0 116-16,0 0 23 0,0 0 4 0,0 0 1 0,0 0-38 0,0 0-7 15,0 0-2-15,0 0 0 0,0 0-33 0,0 0-8 16,0 0 0-16,0 0-1 0,-6 0-22 0,0 2-4 16,0-2-1-16,0 6 0 0,0-4-7 0,-3 4-1 15,3-4-1-15,-3 6 0 0,0-3-7 0,-3 3 0 16,4 0-1-16,-7 6 0 0,3-4-11 0,-3 1 0 15,0 2 9-15,0 0-9 0,3-2 0 16,0 2 0-16,0 0 0 0,0 0 8 0,1-2-8 0,5 0 0 16,-3-3-8-16,3 2 8 0,0-2 0 0,0 0 0 15,3 0 0-15,0-3 0 0,0 1 0 0,3-4 0 16,-3 4 0-16,3-6 0 0,3 5 0 0,-3-5 0 0,0 5 0 0,0-5 0 16,6 3 0-16,-6-3 0 0,3 5 0 0,3 0 0 15,0-2 0-15,-3 2 0 0,3-2 0 0,0 0 0 16,0-1 46-16,0 1 14 0,-1 2 4 0,1-2 0 15,0-3-42-15,3 2-8 0,-3 1-2 0,3 0 0 16,0-1 8-16,0 1 0 0,0-3 1 0,0 3 0 16,0-1-9-16,0 1-1 0,0 2-1 0,0-2 0 15,-3-3-10-15,3 5 0 0,-4-2 0 0,1-1 8 16,3 1-8-16,-3 0 0 0,0-1 0 0,3 1 0 16,-3 0-13-16,3 2-5 0,-3-2-1 0,3-1 0 15,-3 1-82 1,3 0-17-16,0-1-3 0,0 1-1 0,0 0-82 0,-3-1-16 15,8-2-3-15,-5-2-1 0</inkml:trace>
  <inkml:trace contextRef="#ctx0" brushRef="#br0" timeOffset="114669.42">17029 9645 1724 0,'0'0'38'0,"0"0"8"0,0 0 2 0,0 0 0 0,0 0-39 0,-6 0-9 0,0 0 0 0,6 0 0 0,-6 2 105 0,0 1 19 16,6-3 4-16,-6 3 1 0,0 2-1 0,0-2 0 15,0 2 0-15,0 0 0 0,0 0-102 0,0 1-26 16,0-1 0-16,3 3 0 0,-3 3 0 0,3-4 0 16,-3 4 0-16,0-3 0 0,3 3 0 0,0-1 0 15,-3 1 0-15,3-1 0 0,3 1 0 0,-2-1 0 16,2 1 0-16,0 2 0 0,0-2 0 0,2-1 0 15,-2 1 0-15,3 0 0 16,0-1 0-16,3 1 0 0,-3-3 0 0,3 2 0 0,0-4 0 0,0-1 0 16,0 0 0-16,0 0 0 0,0-2 0 0,3 0 0 15,0-3 0-15,0 0 0 0,-3-3 0 0,6 0 0 16,0 1 0-16,0-3 0 0,-1-1 0 0,4-2 0 16,0 0 0-16,0 3 0 0,0-3 48 0,0 0 5 0,-3-2 1 0,3 2 0 15,-3-3-20-15,-4 3-4 0,1-2-1 0,0 2 0 16,-3-3 3-16,3 3 1 0,-6-2 0 0,0 2 0 15,-3-3-6-15,0 3-2 0,0 0 0 0,-3-2 0 16,-3 2-10-16,0 0-3 0,0 2 0 0,-3-2 0 16,-2 3-12-16,2-3 11 0,-3 3-11 15,0 0 10-15,-3 2-10 0,3-2 0 0,-3 2 0 16,3 0 8-16,0 1-32 16,0 2-6-16,0-3-2 0,4 3 0 0,-4 0-25 0,3 0-6 0,0 0-1 15,0 0 0-15,3 0-160 0,-6 3-33 0,-12-1-7 16,9 1 0-16</inkml:trace>
  <inkml:trace contextRef="#ctx0" brushRef="#br0" timeOffset="127000.177">18249 10685 1267 0,'0'0'28'0,"0"0"5"0,0 0 2 0,0 0 1 0,0 0-36 0,0 0 0 16,0 0 0-16,0 0 0 0,0 0 109 0,0 0 15 0,0 0 4 16,0 0 0-16,0 0-52 0,0 0-9 0,0 0-3 0,0 0 0 15,0 0 0-15,0 0-1 0,0 0 0 0,0 0 0 16,0 0-14-16,0 0-2 0,-3 5-1 0,0 0 0 16,3-5-22-16,-3 5-4 0,0 1 0 0,-3 2-1 15,3-3 36-15,0 0 7 0,3 1 2 0,-3-1 0 16,0 3-64-16,3-3-15 15,0 0-1-15,-3 1-1 0,3 2 27 0,0-3 6 0,3 0 0 0,-3 3 1 16,0-3-3-16,0 3-1 0,3 0 0 0,-3 0 0 16,0-3-13-16,0 3-18 0,3 0 4 0,-3 0 1 15,0-2 13-15,0-1 0 0,0 3 0 0,0-3 0 16,3 3 13-16,-3-3 6 0,3 1 1 0,-3 2 0 16,0-3-20-16,3 0 0 0,-3 3 8 0,0-3-8 15,0 3 0-15,3-2 0 0,-3-1 0 0,0 3 0 16,0-3 0-16,0 3 0 0,0-3 0 0,0 3 0 15,0 0 0-15,0-2 0 0,0 1 0 0,0 1 0 16,0 0 8-16,0 3-8 0,0 0 0 0,0-4 0 16,0 7 0-16,0-4 0 0,3 4 0 0,-3 1 0 15,0-1-16-15,0 1-6 0,0-1-2 0,0 2 0 16,3-1 24-16,-3-1 0 0,0 2 0 0,0-3 0 0,3 0 0 0,-3 0 0 16,0-2 0-16,0 2 0 0,3-2 0 15,-3-1 0-15,0 1 0 0,0-3 0 0,0 0 0 0,0 2 0 16,0-2 0-16,0 3 0 0,0-3 0 0,0 0 0 15,0 2 0-15,0-2 0 0,0 0 0 0,0 0 0 16,0 0 0-16,0 0 0 0,0 0 0 0,0 0 0 16,0 2 0-16,-3 1 0 0,3 0 0 0,0-1 0 15,-3 1 0-15,3 2 0 0,-3-2 0 0,3-1 0 16,0 3 0-16,-3-2 0 0,3 0 0 0,0-1 0 0,0 3 0 0,0-2 0 16,0 0 0-16,0-1 0 0,0 1 0 15,0-1 0-15,0-2 0 0,0 3 0 0,0-3 0 0,3 0 0 16,-3 0 0-16,0-3 0 0,0 0 0 0,3 0 0 15,-3 3 0-15,0-2 0 0,3-1 0 0,-3 0 0 16,0-5 0-16,0 6 0 0,3-1 0 0,-3-5 0 16,0 5 0-16,0-5 0 15,0 5 0-15,3 1 0 0,-3-6 47 0,0 8 13 0,0-6 4 0,0 4 0 16,0-6-52-16,0 8-12 0,0-3 0 0,0-5 0 16,0 3 0-16,0 2 0 0,0-5 0 0,0 8 0 15,0-6 0-15,0-2 0 0,0 6 0 0,0-6 0 16,0 0 0-16,0 8 0 0,0-8 0 0,0 0 0 15,0 5 0-15,0-5 0 0,0 0 0 0,0 0 0 16,0 0 0-16,0 0 0 0,0 0 0 0,0 0 0 16,0 0 0-16,0 0 0 0,6 0 0 0,0 0 0 15,0-3-202-15,0 1-43 0</inkml:trace>
  <inkml:trace contextRef="#ctx0" brushRef="#br0" timeOffset="128166.749">17422 11894 836 0,'0'0'24'0,"0"0"4"0,0 0-28 0,0 0 0 0,0 0 0 0,-3-3 0 16,3 3 108-16,-6-3 16 15,6 3 4-15,0 0 0 0,0 0-52 0,-6-2-9 0,6 2-3 0,0 0 0 16,0 0 0-16,0 0-1 0,0 0 0 0,0 0 0 15,0 0-19-15,0 0-3 0,0 0-1 0,0 0 0 16,0 0-12-16,0-5-2 0,0 5-1 0,3-3 0 16,3 0-25-16,0 1 0 0,-3-1 0 0,2 0 0 15,4 1 0-15,-3-1 0 0,6 3 0 0,-3-3 0 16,3 1 0-16,3-1 0 0,-3 0 0 0,6 1 0 16,0 2 56-16,-1-3 7 0,4 0 1 0,0 3 0 15,0 0-52-15,3-2-12 0,-3 2 0 0,-1 0 0 16,-2 0 0-16,0 0 0 0,3-3 0 0,0 1 0 15,-3 2 8-15,3-3 0 0,-1 3-8 0,4-3 12 16,0 1-12-16,3 2 11 0,0-3-11 0,-1 3 10 16,1 0-10-16,3 3 10 0,-3-3-10 0,-1 0 10 15,-2 2 0-15,-3-2 0 0,0 0 0 0,0 0 0 16,0-2 2-16,-1 2 1 0,1 0 0 0,0 0 0 16,6-3 9-16,0 3 2 0,0 0 0 0,-1 0 0 15,4 0-24-15,-3 0 0 0,0 0 0 0,-4 0 0 0,4 0 0 0,-3 0 0 16,-3 0 0-16,0 0 0 0,-3 0 0 0,-1 0 0 15,4 0 0-15,-3-3 0 0,0 1 0 0,3 2 0 16,0 0 0-16,3-3 0 0,-4 3 21 0,4-3 0 16,0 3 0-16,-3 0 0 0,3 0-13 0,-4 0-8 15,1 0 10-15,0 0-10 0,-3 0 13 0,0 3-3 16,-3-3-1-16,0 0 0 0,-3 0 2 0,2 0 0 16,-2 0 0-16,0 0 0 0,0 0-11 0,0 0 12 15,0 0-12-15,0-3 12 0,0 3-12 0,3 0 0 16,-6 0 9-16,2 0-9 0,4 0 0 0,-3 0 0 15,3 0 0-15,-3-2 8 0,3 2-8 0,-3 2 0 0,3-2 0 0,0 0 0 16,-3 0 0-16,2 3 0 16,1-3 0-16,-3 3 0 0,3-3 0 0,-3 0 0 0,0 2 0 0,0-2 8 15,0 3-8-15,0-3 0 0,-3 0 0 0,-1 0 0 16,1 0 0-16,0 0 0 0,-3 0 0 0,3 0 0 16,-3 0 0-16,3 0 0 0,-3 0 0 0,0-3 0 15,0 3 0-15,0-2 0 0,0 2 0 0,0 0 0 16,3 0 0-16,-6-3 0 0,6 0 0 0,-3 3 0 15,0 0 0-15,0-2 0 0,-1 2 0 0,1 0 0 16,0-3 0-16,3 3 8 0,-3-3-8 0,-3 3 0 16,3-2 0-16,3 2 0 0,-3 0 0 0,0 0 0 15,3 0 0-15,-3-3 0 0,0 3 0 0,3-2 8 16,-3 2-8-16,0 0 0 0,0-3 0 0,-6 3 0 16,6 0-13-16,-6 0-4 0,0 0-1 0,0 0 0 15,3-3-98-15,-3 3-20 16,0 0-4-16,0 0-865 0</inkml:trace>
  <inkml:trace contextRef="#ctx0" brushRef="#br0" timeOffset="130254.543">17427 11836 1728 0,'0'0'38'0,"0"0"8"0,0 0 2 0,0 0 0 0,0 0-39 0,0 0-9 0,-5 0 0 0,5 0 0 16,-9 2 53-16,3 1 9 16,0-1 2-16,0 4 0 0,6-6-2 0,-6 2 0 0,0 1 0 0,-3 2 0 15,3-2-48-15,0 0-14 0,0 2 0 0,-3-2 8 16,3-1 1-16,-3 1 1 0,0-3 0 0,0 3 0 16,-3-1-10-16,4 1 0 0,-1-3 0 0,0 5 8 15,-3-5-8-15,3 3 0 0,3-3 0 0,-3 2 0 16,3 1 0-16,0 0 10 0,0-3-10 0,6 0 10 15,-6 2 0-15,6-2 0 0,0 0 0 0,0 0 0 16,0 0-2-16,0 0-8 0,0 0 12 0,0 0-4 16,0 0 0-16,0 6 0 0,-3-1 0 0,3-5 0 15,0 5 0-15,0-5-8 0,0 0 12 0,3 8-4 16,0-5-8-16,-3 2 0 0,3 0 0 0,-3 1 0 16,3-1 8-16,-3 3-8 0,3-3 8 0,0 0-8 15,-3 1 8-15,3 2-8 0,0-3 8 0,0 3-8 16,-3-3 8-16,3 3-8 0,0 0 8 0,-3-3-8 15,3 3 0-15,0 0 0 0,0-2 8 0,0 2-8 16,0-1 0-16,0 1 0 0,0 0 0 0,0 0 8 16,3 0-8-16,-3 0 0 0,0-3 0 0,0 3 0 0,0 0 0 15,0 3 0-15,0-3 0 0,0 2 0 0,-1 1 0 0,1 2 0 16,-3-5 0-16,0 5 0 0,3-2 0 0,-3 0 0 16,0-1 0-16,0 3 0 0,0 1 0 0,0 1 8 15,3-1-8-15,-3 2 0 0,0-1 0 0,0-1 0 16,0 2 0-16,0-1 0 0,0 1 0 0,0-2 8 15,0 1-8-15,0-1 0 0,3-1 0 0,-3-3 0 0,3 4 0 16,-3-4 0-16,0 1 0 0,3-3 0 0,-3 0 0 16,0 2 0-16,0-2 0 0,0-2 0 15,0 2 8-15,3-1-8 0,-3-1 0 0,0 2 0 0,0-3 0 0,0 3 0 16,0 0 0-16,0-3 0 0,0 3 0 0,0 0 0 16,0 0 0-16,0 0 0 0,0-3 0 0,0 3 8 15,3 0-8-15,-3 0 0 0,0-3 0 0,0 3 0 16,0 0 12-16,0 0-4 0,0-3 0 0,0 3 0 15,0 0 31-15,0 0 5 0,0 0 2 0,0 3 0 32,0-3-60-32,0 0-12 0,0 0-2 0,0-1-1 0,0 1 29 0,0 0 0 0,0 0 8 0,0 0-8 15,0 0 9-15,0 0-9 0,0 0 0 0,0-3 9 16,0 3-9-16,3 0 10 0,-3-2-10 0,0-1 10 16,0 0-10-16,3 3 8 0,-3-3-8 0,0 1 8 15,3-1-8-15,0-2 0 0,-3-3 9 0,0 5-9 16,3 0 0-16,0-2 8 0,0-1-8 0,-3-2 0 15,6 6 0-15,-3-6 0 0,0 2 0 0,-3-2 8 16,6 3-8-16,0 0 0 0,-3-3 0 0,3 0 0 16,0 0 0-16,0 0 9 0,0 0-9 0,0 0 10 0,3 0-10 15,0-3 0-15,-1 3 0 0,1-3 0 0,3 1 0 0,0 2 0 16,0-3 0-16,3 0 0 0,0-2 0 0,0 2 0 16,6 1-10-16,-4-1 10 0,1 1 0 0,3-4 0 15,-3 4 0-15,3-1 0 0,0 0 0 16,0 1 0-16,-4-1 0 0,1 0 0 0,0 1 0 0,0-1 0 15,0 3 0-15,0 0 0 0,3-3 0 0,-1 3 0 16,1 0 0-16,3 0 10 0,3 0-10 0,3 0 0 16,-1-2 0-16,-2 2 0 0,3-3 0 0,-3 1 0 15,2 2 0-15,-5-3 0 0,3 3 8 0,-6-3-8 0,3 3 0 0,0 0 8 16,-1 0-8-16,4 0 0 0,3 0 0 0,0 0-11 16,2 0 11-16,-2-2 0 0,3 2 0 0,0-3 0 15,-4 0 0-15,-2 3 0 0,0-2 0 0,-3 2 0 16,-3-3 0-16,2 3 0 0,1 0 0 0,0 0 0 15,3 0 0-15,0-3 0 0,2 3 0 0,-2 0 0 16,3-2 0-16,0 2 0 0,-3-3 0 0,-1 0 0 16,1 3 0-16,-3-5 0 0,0 5 0 0,-3-3 0 15,-4 1 0-15,4-1 0 0,0 3 0 0,0-2 0 16,3-1 0-16,0 0 0 0,2 3 0 0,1-5 0 16,0 5 0-16,-3-3 0 0,3 1 0 0,-1-1 0 15,-2 3 0-15,-3-3 0 0,0 1 0 0,-3-1 0 16,0 3 0-16,-4-3 0 0,1 1 0 0,-3-1 0 15,0 0 0-15,0 1 0 0,0-1 0 0,-3 1 0 16,3-4 0-16,-3 4 0 0,3-1 0 0,-3 0 0 16,-1 1 0-16,1-1 0 0,0 0 0 0,-3 3 0 15,3-2 0-15,-3-1 0 0,0 3 0 0,0-3 0 0,0 3 19 0,0-2 5 16,0 2 2-16,0-3 0 0,-3 3-26 0,-3 0 0 16,6-2 0-16,-6 2 0 0,6 0 0 0,0-3 0 15,-6 3 8-15,6 0-8 0,0 0 0 0,-6 0 0 16,3-3 0-16,3 3 0 0,-6 0 0 0,3-2 0 0,-3 2 0 0,5-3 8 15,1 0-8-15,-6 3 0 0,3-2 0 16,0-1 0-16,3 0 0 0,-6 3 0 0,0 0 0 0,3-5 0 16,0 2 0-16,-3-2 0 0,0 2 0 0,3-2 0 15,-3 0 0-15,0 2 0 0,0-2 8 0,0 0-8 16,0-1 0-16,0 1 0 0,0 0 9 0,-3-3-9 16,3 3 0-16,-3-1 9 0,3-2-9 0,-3 0 0 15,3 0 9-15,-3-2-9 0,3 2 0 0,0 0 9 16,-3-3-9-16,3 1 0 0,0-1 0 0,-3 1 0 15,3-4 0-15,0 1 8 0,0 0-8 0,0 0 0 16,0-3 0-16,0 0 0 0,0 0 0 0,0-2 0 16,0 2 9-16,0 0-9 0,-3-3 10 0,3 3-10 15,0 1 12-15,0 1-3 0,-3-2-1 0,3 3 0 16,-3 3-8-16,3-1 8 0,0 0-8 0,-3 1 8 16,3-1-8-16,0 1 0 0,0 2 0 0,0 0 8 15,-2 0-8-15,2 0 0 0,0 0 0 0,0 0 8 16,0 0-8-16,0 0 0 0,0-2 9 0,0 2-9 15,0-3 0-15,0 1 9 0,0-1-9 0,-3 0 0 0,3-2 8 16,-3 0-8-16,3-3 0 0,-3 3 0 0,0-3 14 0,3 0-4 16,-3 0-1-16,3 3 0 15,0-3-9-15,-3 0 8 0,3 3-8 0,0-3 8 0,0 3 1 0,0 0 0 16,0 2 0-16,0 3 0 0,0-3-1 0,3 4 0 16,-3-1 0-16,0 0 0 0,0 0-8 0,3 0 10 15,-6 3-10-15,6-1 10 0,-3 1-10 16,3-3 0-16,0 3 0 0,-3-1 8 0,3 1-8 0,0 0 0 15,-1 0 0-15,1 2 0 0,3-2 0 0,-6-1 0 16,3 4 0-16,-3 2 0 0,3-6 0 0,-3 6 0 16,0-2 0-16,0 2 0 0,0 0-9 15,0 0-4-15,3-6-1 0,-3 6 0 16,0 0-72-16,0 0-14 0,0 0-4 0,0 0-720 0,0 0-144 0</inkml:trace>
  <inkml:trace contextRef="#ctx0" brushRef="#br0" timeOffset="131484.034">17621 11492 1695 0,'0'0'37'0,"0"0"8"0,0 0 2 0,0 0 1 0,0 0-39 0,0 0-9 0,0 0 0 0,0 0 0 0,0 0 112 0,-3-6 20 16,3 6 4-16,-6-2 0 0,0-1-57 0,0 3-12 16,3 0-3-16,-3 0 0 0,-3 0 0 0,3 0 0 15,-3 0 0-15,0 0 0 0,-2 3 0 0,2-3 0 16,-3 2 0-16,-3 1 0 0,3 2-51 0,-3-2-13 15,3 2 0-15,0 0 0 0,-3 1 32 0,3-1 3 16,1 3 1-16,-1 0 0 0,3 0-25 0,-3 0-11 16,6 2 10-16,-3-2-10 0,3 3 8 0,3-1-8 15,-3 1 0-15,3 0 0 0,0-1 0 0,3 3 0 16,0-2 0-16,0 0 0 0,3-1 0 0,0 1 0 16,0-3 0-16,0 0 0 0,3 0 0 0,3 0-8 0,-3-3 8 15,3 3 0-15,0-6 0 0,0 4 0 0,0-1-8 16,2-2 8-16,1-1 0 0,3 1 0 0,-3 0 0 0,0-3 0 15,3 0 0-15,0 0 0 0,0 0 0 0,0 0 0 32,-1-3-79-32,1 0-18 0,0 1-4 0,-3-1-731 0,3-2-147 0</inkml:trace>
  <inkml:trace contextRef="#ctx0" brushRef="#br0" timeOffset="133644.825">18002 11579 1436 0,'0'0'32'0,"0"0"6"0,0 0 2 0,0 0 0 0,0 0-32 0,0 0-8 0,0 0 0 0,0 0 0 16,0 0 66-16,0 0 12 0,0 0 2 0,0 0 1 16,0 0-13-16,0 0-4 0,0 0 0 0,0 0 0 15,0 0 0-15,3 3 0 0,3-1 0 0,0-2 0 16,-3 3 0-16,3-1 0 0,0-2 0 0,-3 3 0 16,3 0-44-16,0-1-8 0,0-2-3 0,0 3 0 15,-4 2 4-15,4-2 1 0,3 0 0 0,-3 2 0 16,0 0-14-16,0 1 11 0,0-1-11 0,0 0 10 15,0 0-10-15,3 3 0 0,-3-2 0 0,0 2 0 16,0-1 33-16,-3-1 2 0,6 2 0 0,-3 0 0 16,-3-3-35-16,3 3 0 0,0 0 0 0,-3 0 0 15,3-3-25-15,0 3-12 16,-1-3-3-16,-2 3 0 0,0 0 13 0,3-3 3 0,-3 1 0 0,3 2 0 16,-3-6 24-16,3 4 0 0,-3-1 0 0,-3-5 0 15,6 3 0-15,-3-1 0 0,3 1 0 0,-6-3 0 0,6 3 0 0,-6-3 0 16,6 0 0-16,0 0 0 0,-6 0 0 0,6 0 0 15,0-3 0-15,0 3 0 0,0-5 0 0,0 2 0 16,-3 0 0-16,6-2 0 16,-3 0 0-16,3-1 0 0,-4 1 0 0,4-3 0 15,-3 0 14-15,3 0 8 0,3 0 2 0,0 0 0 0,-3-2-39 0,3-1-7 16,0-2-2-16,0-3-704 16,0 0-140-16</inkml:trace>
  <inkml:trace contextRef="#ctx0" brushRef="#br0" timeOffset="135786.331">18404 10706 1090 0,'0'0'31'0,"0"0"6"16,0 0-29-16,0 0-8 0,0 0 0 0,0 0 0 0,0 0 90 0,0 0 17 0,0-6 3 0,0 6 1 15,0 0-28-15,0 0-6 16,0 0-1-16,0 0 0 0,0 0-8 0,0 0-3 16,0 0 0-16,0 0 0 0,0 0-52 0,0 0-13 15,0 0 0-15,0 0 0 0,0 8 54 0,0 0 8 0,3 0 2 0,-3 3 0 16,0-3-52-16,0 2-12 0,3 1 0 0,-3 2 0 16,0 0 24-16,0 1 3 0,3-4 0 0,-3 3 0 31,0-2-43-31,0 0-9 0,3 2-2 0,-3-3 0 0,0 1 73 0,0 0 14 15,0-1 4-15,-3 1 0 16,3-1-74-16,-3 1-14 0,0-1-4 0,3 1 0 0,-3-3 28 0,0 3 0 0,3-3 0 0,-3-1 0 16,0 1 0-16,3 0 0 0,-3 0 0 0,3 0 0 15,-3 0 0-15,3 0 0 0,0-3-9 0,0 1 9 16,0-6-32-16,3 8-1 16,-3-6-1-16,0-2 0 0,3 6-116 15,-3-6-23-15,3 5-5 0</inkml:trace>
  <inkml:trace contextRef="#ctx0" brushRef="#br0" timeOffset="143359.901">18195 12161 1098 0,'0'0'24'0,"0"0"4"0,0 0 2 0,0 0 2 0,0 0-32 0,0 0 0 0,0 0 0 0,0 0 0 16,0 0 80-16,0 0 9 16,0 0 3-16,0 0 0 0,0 0-15 0,0 0-2 0,0 0-1 0,0 0 0 15,6 3-16-15,-3-1-3 0,-3-2-1 0,6 0 0 16,0 0-6-16,0 0-2 0,0 0 0 0,0 0 0 15,0 0-7-15,3 0-2 0,0 0 0 0,0-2 0 16,0 2-29-16,0-3-8 0,0 3 0 0,0 0 0 16,3-3 52-16,-1 3 10 0,-2 0 2 0,3-2 0 15,0 2-64-15,0-3 0 0,0 3-9 0,-3 0 0 16,3-3 9-16,-3 3 12 0,3 0-2 0,-3-2-1 16,-3 2-9-16,2 0 0 0,-2 0 0 0,-3 2 0 15,3-2 0-15,-6 0 0 0,0 0 0 0,0 0-11 16,0 0 11-16,0 0 0 0,0 0 8 0,0 0-8 15,0 6 0-15,3-1 0 0,-3-5 0 0,-3 5 0 16,0 1 0-16,0-1 0 0,-3 0 0 0,0 0 0 16,1 1 0-16,-4-1 0 0,0 0 0 0,0 3 0 15,0-5 0-15,-3 2-15 0,3 1 3 0,-3 1 0 16,0-1-32-16,0 2-7 0,0 0-1 0,-3 0 0 16,4-1 60-16,-1 1 11 0,3 3 2 0,-3-3 1 0,3 3-35 15,0-4-7-15,0 1-2 0,3 0 0 0,0 0 22 0,0-2 0 16,3-1 0-16,3-5 0 0,-3 5 0 0,3-5 0 15,0 5 0-15,0-5 0 0,0 6 0 0,3-1 0 16,0 0 0-16,0-2 0 0,3 0 0 0,-3-1 0 16,3 1 0-16,3-3 0 0,-3 3 0 0,3-3 0 15,0 0 0-15,0 0 0 0,0 0 47 0,3 0 13 0,-4 0 4 16,4 0 0-16,0 0-64 0,-3 2 0 0,3-2-12 16,0 3 2-16,0-3 10 0,0 0 14 0,-3 0-3 15,3 3-1-15,0-3-10 0,-3 0 0 0,-1 2 0 16,1-2 0-16,0 3 19 0,0-3 1 0,0 0 1 0,0 0 0 15,0 0-33-15,-3 0-8 0,3 0 0 16,0-3-1 0,-3 3-65-16,3-2-13 0,0-1-2 0,-3 0-872 0</inkml:trace>
  <inkml:trace contextRef="#ctx0" brushRef="#br0" timeOffset="153455.668">18404 12852 1074 0,'0'0'30'0,"0"0"8"0,0 0-30 0,0 0-8 15,0 0 0-15,0 0 0 0,0 0 95 0,0 0 17 16,0 0 4-16,0 0 1 0,0 0-22 0,0 0-5 16,3 5-1-16,-3-5 0 0,0 5-17 0,3 0-3 15,0 1-1-15,0-1 0 0,-3-2-13 0,3 2-3 16,0 0-1-16,0 1 0 0,-3-1-18 0,3 0-3 15,0 0-1-15,-3 1 0 0,3 2-7 0,-3-3-2 16,0 0 0-16,3 3 0 0,-3 0-2 16,0 0-1-16,3 0 0 0,-3 0 0 0,0 3-17 0,0-4 0 15,0 1-13-15,0 0 5 0,0 3 57 0,0 0 12 16,0-4 3-16,0 7 0 0,0-1-52 0,-3 0-12 0,3 3 0 16,-3 0 0-16,3 2 0 0,0 1 0 15,-3 2 0-15,3-2 0 0,-3 2 0 0,3 0 0 0,-3-2 0 0,3-1 0 16,0 1-9-16,-3-4-5 0,3 1-1 0,0-2 0 15,-3-1 24-15,3 0 5 0,3 0 1 0,-3-2 0 16,0-1-24-16,3 1-5 0,-3 0-1 0,3-1 0 16,0-2 24-16,0 3 5 0,0-3 1 0,-3 2 0 15,3-2-15-15,0 3 0 0,-3-3 0 0,2 2 0 16,1-2 0-16,-3 3 0 0,0-3 0 0,3 0 0 16,-3 0 0-16,0 0 0 0,0-1 0 0,0-1 0 15,-3 2 0-15,3-3 0 0,0 3 0 0,0-5 0 16,-3 2 0-16,3-5 0 0,0 0 0 0,-2 8 0 15,2-8-100-15,0 0-22 0,0 0-5 16,0 0-922-16</inkml:trace>
  <inkml:trace contextRef="#ctx0" brushRef="#br0" timeOffset="154405.786">18428 13640 1346 0,'0'0'29'0,"0"0"7"0,0 0 0 0,0 0 3 0,0 0-31 0,0 0-8 0,0 0 0 0,0 0 0 15,0 0 68-15,0 0 12 16,0 0 2-16,0 0 1 0,-3 5-11 0,3-5-3 0,-3 6 0 0,-3-1 0 16,6-5-12-16,-3 3-2 0,-3 2-1 0,0 0 0 15,3 1-13-15,0-1-2 0,-3-3-1 0,0 4 0 16,0-1-10-16,0 0-1 0,0 1-1 0,0-1 0 15,0-2 2-15,-3 2 0 0,3 0 0 0,-3 3 0 16,3-3-28-16,-2 1 0 0,-1-1 0 0,0 3 0 16,3-3 0-16,-3 0 0 0,0 1 0 0,0 2 0 15,0 0 0-15,3-3 0 0,-3 3 0 16,0 0 0-16,3-3 0 0,0 3 0 0,0-3 0 0,-3 3 0 16,3 0 0-16,0 0 0 0,1 0 0 0,-1 0 0 15,0 0 0-15,0 0 0 0,0 2 0 0,0 1 0 16,0-3 16-16,-3 3-1 0,3-1-1 0,-3 3 0 15,3-2-14-15,-3 2 0 0,0 0 0 0,0-2-10 16,0 2 10-16,-3 0 0 0,3 1 0 0,-2 2 0 16,-4-6 0-16,3 3 0 0,0 1 0 0,0-4 0 15,0 3 0-15,0-2 0 0,0-3 0 0,0 3 0 16,0-3 12-16,1-1-3 0,2-1 0 0,0 2 0 16,-3 0-1-16,3 0 0 0,0-3 0 0,0 3 0 15,3-3 22-15,-3 0 4 0,3 1 1 0,0 2 0 0,0-3-35 0,0-2 0 16,0 2 0-16,6-5 0 0,-3 2 0 0,-3 4 0 15,6-6 0-15,-3 5 0 0,3-5 0 0,-6 5 0 16,6-5 0-16,-3 6 0 0,3-6 0 0,-2 5 0 16,2-5 0-16,-3 8 0 0,3-8 0 0,0 0 0 15,-3 5 0-15,3-5 0 0,0 0 0 0,0 0 0 16,-3 5 0-16,3-5 0 16,0 0-48-16,0 0-16 0,0 0-3 0,0 0-1 15,0 0-117-15,0 0-24 0,9-2-5 0,-9 2-1 0</inkml:trace>
  <inkml:trace contextRef="#ctx0" brushRef="#br0" timeOffset="155169.268">18448 13577 1489 0,'0'0'42'0,"0"0"10"0,0 0-42 0,0 0-10 0,0 0 0 0,0 0 0 16,0 0 92-16,0 0 16 16,0 0 3-16,0 0 1 0,0 5-36 0,0 3-6 0,3-6-2 0,0 6 0 15,0-2-12-15,0 2-2 16,0 0-1-16,3 0 0 0,0-1-12 0,0 1-2 0,3 0-1 0,-3 0 0 15,0 0-15-15,3 0-3 0,-3 3-1 0,3-3 0 16,-3 2-8-16,0-2-2 16,3 0 0-16,-3 0 0 0,0 0-1 0,3 0 0 0,-4 0 0 0,4 0 0 15,-3 0-8-15,3 0 12 0,0 0-12 0,3 0 12 16,-3-3 9-16,3 3 3 0,0 0 0 16,0-3 0-16,3 3-24 0,0 0-15 0,-1-3 3 0,1 3 0 15,0 0 12-15,0 0 0 0,0 3 12 0,0-1-12 16,0-2 14-16,0 3-4 0,-1-1-1 0,-2 1 0 15,0-1 4-15,-3-2 1 0,3 3 0 0,-3 0 0 16,0-3-3-16,3 2-1 0,-6-2 0 0,3 0 0 16,-3 3-10-16,3-4 12 0,-3 1-12 0,0 0 12 15,0-2-4-15,-1 2-8 0,1 0 12 0,0-1-4 16,0-1 0-16,0 2-8 0,-3-3 12 0,3 3-4 16,0-3 0-16,-3 3 0 0,6-3 0 0,-6 1 0 15,3 2 1-15,0-3 0 0,-3 0 0 0,3 1 0 0,-3-1-9 0,3 0 0 16,0 0 0-16,0 3 0 0,0-2 0 0,0-4 0 15,0 4 0-15,0-4 0 0,-3 4 0 0,2-1 0 16,1-3 0-16,-3 4 0 16,3-4 0-16,-6-2 0 0,3 6 0 0,-3-6 0 0,3 2 0 0,-3-2 0 15,0 0 0-15,6 6 0 0,-6-6 0 0,0 0 0 16,0 0 0-16,0 0 0 0,0 0 0 0,0 0 0 16,0 0 0-16,0 0 0 0,0 0 0 0,0 0-17 0,0 0 4 0,0 0 1 31,0 0-143-31,0 0-28 0,0 0-5 0</inkml:trace>
  <inkml:trace contextRef="#ctx0" brushRef="#br0" timeOffset="156015.368">19139 14212 1177 0,'0'0'25'0,"0"0"6"0,0 0 1 0,0 0 2 0,0 0-34 0,0 0 0 0,0 0 0 0,0 0 0 16,0 0 84-16,0 0 9 0,0 0 3 0,0 0 0 16,0 0-10-16,0 0-2 0,0 0 0 0,0 0 0 15,0 0-16-15,0 0-4 0,0 0-1 0,0 8 0 16,0-8-13-16,-3 5-2 0,0 0-1 0,0 0 0 15,3-5-10-15,-3 8-1 0,-3-2-1 0,0-1 0 16,0 3-12-16,0-3-3 0,0 1 0 0,-3 1 0 16,3 1-20-16,-2 3 0 0,-1-3 0 0,0 2 0 15,0 1 56-15,0 2 6 0,3 1 2 0,-3-4 0 16,0 3-52-16,3 1-12 0,-3 1 0 0,0-1 0 16,3-1-21-16,0 0-7 0,-3 0-2 15,3 1 0-15,0-4 30 0,1 3 0 0,-1-2 0 0,-3 2 0 0,3-2 0 0,-3-1 0 16,3-2 0-16,-3 3 0 15,0 0 0-15,0-4 0 0,0 4 0 0,-3-3 0 0,3 3 0 16,0-4 0-16,0 1 0 0,-3 0 0 16,4 0 0-16,-1-2 0 0,0 2 0 0,0-1 0 0,0 1 0 15,3-2 0-15,-3 2 0 0,3-3 0 0,-3 3 0 0,3-3 0 16,0 3 0-16,0 0 0 0,3 0 8 0,-3 0-8 0,0 0 0 16,0 0 0-16,3 0 9 0,0 0-9 15,-3 0 0-15,3 0 9 0,0 2 10 0,-2-2 1 0,2 0 1 0,-3 3 0 16,0-3-21-16,3-1 0 0,0-1 0 0,-3 2 0 15,3-3 0-15,0 3 0 0,0-5 0 0,0 5 0 16,3-8 0-16,-3 5 0 0,3-5 0 0,0 0 0 16,0 0 0-16,0 0 0 0,0 0 0 15,0 0 0 1,0 0-48-16,0 0-13 0,0 0-3 0,0 0-1 16,0 0-85-16,0 0-17 0,-3-8-3 0</inkml:trace>
  <inkml:trace contextRef="#ctx0" brushRef="#br0" timeOffset="156974.641">17785 14286 1456 0,'0'0'41'0,"0"0"9"0,0 0-40 0,0 0-10 0,0 0 0 0,0 0 0 16,0 0 74-16,0 0 13 0,0 0 2 0,0 0 1 15,0 0-21-15,0 0-4 0,0 0-1 0,0 0 0 16,0 0 0-16,0 0 0 0,0 0 0 0,0 0 0 16,0 0 0-16,0 0 0 0,0 0 0 0,0 0 0 15,0 0-51-15,6 0-13 0,0 2 0 0,-3 1 0 16,3 2 0-16,-1-2 0 0,1 2 0 0,0 1 0 0,0 1 0 0,0-1 0 15,3 2 0-15,-3 2 0 16,3 1 28-16,0 2 2 0,0 0 1 0,3 3 0 16,-3-3-19-16,3 3-4 0,0 0-8 0,0 0 12 0,2 0-12 0,1-3 8 15,0 0-8-15,0-2 0 0,0 2 8 0,-3-2-8 16,3-1 0-16,0 1 0 0,2-3 0 0,-5 3 0 16,3-4 0-16,-3 1 0 0,0 3 0 0,-3 0 0 15,3-4 0-15,-3 1 0 0,3-2 0 0,-3 2 8 0,0 0-8 16,0-3 0-16,-4 0 19 0,4 0 1 0,0 1 0 0,0-1 0 15,0 0-31-15,0 3-5 0,0-2-2 0,0-1 0 16,0 0 18-16,0 0 0 16,0 1 0-16,0 2 0 0,0-6 0 0,0 6 0 0,2-2 0 0,-2-1 0 15,0 0 11-15,3 0-11 0,-3 1 12 0,3 2-12 16,-3-6 12-16,0 4-4 0,3-1 0 0,-3 0-8 16,0 0 12-16,0 1-12 0,0-4 12 0,-1 4-12 15,1-1 14-15,0-2-4 0,0 2-1 0,0-2 0 16,-3 2 0-16,3-2 0 0,0-1 0 0,-3 1 0 15,0-1-9-15,0 4 0 0,0-6 0 0,0 2 8 16,0 1-8-16,-3 0 0 0,3-1 9 16,-3 1-9-16,3 0 0 0,-3-1 8 0,0 1-8 0,0 0 0 31,-1-1-19-31,-2-2-8 0,3 3-1 0,-3-3-1 0,3 3 49 0,-3-3 11 0,3 2 1 0,-3-2 1 16,3 3-1-16,-3-3-1 0,0 0 0 0,0 0 0 15,3 5-31-15,-3-5 0 0,0 0 0 0,3 3 0 16,-3-3 0-16,0 0 0 0,0 0 0 0,0 0 0 15,0 0-45-15,0 0-15 0,0 0-4 0,0 0 0 0,0 0 36 0,0 0 6 16,0 0 2-16,0 0 0 16,0 0-140-16,3-6-27 0,0-1-5 0</inkml:trace>
  <inkml:trace contextRef="#ctx0" brushRef="#br0" timeOffset="157895.335">18377 14185 1958 0,'0'0'43'0,"0"0"9"0,0 0 1 0,0 0 3 0,0 0-45 0,0 0-11 15,0 0 0-15,0 0 0 0,0 0 53 0,0 0 9 16,0 0 2-16,0 0 0 0,0 0 0 0,0 0 0 15,0 0 0-15,0 0 0 0,0 0 0 0,0 0 0 0,0 0 0 0,0 0 0 16,0 0-52-16,0 0-12 0,3 5 0 0,0 1 0 16,-3-1 0-16,3 0 0 0,0 1 0 0,-3 2 0 15,3 0 0-15,0-1 0 0,0 1 0 0,0 3 0 16,0 0 0-16,0-1 0 0,0 3 0 0,0 1 0 16,3-1 0-16,-3 0 0 0,0 0 0 15,3 1 0-15,0-1 0 0,-3 0 0 0,2-2 0 0,1-1 0 16,-3-2 0-16,3 0 0 0,-3-3 0 0,3 1 0 15,0-4 0-15,-3 1 0 0,3-3 0 0,-3 0 0 16,3-3 0-16,0-2 0 16,0 0 0-16,-3-1 0 0,3-2 0 0,-3 1 0 0,3-1 0 0,-3-3 0 15,0 0 0-15,0 1 0 0,0-1 0 0,0 1 0 16,0-1 0-16,-3-2 0 0,3 5 0 0,-3-3 0 16,3 1 0-16,-3 2 0 0,0 0 0 0,3 0 0 15,-3 3 54-15,3-1 8 0,-3 4 2 0,0 2 0 16,0 0-52-16,0 0-12 0,0 0 0 0,0 0 0 15,0 0 0-15,0 0 0 0,0 0 0 0,0 0 0 0,0 5 0 16,0 3 0-16,3-3 0 0,-3 6 0 16,3-3 0-16,0 2 0 0,-3 1 0 0,3-1 0 15,0 4-48-15,-1-4-13 0,1 4-3 16,3-4 0-16,-3 3 52 0,0-2 12 0,3-3 0 0,-3 0 0 0,0 0 0 0,0 0 0 16,3-3 0-16,-3 0 0 0,-3-5 0 15,0 0 0-15,6 0 0 0,-6 0 0 0,0 0 0 0,6 0 0 16,0-2 0-16,0-4 0 0,-3 4 0 0,0-6 0 0,3 2 0 15,-3-1 0-15,0-4 0 0,0 0 0 16,0 1 0-16,0-1 0 0,0 1 48 16,0-4 13-16,-3 4 3 0,3-3 0 0,0 2-52 0,0 0-12 15,0 1 0-15,0 2 0 0,0-3 0 0,0 3 0 16,0-2 0-16,0 2 0 16,2 0-48-16,-2-3-13 0,3 1-3 0,0-1-1152 0</inkml:trace>
  <inkml:trace contextRef="#ctx0" brushRef="#br0" timeOffset="163815.551">17782 14235 932 0,'0'0'20'0,"0"0"5"0,0 0 1 0,0 0 0 0,0 0-26 0,0 0 0 0,0 0 0 0,0 0 0 15,0 0 52-15,0 0 6 0,0 0 1 0,0 0 0 16,0 0-20-16,0 0-4 0,0 0-1 0,0 0 0 16,0 0 24-16,0 0 5 0,0 0 1 0,0 0 0 15,0 0-16-15,0 0-2 0,0 0-1 0,0 0 0 16,0 0-21-16,0 0-4 0,0 0 0 16,0 0-1-16,0 0 17 0,0 0 3 0,0 0 1 0,0 0 0 15,0 0-13-15,0 0-3 0,0 0 0 0,0 0 0 16,0 0 27-16,0 0 5 0,0 0 0 0,0 0 1 15,0 0-23-15,0 0-5 0,0 0-1 0,0 0 0 16,0 0-1-16,0 0-1 0,-3 3 0 0,3-3 0 16,0 0-10-16,-6 0-3 0,6 0 0 0,-6 3 0 15,6-3 4-15,-6 0 1 0,0 2 0 0,0-2 0 16,6 0-3-16,-6 0-1 0,0 0 0 0,-3 0 0 16,3 0-2-16,0 0 0 0,0 0 0 0,0 0 0 15,-3-2 3-15,3 2 0 0,0 0 0 0,-2 0 0 16,-1 0 1-16,0 0 0 0,0 0 0 0,-3 0 0 0,3 0-3 15,-3 0 0-15,0 0 0 0,0 0 0 0,0 0-26 0,0 0-6 16,0 0-1-16,1 0 0 0,-1 0 46 16,0 0 9-16,3-3 1 0,-3 3 1 0,3-3-8 0,-3 3-1 15,0-2-1-15,3-1 0 0,0 1-27 0,-3-1 0 16,3-2 0-16,-2 2 0 0,-1-2 0 0,3-3-16 16,-3 2 3-16,0 1 0 0,-3 2 13 15,0-2 0-15,-3 3 0 0,0-4 10 0,-2 4-10 0,-1-4 0 16,-3 4 0-16,0-4 0 0,-3 4 0 0,1-4 0 15,-1 4 0-15,-3-3 0 0,3-1 0 0,3 4 13 16,1-4-1-16,2 1-1 0,0 0-11 0,0-1-12 16,-3 1 2-16,0 0 1 0,4 2 9 0,-7-2 0 0,0 2 0 0,0-2 0 15,0 0 0-15,1-1 0 0,-1 4 0 0,3-4 0 16,0 1 0-16,0 2 12 0,7-2-2 0,-4 0-1 16,6 0-9-16,0 2 0 0,0-2 0 0,3 2 0 15,-3-2 0-15,6 2 0 0,-3 0 9 0,1-2-9 16,2 2 8-16,-3 1-8 0,0-1 8 0,3 3-8 15,-3-2 8-15,6-1-8 0,-6 0 10 0,3 3-10 16,3-2 8-16,-3 2-8 0,3-3 0 0,0 3 9 16,0 0-9-16,1-3 0 0,-1 3 0 0,-3 0 0 15,6-2 0-15,-3 2 0 0,0 0 0 0,3 0 0 16,-3 0 0-16,6 0 0 0,-6 0 0 0,0 2 0 16,6-2 0-16,-6 0 0 0,6 0 0 0,-3 3 0 15,-3-3 0-15,6 0 0 0,-3 3 0 0,3-3 0 16,-6 2 0-16,6-2 0 0,0 0 0 0,-6 3 0 15,3 0 0-15,3-3 0 0,0 0 0 0,0 0 0 16,-3 2 0-16,3-2 0 0,0 0 0 0,0 0 0 16,0 0 0-16,0 0 0 0,0 0 0 0,0 0 0 0,0 0 0 0,0 0 0 15,0 0 0-15,0 0 0 0,0 0 0 0,0 0 0 16,0 0 0-16,-6-2 0 0,3-1 0 0,3 3 0 16,0-5 0-16,-3-1 0 0,0 1 8 0,3-3-8 15,-3 3 0-15,3-3 8 0,0 0-8 0,-3 0 8 16,3 0-8-16,0-3 8 0,0 1-8 0,0 2 12 0,0-3-12 15,0-2 12-15,0 3 18 0,0-4 4 0,0 4 1 16,0-1 0-16,3-2-47 0,-3 0-10 16,0-3-2-16,0 3 0 0,3-3 24 0,0-3 0 0,-3-2 0 15,3-3 8-15,0-2-8 0,0-3 0 0,0-3 0 16,3 0 0-16,-3 0 0 0,3 6 0 0,-3-1 0 0,3 1 0 16,0 2 0-16,0 0 0 0,-3 1 0 0,3-1 0 15,-3 0 20-15,0-5 0 0,0 0-1 0,0-6 0 16,-3 1-30-16,3-3-5 0,-3 5-2 0,3-2 0 15,-3 5 29-15,0 0 5 0,0 2 2 16,0 1 0-16,0-1-27 0,0 1-6 0,-3-1-1 0,3-5 0 16,0 1 16-16,0-4 0 0,0-2 0 0,0 3 0 15,0 2 0-15,0 3 0 0,0 3 0 0,0-1 0 16,0 3 10-16,0 0-10 0,0 3 8 0,0-3-8 16,0 3 0-16,0-2 8 0,-3-4-8 0,3-2 0 15,0-3 8-15,-3 3-8 0,3 0 0 0,-3 0 8 16,3 2-8-16,-3 1 0 0,3 2 0 0,-3 3 8 0,3 2-8 15,-3-2 0-15,0 5 0 0,3-2 0 0,-3-1 0 16,0 3 0-16,0-5 8 0,0 0-8 16,0 0 0-16,0-3 0 0,3-2 0 0,-3-1 0 0,3 1 0 0,-3 2 0 15,0 0 0-15,3 0 0 0,-3 6 0 0,3-1 0 16,-3 1 0-16,3 2 0 0,-3 0 0 16,3 0 0-16,-3 3 0 0,0 0 0 0,0-1 0 15,0 1 0-15,0 0 0 0,0 0 0 0,3 0 0 0,-3-1 0 16,0-2 0-16,0 1 0 0,0-4 0 0,3 1 0 15,-3-1 0-15,0 0 0 0,3-2 0 0,-3 3 0 16,3-1 0-16,-3 1 0 0,3-1 0 0,-2 6 0 0,-1-3 0 16,0 3 0-16,0 2 0 0,3-2 0 0,-3 2 0 15,0 1 0-15,0-1 0 0,0 1 0 0,3-1 0 0,-3 1 0 16,3-1 0-16,-3 0 0 0,0 3 0 0,0-2 0 16,3-1 0-16,-3-2 0 0,3 2 9 0,-3-2-9 15,3 0 0-15,-3-3 0 0,3 3 0 0,-3-3 0 16,3-2 0-16,0 2 0 0,-3-3 0 0,3 3 0 15,0-2 0-15,0 2 0 0,0 0 0 0,0 3 0 16,0-6 0-16,-3 9 0 0,3-4 0 0,0 1 0 16,0 3 0-16,-3-4 0 0,3 4 0 0,0-1 0 15,-3 1 0-15,3-1 0 0,0 0 0 0,-3-2 8 16,3 3-8-16,-3-1 0 0,0 0 0 0,3 1 0 16,-3-3 0-16,0-1 0 0,0 1-8 0,0-3 8 15,0-2 0-15,0 2 0 0,0 0 0 0,3 0 0 16,-3 0 0-16,3-2 0 0,-3 2 0 0,3 0 0 15,0 3 0-15,-3-3 0 0,3 3 0 0,0 2 0 16,-3-2 0-16,3 0 0 0,0 2 0 0,-3 0 0 16,3 4 0-16,0-4 0 0,0 3 0 0,0-3 0 15,0 3 0-15,0-2 0 0,-3 2 0 0,3 0 0 0,-3 0 10 0,3 0 7 16,0 0 2-16,-3 0 0 0,3 0-19 0,0-2 0 16,-3 2 0-16,0-3 0 0,3 3 0 0,0-2 0 15,0-1 8-15,-3-2-8 0,3 2 0 0,0-2 0 16,0 0 0-16,0 0 0 0,0-1 0 0,0 1 0 15,0 0 0-15,0 0 0 0,3-1 0 0,-3 4 0 16,3-3 0-16,-3 2 0 0,0 0-13 0,3 1-7 16,-3 2 0-16,0-3-1 0,3 3 21 0,-3 0 0 0,3 1 0 0,-3 1 0 15,0-2 0-15,3 0 0 0,-3 3 0 0,0 0 0 16,0 0 0-16,0-1 0 0,0 1 0 0,0 2 0 16,0-5 0-16,0 3 0 0,0 0 0 0,-3 2 0 15,3-2 0-15,0 0 0 0,-3-1 0 0,3 1 0 16,-3 0 0-16,3 2 0 0,0 3 0 0,-3-5 0 15,3-1 0-15,0 1 0 0,0 5 0 0,-3-5 0 16,3 0 0-16,0 5 0 0,0-6 0 0,0 1 0 16,0 5 16-16,0-5 7 0,0 5 1 0,0-3 1 15,3-2-40-15,0-1-8 0,0 4-1 0,0-3-1 16,0 2 25-16,0-2 0 0,0 2 0 0,-3 3 0 16,3-5-8-16,0 2 8 0,0 0-8 0,-3 3 8 15,0 0-54-15,0 0-6 0,6-2 0 0,-6 2-1 16,6 0-207-16,-6 0-40 0</inkml:trace>
  <inkml:trace contextRef="#ctx0" brushRef="#br0" timeOffset="165000.874">16579 13812 1258 0,'0'0'36'0,"0"0"7"0,0 0-35 0,0 0-8 0,0 0 0 0,0 0 0 15,0 0 116-15,0 0 22 0,-3-5 4 0,3 5 1 16,0 0-23-16,0 0-4 0,0 0 0 0,0 0-1 15,0 0-40-15,0 0-8 0,0 0-2 0,0 0 0 16,0 0-10-16,0 0-3 0,0 0 0 0,0 0 0 16,0 0-22-16,-6 5-5 0,6-5-1 0,-6 3 0 15,6-3 16-15,0 0 2 0,-3 5 1 0,0 0 0 0,3-5-18 0,-6 6-3 16,3-4-1-16,3-2 0 0,-6 6-21 0,0-1 0 16,1-2 0-16,-1 2 0 0,3 0 0 15,-3-2 0-15,-3 2 0 0,0 0 0 0,0-2 0 0,0 2 0 16,0 1 0-16,-3-1 0 0,0 3 0 15,0-3 0-15,0 0 0 0,0 3 0 0,1 0 0 0,-1-2 0 16,0 1 0-16,0-1 0 0,3-1 24 16,0 3 0-16,3-3 0 0,-3-2 0 0,3 2-24 0,3 1 0 15,0-4 0-15,3-2 8 0,0 0-8 0,-6 5 0 16,6-5 8-16,0 0-8 0,0 0 33 0,0 0 3 0,0 0 0 0,3 6 0 16,-3-6-49-16,0 0-10 0,0 5-1 0,0-5-1 15,0 0 40-15,3 5 8 0,-3-5 1 0,3 8 1 16,0-2-25-16,0-4 0 0,0 3 0 0,-3 1 0 15,3-1 0-15,0 0 0 0,0 1 0 0,0 2 0 16,0-6 15-16,0 4-3 0,3-1 0 16,-3 0 0-16,3 0-12 0,0 3-16 0,0-2 3 0,0-1 1 15,0 0 21-15,0 3 5 0,0-3 1 0,0 3 0 16,2-2-24-16,-2-1-5 0,0 0-1 0,3 3 0 16,-3-2 15-16,0-1 0 0,3-3 0 0,0 4 0 15,-3-1 0-15,0-2 0 0,3 2 0 0,-3-2 0 16,0-1 0-16,0 4 0 0,0-4 0 0,0 1 0 15,0-1 0-15,0 1 0 0,-1 0 0 0,-2-1 0 16,3-2-54 0,0 0-8-16,0 0-2 0,-3-2 0 0,3 2 0 0,0 0 0 0,0-3 0 0,0 0 0 15,0 1-153-15,0-1-31 0,0 1-7 16,-3-4-1-16</inkml:trace>
  <inkml:trace contextRef="#ctx0" brushRef="#br0" timeOffset="166334.65">17496 13831 1879 0,'0'0'41'0,"0"0"9"0,0 0 2 0,-6 0 0 0,0 0-41 0,0 0-11 0,6 0 0 0,-6 0 0 15,6 0 86-15,0 0 15 0,-6 0 3 0,6 0 1 16,-6 0-48-16,3 2-9 0,3-2-3 0,0 0 0 15,0 0 15-15,0 0 4 0,0 0 0 0,-6 3 0 16,6-3-52-16,-3 5-12 0,3-5 0 0,0 6 0 16,0-1 0-16,0 0 0 0,0 0 0 0,0 3 0 15,0-2 0-15,3-1 0 0,0 3 0 0,0-3 0 16,0 3 19-16,3-3 1 0,0 3 0 0,0-2 0 0,0-1-20 0,3 0 0 16,-3 0 0-16,3-2 0 0,0 2 0 0,3-5 0 15,-3 3 0-15,0-3 0 0,-1-3 0 0,1 3 0 16,0-5 0-16,3 2 0 0,-3-2 0 0,0 0 0 15,0 2 0-15,0-5 0 0,0 3 12 0,0 0-2 16,-3-1 0-16,3-2 0 0,-3 3 7 0,0-3 2 16,0 3 0-16,-3-3 0 0,0 3 0 0,-1-3 0 15,1 3 0-15,-3-1 0 0,0-2-3 0,-3 3 0 16,1-3 0-16,-1 3 0 0,0-3-4 0,-3 3-2 0,0-1 0 16,0 1 0-16,-3 0-10 15,0 2 12-15,0 0-12 0,0 1 12 0,-3 2-12 0,0 0 0 16,0 0 0-16,0 0 0 15,0 2-40-15,-2 1-6 0,2 0-2 0,0-1 0 16,0 4-188-16,0-1-39 0</inkml:trace>
  <inkml:trace contextRef="#ctx0" brushRef="#br0" timeOffset="173500.738">18258 11272 831 0,'0'0'18'0,"0"0"4"0,0 0 1 0,0 0 1 0,0 0-24 0,0 0 0 0,0 0 0 0,0 0 0 16,0 0 50-16,-6-3 6 0,6 3 0 0,0 0 1 15,0 0 6-15,-6 0 1 0,6 0 0 0,0 0 0 16,-6 0-52-16,6 0-12 0,0 0 0 0,0 0 0 16,0 0 54-16,0 0 8 0,-6 3 2 0,6-3 0 15,0 0-52-15,0 0-12 0,0 0 0 0,0 0 0 16,0 0 54-16,0 0 8 0,0 0 2 0,0 0 0 15,0 0-64-15,0 0 0 0,0 0-9 0,0 0 0 16,0 0 9-16,0 0 12 0,0 0-2 0,0 0-1 16,0 0-9-16,0 0 0 0,0 0 0 0,3 3 0 15,-3-3 33-15,6 2 5 0,0-2 1 0,-3 3 0 16,3-3-29-16,0 0-10 0,0 3 0 0,0-3 9 0,3 0 3 0,-3 0 1 16,3 0 0-16,0 2 0 0,-1-2 2 0,4 0 0 15,-3 0 0-15,3 0 0 0,0 0-3 0,3 0-1 16,-3 0 0-16,0 0 0 0,3 0-3 0,-3 0-8 15,3 0 12-15,-4 0-4 0,4 0-8 0,-3 0 0 16,0 0 0-16,0 0 8 0,-3 0-8 0,0 0 0 16,3 0 0-16,-3 0 0 0,0 0 0 0,-3 3 0 15,3-3 0-15,-1 0 0 0,1 0 0 0,0 2 0 16,-3-2 0-16,3 0 0 0,0 0 0 0,0 0 0 0,0 3 0 16,0-3 0-16,0 0 0 0,3 0 0 0,-3 3 0 15,3-3 0-15,-3 0 0 0,-1 0 8 0,4 0-8 0,-3 0 0 16,0 0 0-16,0 0 0 0,3 0 0 0,-3 0 0 15,0 0 0-15,3 0 0 0,-3 0 0 0,3 0 0 16,-3 0 0-16,2 0 0 0,-2 0 0 0,0 0 0 16,3-3 0-16,-3 3 8 0,0 0-8 15,0 0 0-15,0 0 0 0,0 0 0 0,0 0 0 0,0-3 0 16,-3 3 0-16,0 0 0 0,3 0 0 0,-3 0 0 16,0 0 0-16,-1 0 0 0,1-2 0 0,0 2 0 15,0 0 0-15,3-3 0 0,-3 3 0 0,0 0 0 16,3-2 0-16,-3 2 0 0,3 0 0 0,-3 0 0 15,3 0 0-15,-3 0 8 0,3-3-8 0,0 3 0 16,-3 0 9-16,3 0-9 0,-4 0 10 0,4 0-10 16,-3 0 10-16,3 0-10 0,0 0 10 0,0 0-10 15,0 0 8-15,0 0-8 0,0 0 0 0,-3 0 0 0,3 0 8 0,0 0-8 16,0 0 0-16,-3 0 0 0,3 0 0 16,0 0 0-16,2 0 0 0,-2 0 0 0,0 0 0 0,0 0 0 15,0 0 0-15,0 0 0 0,3 0 0 0,-3 0 0 16,3 0 0-16,-3 0 0 0,3 0 0 0,0 0 0 15,-4 0 0-15,1 0 0 0,0 0 0 0,-3 0 0 16,3 0 0-16,0 0 0 0,0 0 0 16,0 0 0-16,0 0 0 0,0 0 0 0,0 0 0 0,3 3 0 15,0-3 0-15,0 0 0 0,-1 0 0 0,4 2 0 16,0-2 0-16,3 3 0 0,-3-3 8 0,3 0-8 16,3 0 0-16,-4 0 0 0,4 0 0 0,-3 0 8 15,3 0-8-15,0 0 0 0,-3 0 0 0,3 0 0 16,-4 0 8-16,1 0-8 0,-3 0 0 0,0 0 0 15,3 2 0-15,-3-2 0 0,3 3 0 0,0-3 0 0,2 0 0 0,1 3 0 16,0-3 0-16,3 0 0 16,-3 0 0-16,2 0 0 0,1 2 0 0,-3-2 0 0,3 0 0 0,-3 0 0 15,0 0 0-15,-4 3 0 0,-2-3 0 0,3 0 0 16,-3 3 0-16,0-3 0 0,0 0 8 0,-3 0-8 16,0 2 0-16,0-2 0 0,-1 0 0 0,4 0 0 15,-3 0 0-15,0 0 0 0,3 0 8 0,-3 0-8 16,0 0 0-16,3 0 0 0,-3 0 0 0,0 0 0 15,-1 0 13-15,1 0-3 0,3 0-1 0,-6 3 0 16,3-3 7-16,0 0 0 0,-3 0 1 0,0 0 0 16,0 0 3-16,0 0 1 0,0 0 0 0,0 3 0 15,0-3-5-15,-1 0 0 0,-2 2-1 0,3-2 0 16,-3 3-2-16,0-3 0 0,0 0 0 0,0 3 0 16,-3-1 0-16,3 1 0 0,-3 0 0 0,3-1 0 15,-3 1-3-15,0 2-1 0,3-2 0 0,-3 2 0 0,0-2 0 16,-3 2 0-16,3 0 0 0,0 1 0 0,0-1-9 0,0 0 12 15,-3 0-12-15,3 1 12 0,-3-1-12 0,3 3 0 16,-3 0 9-16,0 0-9 0,0 0 11 0,0 2-3 16,3 1 0-16,-3 0 0 0,-3-1-8 0,3 3 12 15,0 1-12-15,0 1 12 0,0-1-12 0,-3 2 0 16,3-1 0-16,0 4 0 0,0-3 0 0,0 2 0 0,0-2 0 16,0 0 0-16,0 0 0 0,0-3 0 0,0 3 0 15,3 0 0-15,-3 0 0 0,0 0 8 0,0-3-8 0,0 0 0 16,0 0 8-16,0 1-8 0,0 2 8 0,-3-3-8 15,3 5 0-15,0-2 8 0,0 3-8 16,0 2 0-16,0 0 11 0,0 0-3 0,0 3-8 16,0-3 12-16,0 3 1 0,0-3 0 0,0 0 0 15,0 0 0-15,0 1-2 0,0-4-1 0,0 1 0 0,0-1 0 16,0-2-2-16,0 3-8 0,0-4 12 0,-3 1-4 16,3 0-8-16,0 3 10 0,-3 2-10 0,3 0 10 15,-3 3-1-15,3 0 0 0,-3 0 0 0,3 2 0 16,-3-2 1-16,3 0 0 0,0-1 0 0,0-1 0 15,0-1-2-15,0 0 0 0,0-3 0 0,0 1 0 16,0-1-8-16,0 1 0 0,0 0 9 0,0 2-9 16,0 0 8-16,-3 0-8 0,3 6 8 0,0 2-8 15,0-3 8-15,0 3-8 0,0 0 10 0,0 0-10 16,0-5 12-16,0 3-3 0,0-4-1 0,-3-1 0 16,3-1 0-16,0 0 0 0,0 0 0 0,0 3 0 15,0 0-8-15,-3 0 8 0,3 5-8 0,0 0 8 0,0 0-8 0,-3 0 10 16,3 0-10-16,0 0 10 0,0-2-10 0,-3-4 8 15,3 1-8-15,0-3 8 0,-3-2-8 0,3 0 10 16,-3-4-10-16,0 4 10 16,3-6-10-16,-3 6 0 0,0-1 0 0,0 1 8 15,3 2-8-15,-3 0 0 0,0 0 0 0,0 0 0 16,3 1 0-16,-3-1 0 0,0 0 8 0,0 0-8 0,3-2 0 0,-3-1 0 16,0-2 0-16,0 0 8 0,3-3-8 0,-3-2 0 0,3 2 0 15,-3-3 0-15,3 1 0 0,-3 0 0 0,0-3 0 16,3 2 0-16,-3-2 0 0,3 0 0 15,0 0 0-15,-3 3 0 0,3-3 0 0,-2-1 0 0,2 4 0 0,0-3 0 16,-3 0 0-16,3 2 0 0,0 1 8 0,-3-3-8 16,3 3 0-16,0-1 0 0,0 1 0 15,0-1 0-15,-3-2 0 0,3 3 8 0,-3-1-8 0,3 1 0 16,-3 0 8-16,3-1-8 0,0-2 0 0,-3 3 8 16,3-1-8-16,0-2 0 0,0 0 0 0,-3 3 0 15,3-3 0-15,-3 0 0 0,3 0 0 0,0 0 0 16,0-1 0-16,0-1 0 0,0 2 8 0,-3-3-8 15,3 0 0-15,0 3 0 0,0-2 0 0,-3-1 0 16,3-5 0-16,0 5 0 0,0-5 0 0,-3 5 0 16,0 1 0-16,0-1 0 0,3-5 0 0,0 5 0 15,-3 3 0-15,3-8 0 0,-3 5 0 0,3 1 0 16,0-6 0-16,-3 2 0 0,0 4 0 0,3-6 0 16,-3 5 0-16,3-5 0 0,0 5 0 0,0-5 0 15,-3 6 0-15,3-6 0 0,-3 5 0 0,3-5 0 16,-3 3 0-16,3-3 0 0,-3 5 0 0,3-5 0 15,0 0 0-15,-6 2 0 0,3 4 0 0,3-6 0 0,-6 2 0 0,6-2 0 16,-3 0 0-16,3 0 0 16,-6 3 0-16,0 0 0 0,3-3 0 0,-6 2 0 0,6-2 0 0,-3 0 0 15,0 0 0-15,1 0 0 0,-1 0 0 0,0 0 0 16,0 0 0-16,0 0 0 0,-3 0 0 0,3 0 0 16,0 0 0-16,-3 0 0 0,3 0 0 0,0 0 0 15,-3 0 0-15,3 0 0 0,-3 0 0 0,3 0 0 0,0 0 0 0,-3 0 0 16,3 0 0-16,0 0 0 0,1 0 0 0,-4 3 0 15,3-3 0-15,0 0 0 0,6 0 0 16,-9 0 0-16,3 0 0 0,0 3 0 0,6-3 0 0,-9 0 0 16,9 0 0-16,-9 0 0 15,0 0 0-15,0 0 0 0,3 0 0 0,-3 0 0 0,-3 0 0 16,3 2 0-16,0-2 0 0,1 3 0 0,-1-3 0 16,-3 0 0-16,-3 0 0 0,3 0 0 0,0 0 0 0,0 0 0 15,0 0 0-15,-3 3-9 0,3-3 9 0,-2 0 0 16,-1 0 0-16,3 2-8 0,-3-2 8 0,3 3 0 15,0-3 0-15,0 0 0 0,0 3 0 0,0-3 0 16,0 0 0-16,3 2 0 0,1-2 0 0,-4 3 0 16,3-3 0-16,0 0 0 0,3 2-8 0,-3-2 8 15,0 3 0-15,3-3 0 0,-3 0 0 0,0 0 0 16,3 0 0-16,-3 0-8 0,0 0 8 0,-3 0 0 16,6 0 0-16,-5 0 0 0,2 0-8 0,-3 0 8 15,3 0 0-15,-3 0 0 0,3 0 0 0,0 0 0 0,-3 0 0 16,3 0-8-16,0 0 8 0,0 0 0 0,-3 0 0 0,4 0 0 15,-1 0 0-15,-3 0 0 0,3 0 0 16,0 0 0-16,0 0 0 0,-3 0 0 0,3 0 0 16,0 0 8-16,0 0 0 0,0-3 1 15,0 3-9-15,3 0 0 0,-3 0 0 0,1-2 0 0,-1 2 0 16,3 0 0-16,-3-3 0 0,3 3 0 0,-3-2 0 0,3 2 0 16,0 0 0-16,6 0 0 0,-6-3 0 0,0 0 0 15,6 3 0-15,-6-2 0 0,6 2-8 0,0 0-4 16,-6-3-1-16,0 0 0 0,0 1 13 0,0-1 0 15,6 3 0-15,-6-5 0 0,6 5 0 0,-6-3 0 0,0 0 0 0,6 3 0 16,-6-2 0-16,0-1 0 16,6 3 0-16,-5-3 0 0,-1 1 0 0,0-1 0 0,-3 1 0 0,3 2 0 15,0-3 0-15,6 3 0 0,-6-3 0 0,-3 1 0 16,3 2 0-16,0 0 0 0,0-3 0 0,0 3 0 16,0 0 0-16,3-3 0 0,-3 3 0 0,0 0 0 15,6 0 0-15,-6 0 0 0,0 0-8 0,3 0 8 16,3 0 0-16,-6 0 0 0,-3 0 0 0,4 0 0 15,5 0 0-15,-6 0 0 0,0 0 0 0,0 0 0 16,0 0 0-16,3 0 0 0,-3 0 0 0,0 0 0 16,6 0 0-16,-6 0 0 0,6 0 0 0,-3 0 0 15,-3 0 0-15,3 0 0 0,-3 0 0 0,0 0 0 16,6 0 0-16,-3 3 0 0,-3-3 0 0,6 0 0 16,-6 0 0-16,6 0 0 0,-3 0 0 0,3 0 10 15,-6 0-10-15,6 0 0 0,-6 0 0 0,6 0 8 16,-6 3-8-16,6-3 0 0,-3 0 0 0,3 0 0 15,-6 0 0-15,0 0 0 0,6 0 0 0,0 0 0 0,0 0 0 0,0 0 0 16,-3 0 0-16,3 0 0 0,0 0 0 0,0 0 13 16,0 0-1-16,0 0-1 15,0 0-60-15,0 0-12 0,0 0-3 0,0 0 0 16,0 0-102-16,0-6-21 0</inkml:trace>
  <inkml:trace contextRef="#ctx0" brushRef="#br0" timeOffset="174889.915">18603 11087 1267 0,'0'0'28'0,"0"0"5"0,0 0 2 0,0 0 1 0,0 0-36 0,0 0 0 15,0 0 0-15,0 0 0 0,0 0 88 16,0 0 10-16,0 0 2 0,0 0 1 0,0 0-59 0,0 0-12 16,0 0-2-16,-3 2-1 0,0 4 29 0,3-6 7 15,-6 5 1-15,6-5 0 0,-3 5-12 0,0 1-3 16,3-6 0-16,-3 5 0 0,0-3-27 0,3-2-6 0,0 0 0 0,-6 6-1 15,1-1 39-15,5-5 8 0,-6 3 2 0,6-3 0 16,-3 5-52-16,-3 0-12 16,6-5 0-16,-6 6 0 0,0-4 0 0,0 4 0 15,3-4 0-15,-6 3 0 0,3-2 0 0,0 2 0 0,0-2 0 0,-3 2 0 16,3 1 0-16,0-1 0 0,0-2 0 16,-3 2 0-16,3-2 0 0,-3 2 0 0,3-3 0 0,-2 4 0 15,2-4 0-15,0 4 0 0,-3-1 0 16,3-2 0-16,0-1 0 0,0 1 0 0,0 0 0 0,0 2 0 15,0-3 0-15,0 1 0 0,6-3 0 0,-3 3 0 16,-3 2 0-16,6-5 0 0,-6 3 0 0,3-1 0 16,3-2 0-16,-3 6 0 0,-3-4 0 0,3 4 0 15,0-4 0-15,-3 4 0 0,3-4 0 0,0 1 0 16,-3 2 0-16,3-2 0 0,0-1 0 0,3-2 0 16,-5 6 0-16,2-4 0 0,3-2 0 0,-3 6 0 15,3-6 0-15,0 0 0 0,-6 2 0 0,6-2 0 16,0 0 0-16,0 0 0 0,0 0 0 0,-3 6 0 0,3-6 0 0,0 0 0 15,0 5 0-15,0-5 0 0,0 0 0 0,0 0 0 16,0 0 0-16,0 5 0 16,0-5 0-16,0 0 0 0,0 0 0 0,0 0 0 0,0 0 0 0,0 0 0 15,0 0 0-15,0 0 0 0,0 0 0 0,0 0 0 16,0 0 0-16,0 8 0 0,0-8 0 0,0 0 0 16,0 0 0-16,0 0 0 0,0 0 54 0,0 0 8 15,0 0 2-15,3 5 0 0,-3-5-52 0,3 6-12 16,-3-6 0-16,6 2 0 0,-3 1-9 0,2 0-5 15,1-1-1-15,0 1 0 0,0-3 15 0,0 3 12 16,3-3-3-16,-3 2 0 0,3-2-9 0,0 0 8 16,-3 0-8-16,3 3 8 0,3-3-8 0,-3 3 0 0,0-3 0 15,0 2 0-15,0 1 0 0,-1-3 0 0,4 2 0 0,-3 1 0 16,3 0 0-16,-3-3 0 0,3 2 0 0,-3 1 0 16,-3-3 0-16,3 3 0 0,-3-1 0 0,3 1 8 15,-3-3-8-15,0 3 0 0,0-3 0 0,0 2 0 16,-1 1 0-16,4-3 0 0,-3 3 0 0,-3-1 0 15,3-2 0-15,-6 0 0 0,9 3 0 0,-6-3 0 16,-3 0 0-16,9 2 0 0,-3 1 0 0,-6-3 0 16,6 3 0-16,-6-3 0 0,0 0 0 0,0 0 0 15,6 0-48-15,-6 0-11 0,6 2-2 16,-6-2-1-16,0 0 4 16,0 0 1-16,6 3 0 0,-6-3-628 0,0 0-126 0</inkml:trace>
  <inkml:trace contextRef="#ctx0" brushRef="#br0" timeOffset="179740.999">19452 13815 1497 0,'0'0'32'0,"0"0"8"0,0 0 0 0,0 0 4 16,0-6-36-16,-3 4-8 0,3-3 0 0,0 5 0 16,0-3 53-16,0 3 9 0,-3-5 2 0,3 5 0 15,0 0-1-15,-3-3 0 0,3 3 0 0,0 0 0 16,0 0-12-16,0 0-3 0,0 0 0 0,0 0 0 15,0 0-24-15,0 0-6 0,0 0-1 0,0 0 0 16,0 0 38-16,0 0 7 0,0 0 2 0,0 0 0 16,0 0-52-16,0 0-12 0,3 5 0 0,-3 3 0 0,3 0 0 15,-3-3 0-15,0 3 0 0,3 0 0 0,-3 3 0 0,0-1 0 16,0 1 0-16,0 2 0 0,0 0 0 0,-3 3 0 16,3 0 0-16,-3 3 0 0,3-1 0 0,-3-2 0 15,0 3 0-15,3-3 0 0,-3-1-10 16,0 1 2-16,3-2 0 0,0-1 0 0,-3 0-4 0,3-2 0 15,0-1 0-15,0 1 0 0,0-3 2 16,0-3 0-16,0 3 0 0,0-3 0 0,0 1-6 0,0-6 0 16,0 0-1-16,0 0 0 15,3 2-50-15,-3-2-9 0,0 0-3 0,0 0-538 16,0 0-108-16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37:42.71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16671 2289 1695 0,'0'0'37'0,"0"0"8"0,0 0 2 0,0 0 1 0,0 0-39 0,0 0-9 15,0 0 0-15,3-3 0 0,0 0 95 0,-3 3 17 16,3-5 3-16,0 3 1 0,-3 2-25 0,0 0-5 15,3-6-1-15,-3 6 0 0,0 0-24 0,3-2-5 0,-3 2 0 0,0 0-1 16,0 0-37-16,6 2-7 16,-6-2-2-16,6 6 0 0,-3-6 44 0,0 7 9 0,-3-7 2 15,3 3 0-15,0 8-53 0,0-9-11 16,-3 6 0-16,3 0 0 0,-3 0 0 0,3 3 10 0,-3-3-2 16,3 0 0-16,-3 0-8 0,3 0 10 15,-3-1-10-15,0 1 10 0,3 0-10 0,-3 3-16 0,0 0 4 16,0-4 1-16,0 1 23 0,3 3 4 0,-3 0 0 15,0 2 1-15,0 0-17 0,0 3 8 0,0-3-8 0,0 3 0 16,0 5 9-16,0-5-9 0,0 5 0 0,0 3 9 16,0-3-9-16,-3-2 0 0,3-1 0 15,-3 1 8-15,3-1-8 0,0-2 8 0,-3 0-8 16,3 0 8-16,0 2-8 0,-3-7 0 0,3 2 0 0,0 0 8 16,0-2-8-16,-3 0 0 0,3-1 9 0,0 3-9 15,0 1 8-15,0-4-8 0,0 6 8 0,0-3-8 16,0 3 9-16,0 3-9 0,0-3 12 0,0-3-12 15,0 3 11-15,0-3-11 0,0 3 10 0,0 0-10 16,0-3 10-16,3 3-10 0,-3-6 10 0,0 1-10 0,0 0 8 0,0-3-8 16,0-1 0-16,0 4 9 0,0-3-9 0,0 0 0 15,0-5 9-15,-3 2-9 0,3 0 0 0,0-5 0 16,0 0 0-16,-3 8 0 16,3-8-20-16,0 0-9 0,0 0-2 0,0 0 0 15,0 0-184-15,0 0-37 0</inkml:trace>
  <inkml:trace contextRef="#ctx0" brushRef="#br0" timeOffset="1493.538">15978 3268 836 0,'-12'-3'24'0,"12"3"4"0,-6 0-28 0,0-5 0 0,-3 5 0 0,0-3 0 15,3-2 127-15,0 5 19 0,0-3 4 0,0 3 1 16,0-5-37-16,6 5-7 0,-6-3-2 0,6 3 0 16,0 0-49-16,-5 0-9 0,5 0-3 0,0 0 0 15,-6-2-19-15,6 2-4 0,0 0-1 0,0 0 0 16,0 0-20-16,0 0 0 0,0 0 0 0,0 0 0 15,0 0 56-15,0 0 6 0,0 0 2 0,0 0 0 16,0 0-52-16,0 0-12 0,0 0 0 0,0 0 0 0,3-3 12 16,0 0-1-16,2 1 0 0,-2 2 0 0,3 0-3 0,-3 0 0 15,3 0 0-15,3 0 0 0,-3 0-8 16,3 0 10-16,0 2-10 0,0-2 10 0,0 0-10 0,3 3 0 16,0 0 9-16,-3-3-9 15,3 2 8-15,-1-2-8 0,4 3 10 0,-3 2-10 16,0-5 10-16,0 0-10 0,0 3 10 0,0-3-10 15,0 0 8-15,3 0-8 0,-3 0 0 0,2 0 0 0,-2 0 0 0,3-3 0 16,3 3 0-16,-3 0 0 0,3 0 26 0,3 0-1 16,-3 0 0-16,-1 0 0 0,4 0-39 0,0 0-8 15,0 0-2-15,0 0 0 0,0 3 24 0,-4-3 0 16,1 0 0-16,3 5 0 0,-3-5 0 0,0 0 0 16,0 0 0-16,0 0 0 0,-1 0 0 0,1 0 0 15,0 0 0-15,3-5 0 0,3 5 0 0,-3-3 0 16,2 3 0-16,4-5 0 0,0 5 0 0,0 0 0 15,-3 0 0-15,2 0 0 0,-2 5 0 0,0-5 0 0,0 0 0 16,0 0 0-16,-3 0 0 0,-1 0 0 0,4-5 9 0,-3 2-9 16,6 1 8-16,-3 2-8 0,2-3 8 0,4 0-8 15,0 1 8-15,0 2-8 0,-3 0 10 0,2-3-10 16,-2 3 13-16,0 0-3 0,-3 0-1 0,2-5 0 16,-2 5-9-16,0-3 0 0,-3-2 0 0,3 2 8 15,3 3-8-15,-4-8 12 0,4 6-12 16,0 2 12-16,-3-3-4 0,0 0-8 0,-1 1 12 0,-2 2-4 15,0-3-8-15,0 3 12 0,-3 0-12 0,-3-5 12 16,-1 5-12-16,-2 0 0 0,0 0 0 0,0 0 0 16,0 0-12-16,-3 0-7 0,0 0-1 0,-3 0-1 15,3 0 21-15,-6 5 0 0,3-5 0 0,-6 0 0 0,3 0 0 16,-3 0 0-16,0 0 0 0,0 0 0 16,0 0-56-16,0 0-6 0,0 0-2 0,0 0-947 15</inkml:trace>
  <inkml:trace contextRef="#ctx0" brushRef="#br0" timeOffset="3784.19">15960 3223 1074 0,'0'0'30'0,"0"0"8"0,0 0-30 0,0 0-8 0,0 0 0 0,-6-3 0 16,0 3 100-16,0 0 18 0,0-5 4 0,-3 5 1 15,3 0-62-15,-3 0-12 0,3-3-2 0,-2 3-1 16,-1 3-19-16,0-3-4 0,-3 0-1 0,3 0 0 15,0 0-22-15,-3 5 0 0,0-5 0 0,0 3 8 16,3-3-8-16,-3 5 0 0,3-5 0 0,-3 3 0 16,4-3 0-16,-1 2 0 0,0-2 0 0,0 3 0 15,0-3 0-15,0 3 0 0,0-3 0 0,3 0 0 0,0 0 0 0,0 0 0 16,0 0 0-16,6 0 0 0,0 0 52 0,-6 0 10 16,6 0 2-16,0 0 0 0,0 0-52 0,0 0-12 15,0 0 0-15,-6 0 0 0,6 0 0 0,0 0 0 16,0 0 0-16,0 0 0 0,0 0 0 15,0 0 0-15,0 0 0 0,0 0 0 0,0 0 0 0,0 0 0 16,0 0 0-16,-3 2 0 0,3-2 0 0,0 0 0 16,0 0 0-16,-3 8 0 0,3-8 0 0,-3 8 0 15,0-5 0-15,0 2 0 0,3 0 54 16,0 3 8-16,0-8 2 0,-3 8 0 0,3 0-64 0,0 0 0 16,0 0-9-16,0 5 0 0,0-5 9 0,0 3 12 15,0-1-2-15,0 6-1 0,0-5-9 0,0 2 0 16,0 3 0-16,0-3 0 0,0 3 0 0,0 0 0 15,0 3 0-15,3-6 0 0,-3 3 0 0,0-3 0 16,0 3 0-16,3 0 0 0,-3-3 0 0,3 3 0 0,-3-6 0 16,0 4 0-16,3-1 0 0,-3-3 0 0,0 4 0 0,3-1 0 15,-3 0 0-15,0 3 0 0,3-5 0 0,-3 7 0 16,0-2 0-16,0 0 0 0,0 2 0 0,0 1 0 16,0-1 0-16,0 6 0 0,0-8 0 0,0 5 0 15,0-5 0-15,0 5 0 0,0-8 0 0,0 6 0 16,0-3 0-16,-3 2 0 0,3-4 0 15,0 2 0-15,-3-6 25 0,3 3 3 0,-3 1 1 0,3-4 0 16,-3 1-15-16,3-1-3 0,-3 4-1 0,3-4 0 16,-3 1-2-16,3-1 0 0,0 1 0 0,-3 5 0 15,3-8 2-15,-3 5 0 0,3 3 0 0,0-6 0 16,-3 1-10-16,3 5 0 0,-3-6 9 0,3 4-9 0,-2-1 0 16,2-3 9-16,0 4-9 0,-3-1 0 15,3-5 12-15,0 2-12 0,-3 1 12 0,3-3-12 16,0 0 8-16,-3-3-8 0,3 3 0 0,0 0 0 0,0-5 8 0,0 2-8 15,0-5 12-15,0 5-12 0,0-5 0 0,0 6-12 16,0-6 0-16,3 5 0 0,-3-5 25 0,0 0 6 16,0 3 1-16,0-3 0 0,0 0-20 0,3 5 8 15,2 0-8-15,-2-5 0 0,-3 0 0 0,6 0 0 16,-3 3 0-16,3-3 0 0,0 0-12 0,0-3-8 16,3 3-3-16,-3 0 0 0,3 0 23 0,-3 0 0 15,3 0 0-15,0-5 0 0,0 5 0 0,3-3 0 16,-3 1 0-16,3-1 0 0,2 0 47 0,1 1 13 15,0-1 4-15,3 0 0 0,3-2-52 0,0 5-12 16,0-8 0-16,2 8 0 16,1-8-25-16,-3 5-8 0,3-2-2 0,-3 3 0 0,0-4 35 0,2 4 0 0,-2-1 0 15,-3 3 0-15,3 0 0 0,-3-5-8 0,3 5 8 16,-1-3 0-16,4 3 25 0,0 0 9 0,0 0 2 0,6-5 0 16,-4 2-36-16,4 3 0 0,-3 0 0 15,3-3 0 1,-3 1-22-16,-4-1-11 0,4 1-3 0,-3 2 0 0,-3 0 28 0,3-3 8 0,-4 3 0 15,4-3 0-15,0 3-28 16,0-2 2-16,3 2 0 0,-4 0 0 0,4-3 26 0,0 3 0 0,0 0 0 0,-3 0 0 16,-1-5 14-16,1 5 8 0,0 0 2 0,-3-3 0 15,0 3-39-15,-3-3-7 0,2 3-2 0,-2-2 0 16,0-1 71-16,0 0 13 0,3 3 4 0,0-2 0 16,0-1-103-16,-4 0-20 0,4 1-4 0,0 2-1 0,0-5 103 15,0 2 20-15,-3 3 4 0,2-5 1 16,-2-1-80-16,0 6-16 0,0-2-4 15,0-1 0-15,0 0 36 0,-3 1 0 0,-1-1 0 0,4 0 0 0,-6 1 0 0,3-4 0 16,0 4 0-16,-3 2 0 0,3-8 0 0,3 5 0 16,0-2 0-16,-4 2 0 0,4-2 22 0,0 2 11 15,-3 1 3-15,3 2 0 0,3-6-36 0,-6 4 0 16,2 2 0-16,1 0 0 0,-3-5 0 0,3 2 0 16,-3 3 0-16,0-3 0 0,0 3 0 0,-3 0 0 15,2 0 0-15,-2 0 0 0,0 0 0 0,3 0 0 16,-6-2 0-16,3 2 0 15,0-3-21-15,-3 3-11 0,3-3-3 0,-3 3 0 0,3-2 35 0,-3-1 0 0,-1 0 0 0,4 3 0 16,-3-2 21-16,3 2 11 0,-3 0 3 0,0-6 0 16,0 6-35-16,0 0 0 0,3-2 0 0,-6 2 0 15,3 0 0-15,-3 0 0 0,0 0 0 0,0 0 0 16,0 0 0-16,-1 0 0 0,-2 0 0 0,3 0 0 16,0 0 0-16,-6 0 0 0,3 0 0 0,-3 0 0 15,6 0 0-15,-6 0 0 0,3 0 0 0,-3 0 0 16,0 0 0-16,6 0 0 0,-6 0 0 0,0 0 0 15,3-6 0-15,-3 6 0 0,0 0 0 0,0 0 0 16,0 0 0-16,0 0 0 0,0-2 0 0,0 2 0 16,0-5 0-16,0-1 0 0,0 4 0 0,0-6 0 15,-3 2 0-15,3 1 0 0,0 0 0 0,0 2 0 16,0-5 0-16,-3 6 0 0,3-6 0 0,0 0 0 16,0 0 0-16,-3 0 0 0,3-3 0 0,0 1 0 15,0-1 14-15,0 0-4 0,0-2-1 0,0 0 0 16,0-3-9-16,0 0 0 0,0 0 0 0,-3-2 0 15,3-1 0-15,0-2 0 0,0 5 8 0,0-5-8 0,0 0 0 16,-3 5 0-16,3-5 0 0,0 5 8 0,-3 0-8 0,3 3 12 16,0 0-12-16,0-1 12 0,0 4-4 0,0-3-8 15,0 2 12-15,0 0-4 0,0 4-8 0,0-4 10 16,0 0-10-16,0 3 10 0,3-2-10 0,-3-1 0 16,0 1 9-16,3 2-9 0,-3-5 0 0,0 2 8 15,3 0-8-15,-3 1 0 0,0-1 27 0,0 1 1 16,0-4 0-16,0 4 0 0,3-3-28 0,-3 5 0 15,0-6 0-15,0 6 0 0,0-7 0 0,0 4 0 16,0 0 0-16,0 3 0 0,0-5 0 0,3 3 0 16,-3-1 0-16,0 0 0 0,3 4 0 0,-3-4 0 0,3 3 0 15,-3 0 0-15,3 0 0 0,0 0 0 16,-3 3 0-16,3-3 0 0,0 0 0 0,-3 3 0 0,0-1 0 16,0 1 0-16,0 0 0 0,0 5 0 0,0-3 0 0,0-5 0 15,0 8 56-15,0-5 7 16,-3 0 1-16,3 5 0 0,0 0-52 0,-3-6-12 0,3 6 0 0,-3-2 0 15,-3-1 0-15,3-2 0 0,0 2 0 0,3 3 0 16,-6-5 0-16,0 2 0 0,0 3 0 0,-3-8 0 16,4 8 0-16,-1-2 0 0,0-4 0 0,0 4 0 15,0-1 0-15,-3 3 0 0,3-5 0 0,0 5 0 16,0-3-12-16,-3 3-6 0,3 0-1 0,-3 0 0 16,3-5 19-16,-3 5-12 0,3-3 12 0,-3 3-10 15,0 0-24-15,0 0-5 0,4 0-1 16,-4 0 0-16,3 0-70 0,-3 0-14 0,3 0-4 15,-6-5-1024-15</inkml:trace>
  <inkml:trace contextRef="#ctx0" brushRef="#br0" timeOffset="4704.724">15802 2844 1515 0,'0'0'33'0,"0"0"7"0,0 0 2 0,0 0 1 0,0 0-35 0,0 0-8 0,0 0 0 0,0 0 0 16,0 0 65-16,0 0 11 15,0 0 3-15,0 0 0 0,0 0-53 0,-3 6-10 16,0 2-3-16,0 0 0 0,3 2-13 0,0-2 0 0,0 5 8 0,0 1-8 16,0-4 0-16,0 3 0 0,0 1 8 0,0 2-8 15,0-3 0-15,-3-3 0 0,3 4 0 0,-3-1 0 16,3-3 0-16,-3 1 8 15,3-3-8-15,-3 0 0 0,3-6 12 0,0-2-3 0,-3 6-1 0,3-6 0 16,0 0 24-16,0 0 5 0,0 0 1 0,0 0 0 16,-3 0 5-16,-2-8 1 0,2 3 0 0,3-3 0 15,-3-3-12-15,3 0-3 0,-3 1 0 0,3-9 0 16,0 9-9-16,3-9-1 0,-3 1-1 0,3 2 0 16,0-3-2-16,2 3-1 0,1 1 0 0,0-1 0 15,0 2-15-15,3-7 0 0,-3 5 0 0,3 1 0 16,3 1 0-16,-3-2 0 0,3 3 0 0,-3 0 0 15,0 2 26-15,0 3 2 0,0-2 1 0,-3 7 0 0,2-5 0 16,1 3 0-16,-3 2 0 0,0 3 0 0,3 0-18 0,-3 0-11 16,3 0 12-16,-3 3-12 0,0 2 0 0,0 3 0 15,0-2 0-15,0 4 0 0,0-2 0 0,3 5 0 16,-3 0 0-16,0-2 0 0,0 2 0 0,0 1 0 16,0-4 0-16,-3 1 0 0,2 5 0 0,1-6 0 15,-3 1 0-15,0 5 0 0,0-1 28 0,0 1 0 16,0-2-1-16,-3 7 0 15,0-5-43-15,0 0-9 0,0 5-2 0,-3-5 0 16,0-1-2-16,3 4-1 0,-3-8 0 0,0 4 0 16,0-1-33-16,-3-1-6 0,3-8-2 0,1 6 0 15,-1-3-165-15,0-3-34 0</inkml:trace>
  <inkml:trace contextRef="#ctx0" brushRef="#br0" timeOffset="4922.773">15781 2921 1638 0,'0'0'46'0,"0"0"11"16,3-2-45-16,3-4-12 0,0 4 0 0,3 2 0 16,0-6 139-16,0 4 25 0,3-4 6 0,0 6 1 0,0-2-73 0,0 2-14 15,0 0-4-15,3-6 0 16,-1 6-27-16,1 0-5 0,3 0-2 0,0 0 0 15,3 6-81-15,-3-6-16 0,3 0-3 0,-1 2-1069 16</inkml:trace>
  <inkml:trace contextRef="#ctx0" brushRef="#br0" timeOffset="5542.822">16481 3022 1364 0,'0'0'30'0,"0"0"6"0,-3 0 2 0,3 0 0 0,-6-6-30 0,6 6-8 0,-3-2 0 0,3 2 0 15,-6 0 93-15,6 0 18 0,0 0 3 0,0 0 1 16,0 0-39-16,0 0-7 0,0 0-1 0,0 0-1 0,0 0-19 0,0 0-3 15,0 0-1-15,0 0 0 16,3 2-15-16,0 4-3 0,0-1-1 0,3 3 0 16,-3-5-6-16,0 5-2 0,3-3 0 0,0 3 0 15,-3-3-2-15,3 3-1 0,0 0 0 0,-3 0 0 16,3-3-14-16,0 6 0 0,-3-3 8 0,2 0-8 0,1 0 0 0,0 0 0 16,-3 2 8-16,3-2-8 0,0 0 0 0,0-3 0 15,0 3 0-15,0-5 0 0,0 5 0 0,0-3 0 16,0-2 0-16,0-1 0 0,3 4 12 0,-3-6-4 15,0 2-8-15,0-2 12 0,3 0 9 0,-3 0 2 16,3 0 0-16,-3 0 0 0,2 0 9 0,1-2 3 16,-3-1 0-16,3 0 0 0,0 1 2 0,-3-1 1 15,3-2 0-15,0 2 0 0,0-5 0 0,0 0 0 16,0 3 0-16,0-3 0 0,0 3-13 0,0-3-2 0,0-3-1 16,-1 6 0-16,1-3-14 0,0 0-8 15,-3-3 8-15,3 4-8 0,-3-1-10 0,0 5-6 0,0-5-2 0,0 0 0 31,-3 3-163-31,3-1-33 0,0 4-6 0,-3-3-2 0</inkml:trace>
  <inkml:trace contextRef="#ctx0" brushRef="#br0" timeOffset="7288.126">17127 2008 1353 0,'0'0'29'0,"0"0"7"0,0 0 0 0,0 0 4 0,-6 8-32 0,3-5-8 0,0 2 0 0,-3 3 0 16,3 3 42-16,0-1 7 0,0 1 2 0,0 2 0 0,0 0-19 0,3 3-3 15,0 0-1-15,0 5 0 0,0-5-11 0,3 5-2 16,0-7-1-16,-3 4 0 0,3-5-2 0,0 3-1 16,0-3 0-16,0 1 0 0,0-6 32 0,0-1 6 15,0-1 2-15,0 2 0 0,-3-8 9 0,0 0 3 16,0 0 0-16,0 0 0 0,0 0 2 0,0 0 1 15,0 0 0-15,0-8 0 0,3 2-13 0,-3-1-2 16,0-7-1-16,0-2 0 0,0 1-16 0,-3-7-3 0,3 1-1 16,-3-3 0-16,3 3-14 0,-3-3-4 15,3 3 0-15,0 0 0 0,0 0-12 0,0 0 0 16,0 2 0-16,3-2 0 0,0 0 8 0,3-3-8 0,0 3 0 16,0-3 0-16,3-5 0 0,0 8 0 0,0-6 0 15,2 4 0-15,-2 1 0 0,3 4 0 16,0 5 0-16,0-3 0 0,0 3 0 0,0 5 0 15,0 0 0-15,0 0 9 0,0 2-9 0,-3 1 0 16,-1 3-10-16,4 2 10 0,-6 0-10 0,3 0 10 16,-3 2-10-16,0 3 10 0,-3 1-14 0,0 2 3 0,0 0 1 0,0 2 0 15,-3 1-8-15,0 5-2 0,-3-3 0 0,0 3 0 16,0 0-12-16,0 5-2 16,-3-5-1-16,-3 0 0 0,0-1 1 0,0 4 0 0,-2-3 0 15,-4-3 0-15,3 3 6 0,0-3 0 0,-3-5 1 16,0 3 0-16,0 2 15 0,0-5 4 0,3 0 0 0,-3 0 0 15,4 0 8-15,2 2-8 0,-3-7 8 0,3 2-8 16,3 3 8-16,0 0 0 0,3-5 0 0,3-3 0 0,-3 5 0 16,3-5 0-16,0 0 0 0,0 8 0 0,3-3 0 0,0 3 0 15,3-8 0-15,0 3-8 0,0 2 8 16,3-5 0-16,0 5 0 0,3-5 0 0,-4 3 0 16,4-3 0-16,0 5 0 0,0-5 0 0,3 3 0 0,-3-3-8 15,3 5 8-15,-3-5 0 0,3 0 0 16,-3 0-10-16,2 0 10 0,-2-5 0 15,3 2 0-15,-3-2 0 0,3 2 0 0,-3-2 0 0,3-3 0 0,-3 0 0 16,3 3 0-16,-3-3 9 0,2 0 12 0,-2 0 3 16,0 0 0-16,0 3 0 0,0-3 15 0,-3 3 3 15,0-3 1-15,-3 0 0 0,0 0-7 0,0 5-2 16,0-7 0-16,-3 7 0 0,-3-5-5 0,0 8-1 16,3-5 0-16,-3 5 0 0,-3-3-10 0,-3-2-2 15,3 2-1-15,-6-2 0 0,9 5-15 0,-6 0-18 0,-3 0 4 16,3 5 1-16,-3-5 21 0,3 3 4 15,0 2 0-15,-3-2 1 0,3 5-13 0,0-3 0 0,0 3 0 0,0 5-10 16,3-5 10-16,0 0 0 0,0 0-9 0,0 0 9 16,3 5-12-16,0-5 3 0,3 0 0 0,0 5 0 15,0-5 9-15,3 0 0 0,0 0 0 0,0 0 8 16,3-3-58-16,3 3-11 16,-3-8-3-16,3 3 0 0,3 2 52 0,0-5 12 0,0-5 0 0,-1 2 0 15,4-2 0-15,0-3 13 0,0 5-4 0,-3-5-1 16,3 3 38-16,0-3 7 0,-3 0 2 0,2 0 0 15,-2-5-44-15,0 5-11 0,-3-5 0 0,0 2 0 16,-3 1 53-16,0-1 9 0,0-2 2 0,-3-3 0 16,0 8-36-16,0-5-8 0,-3 0 0 0,-3 2-1 15,3 3-31-15,-6-2-5 0,3 2-2 0,-3 0 0 0,0 5 39 16,0-2 8-16,-3-1 2 0,3 6 0 16,3 0-48-16,-9 0-10 0,3 6-1 0,0-1-1 0,3-2 30 0,-3 5 0 15,3 0 0-15,3 2 0 0,0-2 0 0,0 3 0 16,3 2 0-16,0-5 0 0,3 5 0 0,-3-5 0 15,3 5 0-15,0-5 0 0,3 0 0 0,-3 3 15 16,0-1-2-16,3-2 0 0,-3 3-13 0,-1-1-18 16,1-2 4-16,-3 3 1 0,0 2 13 0,0 0 0 15,-3-5 0-15,0 3 0 16,0-1-73-16,-3 1-12 0,-3 2-3 0,3-5 0 16,-3 5 25-16,1-5 5 0,2 0 1 0,-3-5 0 15,0 2 15-15,0 1 3 0,6-6 1 0,0 0 0 0,0 0 26 0,0 0 12 16,0 0-10-16,0 0 10 0,0 0 0 0,0 0-9 15,0 0 9-15,3-6 0 0,3-2 0 0,0 0 0 16,5 0 0-16,1-5 0 0,3 5 0 0,3-8 0 16,0 3 0-16,3 0-12 0,3 2 41 0,-1 3 8 0,1-5 2 0,0 5 0 15,-3 0-11-15,-3-2-3 0,0 2 0 0,-3 0 0 16,-1 5 31-16,-5-5 7 0,0 0 1 0,-3 3 0 16,0 0 0-16,-3 2 0 0,0-5 0 0,-3 8 0 15,0-5-52-15,-3 2-12 0,-3-2 0 0,0 0 0 16,3 2 0-16,-6 3 0 0,3 0 0 0,-3 0 0 15,1 0 0-15,-4 0 0 0,0 3 0 0,0 2 0 16,3 0 0-16,-3-2 0 0,3 2 0 0,3 3 0 16,0 0 0-16,0-3 0 0,6 3 0 0,0 0 0 0,3 3 0 0,0-3 0 15,6 5 0-15,0 0 0 0,0 0 0 0,3-5 0 16,0 3 0-16,0 2 0 0,3 0 0 0,-4-5 0 16,4 3 0-16,0-1 0 0,0-2 0 0,0-5 0 15,0 2 0-15,3-5 0 16,-3-5-151-16,2 5-33 15,1-3-6-15,0-5-2 0</inkml:trace>
  <inkml:trace contextRef="#ctx0" brushRef="#br0" timeOffset="8296.505">18416 1641 1864 0,'0'0'41'0,"0"0"9"0,0-6 2 0,0 4 0 0,3-6-42 0,-3 8-10 16,0-6 0-16,3 1 0 0,-3 5 86 0,3-3 15 15,3-2 3-15,-6 5 1 0,6 0-45 0,0 0-8 0,-4 0-3 0,1 5 0 16,3-2 12-16,-3 8 3 0,3-3 0 0,-3 2 0 16,0 9-52-16,-3-3-12 0,3 7 0 0,0 6 0 15,0 1 0-15,-3-1 0 0,3 0 0 0,-3 0 0 16,0 0 0-16,0 0 0 0,0-2 0 0,0-1 0 16,0-2 0-16,0-3 0 0,0 3 0 0,0 2 0 15,0-2 0-15,0-3 0 0,-3 3 0 0,0 0 0 16,0-3 0-16,0-2 0 0,-3-1 0 0,0 3 0 31,0-7-202-31,0 1-43 0,1 9-9 0,-4-13-2 0</inkml:trace>
  <inkml:trace contextRef="#ctx0" brushRef="#br0" timeOffset="8512.537">18341 2011 1792 0,'0'0'51'15,"0"0"10"-15,0 0-49 0,0 0-12 0,-3-5 0 0,3 5 0 0,0 0 105 0,6-3 19 16,0 3 3-16,3-5 1 0,3 2-15 0,0 3-2 16,3 0-1-16,0-5 0 0,3 5-22 0,-4 0-5 15,1 0-1-15,3 0 0 0,-3 0-66 0,0-3-16 16,0 3 0-16,0 0 0 0,0 0 0 0,0 0 0 16,-1-5 0-16,1 5 0 15,0 5-99-15,0-5-23 0,3 0-5 0,-3 0-1025 0</inkml:trace>
  <inkml:trace contextRef="#ctx0" brushRef="#br0" timeOffset="12491.57">16639 1487 1652 0,'0'0'36'0,"0"0"8"0,0 0 2 0,0 0 0 0,0 0-37 0,0 0-9 0,0 0 0 0,0 0 0 16,0 0 94-16,6 0 17 16,-6 0 3-16,0 0 1 0,3 0-65 0,-3 0-13 15,0 0-2-15,0 0-1 0,6 5 24 0,-3-5 5 0,-3 0 1 0,5 8 0 16,-5-5 0-16,3 2 0 16,-3-5 0-16,0 8 0 0,0 0-52 0,0-3-12 15,0 3 0-15,-3 0 0 0,3 0 0 0,0-3 0 0,0 3 0 0,0 0 0 16,0-5 0-16,0 8 0 15,0-9 0-15,0 6 0 0,0-3 0 0,3 3 0 16,-3-5 0-16,0 8 0 0,0-3 0 0,3-6 0 0,-3 6 0 0,3 0 0 16,0 3 0-16,-3-3 0 15,3 0 0-15,-3 2 0 0,0 1 0 0,3-3 0 0,-3 2 0 0,0 3 0 16,0-5 0-16,0 6 0 0,0-1 0 0,0-5 0 16,0 8 0-16,0-8 0 0,0 5 0 0,0-5 0 15,0 2 0-15,0 4 0 0,-3-6 0 0,3 5 0 16,0-5 0-16,0 0 0 0,0 0 0 0,0 0 0 15,0 2 0-15,0-2 0 0,3-5 0 0,-3 5 0 16,0-3 0-16,3 3 0 0,-3-3 0 0,0 3 0 0,3-5 54 16,-3 2 8-16,0-5 2 0,0 8 0 0,3 0-52 15,-3-3-12-15,0-5 0 0,3 3 0 16,-3-3-48-16,3 8-13 0,-3-3-3 0,0-2 0 0,0-3 103 0,3 8 20 16,-3-3 4-16,0-5 1 0,0 5-52 0,0-2-12 15,3 5 0-15,-3-3 0 0,0-5 0 0,0 8 0 16,0-8 0-16,0 5 0 0,0 3 0 15,0-5 0-15,0 5 0 0,0-3 0 0,0 3 0 16,0-3 0-16,-3 3 0 0,3-5 0 16,0 2 0-16,0 3 0 0,0 0 0 0,-3-3 0 0,3 3 0 0,0-5 0 15,0 5 0-15,0 0 0 0,0-3 0 0,0 3 0 16,0 0 0-16,0-3 0 0,0 3 0 0,0 0 0 16,0 0 0-16,0-3 0 0,0 3 0 0,0 0 0 15,0 0 0-15,0-2 0 0,0 2 0 0,3-1 0 16,-3-4 0-16,0 8 0 0,0-9 0 0,0 4 0 15,3 2 0-15,-3-6 0 0,0-2 0 0,0 5 0 0,0 1 0 16,0-6 0-16,0 0 0 0,3 8 0 0,-3-8 0 0,0 8 0 16,0-6 0-16,0-2 0 0,3 6 0 0,-3-6 0 15,0 0-48 1,0 2-13-16,0-2-3 0,0 0 0 0,6 6-153 0,-3-6-31 16,9 7-7-16,-12-7-1 0</inkml:trace>
  <inkml:trace contextRef="#ctx0" brushRef="#br0" timeOffset="17560.077">16859 4318 1728 0,'0'0'38'0,"0"0"8"0,0 0 2 0,0-5 0 0,0 5-39 16,3 0-9-16,-3-8 0 0,0 8 0 0,0 0 104 15,0 0 20-15,0 0 3 0,0 0 1 0,0 0-52 0,0 0-9 16,0 0-3-16,0 0 0 0,-3 8-32 0,0 0-8 16,3 0 0-16,-3 5-1 0,3-5 5 0,0 3 2 15,0-1 0-15,3 1 0 0,-3-1-6 0,3 1-2 16,-3 2 0-16,3-5 0 0,0 0 0 0,0 5 0 16,0-5 0-16,0 0 0 0,-3 3 7 0,3-1 2 0,-3-2 0 15,0 3 0-15,0-1-31 0,0 6 0 0,0 0 0 16,0 0 0-16,0 3 9 0,0 2-9 15,0 3 8-15,0-3-8 0,0 0 0 0,0 0 8 0,0 0-8 0,0 0 0 16,3-5 0-16,-3 3 0 0,3-9 8 0,0 6-8 16,-3-3 0-16,0-2 0 0,3 0 0 0,-3 2 0 15,0-8 0-15,0 3 8 0,0 0-8 16,0 3 0-16,0-11 0 0,0 8 0 0,0-3 8 16,0 3-8-16,-3-3 0 0,3 0 8 0,0-5-8 0,-3 11 8 15,3-11-8-15,0 5 0 0,-3 1 0 0,3-6 8 16,0 5-8-16,0-5 0 0,0 5 0 0,0-5 8 15,0 0-8-15,0 0 0 0,0 0 0 0,0 0 0 16,0 0-40-16,0 0-3 0,0 0-1 0,0 0-800 16,0 0-161-16</inkml:trace>
  <inkml:trace contextRef="#ctx0" brushRef="#br0" timeOffset="18684.195">16910 4953 1566 0,'0'0'34'0,"0"0"7"0,0 0 2 0,0 0 1 0,0 0-35 0,0 0-9 0,0 0 0 0,0 0 0 0,0 0 87 0,-6 0 15 16,0 6 3-16,6-6 1 0,-6 2-46 0,3 4-10 15,-3-1-2-15,0 3 0 0,3 0-15 0,-3 0-3 16,0 2-1-16,-3 3 0 0,3 1-8 0,-3-1-1 15,0 3-1-15,0 2 0 0,-3-7-7 0,0 5-2 16,1 0 0-16,-4-3 0 0,0 5-10 0,0-7 10 16,3 0-10-16,-3 4 10 0,0-4-10 0,0 2 0 15,-3-2 0-15,4 2 0 0,2-2 0 0,0-1 8 16,0 3-8-16,0 1 0 0,3-1 0 0,-3 0 0 16,3 3 0-16,0 0 0 0,0-3 0 0,0 3 0 15,0 3 0-15,1-1 0 0,-1-2 0 0,-3 2 0 0,3 1 0 16,0 2 0-16,-3-2 0 0,3-3 0 15,-3-1 0-15,3 1 0 0,-3-2 0 0,3-1 0 0,-3 0 0 16,4-2 0-16,-1 2 0 0,0-5 0 0,0 2 0 0,0-2 0 16,0 0 19-16,0 0-2 0,0-3 0 15,3 3 0-15,-3-2-27 0,0 2-6 0,3-3 0 0,0 0-1 16,-3 0 27-16,3 1 6 0,0-4 0 0,0 6 1 16,1-5-17-16,-1 0 0 0,0 2 0 0,0-2 0 15,0 2 0-15,3-2 0 0,3-3 0 0,0 0 0 16,-6 5-56-16,6-5-16 15,0 0-2-15,0 0-1 0,0 0-136 0,0 0-27 16,-12-5-6-16,12 5 0 0</inkml:trace>
  <inkml:trace contextRef="#ctx0" brushRef="#br0" timeOffset="19504.898">16886 4982 1267 0,'0'0'28'0,"0"0"5"0,-6-2 2 0,0-1 1 0,3 3-36 0,3 0 0 0,-3-5 0 0,-3 2 0 16,6 3 114-16,-3-2 16 0,3 2 3 0,0 0 1 15,-3-6-61-15,3 6-12 0,0 0-2 0,0 0-1 16,0 0 18-16,0 0 4 0,0 0 1 0,0 0 0 15,0 0-32-15,0 0-6 0,0 0-2 0,0 0 0 16,6 3-28-16,0 0-5 0,-3-1-8 0,3 6 11 16,0-5 24-16,0 5 5 0,0 0 0 0,0 0 1 0,0 2-28 0,0 1-5 15,2-1-8-15,-2 6 11 0,0-5 5 16,3-1 0-16,-3 4 1 0,3-4 0 0,0 1-17 16,0 2 0-16,0-2 0 0,3-1 0 0,-3 3 0 0,3-7 0 15,0 4 0-15,0-2 0 0,-1 0 0 16,1 0 0-16,0 0 0 0,0 0 0 0,0 3 0 15,0-6 0-15,0 3-8 0,0 0 8 16,0-3 0-16,-3 6 0 0,3-6 0 0,-4 0 10 0,4 3-10 0,-3 0 0 16,0-3 0-16,0 3 0 0,-3 0 0 15,3 0 0-15,0 0 0 0,-3 0 0 0,3 0 31 0,0 3 4 16,0-3 1-16,-3-1 0 0,3 4-26 0,-3-3-10 16,-1 0 8-16,1 2-8 0,3-2 8 0,-3 0-8 15,0 0 0-15,0 3 8 0,-3-3 1 0,3 0 0 16,0 2 0-16,-3-2 0 0,3 3-9 0,-3-3 10 15,3 2-10-15,-3-2 10 0,3 3-10 0,0-3 12 16,0 2-12-16,-3-2 12 0,3 0-4 0,0 0 0 0,0 0 0 16,0 0 0-16,0-3-8 0,2 1-9 0,-5 2 9 0,3-3-13 15,3 0 13-15,-3 3 0 0,0-3 0 0,0 1 0 16,0-1 16-16,0 0 5 0,0 1 2 0,0-1 0 16,0-2-23-16,0 2 9 0,-3-3-9 0,3 4 0 15,-3-4-14-15,3 1-10 16,-3 0-1-16,-3-3-1 0,0 0 26 0,0 0 0 0,6 5 0 15,-6-5 0-15,3 5 0 0,3-2 0 0,-6-3 0 0,0 0 0 16,3 5 46-16,-3-5 14 0,6 3 4 0,-6-3 0 16,3 5-52-16,-3-5-12 0,0 0 0 0,3 3 0 15,-3-3 0-15,0 0 0 0,5 5 0 0,-5-5 0 16,0 0 0-16,0 0 0 0,3 3 0 0,-3-3 0 16,6 2-48-16,-6-2-13 0,0 0-3 0,0 0 0 15,0 0-169-15,6 3-35 0</inkml:trace>
  <inkml:trace contextRef="#ctx0" brushRef="#br0" timeOffset="20334.566">17624 5721 1728 0,'0'0'38'0,"0"0"8"0,0 0 2 0,0 0 0 0,0 0-39 0,0 0-9 16,-6 0 0-16,0 0 0 0,0 2 53 0,0 1 9 0,0 0 2 0,0 2 0 16,0-2 0-16,0 2 0 15,-3 0 0-15,3 3 0 0,0-3-52 0,-2 3-12 0,-1 3 0 0,3-1 0 16,-3 1 54-16,0 2 8 0,0 0 2 0,0 1 0 16,0 2-52-16,0-1-12 0,3 4 0 0,-3-3 0 15,0 0 0-15,0 0 0 0,0-1 0 0,0 1 0 16,1 0 0-16,-1 0 0 0,3-3 0 0,-3 3 0 15,0-3 0-15,0-2 0 0,3 2 0 0,-3 1 0 16,0-4 0-16,3 1 0 0,-3-1 0 0,-3 3 0 16,3 1 0-16,0-4 0 0,-2 4 0 0,2-1 0 15,-3 3 11-15,0 0-11 0,0-1 12 0,0 1-12 16,0 3 16-16,-3-3-4 0,3 0-1 0,0-1 0 16,0 1 4-16,1-2 1 0,2-1 0 0,-3 0 0 15,3-5-6-15,0 3-1 0,0-4 0 0,0-1 0 0,3 2 10 0,-3-3 1 16,3 0 1-16,0 1 0 15,3-1-21-15,-3 0 0 0,0-2 0 0,3 2 0 0,3-5 0 0,0 0 0 16,-3 3 0-16,3-3 0 0,0 0 0 0,0 0 0 16,0 0 0-16,0 0 0 15,0 0-47-15,0 0-13 0,0 0-4 0,0 0-682 16,0 0-137-16</inkml:trace>
  <inkml:trace contextRef="#ctx0" brushRef="#br0" timeOffset="21286.887">16180 5750 1278 0,'0'0'28'0,"0"0"5"0,0 0 2 0,0 0 1 0,0 0-28 0,0 0-8 0,0 0 0 0,0 0 0 16,0 0 81-16,0 0 15 0,0 0 4 0,0 0 0 16,6-3-12-16,-6 3-1 0,0 0-1 0,0 0 0 15,6 0-15-15,-6 0-3 0,6 0-1 0,-3 3 0 16,3-1-54-16,0 1-13 15,0 0 0-15,-3 2 0 0,3 3 54 0,3-3 8 16,-3 3 2-16,6 3 0 0,-3-3-52 0,0 5-12 0,2-3 0 0,4 4 0 16,0-1 0-16,0 3 0 0,3-3 0 0,0 3 0 15,0-3 0-15,-3-2 0 0,2 2 0 0,-2 0 0 16,3 0 26-16,-3-2 2 0,0-3 1 0,-3 5 0 16,3-2-18-16,-3-1-11 0,-3-2 12 0,2 0-12 15,1 0 11-15,-3 0-11 0,3 0 10 0,0 0-10 16,0 0 11-16,3-3-11 0,-3 3 12 0,3-3-12 15,3 1 21-15,-4-1-2 0,4 3-1 0,0 0 0 0,0-3-18 16,0 3 0-16,0 3 0 0,-3-3 0 0,2 2 0 0,-2-2 0 16,-3 3 0-16,0-1 0 0,0 4 11 0,-3-4-11 15,0 1 10-15,0-1-10 0,-3 1 12 0,3-1-4 16,-3 1-8-16,0 0 12 0,0-1-2 16,0 1-1-16,0-3 0 0,-3 2 0 0,2 1-9 0,-2-3 10 15,3 0-10-15,-3 0 10 0,3 0-1 0,0-3 0 16,0 0 0-16,-3 1 0 15,3-1 0-15,0 0 0 0,-3-2 0 0,3 5 0 0,0-6-1 0,-3 1-8 16,3 0 12-16,0-1-4 0,-6-2-8 0,6 3 0 16,-3 0 9-16,-3-3-9 0,0 0 11 0,6 2-3 15,-6-2 0-15,6 3 0 0,-3 0-8 0,-3-3 0 16,0 0 0-16,0 0 0 0,0 0 0 0,0 0 0 0,0 0 0 16,0 0 0-16,0 0 0 0,0 0 0 15,0 0 0-15,0 0 0 16,0 0-46-16,0 0-14 0,0 0-4 0,0 0 0 15,0 0-113-15,0 0-23 0,0 0-5 0,-6-8-1 0</inkml:trace>
  <inkml:trace contextRef="#ctx0" brushRef="#br0" timeOffset="22436.546">16767 5580 1900 0,'0'0'54'0,"0"0"11"0,0 0-52 0,0 0-13 0,0 0 0 0,0 0 0 15,0 0 93-15,0 0 16 0,0 0 3 0,0 0 1 16,0 0-51-16,0 0-10 0,-3 6-3 0,3 2 0 16,-3-3-31-16,3 0-6 0,0 3-2 0,3 3 0 15,-3-3-10-15,3 0 0 0,0 2 0 0,0 1 0 16,0-3 0-16,3 0 8 0,-3 0-8 0,0 2 0 16,2-2 0-16,1 5 0 0,0-7 0 0,0 2 0 15,0 0 0-15,0-1 0 0,3-1 0 0,-3-1 0 16,0-2 0-16,0 2-11 0,0-5 11 0,3 0-12 15,-3 0 12-15,-3 0 0 0,3-3 0 0,0-2-8 16,-3 2 8-16,0-2 0 0,0 0 8 0,0 0-8 0,0-1 22 16,-3 1 0-16,0 0 0 0,0-1 0 15,0-2 14-15,0 3 4 0,0-3 0 0,0 3 0 0,-3 0-11 16,3-3-1-16,0 2-1 0,-3 4 0 0,3 2-12 0,0 0-3 16,0-6 0-16,0 6 0 0,0 0-12 0,0 0 0 15,0 0 0-15,0 0 0 0,0 0 0 0,6 0 0 16,-3 6 0-16,3-4 0 0,-3 4 0 0,0-1 0 15,2 0 0-15,-2 1 0 0,3 1 0 0,-3 1 0 16,3 0 0-16,0-2 0 0,0 2 0 0,0-3 0 16,0 3 0-16,-3-6 0 0,3 4 15 0,0-4 6 15,-6-2 2-15,3 3 0 0,-3-3-23 0,6 3 0 16,-6-3 0-16,0 0 0 0,6-3 0 0,-3-2 0 16,0 2 0-16,0-2 0 0,-3-3 0 0,3 3 0 0,-3-1 0 0,0 1 0 15,0-3 56-15,-3 3 6 0,3-3 2 16,-3 3 0-16,3-3-52 0,0 0-12 15,-3-3 0-15,3 3 0 0,-3-2 0 0,3-1 0 16,-3-2 0-16,0 2 0 0,3-2-100 16,-3 0-22-16,0 2-5 0,3-5-1127 0</inkml:trace>
  <inkml:trace contextRef="#ctx0" brushRef="#br0" timeOffset="23041.605">16645 4858 1728 0,'0'0'38'0,"0"0"8"0,0 0 2 0,0 0 0 0,0 0-39 0,0 0-9 0,0 0 0 0,0 0 0 15,0 0 53-15,0 0 9 0,0 0 2 0,0 0 0 16,0 0 0-16,0 0 0 0,0 0 0 0,0 0 0 16,3 0 0-16,3 3 0 0,-3-1 0 0,-3-2 0 15,5 0-52-15,1 6-12 0,3-1 0 0,-3-5 0 16,0 5 0-16,0 1 0 0,0-4 0 0,3 6 0 16,0-3 54-16,0 6 8 0,0-6 2 0,0 3 0 15,3 0-64-15,-3 3-18 0,3-3-1 16,-1 2 0-16,1-2 19 0,0 3 12 0,-3-3-1 0,3-3-1 15,-3 0-1-15,0 1 0 0,0-1 0 0,0-5 0 16,0 5-9-16,0-5 0 0,0-5 0 0,0 2 0 16,-3 1 53-16,2-6 9 0,-2 2 2 0,0-4 0 15,3-1-52-15,0 3-12 0,-3-2 0 0,3-1 0 0,0-2 0 16,0 2 0-16,0 1 0 0,0-1 0 0,0 1 34 0,3-1 4 16,0-2 1-16,-1 2 0 0,-2-2-31 0,6 0-8 15,-3-1 0-15,3 4 0 0,0-6 21 0,0 5 3 16,-3 1 1-16,3-6 0 15,-3 5-71-15,-1 1-14 0,1-1-4 0,0 3-819 16,0 0-164-16</inkml:trace>
  <inkml:trace contextRef="#ctx0" brushRef="#br0" timeOffset="30684.646">16645 2321 1238 0,'0'0'27'0,"0"0"5"0,0 0 2 0,0 0 2 0,0 0-36 0,0 0 0 0,0 0 0 0,0 0 0 16,0 0 105-16,0 0 15 0,0 0 2 0,0 0 1 15,0 0-35-15,0 0-8 0,0 0 0 0,0 0-1 16,0 0-23-16,0 0-5 0,0 0-1 0,0 0 0 0,0 0-11 0,-3 0-3 16,3 0 0-16,-6-6 0 0,6 6-4 0,-6 0-2 15,0 0 0-15,0 0 0 0,6 0-5 0,-6 0-1 16,0 0 0-16,0 0 0 0,6 0-5 0,-6 0-2 16,0 0 0-16,-3 6 0 0,3-6-4 0,-3 0-1 15,0 0 0-15,0 2 0 0,0-2-4 16,1 0-8-16,-4 3 11 0,0-1-11 0,-3-2 9 15,3 0-9-15,-3 6 0 0,-3-6 9 0,0 0-9 16,0 2 0-16,1-2 9 0,-1 0-9 0,0 6 0 16,0-6 0-16,0 0 0 0,0 0 8 0,0 0-8 0,4 0 0 15,-1 2 0-15,-3-2 0 0,3 6 0 0,0-6 0 16,0 0 0-16,0 0 0 0,-3 0 0 0,1 0 0 0,-1 0 8 16,-3 0-8-16,3 0 14 0,-3 0-2 15,-3 0 0-15,1 0 0 0,-1 2-12 0,-3-2 0 16,3 0 8-16,-3 6-8 0,4-6 8 0,-1 0 0 15,3 0-8-15,0 0 12 0,0 2-3 0,3-2-1 0,3 3 0 16,-2 0 0-16,-1-3-8 0,3 0 12 0,-3 5-12 0,0-5 12 16,0 0-4-16,0 0-8 0,1 0 12 0,-4 0-4 15,0 0 0-15,3 0 0 0,0 2 0 0,0-2 0 16,0 6 2-16,1-6 0 0,2 0 0 0,-3 0 0 16,3 2-1-16,0-2 0 0,0 6 0 0,0-6 0 15,3 0-9-15,1 2 0 0,-1-2 0 0,0 0 0 16,0 6 0-16,0-6 0 0,0 0 0 0,0 0 0 15,-3 0 0-15,3 0 0 0,-3 0 8 0,4 0-8 16,-4 0 8-16,0 0-8 0,3 0 8 0,-3 0-8 0,-3 5 8 0,3-5-8 16,0 0 0-16,0 0 8 0,4 3-8 0,-4-3 0 15,3 0 9-15,-3 5-9 16,3-5 0-16,0 0-16 0,3 0 2 0,0 3 1 0,-3-3 13 0,3 5 0 16,3-5 0-16,-3 0 0 0,4 0 0 15,-1 2 0-15,0-2 0 0,0 0 0 0,6 0 0 0,-6 6 0 16,6-6 0-16,-9 0 0 0,9 0 0 0,-6 0 0 15,6 0 0-15,0 0 0 0,-6 0 48 0,6 0 13 16,0 0 3-16,0 0 0 0,-6 2-52 0,6-2-12 16,0 0 0-16,0 0 0 0,0 0 0 0,0 0 0 15,0 0 0-15,-3 3 0 0,3-3 0 0,0 0 0 16,0 0 0-16,-6 8 0 0,6-8 0 0,0 0 0 16,0 3 0-16,0-3 0 0,-3 5 0 0,3 3 0 15,0-6 0-15,0 6 0 0,0-2 0 0,0-1 0 0,0 3 0 16,0 0 0-16,0 0 0 0,0 0 0 15,0 5 0-15,0-2 0 0,0-1 0 0,0 6 0 16,3-5 0-16,-3 7 0 0,0-2 0 0,0 5 0 0,3-5 0 16,-3 0 0-16,3 2 0 0,-3-2 0 0,3 0 0 15,0 0 0-15,-3 5 0 0,3-8 0 0,0 3 0 0,-3 0 0 16,3 0 0-16,-3 0 0 0,3 3 0 0,-3 2 0 16,3-3-11-16,-3 3-5 0,0 3 0 0,3 3-1 15,-3 2 9-15,3 0 8 0,0-5-12 0,-3 5 12 16,3-8 0-16,-3 3 0 0,3-3 0 0,-3 3 0 15,0-6 0-15,3 6 0 0,-3-8 0 0,0 8 0 16,0-3 12-16,0 3 8 0,-3 2 3 0,3 3 0 16,0 0-23-16,0 1 0 0,-3-4 0 0,3 3 0 0,0-2 0 15,-3-4 0-15,0 1 0 0,0 3 0 0,3-6-12 0,-3-3-8 16,0 3 0-16,0-2-1 0,0 5 21 0,0-3 0 16,0 0 0-16,0 6 0 0,0-1 0 0,0-5 0 15,3 6 0-15,0-1 0 16,0 3 0-16,0-10 0 0,0 7 0 0,0-7 0 0,0 2 0 0,0 0 0 15,3-2 0-15,-3-1 0 0,0-2 0 0,3 3 0 16,-3-6 0-16,0 3 0 0,3 2 0 0,-3-2 10 0,0 3-10 16,3 2 10-16,-3-3-10 0,0 3 8 0,3-2-8 0,-3 5 8 15,0-6 2-15,3 3 0 16,-3 1 0-16,0-4 0 0,3 1-10 0,-3-3 0 16,3 2 0-16,-3-5 0 0,0 3 0 0,3 0 0 15,-3-3 0-15,0 3 0 0,0-5 0 0,0 2 0 0,0 0 0 16,0 0 0-16,0 3 8 0,0-2-8 15,3 1 0-15,-3 4 8 0,0-1-8 0,0 1 0 0,0 2 0 0,0-2-11 16,3-1 11-16,-3 3 0 0,0-2 0 0,3 2 0 16,-3-5 0-16,0 2 0 0,3-2 0 0,-3 0 0 15,0-3 8-15,0 1 3 0,3-1 1 0,-3 3 0 16,3-6-12-16,-3 4 0 0,3-4 0 0,-3 3 0 16,3-2 0-16,-3 2 0 0,3 0 0 0,-3 1 0 15,3 2 0-15,-3 2 0 0,2-5 0 0,1 3 0 16,-3 3 0-16,3-3 0 0,0 2 0 0,-3 1 0 15,3-1 0-15,-3-2 0 0,3 3 8 0,0-4-8 16,-3-1 0-16,3-1 0 0,0 0 0 0,-3 3 0 16,0-5 0-16,3 4 0 0,-3-7 0 0,0 3 0 15,3 0 0-15,-3-1 0 0,3 1 0 0,-3-1 0 16,0 1 0-16,0-1 0 0,0 1 8 0,0 2-8 0,0-2-11 16,0 2-4-16,0 0-1 0,0 1 0 15,0 1 16-15,0 4 0 0,0-3 0 0,0 2 0 0,0 1 0 16,3-1 0-16,-3 1 0 0,0-1 0 0,3-2 12 15,-3 0 6-15,0-3 1 0,3 3 0 0,-3-2-19 0,0-4 0 16,3 3 0-16,-3-2 0 0,0 0 0 0,3 2 0 16,-3-5 0-16,0 5 0 0,0-5 0 0,0 2 0 15,0 1 0-15,0 0 0 0,0-1 0 0,0 3 0 16,0-2 0-16,0 2 0 0,0 0 8 0,0 1-8 0,0 2 0 16,0-1 0-16,0 1 0 0,0 0 0 0,0 0 8 15,0 0-8-15,0 0 0 0,0 0 0 0,0-3 0 0,0 0 0 16,3 0 8-16,-3-2-8 15,0 0 0-15,3-1 0 0,-3-2-16 0,0 0-8 0,3 0 0 0,-3-3-1 16,3 1 44-16,0-1 9 0,-3 0 1 16,0-5 1-16,0 0-22 0,3 5-8 0,-3-5 0 15,6 3 0-15,-3-3 8 0,3 3-8 0,0-1 0 0,-3-2 0 16,3-2 30-16,0 2 0 0,0-3 0 0,0 3 0 16,3 0-30-16,-1-3 0 0,-2-2 0 0,3 2 0 15,0 1 0-15,0-1 0 0,0-2 0 0,0 2 0 16,0-2 0-16,0 2-21 0,0-2 3 0,3 2 1 15,-3-2 17-15,0 0 0 0,0-1 0 0,2 1 0 16,-2 0 8-16,3 2 8 0,-3-2 1 0,0 0 1 16,0 2-18-16,0-2 0 0,-3 2 0 0,3-2 0 15,0 0 0-15,0 2 0 0,0 0 0 0,0-2 0 16,0 2 0-16,2 1 0 0,1-1 0 0,0-2 0 0,-3 2-15 16,3-2-6-16,0 2-2 0,0 0 0 0,3 1 23 15,-3-3 0-15,3 2 0 0,-4 0 0 16,4 3-8-16,-3-2 8 0,3-1 0 0,-3 0 0 0,3 1 0 15,-3-1 0-15,0 3 0 0,3 0 0 0,-3-3 0 16,-4 1 0-16,4 2 0 0,0 0 0 0,-3 0 0 16,3 0 0-16,-3 0 0 0,0 0 0 15,0 0-36-15,3 0-2 0,-6 0-1 0,3 0 0 0,0 0 83 0,-3 0 16 16,3 0 3-16,-1 0 1 16,1-3-103-16,-3 3-20 0,3 0-4 0,0 0-1 0,0 0 78 0,-3 0 15 15,6 0 3-15,-3 0 1 0,0 0-33 0,0-3 0 16,0 3 0-16,0-2 0 0,0 2 0 0,0 0 0 0,-1 0 0 0,1 0 0 15,0 0 0-15,3-3 0 0,-3 3 0 0,0 0 0 16,-3 0 0-16,3-3 0 0,0 3 0 0,0-2 0 16,-3 2 0-16,3 0 0 0,0 0 0 0,0-3 0 15,-1 3 0-15,-2-2 0 0,3 2 0 0,-3-3 0 16,0 3 0-16,3 0 0 0,-3 0 0 0,0-3 0 16,0 3 0-16,0 0 0 0,0-2 0 0,0 2 0 31,-3 0-27-31,0 0-2 0,3 0-1 0,-3 0 0 0,-3 0 30 0,6 0 0 0,-3-3 0 0,-3 3 0 15,0 0 0-15,6 0 0 0,-3 0 0 0,0 0 0 16,-3 0 0-16,6 0 0 0,-6 0 0 0,0 0 0 16,3 0 19-16,-3 0 9 0,6 0 3 0,-6 0 0 15,2 0-31-15,-2 0 0 0,6 0 0 0,-6 0 0 16,0 0-19-16,3 0-9 0,-3 0-3 16,0 0 0-16,6 0 31 0,-6 0 0 0,0 0 0 0,3 3 0 15,-3-3 0-15,0 0 0 0,6 0 0 0,-6 0 0 16,0 0 0-16,3 0 0 0,-3 0 0 0,0 0 0 15,6 0 0-15,-6 0 0 0,0 0 0 0,0 0 0 16,3-3-108-16,3 0-16 0,-3-2-4 0,0 0-1126 0</inkml:trace>
  <inkml:trace contextRef="#ctx0" brushRef="#br0" timeOffset="31732.653">15255 5774 1695 0,'0'0'37'0,"0"0"8"0,0 0 2 0,0 0 1 0,0 0-39 0,0 0-9 0,3-6 0 0,-3 6 0 0,3-5 112 0,-3 5 20 15,2-5 4-15,-2 5 0 16,0 0-6-16,0 0-2 0,3-3 0 0,-3 3 0 0,0 0-102 0,0 0-26 15,0 0 0-15,0 0 0 0,0 0 56 0,0 0 7 16,0 0 1-16,0 0 0 0,0 0-52 0,0 0-12 16,0 0 0-16,0 0 0 0,0 0 0 0,-5 5 0 15,2 1 0-15,-3 2 0 0,0-3 0 0,-3 3 0 16,3 2 0-16,-3 1 0 0,0 0 0 0,-3-1 0 16,3 3 0-16,-3 1 0 0,0-4 0 0,0 6 0 15,-3-5 0-15,4 2 0 0,2-3 0 0,-3 1 0 16,3 0 0-16,-3-1 0 0,3-2 0 0,0 0 0 15,3 3 0-15,0-3 0 0,0-3 21 16,0 0 2-16,3 0 0 0,0 3 0 0,0-5-23 0,0 2 0 0,0 3 0 16,3-8 0-16,0 0 8 0,0 6-8 0,0-1 10 15,0 0-10-15,0-5 11 0,3 5-11 0,3-2 12 16,-3 0-12-16,-3-3 15 0,6 2-4 0,3 1-1 16,0 0 0-16,0-1-2 0,3 1 0 0,3-3 0 0,-3 3 0 15,3-1 0-15,-4-2 0 0,4 0 0 16,0 3 0-16,0-3-8 0,-3 3 0 0,3-3 0 0,-3 2 0 15,-3 1 8-15,3 0-8 16,0-3 0-16,-4 2 8 0,1 1-8 0,0-1 0 0,0 1 0 0,-3 0 0 16,0-1 0-16,3 1 0 0,-3-3 0 0,0 5-11 15,-3-2-39-15,3 0-8 16,0-3-2-16,-3 2 0 0,3 1-59 0,0 0-12 0,-3-3-2 0,-3 0-1013 16</inkml:trace>
  <inkml:trace contextRef="#ctx0" brushRef="#br0" timeOffset="32738.971">15951 5337 1868 0,'0'0'41'0,"0"0"9"0,0 0 2 0,-3-3 0 0,-3 3-42 0,0-2-10 0,-3-1 0 0,3 3 0 16,0 0 72-16,-3 0 13 0,3 3 3 0,-2-1 0 15,-1-2-34-15,0 3-6 0,0 2-2 0,0 1 0 16,3-1-22-16,-3 3-4 0,0 0 0 0,0 0-1 16,3 2-19-16,0 1 0 0,-3 2 0 0,3 0 0 15,3 1 0-15,-3-4 0 0,3 6 0 0,0-3 0 16,0 0 0-16,0 1 0 0,3-4 0 0,-3 3 0 15,3-2 0-15,0 0 0 0,3-1 0 0,0-2 0 16,0 0 55-16,0-3 7 0,3 3 2 0,-3-2 0 0,6-1-52 0,-3 0-12 16,3-2 0-16,0 0 0 0,0-1 0 0,3-2 0 15,3 0 0-15,-3 0 0 0,3-2 0 0,-4-1 0 16,4 0 0-16,-3 1 0 0,3-1 54 0,-3 0 8 16,-3-2 2-16,3 0 0 0,-3-1-52 0,-3 1-12 15,0-3 0-15,0 0 0 0,-3-2 0 0,0-1 0 16,0 0 0-16,0-2 0 0,-3-3 54 15,-3 1 8-15,0-1 2 0,0 0 0 0,-3 0-52 0,3-3-12 16,-3 3 0-16,0-2 0 0,0 5 0 0,0 0 0 16,0-1 0-16,0 4 0 0,0-1 0 0,0 3 0 15,0 0 0-15,0 3 0 16,3 0-48-16,-3 5-13 0,0-8-3 0,0 5 0 16,3 0-102-16,-3 1-21 0,6 2-4 0,0 0-1 0</inkml:trace>
  <inkml:trace contextRef="#ctx0" brushRef="#br0" timeOffset="33748.933">16499 2130 1497 0,'0'0'32'0,"0"0"8"0,0 0 0 0,-6-3 4 0,6 3-36 0,-6 0-8 16,3 0 0-16,3 0 0 0,-6-5 104 0,0 5 20 15,6 0 3-15,-6 0 1 0,6 0-52 0,0 0-9 16,0 0-3-16,0 0 0 0,-3-3 0 0,3 3 0 15,0 0 0-15,0 0 0 0,0 0 0 0,0 0 0 16,0 0 0-16,0 0 0 0,0 0-51 0,0 0-13 16,6 0 0-16,-3 0 0 0,3 0 0 0,0 0 0 15,-3 0 0-15,3 0 0 0,0 0 54 0,0 3 8 16,0 2 2-16,0-5 0 0,3 3-52 0,-3 2-12 16,-1-2 0-16,4 2 0 0,-3-2 0 0,0 2 0 15,3 0 0-15,0 3 0 0,0-5 0 0,0 2 0 16,0 3 0-16,0-2 0 0,0 2 0 0,0-1 0 0,0 1 0 0,-3 0 0 15,3-2 0-15,-1 2 0 0,-2 0 0 16,3-1 0-16,-3-4 0 0,0 8 0 0,-3-9 0 0,3 4 0 16,-3 2 0-16,0-6 8 0,0 3-8 0,0 1 0 15,-3 2 8-15,3-6-8 0,-3 4 0 0,0-6 9 16,-3 8-9-16,3-6 0 0,-3 4 0 0,0 1 8 16,0-1-8-16,-3-4-11 0,0 4 3 0,3 2 0 15,-3-6 8-15,0 6 0 0,0-5 0 0,-2 5 0 16,2-6 0-16,0 4 0 0,-3 2 0 0,0-6 0 15,3 4 0-15,0-1 0 0,0-2 0 0,-3 2 0 16,3-2 0-16,0 2 0 0,0-3 0 0,0 4 0 16,0-4 0-16,6-2 0 0,-6 3 0 0,0 5 0 15,6-8 0-15,-3 3 0 0,3-3 0 0,-3 5 0 16,3-5 0-16,0 0 0 0,0 0 0 0,-3 8 0 16,3-6-53-16,0-2-9 0,3 6-2 0,-3-6-1152 15</inkml:trace>
  <inkml:trace contextRef="#ctx0" brushRef="#br0" timeOffset="40003.616">17029 6475 1497 0,'0'0'32'0,"0"0"8"0,0 0 0 0,0 0 4 0,0 0-36 0,0 0-8 16,0 0 0-16,0 0 0 0,0 0 91 0,0 0 16 15,0 0 3-15,0 0 1 0,0 0-24 0,0 0-5 16,3-3-1-16,-3 3 0 0,0 0-13 0,0 0-4 16,0 0 0-16,0 0 0 0,0 0 0 0,0 0 0 15,0 0 0-15,0 0 0 0,0 0-51 0,0 5-13 16,-3 1 0-16,0-1 0 0,3-5 0 0,0 8 0 15,-3-3 0-15,0 3 0 0,3-3 0 0,0 3 0 16,0-2 0-16,0 2 0 0,0 0 0 0,3-1 0 16,-3 1 0-16,0 3 0 0,3-3 0 0,-3 3 0 15,3-1 0-15,0 3 0 0,-3-2 0 0,3 2 0 16,0-2 0-16,-3 2 0 0,3 0 0 0,-3 0 0 0,2 1 0 16,-2 2 0-16,3-6 0 0,-3 3 0 0,3 3 0 0,-3-5 0 15,0-1 0-15,3 4 0 0,-3-4 0 0,0 1 0 16,3-1 0-16,-3-2 0 0,3 3 0 15,-3-1 0-15,0-2 0 0,3 0 0 0,-3 0 0 16,0 0 0-16,3-2 0 0,-3 1 0 0,0 1 0 0,3 0 0 16,-3-2 0-16,0 2 0 0,3 0 0 0,-3-1 0 15,0-1 0-15,3 2 0 0,-3 0 0 0,0 0 0 16,0 2 0-16,3-2 0 0,-3 3 0 0,0-3 0 16,0 2 0-16,0 1 0 0,0 2 0 0,0 0 0 15,0 0 0-15,0 1 0 0,0-4 0 0,-3 4 0 16,3-1 0-16,0 0 0 0,0 0 0 0,0-2 0 15,0 2 0-15,-3-2 0 0,3-1 0 0,0 1 0 16,0-3 0-16,-3 2 0 0,3-2 0 0,0 3 0 16,0-3 0-16,0 2 0 0,0-2 0 0,-3 0 0 15,3 0 0-15,0 0 0 0,0-3 0 0,-3 3 0 0,3-2 0 0,0 2 0 16,0-3 0-16,0 3 0 0,0-3 0 0,0 0 0 16,0 3 0-16,0-2 0 0,0 2 54 0,0-3 8 15,0 0 2-15,0 3 0 0,0-3-52 0,0 3-12 16,0 0 0-16,0 0 0 0,0-3 0 15,0 3 0-15,0 0 0 0,0 0 0 0,0-2 0 0,0 1 0 16,0 1 0-16,0-2 0 0,0 2 0 0,0 0 0 0,0-3 0 16,0 3 0-16,0-3 0 0,0 3 0 0,0-3 0 15,0 1 0-15,0-6 0 0,0 5 0 0,0 0 0 0,0-5 0 16,0 6 0-16,0-6 0 0,0 5 0 0,0-5 0 31,0 0-100-31,0 0-22 0,0 0-5 0,0 0-1025 0</inkml:trace>
  <inkml:trace contextRef="#ctx0" brushRef="#br0" timeOffset="41169.694">15999 7631 1036 0,'0'0'23'0,"0"0"5"0,0 0 0 0,0 0 1 0,0 0-29 0,0 0 0 16,0 0 0-16,3-3 0 0,0 1 57 0,3-1 6 15,-3 0 1-15,3 1 0 0,-1 2 0 0,1-3 0 16,0 1 0-16,0-1 0 0,0 3-17 15,0 0-3-15,0 0-1 0,3-3 0 0,0 3 0 0,-3-2 0 16,3 2 0-16,0 0 0 0,0 0-14 0,0 0-2 16,0 0-1-16,3 0 0 0,-1 0-12 0,-2 0-2 15,6 0-1-15,-3 0 0 0,6-3-11 0,-3 3 10 16,6 0-10-16,0 0 10 0,-1 0-10 0,4 0 0 0,0 0 0 16,0 0 0-16,0 0 20 0,0 0 1 0,-4 0 1 15,4 3 0-15,-3-3-9 0,0 0-1 0,-3 2-1 16,3-2 0-16,-4 3 2 0,1-3 1 15,3 0 0-15,0 3 0 0,3-3 2 0,-3 0 1 0,2 2 0 16,-2 1 0-16,3-3-17 0,0 2 0 0,-3-2 0 0,3 3 0 16,-4-3 17-16,1 3 0 0,0-3 0 0,0 2 0 15,0-2-2-15,-3 3-1 0,2-3 0 0,1 3 0 16,-3-3-2-16,6 0-1 0,0 2 0 0,0-2 0 16,2 0 1-16,1 0 1 0,0 0 0 0,3 3 0 15,-7-3-2-15,4 3-1 0,0-3 0 0,-3 0 0 16,-3 0 1-16,0 0 0 0,-1 0 0 0,1 0 0 15,-3 0 4-15,0 0 1 0,3 0 0 0,-3 0 0 16,5 0-1-16,-2 0 0 0,0 0 0 0,3 0 0 16,0 0 5-16,0 0 0 0,-1 0 1 0,-2 0 0 15,0 0-21-15,0 0 0 0,0 0-10 0,0 0 10 16,-4 0 0-16,1 0 0 0,-3 0 0 0,3-3 9 0,0 3-9 16,-3 0 0-16,3 0 0 0,-1 0 0 0,4 0 0 15,0-3 0-15,0 3 0 0,0 0 0 16,0 0 0-16,-1 0 0 0,4 3 0 0,-3-3 0 0,0 0 0 0,-3 0 0 15,0 0 0-15,3 0 0 0,-4 0 0 0,1 0 0 16,-3 0 0-16,0 0 0 0,0 0 0 0,-3 0 0 16,3 0 0-16,0 0 0 0,-4-3 27 0,4 3 0 15,-3 0 0-15,3 0 0 16,-3 0-43-16,3 3-9 0,-3-3-2 0,3 0 0 0,-3 0 27 0,0 0 0 0,-4 3 0 0,4-3 0 16,-3 0 0-16,-3 0 0 15,3 0 0-15,-3-3 0 0,0 3 0 0,0 0 0 0,-6 0 0 16,0 0 0-16,0 0 0 0,0 0 0 0,0 0 0 15,0 0 0 1,0 0-163-16,0 0-27 0,-9 3-6 0</inkml:trace>
  <inkml:trace contextRef="#ctx0" brushRef="#br0" timeOffset="42970.971">16049 7676 1074 0,'0'0'30'0,"0"0"8"0,0 0-30 15,0 0-8-15,0 0 0 0,0 0 0 0,0 0 104 0,0 0 19 0,0 0 4 0,0 0 1 16,0-5-52-16,0 5-9 0,0 0-3 0,0 0 0 15,0 0 0-15,0 0 0 0,0 0 0 0,0 0 0 16,0 0 0-16,0 0 0 0,0 0 0 0,0 0 0 16,0 0-51-16,0 0-13 0,0 5 0 0,0 3 0 15,0-5 54-15,0 5 8 0,0-3 2 0,0 3 0 16,3 0-52-16,-3 0-12 0,3 2 0 0,-3-2 0 16,0 3 0-16,3 2 0 0,-3 0 0 0,3 3 0 0,-3-3 0 15,0 6 0-15,3-1 0 0,-3 1 0 16,3-1 0-16,-3 4 0 0,3-4 0 0,-3 3 0 15,3 0 0-15,-3-2 0 0,3-1 0 0,-3 1 0 0,3-3 0 0,-3 2 0 16,3-2 0-16,-3-2 0 0,3 1 54 16,-3-1 8-16,0-1 2 0,0 3 0 15,0-3-103-15,0 3-20 0,0 0-4 0,0 0-1 0,0 2 52 16,0-2 12-16,0 0 0 0,0 2 0 0,0 1 48 0,0-3 13 16,0 0 3-16,0 2 0 15,0-2-77-15,0 0-15 0,0-3-4 0,-3 0 0 0,3 1 32 0,0-1 0 16,-3 0 0-16,3 0 0 0,-3-2 0 0,3-1 0 15,0 1 0-15,-3 0 0 0,3-3 0 0,0 2 0 16,0-2 0-16,0 0 0 0,0 0 0 0,0-3 0 0,0 3 0 16,0-2 0-16,0 1 0 0,-3-1 0 0,3-1 0 0,0 0 0 15,0 1 0-15,0-1 0 0,0-5 8 0,0 0-8 16,0 5 25-16,0-5 2 0,0 5 0 0,3 1 0 16,-3-6-27-16,0 0 0 0,3 5 0 0,-3-5 0 31,3 3-16-31,0-1-8 0,3-2-1 0,-3 0-1 0,3 0 26 0,-3 0 0 0,3 0 0 0,0-2 0 15,0-1 0-15,0 0 0 0,0 1 0 0,0-4 0 16,3 4 0-16,-1-3 0 0,-2-1 0 0,3 4-8 16,3-4 8-16,-3 4 0 0,3-4-9 0,3 1 9 15,-3 0 0-15,3 2 0 0,3-2-9 0,-3 2 9 16,2 1 22-16,1-1 8 0,0 0 2 0,0 1 0 16,0-1-77-16,0 0-15 0,0 1-4 15,-1 2 0-15,1-3 103 0,0 3 20 0,0 0 4 0,-3 0 1 16,3-3-103-16,-3 3-20 0,-1-2-4 0,1-1-1 15,0 3 52-15,3-3 12 0,0 3 0 0,3-2 0 0,0-1 0 16,2 3 0-16,1-2 0 0,3 2 0 0,0-3 0 0,0 3 0 16,-1 0 0-16,-2 0 0 0,3 0 0 0,-3-3 0 15,0 3 0-15,-1 0 0 0,1-2 0 0,0 2 0 16,0-3 0-16,0 0 0 0,0 3 0 0,2 0 0 16,-2-2 0-16,3 2 0 0,-3 0 0 0,0 0 0 0,-1 0 0 15,-2 0 0-15,0 0 0 0,0 0 0 16,-3 0 0-16,0 0 0 0,-1 0 23 0,1 0 7 0,-3 0 2 15,0-3 0-15,3 3-24 0,-3 0-8 0,3-3 0 16,0 3 0-16,-4 0 30 0,4 0 0 0,0-2 0 16,3 2 0-16,-3 0-30 0,3 0 0 0,-3 0 0 0,-1 0 0 15,1 0 0-15,3 0 0 0,-6 0 0 0,3 0 0 16,-3 0 0-16,0 0 0 0,-1 0 0 0,1 0 0 16,-3 0 0-16,0-3-21 0,3 3 3 0,-3 0 1 15,-3 0 17-15,3 0 0 0,0 0 0 16,0-3 0-16,0 3 0 0,-1 0 9 0,4-2-1 15,0 2 0-15,0 0 0 0,0 0 0 0,0 0 0 0,0 0 0 16,3 0-8-16,-4-3 0 0,4 3 0 0,0-3 0 16,0 3 0-16,-3 0 0 0,0-2 0 0,0 2 0 15,3-3 0-15,-7 3 0 0,4 0 0 0,-3-2 0 16,0 2 0-16,0-3 0 0,0 3 0 0,-3 0 0 16,3-3 0-16,-3 3 0 0,0 0 0 0,0-2 0 0,0 2 0 15,-1-3 0-15,1 3 0 0,0-3 0 16,0 3 0-16,0 0 0 0,0-2 0 0,0 2 0 0,3-3 0 0,-3 3 0 15,0 0 0-15,0-3 0 0,0 3 0 0,0 0 0 16,-3-2 0-16,2-1 0 0,-2 3 0 0,3-3 0 16,-3 3 0-16,0 0 0 0,0-2 56 0,0 2 7 15,0 0 1-15,3-3 0 0,-3 3-52 0,-3 0-12 16,3-2 0-16,-6 2 0 0,3 0 0 0,-3 0 0 16,6-3 0-16,-6 3 0 0,3 0 0 0,0-3 0 15,0 1 0-15,-3 2 0 0,0 0 0 16,3-3 0-16,0 0 0 0,-3 3 0 0,0-5 0 0,3 2 0 15,-3 3 0-15,0-5 0 0,3 0 0 0,-3-1 0 16,0 1 0-16,0-3 0 0,0 3 0 0,0-3 0 16,0 0 0-16,0-3 0 0,0 1 34 0,0-3 4 0,0-1 1 0,0 1 0 15,0-3-20-15,0 0-4 0,0 1-1 0,0-1 0 16,0 0-2-16,0 0-1 0,3 3 0 0,-3-3 0 16,0 3-11-16,0-1 0 0,3 4 0 0,-3-3 0 15,0-1 0-15,3 1 0 0,-3 0 0 0,0 0 0 16,0-1 0-16,0 1 0 0,0-3 0 0,0-2 0 15,0-1 0-15,0 1 0 0,3-3 0 0,-3-1 0 16,0 1 0-16,0 3 0 0,0-3 0 0,0 2 0 16,0 1 14-16,0-1 1 0,0 3 0 0,0 3 0 15,0-3-7-15,0 5-8 0,0 1 11 0,-3-1-11 16,3 1 9-16,-3-1-9 0,3 1 0 0,0-1 9 0,-3 3-9 16,3-3 10-16,-3 3-10 0,3-2 10 0,-3 2-2 15,3 0-8-15,-3 0 12 0,3 0-4 16,-3 0-8-16,3 3 0 0,-3-3 0 0,0 3 0 15,3 2 0-15,-3-2 0 0,3 5 0 0,0 0 0 16,-3-3 0-16,3 3 0 0,0 0 0 0,0 0 0 16,0 0 0-16,0 0-17 0,0 0 4 0,0 0 1 15,-3 0-25-15,-3 3-5 0,3 2-1 0,-3-2 0 16,6-3-155-16,-3 5-31 0,3-5-7 0</inkml:trace>
  <inkml:trace contextRef="#ctx0" brushRef="#br0" timeOffset="46653.564">16356 7089 1886 0,'0'0'41'15,"0"0"9"-15,0 0 2 0,0 0 1 0,0 0-42 0,0-6-11 0,-3 1 0 0,3 5 0 16,0 0 95-16,0 0 17 0,0 0 3 0,0 0 1 0,0 0-48 0,0 0-10 16,0 0-2-16,0 0 0 0,0 0-22 0,-3 5-5 15,0 1-1-15,0-1 0 0,0 6-16 0,3-1-4 16,0 1-8-16,0 2 12 0,0 0-12 0,0 0 0 15,3 1 8-15,0-1-8 0,-3 0 0 0,3 0 0 16,0 1 0-16,0-1 0 0,0 0 0 0,0-2 0 16,0-1 0-16,0 3 0 0,0-2 0 0,0 0 0 15,0-4 0-15,0 1 0 0,0 0 8 0,-3 0-8 16,3 0 0-16,0 0 0 0,-3-3 8 0,3 1-8 16,-3-6 0-16,0 0 9 0,0 0-9 0,0 0 0 15,0 0 9-15,0 0-9 0,0 0 11 0,0 0-3 16,0 0 0-16,0 0 0 0,-6-6 6 0,3 1 1 15,0-3 0-15,0 0 0 0,0 0-3 0,3-2-1 16,-3-1 0-16,0 1 0 0,3-1-2 0,-3-2 0 16,3 0 0-16,0-3 0 0,-3 0-1 0,3 0-8 0,0-3 12 15,3-2-4-15,0 0-8 0,0-3 12 0,0 3-12 0,3-3 12 16,3 3-12-16,-3 3 0 0,3 2 0 0,2 0 8 16,-2 3-8-16,3 2 12 0,0 3-12 0,0 3 12 15,3-1-12-15,-3 4 0 0,3-1 0 0,-3 1 8 16,0 2 0-16,-1 0-8 0,1 0 12 0,0 0-4 15,3 0-8-15,-6 5 0 0,3-3 0 0,-3 4 0 16,0-1 0-16,-3 3 0 0,0 3 8 0,-3-1-8 0,-3 1 0 16,0 2 0-16,0 3 9 0,-3-3-9 15,0 3 0-15,-3 0 0 0,0-3 0 0,0 3 8 0,0-5-24 0,-3 2-4 16,3-3 0-16,-3 1-1 0,3-3 21 0,-3 0 12 16,0 0-2-16,0-3 0 0,0 0-10 0,1 1 0 15,2-1 0-15,0-2 0 16,0-1 0-16,6-2 0 0,0 0 0 0,0 0 0 0,0 0 0 15,0 0 0-15,0 0 0 0,0 0 0 0,0 0 0 16,0 0 0-16,0 0 0 0,3-2 0 0,3-1 0 16,0 3 0-16,0-3 0 0,-1 3 8 0,1-2 0 0,3 2-8 15,-3-3 12-15,3 6-4 0,0-3 5 0,-3 2 1 16,3 1 0-16,-3 0 0 0,3 2 2 0,-3-2 0 16,3 2 0-16,-6 0 0 0,3 0-4 0,0 3-1 15,-3-2 0-15,0 2 0 0,0-3-11 0,-3 3 8 16,-3-3-8-16,3 3 8 0,-3 3-8 0,-3-3 10 15,0-1-10-15,-3 4 10 0,3-3-10 0,-3 3 0 0,0-1 9 16,0 1-9-16,-3-1 8 0,3 1-8 0,-3 0 8 16,0-4-8-16,-2 1 0 0,2 0 8 0,-3 0-8 15,0-2 0-15,-3-1 0 0,0 0 0 0,0 0 0 0,3-2 8 16,-2 0-8-16,2-1-10 0,-3-2 10 0,3 0-13 16,3-2-77-16,0 2-15 15,0-3-3-15,3 0-757 0,-3-2-151 0</inkml:trace>
  <inkml:trace contextRef="#ctx0" brushRef="#br0" timeOffset="50019.394">17276 6440 1130 0,'0'0'24'0,"0"0"6"0,0 0 1 0,0 0 1 0,0 0-32 0,0 0 0 16,0 0 0-16,0 0 0 0,0 0 80 0,0 0 8 15,0-5 3-15,0 5 0 0,0 0-13 0,0 0-2 16,-3-5-1-16,3 5 0 0,0 0-1 0,0 0 0 15,0 0 0-15,0 0 0 0,0 0-28 0,0 0-6 16,0 0 0-16,0 0-1 0,0 0-20 0,-3 5-4 16,3 3-1-16,0 0 0 0,0-3-14 0,0 3 8 15,0 0-8-15,0 3 0 0,3-3 0 0,-3 2 8 16,0-2-8-16,3 3 0 0,-3-1 0 0,3 4 0 0,-3-4 0 16,3 3 0-16,-3-2-15 0,3 2-5 0,-3 0-2 15,3-2 0 1,-3 0-46-16,3-1-10 0,-3 3-2 0,3-2-782 0</inkml:trace>
  <inkml:trace contextRef="#ctx0" brushRef="#br0" timeOffset="50910.324">16889 7404 1149 0,'0'0'32'0,"0"0"8"0,0 0-32 0,0 0-8 16,0 0 0-16,0 0 0 0,0 0 80 0,0 0 13 15,0 0 3-15,0 0 1 0,0 0-39 0,0 0-8 16,0 0-2-16,0 0 0 0,3 5-28 0,0-3-7 16,3 4-1-16,-3-1 0 0,3 0-12 0,-3 3 0 15,2 0 8-15,1 0-8 0,-3 3 0 0,3-3 0 16,0 2 0-16,-3 1 0 0,3-1 0 0,0 4 0 16,-3-4 0-16,0 3 0 0,3-2 0 0,-3 0 0 15,0-3 0-15,0 2 0 0,0-2 0 0,0 0 0 16,0 0 8-16,0 0-8 0,0-3 0 0,0 0 0 0,0 1 8 0,-3-6-8 15,6 2 24-15,-3 1 3 0,-3-3 0 0,6 0 0 16,0 0 14-16,0 0 3 0,3-3 1 0,-3 1 0 16,-1-1-1-16,4 0-1 0,-3 1 0 0,3-3 0 15,0-3 2-15,-3 2 1 0,3-2 0 0,0-2 0 16,0-1-22-16,0 1-5 0,0-6-1 0,0 0 0 16,0 3-18-16,0-3 8 0,0 0-8 0,2 3 0 15,-2-1 0-15,0 4 0 0,0-1 0 0,0 3 0 16,-3 0-20-1,3 0-10-15,-3 3-2 0,3 0-645 0,-3 2-129 0</inkml:trace>
  <inkml:trace contextRef="#ctx0" brushRef="#br0" timeOffset="80705.364">17243 8525 1314 0,'0'0'37'0,"0"0"8"0,0 0-36 0,0 0-9 0,0 0 0 0,0 0 0 16,0 0 104-16,0 0 20 0,0-5 3 0,0 5 1 15,0 0 0-15,0 0 0 0,0 0 0 0,0 0 0 16,0 0-52-16,0 0-9 0,0 0-3 0,0 0 0 16,0 0 0-16,0 0 0 0,0 0 0 0,0 0 0 15,0 0 0-15,0 0 0 0,3 8 0 0,0-3 0 16,-3 3-51-16,0-2-13 0,0 2 0 0,0 2 0 16,3-2 0-16,-3 5 0 0,0 0 0 0,0 3 0 15,0 0 25-15,0 3 3 0,3 2 0 0,-3 3 0 16,0 0-45-16,0-1-9 0,0 4-2 0,0-3 0 15,0-3 28-15,0 0 0 0,0 0 0 0,-3 0 0 0,3 0 0 0,-3-2 0 16,3 0 0-16,-3 2 0 0,0 0 0 0,3 5 0 16,0-2 0-16,-3 3 0 0,3-1 23 0,0 3 9 15,-3-2 3-15,3-4 0 0,0 1-27 0,0-3-8 16,0-2 0-16,-3-1 0 0,6-2 0 0,-6 0 0 16,3-3 8-16,0-2-8 0,0 0 0 0,0-1 0 15,0 1 0-15,0-1 0 0,0-4 8 0,0 2-8 16,3 0 0-16,-3-1 0 0,3 1 0 0,0-2 0 0,0 2 0 15,0 0 0-15,3-3 0 0,-3 0 0 0,0 0 0 0,-3 3-9 32,3-2-19-32,0-1-3 0,3 0-1 0,-3 1 0 15,0-1-125-15,0-2-26 0,0 2-5 0,-3-5 0 0</inkml:trace>
  <inkml:trace contextRef="#ctx0" brushRef="#br0" timeOffset="81799.591">17201 9454 1724 0,'0'0'38'0,"0"0"8"0,0 0 2 0,0 0 0 0,6-2-39 0,-6 2-9 0,3-6 0 0,-3 6 0 16,0 0 54-16,0 0 9 0,0 0 1 0,0 0 1 16,0 0 16-16,0 0 3 0,0 0 1 0,0 0 0 15,-6 3-28-15,-3 0-5 0,0-1-2 0,-3 3 0 16,4 1-8-16,-4 2-2 0,0 2 0 0,-3 1 0 16,0 5-18-16,0 0-4 0,-3-1-1 0,3 4 0 15,0 0-17-15,1-1 0 0,-1-2 0 0,0 2 0 16,0 1 17-16,0-1 0 0,3 1 0 0,-6 2 0 0,3-5-17 15,-2 3 0-15,-1-4 8 0,-3 4-8 0,3-1 0 16,-6 4 0-16,3 1 0 0,-2 1 0 0,-1 3-9 0,0-1-9 16,0 1-2-16,3-4 0 0,0-1 20 0,1-1 0 15,5-3 0-15,-3 1 0 0,6-3 15 0,0 0 6 16,0-3 2-16,3 0 0 0,-3-2-23 0,6 2 0 16,-3-5 0-16,6 0 0 0,-3 0 0 0,0 0 0 15,4-3 0-15,-4 0 0 0,3 1-9 0,3-6-3 16,0 0-1-16,0 0 0 15,-3 5-27-15,3-5-6 0,0 0-1 0,0 0 0 16,0 0-130-16,0 0-27 0,0 0-4 0</inkml:trace>
  <inkml:trace contextRef="#ctx0" brushRef="#br0" timeOffset="82389.845">17261 9404 1497 0,'0'0'32'0,"0"0"8"0,0 0 0 0,3-3 4 0,0 1-36 0,-3 2-8 16,3-3 0-16,-3 3 0 15,0 0 104-15,3-3 20 0,-3 3 3 0,0 0 1 0,0 0 0 0,0 0 0 16,6 3 0-16,-3 0 0 0,0-1-63 0,3 4-12 15,-3-1-2-15,0 3-1 0,-1 0-13 0,1 2-2 16,3 1-1-16,0 5 0 0,0-3-13 0,0 3-2 0,0 5-1 0,3-2 0 16,-3 2 6-16,3 0 2 0,0 0 0 0,3 0 0 15,0-2-26-15,0 2 0 0,6-3 0 0,2-2 0 16,-2 0 0-16,3 0 0 0,3 3 0 0,0-4 0 16,-3 4 8-16,2-1-8 0,-2 6 8 15,0 0-8-15,0-3 0 0,-3 6 8 0,-3-3-8 0,2-1 0 16,-2 1 8-16,-3-5-8 0,0-1 8 0,0 1-8 15,0-3 10-15,-3 0-10 0,0-3 12 0,0 0-12 16,0-2 12-16,0-1-12 0,0-2 12 0,-3 0-12 16,2 0 10-16,1-3-10 0,-3 1 8 0,3-1-8 15,-3 0 9-15,0-2-9 0,0-1 10 0,0 1-10 16,0 0-19-16,0-3-9 16,0 2-3-16,0-2 0 0,-3 3 31 0,-3-3 0 0,6 0-8 0,-6 0 8 31,6-3-120-31,-6 3-20 0,3-2-5 0,-3 2-619 0,6-3-124 0</inkml:trace>
  <inkml:trace contextRef="#ctx0" brushRef="#br0" timeOffset="83816.153">16493 10187 1119 0,'0'0'24'0,"0"0"6"0,0 0 1 0,0 0 1 0,0 0-32 0,0 0 0 0,0 0 0 0,0 0 0 15,0 0 90-15,0 0 12 0,0 0 2 0,0 0 1 16,0 0-33-16,0 0-6 0,0 0-2 0,0 0 0 16,0 0 0-16,0 0 0 0,0 0 0 0,3 5 0 15,0 1 0-15,0-1 0 0,0 0 0 0,0 1 0 16,0-1 0-16,0 0 0 0,0 0 0 0,0 3 0 15,0 0 0-15,3 0 0 0,-3 3 0 0,-1-1 0 16,4-2-64-16,0 3-17 0,-3 2-2 0,3 0 0 16,3 1 31-16,-3-1 5 0,3 0 2 0,0 0 0 0,0 1-19 0,3 1 0 15,0-1 0-15,0-4 0 0,0 3 0 0,3 1 0 16,-1-4 0-16,1 1 0 0,0-1 11 0,3 1-2 16,-3 0 0-16,0-3 0 0,3 2-9 0,-3-2-12 15,-1 3 2-15,1-3 1 0,0 2 9 0,0-2 0 16,-3 3 0-16,0-3 0 0,3 2 0 0,-3-2 0 15,0 3 0-15,-3-3 0 0,-1 2 0 0,1-2 0 0,0 3 0 16,-3-3 0-16,3 2 0 0,-3-2 0 16,0 3 0-16,0-3 0 0,0 0 29 15,-3 0 8-15,6 2 2 0,-6-2 0 0,3-3-11 0,-3 3-3 0,3 0 0 16,-3 0 0-16,0-2-25 0,0-1 0 16,3 3 0-16,-3 0 0 0,0-3 0 0,0 0 0 15,0 1 0-15,0-1 0 0,-1 0 0 0,1 0 0 16,3 1 0-16,-3-1 0 0,0-2 0 0,3 2 0 0,-3-2 0 0,0 2 0 15,0-2 0-15,0-1 0 0,-3-2 0 0,3 3 0 32,-3-3-46-32,6 0-14 0,0 0-4 0,0-3-751 0,0-2-150 0</inkml:trace>
  <inkml:trace contextRef="#ctx0" brushRef="#br0" timeOffset="84491.159">17907 10206 1497 0,'0'0'32'0,"0"0"8"0,0 0 0 0,0 0 4 0,0-6-36 0,0 6-8 0,3-5 0 0,-3 5 0 16,0-5 104-16,0 5 20 0,0 0 3 0,0 0 1 15,0 0-54-15,0 0-10 0,0 0-3 0,0 0 0 16,0 0-2-16,0 0-1 0,-3-3 0 0,3 3 0 16,-9 0 12-16,3 0 2 0,0 3 1 0,-3-1 0 15,0 4-58-15,0-4-15 0,0 4 0 0,-3-1 0 16,3 3 19-16,-3 0 1 0,3 2 0 0,-2 1 0 16,2 2-20-16,-3 0 8 0,3 1-8 0,-3-1 0 15,0 3 10-15,-3 0-10 0,3-1 8 0,-3 1-8 16,0 3 8-16,1-3-8 0,-1 2 0 0,-3-2 8 15,3 0-8-15,-3-3 0 0,3 3 0 0,-3-3 0 16,3 1-22-16,-2-1-6 0,2-3-2 0,0 1 0 16,0 0 30-16,0-1 0 0,3 1 0 0,-3-3 0 0,3 2 0 15,-3 1 0-15,4-1 0 0,-1 1 0 0,3 0 20 16,-3-1 11-16,0 1 1 0,3-1 1 0,-3 1-33 0,3 0 0 16,-3-4 0-16,0 4 0 0,0-3 8 0,1 0-8 15,-1 3 0-15,0-1 0 0,-3 1 0 0,3-1 0 16,-3-2 0-16,-3 3 0 0,3-3 0 0,0 2 0 15,1-2 0-15,-1-2 0 0,3 1 28 0,0-1 1 16,0-1 1-16,0 0 0 0,0-2-30 0,6 2 0 16,-3-2 0-16,3 2 0 0,3-5 0 0,3 0 0 15,0 0 0-15,0 0 0 16,0 0-45-16,0 0-15 0,0 0-4 0,0 0 0 16,0 0-68-16,3-5-13 0,0 2-3 0,3-5-881 0</inkml:trace>
  <inkml:trace contextRef="#ctx0" brushRef="#br0" timeOffset="85345.77">17023 10092 1861 0,'0'0'40'0,"0"0"9"0,0 0 2 0,0 0 2 0,0 0-42 0,0 0-11 0,0 0 0 0,0 0 0 16,0 0 126-16,0 0 23 0,0 0 5 0,0 0 1 16,0 0-73-16,0 0-14 15,0 0-4-15,0 0 0 0,0 0-51 0,0 0-13 0,-6 2 0 0,3 1 0 16,0 2 32-16,0 1 4 0,0-1 1 0,3 3 0 15,0 0-8-15,0 0-1 0,0 0-1 0,0 0 0 32,3 0-73-32,-3 2-14 0,0-2-4 0,3 3 0 0,0-1 103 0,0 1 20 0,0 2 4 0,0-2 1 15,3 2-52-15,-3-2-12 0,3-1 0 16,-3 3 0-16,2-5-17 0,-2 0-7 0,3 0 0 0,0 0-1 16,-3-3 25-16,3-2 0 0,-3 2 0 0,-3-5 0 15,6 0 0-15,0 0 0 0,0-2 9 0,-3-1-9 16,6 0 0-16,-6-2 0 0,3-3 0 0,0 3 0 15,-3-3 8-15,3 0-8 0,-3-3 0 0,3 3 0 16,-3-2 13-16,0-1-4 0,0 1-1 0,0-1 0 16,-3 1 1-16,3-1 0 0,-3 3 0 0,3-3 0 15,-3 4 31-15,0-1 5 0,0 0 2 0,0 0 0 0,0 0-24 16,0 2-5-16,0 1-1 0,0 0 0 0,0 5-17 16,0 0 0-16,0 0 0 0,0 0 0 0,0 0 0 15,0 0 0-15,0 0 0 0,0 0 0 0,0 0 0 16,0 0 0-16,6 5 0 0,-3 0 0 0,3 1 0 0,-4 2 0 15,4-3 0-15,0 6 0 0,-3-3 0 0,3 2 0 16,0 3 0-16,0-2 0 0,0 2 0 0,0 0 0 16,0-2 0-16,3 2 0 15,-3 0-48-15,0-2-12 0,0-3-4 0,0 3 0 0,0-4 52 0,0 1 12 16,0-5 0-16,0 2 0 0,0-2 0 0,-3-3 0 16,0 0 0-16,3 0 0 0,-4-3 48 0,1-2 13 15,0 0 3-15,3-3 0 0,-3 0-52 0,0 0-12 0,0-3 0 16,0 1 0-16,0-3 0 0,0 2 0 0,0-2 0 0,0-1 0 15,0 1 0-15,0 0 0 0,0 0 0 0,0 0 0 16,0-1 0-16,0 1 0 0,-3 0 0 0,3 0 0 16,0 2 13-16,-3-2 0 0,3 2 0 0,-3 1 0 15,0-1-123 1,0-2-25-16,0 2-5 0,0 1 0 0</inkml:trace>
  <inkml:trace contextRef="#ctx0" brushRef="#br0" timeOffset="91323.686">15210 9740 1220 0,'0'0'27'0,"0"0"5"0,0 0 2 0,0 0 0 0,0 0-34 0,0 0 0 16,0 0 0-16,0 0 0 0,0 0 68 0,0 0 8 16,0 0 0-16,0 0 1 15,0 0-17-15,0 0-4 0,0 0-1 0,0 0 0 0,0 0 14 0,0 0 3 16,0 0 1-16,0 0 0 0,3-3-58 0,-3 3-15 15,0 0 0-15,0 0 0 0,0 0 54 0,0 0 8 16,0 0 2-16,0 0 0 0,0 0-52 0,0 0-12 16,0 0 0-16,0 0-646 15,0 0-132-15</inkml:trace>
  <inkml:trace contextRef="#ctx0" brushRef="#br0" timeOffset="94876.207">15034 6025 1489 0,'0'0'42'0,"0"0"10"0,0 0-42 0,0 0-10 0,0 0 0 0,0 0 0 15,0 0 118-15,0 0 22 0,0 0 4 0,0 0 0 16,0 0-64-16,0 0-12 0,-6 5-4 0,6-5 0 16,-3 3-51-16,-3 2-13 0,6-5 0 0,-3 5 0 15,0-2 38-15,3-3 5 0,0 8 1 16,-3-3 0-16,3 3-20 0,0-2-3 0,0-1-1 0,0 0 0 16,3 0-20-16,-3 3 0 0,0 0 0 15,3 0 0-15,-3 0 0 0,0 0 0 0,0 0 0 0,0 3 0 16,0-1 0-16,3 3 0 0,-3 1 0 0,0 2 0 15,0-3 0-15,3 0 0 0,-3 0 0 0,0 3 0 16,0 0 9-16,3 0-9 0,-3 0 12 0,3-3-12 16,-3 3 0-16,3-3 0 0,-3 0 0 0,3 1 0 15,-3-4 0-15,3 3 0 0,-3-2 0 0,3 0 0 16,-3-1 8-16,3 1-8 0,0-1 0 0,-3 1 0 16,3-1 10-16,-3 1-2 0,3 0 0 0,-3-1 0 15,0 3 14-15,0 1 2 0,0 2 1 0,0 2 0 16,0 3 8-16,-3 3 2 0,3 3 0 0,-3-1 0 0,0 0-1 15,3 1 0-15,0-3 0 0,-3 2 0 0,3-5-12 16,0 1-2-16,0-1-1 0,-3 0 0 0,3-3-19 16,0 1 0-16,0 2 0 0,-3 6 0 0,3-1 0 0,0 6 0 15,0-1 0-15,0 4 0 0,0-1 0 16,0-2 0-16,0 0 0 0,3-3 0 0,-3-3 0 0,0-2 0 16,0 0 0-16,0 2 0 0,0 1 0 0,0 5 0 15,0 2 0-15,0 6 0 0,3-1 0 0,-3-2 0 16,0-2 0-16,0-3 0 0,3-3 0 0,-3 0 0 0,3-5 0 0,-3 2 0 15,3-2 0-15,-3 5 0 0,0 0 0 16,3 6 0-16,-3-1 0 0,0 3 0 0,0 0 0 0,3-3 0 16,-3-4 0-16,0-1 0 0,3-6 0 0,-3 1 0 15,0-3 30-15,3 1 2 0,-3-1 1 0,0 0 0 16,3-3-33-16,-3 6 0 0,3 0 0 0,-3 3 0 16,3-1 8-16,-3 3-8 0,3 0 0 15,0-2 0-15,0-4 0 0,-3 1 0 0,3-3 0 0,0-2 0 16,0 0 0-16,0-4 0 0,-3 1 0 15,3-3 0-15,0 1 0 0,-3-1 0 0,3 0 0 0,-3 0 0 16,3 1 0-16,-3-1 0 0,3 3 0 0,-3 0 0 16,3 2 0-16,-3 1 0 0,0-1 0 0,0 3 0 15,0 1 8-15,0 1-8 0,0-1 0 0,0-1 0 16,0 0 0-16,0-3 0 0,0 1 8 0,-3-3-8 16,3 0 0-16,0-3 0 0,-3 0 0 0,3 0 0 15,-3 1 0-15,3-1 0 0,-3 0 0 0,3 0 0 16,-3-2 0-16,3 5 0 0,-3-3 0 0,3 5 0 0,-3-2 0 0,3 6 0 15,-3-1 0-15,0 2 0 0,3-1 0 0,-3-1 0 16,3 0 0-16,0 0 0 0,0-2 0 0,0-1 0 16,0 1 0-16,0-3 0 0,0-3 0 0,0 0 0 15,0 0 0-15,0-2 0 0,0-1 0 0,0 1 0 16,0 0 0-16,0-3 0 0,0-1 0 0,0 1 0 16,0 0 0-16,0 3 0 0,0-3 0 0,0 0 0 15,0 0 0-15,0 0 0 0,0 0 0 0,0 0 0 16,0 0 0-16,0 2 0 15,0 1 0-15,3-1 0 0,-3 1 0 0,0-1 0 0,0 1 0 0,3 0 0 0,-3-1 0 16,3 1 0-16,-3-1 27 0,0 4-2 16,3-4 0-16,-3 1 0 0,0-3-39 0,3 2-8 0,-3 1-2 15,0-3 0-15,3 0 24 0,-3 2 0 0,3-2 0 16,-3-2 0-16,3-1 0 0,-3 3 0 0,3-3 0 0,-3 0 0 16,0 1 0-16,3-1 0 15,-3 0 0-15,3 1 0 0,-3-6 0 0,0 5 0 0,3 0 0 0,-3-5 0 16,3 5 0-16,0-2 0 0,-3-3 0 0,3 5 0 15,0 1 0-15,-3-6 0 0,3 5 0 0,0 0 0 16,-3-5 0-16,2 6 0 0,-2-6 0 0,3 2 0 16,3 3 0-16,-6-5 0 0,3 3 0 0,-3-3 0 15,3 5 0-15,0-2 0 0,-3-3 0 0,3 5 0 16,0-2 0-16,-3-3 0 0,0 0 8 0,3 5-8 16,-3-5 0-16,3 3 0 0,0 0 0 0,-3-3 0 15,3 5 0-15,-3-5 0 0,3 3 0 0,-3-3 0 16,3 5 0-16,-3-5 0 0,3 2 0 0,-3-2 0 0,3 6 0 15,-3-6 0-15,3 5 0 0,-3-5 0 16,3 5 0-16,-3-5 0 0,6 6 0 0,-6-6 0 16,3 2 0-16,-3 4 0 0,0-6 0 0,3 7 0 0,-3-4 0 15,3 2 0-15,-3-5 0 0,3 8 0 0,-3-2 0 16,3-1 0-16,-3-5 0 0,0 5 0 0,3 1 0 0,-3 1 0 16,0-1 0-16,3-1 0 0,-3 0 0 0,0 1 0 15,3-4 0-15,-3 6 0 0,0-2 20 0,0-1 0 16,3 0-1-16,-3 0 0 0,0 1-30 0,0-1-5 15,3 0-2-15,-3 1 0 0,0-1 18 0,3 3 0 0,-3-3 0 16,0 0 0-16,0 1 8 0,3 2 9 0,0-3 2 16,-3 0 0-16,3 0-19 0,-3 1 0 0,0-4 0 0,3 6 0 15,0-2 0-15,-3-4 0 0,3 4 0 0,0-1 0 16,-3-2 0-16,3 2 0 0,0-3 0 0,0 4 0 16,0-6 0-16,-1 5 0 15,4-2 0-15,-3-1 0 0,3 1 0 0,0-3 0 0,-3 3 0 16,3-3 0-16,0 2 0 0,0 1 0 0,0-3 0 15,0 3 0-15,-3-3 0 0,3 0 0 0,0 2 0 0,0-2 0 16,0 3-13-16,0-3-7 0,0 3 0 16,0-3-1-16,3 0 21 0,0 0 0 0,0 0-9 0,-1 0 9 15,4 0 0-15,-3 0 0 0,3 0 0 0,3 0 0 16,-3 0 0-16,3 0 0 0,-3 2 0 0,6-2 0 16,-4 0 0-16,4 0 0 0,-3 0 0 0,0 3 0 15,0-3 0-15,0 0 0 0,-3 0 0 0,3 0 0 16,-3 2 0-16,-1-2 0 0,-2 3 0 0,3-3 0 15,-3 3 0-15,-3-3 0 0,3 2 0 0,0 1 0 0,-3-3 0 16,0 0 0-16,0 3 0 0,3-3 0 0,-3 2 0 16,0 1 0-16,-3-3 0 0,3 3 0 15,0-1 0-15,-3 1 0 0,3-3 0 0,0 3 0 0,-1-1 0 0,-2-2 0 16,3 3 0-16,0-1 0 0,0 1 0 0,0-3 0 16,0 3 0-16,0-3 0 15,0 2 0-15,0 1 0 0,0-3 0 0,3 3 0 0,-3-3 0 16,0 2 0-16,3 1 0 0,-3 0 0 0,0-3 0 15,3 2 0-15,-3 1 0 0,3 0 0 0,-1-1 0 0,-2-2 0 16,3 3 0-16,0 0 0 0,0-1 0 0,0-2 0 16,0 3 0-16,0-3 0 0,0 2 0 0,0 1 0 0,0 0 0 15,-3-3 0-15,3 2 0 0,0 1 0 0,0-3 0 16,-4 3 0-16,4-1 0 0,-3-2 0 0,3 3 8 0,-3-3-8 16,3 3 0-16,-3-1 9 0,0-2-9 0,0 3 8 15,0-3-8-15,0 3 0 0,-3-3 0 0,3 2 8 16,0-2-8-16,0 3 0 0,-3-3 0 0,3 3 0 15,-3-3 0-15,0 2 8 0,3-2-8 0,-3 0 0 16,3 3 0-16,-3-3 0 0,2 0 8 0,-5 0-8 16,3 0 0-16,3 0 0 0,0 0 0 0,-3 0 0 15,3 0 0-15,0 0 0 0,0 0 0 0,0 0 8 16,0 0-8-16,0 0 0 0,0-3 0 0,0 3 0 16,0 0 0-16,0 0 8 0,0-2-8 0,0 2 0 15,3 0 0-15,-3 0 0 0,3 0 0 0,-3 0 0 16,-1 0 0-16,1 0 0 0,3 0 8 0,-3 0-8 15,0 0 0-15,0-3 0 0,0 3 0 0,0 0 0 16,0 0 0-16,3 0 8 0,-3 0-8 0,0 0 0 16,0 0 0-16,0 3 0 0,0-3 8 0,0 0-8 15,0 0 0-15,0 0 0 0,0 0 0 0,-3 2 8 0,3-2-8 0,-1 0 0 16,1 0 0-16,-3 3 0 0,3-3 0 0,0 0 0 16,0 0 8-16,0 0-8 0,-3 0 0 0,3 2 0 15,0-2 0-15,0 0 8 0,-3 0-8 0,0 0 0 16,3 0 0-16,-3 3 0 0,3-3 8 0,-3 0-8 15,-3 0 8-15,3 0-8 0,3 0 0 0,-3 3 8 16,3-3-8-16,-3 0 0 0,-3 0 0 0,3 0 0 0,-3 0 8 16,0 0-8-16,6 0 0 0,-6 0 0 0,0 0 0 0,3 0 0 15,-3 0 0-15,6 0 0 0,-3-3 0 0,-3 3 0 32,3 0-59-32,-3 0-17 0,2-5-3 0,1 2-1 15,-3 3-140-15,3-2-29 0</inkml:trace>
  <inkml:trace contextRef="#ctx0" brushRef="#br0" timeOffset="95572.187">15389 9891 1552 0,'0'0'44'0,"0"0"10"0,0 0-43 0,0 0-11 0,0 0 0 0,0 0 0 16,0 0 146-16,0 0 27 15,0 0 6-15,0 0 1 0,0 0-32 0,0 0-7 0,0 0-1 0,0 0 0 16,0 0-60-16,0 0-13 0,0 0-3 0,0 0 0 15,0 0-51-15,0 0-13 0,0 0 0 0,2 8 0 16,-2-8 0-16,0 5 0 0,0 0 0 0,0 1 0 16,0 1 0-16,-2-1 0 0,-1 2 0 0,0 0 0 15,0 0 0-15,0-3 0 0,-3 3 0 0,0 0 0 16,3 0 0-16,-3 0 0 0,0 0 0 0,-3 0 0 16,3-1 0-16,0 1 0 0,0 0 0 0,-3 0 0 15,0-2 0-15,0 2 0 0,0-3 0 0,3 3 0 16,-3-3 25-16,3 0 3 0,3 1 0 0,-2-1 0 15,5-5-28-15,-3 5 8 0,3-5-8 0,-3 8 0 16,3-8 8-16,-3 5-8 0,3-5 8 0,3 6-8 16,-3-6 8-16,3 5-8 0,0 0 8 0,0 1-8 15,2-4 11-15,1 1-3 0,0 0-8 0,0-1 12 16,0 1 3-16,0 2 0 0,3-2 0 0,-3-1 0 16,0 1 5-16,3-3 2 0,-3 3 0 0,3-1 0 0,-3 1-6 0,3-3-2 15,0 0 0-15,0 3 0 0,-3-1-14 0,5-2 8 16,-2 0-8-16,3 3 0 15,0-3-22-15,-3 0-10 0,3 3-3 0,0-1 0 0,0-2 20 16,-3 0 4-16,3 3 1 0,0-3 0 16,0 0-189-16,-1 3-37 0,-2-3-8 0</inkml:trace>
  <inkml:trace contextRef="#ctx0" brushRef="#br0" timeOffset="96117.441">16142 9727 2188 0,'0'0'48'0,"0"0"11"0,0 0 1 0,0 0 1 0,0 0-49 15,-3-3-12-15,0-2 0 0,3 5 0 0,0 0 105 0,-6-3 19 16,0 0 3-16,3 3 1 0,3 0-52 0,-9 0-9 16,3 0-3-16,-3 0 0 0,3 3 0 0,-3-3 0 15,0 3 0-15,-3 2 0 0,3-2-51 0,0 2-13 16,0 0 0-16,0 3 0 0,1 0 0 0,2 0 0 15,0 3 0-15,3-1 0 0,0 1 0 0,3 5-8 16,0-3 8-16,0 3 0 0,6 0 0 0,0 0-8 16,0 2 8-16,2-2 0 0,4 0-17 0,0-6 3 15,3 4 1-15,-3-4 0 0,3-2 1 0,-3-3 1 16,0 1 0-16,3-1 0 16,-3-2-17-16,2-3-4 0,1-3-1 0,0 0 0 0,3-5 33 0,0 1 0 15,0-1 0-15,3-6 0 0,-1 4 35 0,-2-3 13 0,0-1 4 0,0 4 0 16,-3-3-18-16,0-1-3 0,-3 1-1 0,-3 0 0 15,-3 0-1-15,0-1 0 0,-3 1 0 0,-3 0 0 16,0 2-10-16,-6-2-3 0,0 3 0 0,-3-1 0 16,-3 3-16-16,-3-3 0 0,0 3 0 0,0 1 0 15,-3-1 0-15,0 2 0 0,1 1 0 0,-1 0 0 32,-3-1-44-32,3 4-16 0,0-1-4 0,-3 3-1356 0</inkml:trace>
  <inkml:trace contextRef="#ctx0" brushRef="#br0" timeOffset="111904.176">17270 6816 1090 0,'0'0'24'0,"0"0"4"0,0 0 2 0,0 0 2 0,0 0-32 15,0 0 0-15,0-5 0 0,3 0 0 0,0 2 94 0,-3 3 13 16,3-5 2-16,0 2 1 16,0 0-10-16,-3 3-1 0,3-5-1 0,-3 5 0 15,3-3-13-15,-3 3-2 0,3-2-1 0,-3 2 0 0,0 0-20 0,0 0-4 16,0 0-1-16,0 0 0 0,0 0-28 0,0 0-5 15,0 0-2-15,0 0 0 0,0 0 15 0,0 0 3 16,0 0 1-16,-6 5 0 0,0-2-17 0,0 2-3 0,0 0-1 16,0 1 0-16,-3-1-8 0,0-3-3 0,0 4 0 0,0-1 0 15,0 0-9-15,-3 1 8 0,0-1-8 0,-3 0 8 16,4 0-8-16,-4 1 12 16,3-4-12-16,-3 4 12 0,3-1-23 0,0-2-4 15,0 2-1-15,0-2 0 0,3 2 16 0,3-2 0 0,0 2 0 0,0-3 0 16,6-2 48-16,0 0 13 0,-6 3 3 15,6-3 0-15,0 0-52 0,0 0-12 0,0 0 0 0,0 0 0 16,0 0 0-16,3 5 0 0,-3-5 0 0,3 6 0 16,3-1 0-16,3-2 0 0,-3 2 0 0,0-2 0 15,6 2 19-15,-3 0 1 0,3 0 0 0,0 1 0 16,0-1-20-16,0 3 10 0,3-3-10 0,-4 3 8 16,4-3-8-16,3 6 0 0,-3-3 0 0,0 0 0 15,3 0-33-15,-3-3-9 0,3 3-2 16,-4-3 0-16,1 1-187 0,0-1-37 0,6 3-8 15,3-3-2-15</inkml:trace>
  <inkml:trace contextRef="#ctx0" brushRef="#br0" timeOffset="116920.01">17922 10147 1267 0,'0'0'28'0,"0"0"5"0,0 0 2 0,0 0 1 0,0 0-36 0,0 0 0 16,0 0 0-16,0 0 0 0,0 0 58 0,0 0 5 0,0 0 1 0,0 0 0 15,0 0 51-15,0 0 10 0,0 0 3 0,0 0 0 16,0 0-103-16,0 0-25 0,0 0 0 0,0 0 0 15,0 0 56-15,0 0 7 0,0 0 1 0,0 0 0 16,6 0-52-16,0 0-12 0,-4 3 0 0,4-3 0 16,0 3 47-16,0-3 6 0,3 2 2 0,0 1 0 15,0 0-37-15,3-1-7 0,0-2-2 0,0 3 0 16,0 0 9-16,3-1 2 0,2-2 0 0,-2 3 0 16,0-3-12-16,0 0-8 0,0 0 12 0,3 0-12 15,0 0 8-15,-3 0-8 0,0-3 0 0,2 3 0 16,4-2 36-16,-3 2 0 0,6-3 0 0,-3 3 0 15,0-3-57-15,-1 3-11 0,4 0-3 16,-3 0 0-16,0 0 35 0,0 0 0 0,0 0 0 0,-4 0 0 0,4 3 9 0,-3-3-1 16,-3 0 0-16,0 0 0 0,3-3 13 0,-3 3 3 15,-1-2 0-15,1-1 0 0,3 3-24 0,-3-3 0 16,3 1 0-16,0-1 0 0,0 3 0 0,3-3 0 16,-4 1 0-16,4 2 0 0,-3-3 18 0,0 3-1 15,3 0 0-15,-3 0 0 0,0 0-6 0,-1 0-2 16,1 0 0-16,0 0 0 0,0 3-1 0,-3-3-8 15,0 0 12-15,0 0-4 0,-3 0-8 0,2 0 8 16,-2-3-8-16,0 3 8 0,3 0-8 0,0 0 8 16,0-3-8-16,0 3 8 0,0 0 12 0,-1 0 3 0,-2 0 0 0,3 0 0 15,0 0-32-15,0 0-7 0,0 0 0 16,0 0-1-16,-3 3 17 0,3-3 11 0,-3 0-2 0,2 3 0 16,-2-3 7-16,0 0 2 0,-3 0 0 15,3 2 0-15,-3-2-6 0,0 3 0 0,0-3-1 0,3 3 0 16,-3-3-26-16,3 0-5 0,-3 2 0 0,-4-2-1 15,4 3 41-15,-3-3 9 0,0 0 2 0,3 3 0 16,-3-3-50-16,0 0-9 16,0 2-3-16,0-2 0 0,0 0 31 0,0 0 0 0,0 0 0 0,0 0 0 15,0 0 0-15,0 0 0 0,0 0 0 0,-3 0 0 16,3 3 24-16,0-3 12 0,-6 0 1 0,6 0 1 16,0 0-30-16,-6 0-8 0,5 0 0 0,-5 0 0 15,6 0 0-15,-6 0 0 0,0 0 0 0,3 0 0 16,3 0-29-1,-6 0-7-15,3-3-2 0,3 3 0 0,0-2-174 0,-3-1-36 16,6-10-6-16,-3 2-2 0</inkml:trace>
  <inkml:trace contextRef="#ctx0" brushRef="#br0" timeOffset="118636.925">20654 9822 1728 0,'0'0'38'0,"0"0"8"0,-3-5 2 0,0-1 0 0,0 1-39 0,3 0-9 0,-3-1 0 0,0 1 0 15,3 0 96-15,-3 0 18 0,3-1 3 0,-3 1 1 16,3 5-36-16,-3-5-7 0,0-1-2 0,0 1 0 15,0 3-17-15,0-4-4 0,0 4-1 0,0-4 0 16,-3 4-14-16,4-4-2 0,-4 4-1 0,0-1 0 16,0 0-11-16,-3-2-3 0,3 0 0 0,-3 2 0 15,0 1-4-15,-3-4-2 0,3 4 0 0,-6-1 0 16,3 0-1-16,-3-2 0 0,-2 2 0 0,-1 1 0 16,0-1-2-16,0 0-1 0,-3 1 0 0,0-1 0 15,3 3-18-15,-2 0-4 0,-1-3-1 0,3 3 0 16,-3 0 13-16,3 0 0 0,0 0 0 0,3 0 0 15,-2 0 0-15,2 3 0 0,-3-3 0 0,0 3 0 16,0-1 0-16,0-2 0 0,0 3 0 0,1 0 0 16,-1-1 0-16,0 4 0 0,-3-4 0 0,3 1 0 15,-3 2 0-15,3 1 0 0,1-4 0 0,-4 3 0 0,3 1 16 0,3-1 5 16,-3 3 2-16,0 0 0 0,3 0-23 0,1 0 0 16,-1 0 0-16,0 0 0 15,3 0 0-15,0 0 0 0,-3-1 0 0,3 1 0 0,-3 0 0 0,3 3 0 16,-3-3 0-16,4 2 0 0,-4 1 0 0,3 0 0 15,0 2 0-15,-3-3 0 0,3 4-21 0,0-1 1 16,0 0 0-16,0 0 0 0,3 1 20 0,1-1 0 0,-1 0 0 16,0 0 0-16,0 1 0 0,3-4 0 0,0 1 0 15,0-1 0-15,0 1 0 0,3 2 0 0,-3-2 0 16,3-1 0-16,3 1 0 0,-3-3 0 0,3 2 0 16,0 1 0-16,0 0 0 0,-3-1 0 15,3-2 0-15,0 5 0 0,0-2 0 0,-3 2 0 16,3 0 0-16,3 1 0 0,-3 1 0 0,0 4 0 0,3-1 0 15,-3 1 0-15,3 2 0 0,3-2 0 0,0 2 0 0,-3-3 0 16,3 4 8-16,3-4 5 0,-3-2 2 0,3 2 0 16,3-4-15-16,-4 2 0 0,4-3 0 0,0 3 0 15,3-6 0-15,0 3 0 0,0 1 0 0,-3 2 0 16,3-6 0-16,0 3 0 0,2-2 0 0,-2 2 0 16,3 0-14-16,-3 1 1 0,0-1 0 0,3 0 0 15,0 0 13-15,0 1 0 0,5-4 0 0,-2 3 0 16,0 1 0-16,3-1 0 0,0-3 0 0,0 1 0 15,-1 2 0-15,-2-5 0 0,0 0 0 0,-3 0 0 16,3-3 8-16,-3 3 4 0,2-5 0 0,-2 2 1 0,0 1-13 16,0-4 0-16,0 1 8 0,3 2-8 0,-1-2-9 0,1-3-5 15,6 2-1-15,0 1 0 0,0-3 15 0,2 0 0 16,1 0 0-16,0 0 0 16,-3-3 9-16,0 1 5 0,2 2 1 0,-5-3 0 0,0 0-15 15,0 1 8-15,3-1-8 0,-1 1 0 0,4-4-8 0,-3 4-8 16,6-4-2-16,-4 1 0 0,1 0 18 15,0-1 0-15,-3 1 0 0,0 0 0 0,-4-3 24 0,1 3 9 16,-3-1 2-16,0-2 0 0,-3 0-19 0,0 1-4 16,-1-4-1-16,1 0 0 0,0 1 2 0,0-3 1 15,0 2 0-15,0-2 0 0,-3-1-2 0,2 4-1 16,1-3 0-16,0 2 0 0,0 1 0 0,-3-1 0 0,0-2 0 16,0 2 0-16,0 1 1 0,-1-4 1 0,-2 4 0 15,0-4 0-15,0-1 16 0,0 1 3 0,-3-1 1 0,0 1 0 16,0-2-33-16,-3 1 0 0,3-1-15 0,-3-3 5 15,-3 3 10-15,3-2 12 0,-3 2-2 0,3-3-1 16,-3 3-9-16,0-2 0 0,-1 2 0 0,1 0 0 16,-3 0 0-16,3 3 0 0,-3-3 0 0,0 3 0 15,0 2 0-15,0-2 0 0,-3 3 0 0,3-1 0 16,-3-2 0-16,1 2 0 0,-1 1 0 16,-3-1 0-16,0-2 0 0,0 5 0 0,0-3 0 0,0 1 0 15,-3-1 0-15,3 1 0 0,-3-1 0 0,0 0 0 16,0 1 0-16,0-3 0 0,0 2 0 0,0-2 0 15,0 2 16-15,-3-2 2 0,4 0 0 0,-4 2 0 16,0-2-18-16,0 2 0 0,0-2 0 0,0 2 0 16,0 1 8-16,0 2-8 0,0-3 9 0,0 3-9 15,3 0 0-15,-5 1 0 0,2 1 0 0,3-2 0 0,-3 3 0 0,3 0 0 16,0-1 0-16,-3 1-10 0,3 2 10 16,0-2 0-16,0 3 0 0,0-4 0 15,0 4 0-15,3-1 0 0,-2-2 0 0,-4 2 0 0,3 0 0 0,0 1 0 16,-3-1 0-16,3-2 0 0,-3 2 0 0,0 1 0 15,0-1 0-15,-3 0-8 0,3 1 8 0,-2 2 0 16,-1-3 0-16,0 0 0 0,0 3 0 0,-3 0 0 0,3 0 0 0,-3 0 0 16,3 0 0-16,-2 3 0 0,2-3 0 15,-3 3-8-15,3-3 8 0,0 2-10 0,3 1 10 0,0 0-10 16,0-1-7 0,0 1-2-16,3-1 0 0,1-2 0 15,-1 3-25-15,-3 0-4 0,3-1-2 0,3-2 0 16,-3 3-120-16,3-3-24 0,-3 0-5 0</inkml:trace>
  <inkml:trace contextRef="#ctx0" brushRef="#br0" timeOffset="120055.663">20184 10079 1810 0,'0'0'40'0,"0"0"8"0,0 0 1 0,0 0 3 0,0 0-42 0,0 0-10 16,0 0 0-16,0 0 0 0,0 0 113 0,0 0 21 15,0 0 4-15,0 0 1 0,0 0-36 0,0 0-7 16,0 0-2-16,0 0 0 0,0 0-24 0,0-6-5 16,3 4-1-16,-3 2 0 0,3-3-51 0,3 3-13 0,0-3 0 15,0 1 0-15,0 2 52 0,3 0 7 0,-1-3 1 0,1 3 1 16,3 0-46-16,0 0-15 0,3 0 8 0,-3 0-8 15,0 0 23-15,0 0 1 0,3 3 0 0,-3-3 0 16,2 0-24-16,-2 2 9 0,3 1-9 0,-3 0 0 16,0-1 0-16,-3 1 0 0,0 0 0 0,-3 2 0 15,0 0 8-15,0-2-8 0,-3 5 0 0,0-3 0 16,-3 0 0-16,0 1 0 0,-3 2 0 0,-3-3 0 16,0 3 0-16,-3 0 0 0,-3-3-11 15,0 3 11-15,-3 0-20 0,-3 0 4 0,1 2 0 0,-1 1 0 16,0 0 0-16,0-1 1 0,3 3 0 0,-3-2 0 15,3 2 15-15,3 0 12 0,0-2-3 0,1 0 0 16,2-1-9-16,3 1 0 0,0-1 0 0,3-2 0 16,0 0 0-16,3 0 0 0,0-3 0 0,0 1 0 15,3-1 0-15,3 0 0 0,-3-2 0 0,3 2 0 16,3-2 0-16,0 0-16 0,2-3 4 0,4 2 1 16,-3-2 19-16,6 0 3 0,0 0 1 0,0 0 0 15,0 0-2-15,2 0 0 0,-2 0 0 0,3-2 0 0,-3 2-10 0,3 0 0 16,-3-3 0-16,0 3 8 0,-1-3-16 0,-2 3-4 15,0-2-1-15,0 2 0 16,0-3-92-16,0 3-19 0,0 0-3 0,3-3-717 16,-6 3-144-16</inkml:trace>
  <inkml:trace contextRef="#ctx0" brushRef="#br0" timeOffset="121992.459">19300 9928 1108 0,'0'0'31'0,"0"0"8"0,0 0-31 0,-6-3-8 16,6 3 0-16,-6-3 0 0,6 3 88 0,-3-2 16 0,0-3 3 0,3 5 1 15,-3-3-14-15,0 0-2 0,3 3-1 0,0 0 0 16,-3-5-11-16,3 5-3 0,-3-3 0 0,3 3 0 16,-3-2-5-16,3 2 0 0,0 0-1 0,0 0 0 15,0 0-10-15,0 0-1 0,0 0-1 0,0 0 0 16,0 0-22-16,0 0-4 0,0 0-1 16,0 0 0-16,0 0-7 0,0 0-1 0,3 2-1 0,0 6 0 15,0-2-13-15,3-1-2 0,0 3-8 16,0 0 12-16,6 0 4 0,-3 0 0 0,3 0 0 0,-4-1 0 15,4 1-6-15,-3 0-1 0,3 3 0 0,0-3 0 16,0 0-9-16,-3 0 12 0,3 0-12 0,0 0 12 16,0-3-12-16,-3 3 0 0,3 0 0 0,-4-3 8 15,-2 3-8-15,0-3 0 0,0 1 0 0,-3 2 0 16,0-1 8-16,-3-1-8 0,-3 2 8 0,0-3-8 16,-3 3 8-16,-3 0-8 0,1-3 0 0,-4 3 8 15,3 0-8-15,-3 0 8 0,-3 3-8 0,3-1 8 0,-3-2-8 16,0 0 0-16,0-3 0 0,0 3 0 0,1-2 0 15,-1-1 0-15,3 3 8 0,0-3-8 0,0 0 0 0,3 3 0 16,0-5 0-16,0 5 0 0,0-3 0 0,3-2-14 16,0 2 5-16,0 0 1 15,6-5-17-15,-3 3-3 0,3-3-1 0,0 0 0 16,0 5-87-16,0-5-16 0,6 3-4 0,-3 2-608 16,3-5-120-16</inkml:trace>
  <inkml:trace contextRef="#ctx0" brushRef="#br0" timeOffset="125334.873">17109 6893 1155 0,'0'0'25'0,"0"0"6"0,0 0 1 0,0 0 0 0,0 0-32 0,0 0 0 0,0 0 0 0,0 0 0 15,0 0 62-15,0 0 6 0,0 0 0 0,0 0 1 16,0 0-19-16,0 0-4 0,0 0-1 0,0 0 0 15,0 0-7-15,0 0-2 0,0 0 0 0,0 0 0 16,0 0-8-16,0 0-3 0,6 2 0 0,0 1 0 16,0-3-3-16,0 3-1 0,0-3 0 0,0 0 0 15,0 0 5-15,-3 0 1 0,3 0 0 0,0 0 0 16,-1 0-13-16,1 2-2 0,0-2-1 0,0 0 0 16,0 0 4-16,3 0 1 0,-3 0 0 0,0 3 0 15,3-3-1-15,0 3 0 0,0-3 0 0,3 0 0 16,-3 2-15-16,0-2 8 0,3 3-8 0,0-3 0 15,-1 0 13-15,1 3-3 0,-3-3-1 0,3 0 0 16,-3 0 3-16,3-3 1 0,0 3 0 0,0 0 0 16,3-3-5-16,0 3 0 0,-1-2-8 0,1 2 12 0,3-3-2 15,-3 3-1-15,3-3 0 0,-3 3 0 0,6 0-1 0,-3 0-8 16,-4 0 12-16,4 0-4 16,0 0-8-16,-3 0 0 0,0 0 0 0,0 3 0 0,0-3 8 15,-3 0-8-15,2 0 8 0,1 0-8 16,-3 0 0-16,3 0 0 0,0 0 8 0,-3 0-8 0,3 0 0 0,0 0 0 15,-3-3 0-15,2 3 0 0,4 0 0 16,0 0 0-16,0 0 0 0,0 0 0 0,0 0 0 0,0 3 0 16,2-3 0-16,1 3 0 0,0-3 0 0,-3 0 8 0,3 2-8 0,-3 1 8 15,3 0-8-15,-4-1 0 0,1-2 0 16,0 3 0-16,-3-3 8 0,3 3-8 0,0-3 0 0,-3 0 8 16,2 0 1-16,1 0 0 0,0-3 0 0,0 3 0 15,0 0 2-15,0 0 0 0,3 0 0 0,-4 0 0 16,4 0-1-16,-3 0 0 0,3 0 0 0,0 0 0 15,-3 0-10-15,3 3 8 0,-4-3-8 0,4 0 8 16,0 0-8-16,-3 0 0 0,0 0 0 0,0-3 8 16,-1 3-8-16,1-3 0 0,0 1 0 0,3 2 8 15,0 0-8-15,0-3 0 0,0 3 9 0,2-3-9 16,1 3 0-16,0 3 9 0,0-3-9 0,3 3 0 16,-1-1 0-16,1 1 0 0,0-3 0 0,0 3 0 15,-3-3 8-15,2 0-8 0,7 0 0 0,-3 0 0 16,3 0 0-16,2 0 0 0,4 2 0 0,-3 1 0 15,-4 2 0-15,4 0 0 0,-3 1 0 0,0-4 0 16,-4 1 0-16,4 0 0 0,0-1 8 0,6 1-8 16,-4 0 8-16,1 2-8 0,0 0 9 0,-1 0-9 15,-2 3 11-15,0 0-11 0,-3 0 12 0,-3-2-12 16,-1 2 8-16,1-3-8 0,-3 0 0 0,3-2 0 16,0 2 0-16,2 0 0 0,1 1 8 0,-3-1-8 0,3 3 0 0,-4-3 0 15,1 3 0-15,0-3 0 0,0 3 14 0,-3-2-4 16,-1-1-1-16,-2 0 0 0,3 1-9 0,0-1-9 15,0 0 9-15,2-2-13 0,4 2 13 0,0-2 0 16,0 2 0-16,2-2 0 0,1 2 0 0,-3-2 0 16,-3-1 0-16,3 1 0 0,-1 2 0 0,-2-2 0 0,-3-1 0 15,3 1 0-15,2 0 0 0,1 2 0 0,0-5 0 0,3 5 0 16,-1-5 0-16,1 3 0 0,0 0 0 16,0-3 0-16,-6 2 8 0,2-2-8 0,-2 0 0 15,0 3 0-15,0 0 0 0,-1-1 0 0,1-2 0 0,3 3 0 16,0-3 0-16,3 2 0 0,-1 1 0 0,-2-3 0 15,0 0 0-15,0 3 0 0,-4-3 0 16,-2 2 0-16,0-2 0 0,0 3 8 0,-6 0-8 0,2-1 0 16,-2-2 0-16,-3 3 0 0,3-3 0 0,0 3 0 15,0-1 9-15,-3-2-9 0,3 3 0 0,-4 0 9 16,-2-1-1-16,3 1 0 0,0 0 0 0,-3-1 0 16,0-2-8-16,0 3 0 0,0-1 9 0,0 1-9 15,-3 0 8-15,2-1-8 0,-2 1 8 0,0 2-8 16,0-2 8-16,-3 0-8 0,3-1 8 0,-3 4-8 15,0-4 12-15,-3 3-1 0,3-2-1 0,0 2 0 16,-3-2 5-16,3 2 1 0,-3 1 0 0,3-1 0 16,0 0 0-16,-3 1 0 0,3-4 0 0,-3 6 0 0,3-3-16 0,0 1 9 15,-3 2-9-15,5 0 8 0,-2-3 0 0,0 0-8 16,-3 3 12-16,3 3-4 0,0-3-8 0,0 2 8 16,0 1-8-16,0-3 8 0,-3 2-8 15,3 4 0-15,0-4 0 0,0 3 0 0,0 1 8 16,0-1-8-16,-3 3 0 0,3-3 8 0,-3 3-8 0,3-3 10 15,-3 0-10-15,3 0 10 0,-3 3 0 0,0-2 0 16,0-1 0-16,0 0 0 0,-3-2 1 0,0 2 0 16,0 0 0-16,0 0 0 0,0-2-3 0,0 0 0 0,0-1 0 15,-3 1 0-15,3-1-8 0,0 3 8 16,0-2-8-16,-3 2 8 0,3 3-8 0,-3-3 0 16,3 3 0-16,0 3 0 0,0-3 0 0,0 2 8 0,0 1-8 0,0 2 0 15,0-3 0-15,0 1 0 0,0-1 8 0,0 1-8 16,0-1 0-16,0-2 0 0,0 0 0 0,3 0 8 15,-3 0-8-15,0-3 10 0,0 3-10 0,3-3 10 16,-3 1-10-16,0 1 12 0,3-1-12 0,-3 4 12 16,0 1-12-16,3-1 8 0,-3 3-8 0,0 1 8 15,2 1-8-15,-2 1 0 0,0 0 9 0,0-3-9 16,3 0 8-16,-3 1-8 0,3-4 8 0,-3 1-8 16,3-1 8-16,0-2-8 0,0-3 8 0,-3 3-8 15,3-3 8-15,-3 3-8 0,3-3 8 0,-3 1-8 16,3-4 0-16,-3 6 8 0,0-3-8 0,0 6 0 15,0-3 9-15,0 2-9 0,0 1 12 0,-3 2-12 16,3-3 10-16,0 1-10 0,-3 0 8 0,0 2-8 0,3-5 8 16,-3 2-8-16,3-2 8 0,-3-3-8 15,0 3 0-15,3-3 8 0,-3-2-8 0,0 2 0 16,1 0 0-16,-1-2 0 0,0 2 0 0,0-2 0 16,0-1 0-16,0 1 0 0,0 2 8 0,0-2-8 0,0 2 0 15,3 3 0-15,-3-3 0 0,0 3 0 0,0 2 0 0,3 1 0 16,-3-1 0-16,3 1 0 0,-3 2 0 0,3 0 0 15,-3-2 0-15,3-1 0 0,0 1 0 0,-3-3 0 16,3 2 0-16,-3-2 0 0,3 0 0 0,0 0 0 16,-3 0 0-16,3-3 0 0,-3 3 0 0,3-6 0 15,-3 4 0-15,3 2 0 0,-3-3 0 0,3 0 0 0,-3 3 0 16,3 0 0-16,0 0 0 0,-3 0 0 0,3 2 0 16,0 1 0-16,-3-1 0 0,3 1 0 0,0-1 8 15,0 1-8-15,0-3 0 16,-3 2 0-16,3-2 0 0,0 0 8 0,0-3-8 0,0 3 0 0,0 0 0 15,0-3 8-15,0 0-8 0,-3 1 0 0,3-1 0 0,0 0 0 16,0-2 0-16,-3 2 0 0,3-3 9 0,0 4-9 16,-3-1 0-16,3 0 0 0,0 0 0 0,-3 1 8 15,3 1-8-15,0-1 0 0,-3 2 8 0,3-3-8 16,0 0 0-16,-3 3 9 0,3-6-9 0,-3 4 0 16,3-1 8-16,0-3-8 0,-3 4 0 0,3-1 0 15,0-2 0-15,-3-1 0 0,3-2 8 0,0 3-8 16,-3-3 0-16,3-3 0 0,3 3 0 0,-3-3 0 15,0 3 8-15,0-8-8 0,-3 5 0 0,3 1 0 16,0-6 8-16,0 0-8 0,0 0 0 0,-3 5 0 16,3-5 10-16,0 0-10 0,0 0 8 0,0 0-8 15,0 0 10-15,-3 5-10 0,3-5 12 0,0 0-12 16,0 0 10-16,0 0-10 0,0 0 8 0,-6 3-8 16,6-3 8-16,0 0-8 0,-3 2 8 0,3-2-8 0,-6 3 0 0,6-3 0 15,-8 0 8-15,8 0-8 0,-6 0 0 16,3 0 0-16,-3 0 0 0,0 0 0 0,6 0 0 15,-6 0 0-15,0 0 0 0,0 0 0 0,0 0 0 16,3 0 0-16,3 0 0 0,-9 0 0 0,3 0 0 0,3 0 0 16,-3 0 0-16,0 0 0 0,0 0 0 0,0-3 0 15,0 3 8-15,0-2-8 0,0 2 0 0,-3 0 0 16,3 0 0-16,-2 0 0 0,2 0 0 0,-3 0 0 16,0-3 0-16,0 3 0 0,3 0 0 0,-3 0 0 0,0 0 0 0,0 0 0 15,0 0 0-15,0 0 0 0,3 0 0 0,-3 0 0 16,0 0 0-16,0 0 0 0,4 0 0 0,-1 0 0 15,0 0 0-15,0 0 0 0,0 0 0 0,0 0 0 16,0 0 0-16,0 0 0 0,0 0 0 0,6 0 0 16,-6 0 0-16,-3 0 0 0,9 0 0 0,-6 0 0 15,0 0 0-15,6 0 0 0,-6 0 0 0,6 0 0 16,-6 3 0-16,0-3 0 0,6 0 0 0,-6 2 0 16,6-2 0-16,-6 3 0 0,0-3 0 0,6 0 0 15,-6 3 0-15,0-1 0 0,6-2 0 0,-5 3 0 16,5-3 0-16,-6 0 0 0,6 0 0 0,-6 3 0 15,6-3 0-15,0 0 0 0,0 0 0 0,0 0 0 16,-6 2 0-16,6-2 0 0,0 0 0 0,0 0 0 16,0 0-24-16,0 0 2 0,0 0 1 0,0 0 0 31,0 0-127-31,0 0-26 0,6-5-5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44:39.10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11504 2921 1500 0,'0'0'31'0,"0"0"8"0,0 0-31 0,0 0-8 0,0 0 0 0,0 0 0 16,0 0 67-16,0 0 12 0,-3 11 2 0,-3-3 1 15,3 0-50-15,0 5-11 0,0 3-1 0,0 0-1 16,-3 5-10-16,3-5-1 0,0 5-8 0,-3 3 12 15,3-6-12-15,0 1 9 0,-3-1-9 0,3 1 8 16,0-1-8-16,0-2 0 0,1 3 0 0,-4-1 0 16,3-5 0-16,0 3 0 0,-3 0 0 0,3-5 8 15,0 7-8-15,0-7 0 0,0 2 0 0,0 0 8 16,0-2-31-16,0-1-6 0,0-2-2 16,3 0 0-16,-3 0 76 0,3-8 15 0,0 0 4 0,0 0 0 15,0 0-27-15,0 0-5 0,-3-5 0 0,0-3-1 16,0-3 18-16,3 1 4 0,0-6 1 0,0 3 0 15,0-3-26-15,0-3-6 0,3 1-1 0,0-1 0 16,0-2-7-16,3 0-2 0,0-3 0 0,3-2 0 16,0-3-4-16,3-3-8 0,2-5 11 0,1 2-11 15,0 4 16-15,3 2-4 0,0-1-1 0,0 7 0 16,0 1 23-16,-3 7 5 0,2-1 1 0,-2 5 0 16,0 1-10-16,0 2-2 0,-3 0 0 0,0 2 0 15,0 6-28-15,-3-5-12 0,0 5 1 0,0 0 0 16,-1 5 60-16,1-5 12 0,0 6 3 0,-3-1 0 15,0 6-52-15,3-3-12 0,-3-1 0 0,0 7 0 0,0 2 0 16,3-3 0-16,-3 3 0 0,0 5 0 16,0 3 0-16,0-3 0 0,0 5 0 0,-3 1 0 15,3-3-24-15,-3 2-7 0,0-5-1 0,0 3-1 16,0-5 1-16,-3 2 1 0,0-3 0 0,0 1 0 0,0-1 9 16,-3 1 2-16,0-1 0 0,0-2 0 15,0 5-20-15,-3-5-3 0,3 5-1 0,0-5 0 0,-3 5-138 16,3-7-28-16,0 2-6 0</inkml:trace>
  <inkml:trace contextRef="#ctx0" brushRef="#br0" timeOffset="258.341">11439 3091 1580 0,'0'0'67'16,"5"-3"-54"-1,1 3 92-15,0 0 19 0,3 0 3 0,0-5 1 16,0 5-26-16,6 0-5 0,0 0-1 0,0 0 0 16,3 5-51-16,-3-5-10 0,2 0-3 0,4 0 0 15,-3 0-32-15,0 0 0 0,3 0 0 0,-3 0 0 16,3 3-44-16,-1-3-16 0,1 0-4 0</inkml:trace>
  <inkml:trace contextRef="#ctx0" brushRef="#br0" timeOffset="1505.951">12409 2913 1579 0,'-6'-8'32'0,"0"0"10"16,0 0-34-16,0 0-8 0,0 1 0 0,0-1 0 15,0 0 53-15,-3 0 9 0,3 2 2 0,-3-1 0 16,3-1 0-16,-2 2 0 0,-1-2 0 0,0 3 0 16,0 2 12-16,-3-5 2 0,3 1 1 0,0-1 0 15,-3 2-24-15,3-2-5 0,-3 0-1 0,-3 0 0 16,3 1-39-16,4 1-10 0,-4-2 0 0,0 0 0 15,3 0 0-15,-3 1 0 0,3 1 0 0,-3-2 0 16,0 0 53-16,0-2 9 0,0 4 2 0,0 1 0 16,-2-3-52-16,2 3-12 0,-3-3 0 0,-3 3 0 15,0 2 0-15,-3-5 0 0,0 3 0 0,1 2 0 0,-4-5 0 16,0 8 0-16,0-8 0 0,0 6 0 0,0 2 0 16,1 0 0-16,2 0 0 0,-3 2 0 0,3 1 0 0,0 2 0 15,0-5 0-15,-2 3 0 0,-1 2 0 0,0-2 0 0,-3 2 0 16,-3 3 0-16,4 0 0 0,-4 0 0 0,0 0 0 15,-3 0 0-15,7 0 0 0,-1 2 0 0,0-2 0 0,3 3 0 16,-3-1 0-16,1-2-16 0,-1 3 3 0,0 2 1 16,0 0 12-16,-2-5 0 0,-1 3 0 0,0 2-9 15,3 0 18-15,0 1 4 0,-2 2 1 0,2-3 0 16,6 3-25-16,0 2-5 0,0 3 0 0,3 0-1 16,1 3 17-16,2 3-8 0,0-6 8 0,0 3 0 15,3 0-12-15,-3-3 12 0,3 3-12 16,0-3 12-16,3 0-16 0,1 0 3 0,-1 0 1 0,3-5 0 15,0 5 3-15,0-5 1 0,3 0 0 0,-3 5 0 16,3 0 8-16,3 0 0 0,0 6-9 0,3-1 9 16,-3-4-8-16,3 4 8 0,3 1-10 0,-3-4 10 15,3-2-8-15,3 1 8 0,-3-6 0 0,2 5-9 16,4-8 9-16,-3 5 0 0,3-2-9 0,0-2 9 16,0 1 0-16,0-4-9 0,0 5 9 0,3-8 0 15,0 2-9-15,2 1 9 0,1 0 0 0,3-3-9 16,3-1 9-16,0 4 0 0,3-3 0 0,2 3 0 15,1-1 0-15,0 1 0 0,0-1 0 0,2 1-8 0,-5-3 8 16,3 0 0-16,-3-3 8 0,3 0-8 0,5-2 0 0,1 0 0 16,3-1 0-16,2 6 0 0,-2-8 0 15,0 0 0-15,-1 3 0 0,4-3 0 0,-3 0 0 0,-1-3 0 0,-2 3 0 16,3 0 0-16,3-5 0 0,-4 2 0 0,4 3 0 16,0 0 0-16,-4-2 0 0,-2-1 0 0,-3 0 0 15,2 1 0-15,1-1 0 0,0-2 0 16,3-3 0-16,-1 0 0 0,-2 0 0 15,0 3 0-15,2-3 0 0,-2 0 8 0,-3 3-8 0,-3-3 0 16,-4 0 0-16,1-3 0 0,0 3 0 0,0 0 8 16,0-2-8-16,-1 2 0 0,1-3 0 0,0 3 0 0,0 3 0 0,-3-8-8 15,-1 5 8-15,-2-3 0 0,3 0 0 0,-6 1 0 16,3-1 35-16,-3 1 9 0,-1-9 1 0,1 9 1 16,-3-6-30-16,-3-3-5 0,3 3-2 0,-3-5 0 15,0 5 0-15,0-5 0 0,0 3 0 0,0-1 0 16,-1 1-9-16,-2-1 0 0,0 1 0 0,0 4 0 15,-3-4 43-15,0 7 6 0,0-5 2 0,0 0 0 16,-3 6-23-16,0-1-4 0,0-2 0 0,-3 0-1 16,0 2-5-16,0-2-1 0,-3 0 0 0,0 2 0 15,0-2-7-15,0 0-2 0,-3-3 0 0,0 3 0 16,0-3 17-16,0 0 3 0,0 0 1 0,0-3 0 16,-3 4-29-16,3-1-18 0,-2 0 2 0,-1 0 1 15,0 3 24-15,0-3 5 0,3 3 1 0,-6-1 0 16,3 1-15-16,-3 3 0 0,0-6 0 0,-3 5 0 15,0 1 0-15,-2-4 0 0,2 4 0 0,-6-1 0 16,0 3 0-16,-3 0 0 0,0-2 0 0,-2 4 0 0,2-2 0 16,-3 1 0-16,-3-4 0 0,3 3 0 15,-2 0 0-15,2 5 0 0,-3-5 0 0,0 1 0 0,1 1 0 16,-7 1 0-16,0 2 0 0,0-2 0 0,1 2 0 16,2-5-8-16,0 8 8 0,0-7-13 15,7 4-35-15,-1 0-8 0,3-2 0 0,0 5-1 16,0-3-27-16,4 3-4 0,2 0-2 0</inkml:trace>
  <inkml:trace contextRef="#ctx0" brushRef="#br0" timeOffset="2236.556">11840 1855 2030 0,'0'-16'57'0,"0"3"14"16,0-3-57-16,3 3-14 0,-3-1 0 0,0 4 0 16,0 2 105-16,0-5 19 0,0 5 3 0,-3 0 1 15,3-3-71-15,0 9-13 0,-3-6-4 0,3 8 0 16,0 0-12-16,0 0-2 0,0 0-1 0,0 0 0 16,-3 8-25-16,0 5 0 0,0-5 0 0,1 8 0 15,-1 5 0-15,0 0 12 0,0 3-12 0,3 0 12 16,-3 2-12-16,3-2 0 0,0-3 0 0,0 8 0 15,0-5 0-15,0 0-11 0,-3 2 11 0,3 3-8 16,0 0 8-16,0 3 0 0,0 3 0 0,3-1 0 16,-3 0 0-16,0-10 0 0,3 3 0 0,0-4 0 15,-3-1 0-15,0-1 0 0,3-5 0 0,-3 0 0 16,0-3 0-16,0-3 0 0,0 1 0 0,-3 0 0 0,0-4 0 16,3 1 0-16,-3 3 0 0,0-8 0 15,3 2-207-15,0-5-39 0,0 0-8 0</inkml:trace>
  <inkml:trace contextRef="#ctx0" brushRef="#br0" timeOffset="2570.838">11689 2321 1792 0,'0'0'51'0,"0"0"10"15,0 0-49-15,0 0-12 0,0 0 0 0,0 0 0 16,0 0 54-16,0 0 8 0,0 5 2 0,0 3 0 15,3-6 0-15,-3 6 0 0,0 0 0 0,3 0 0 16,-3 3-52-16,0-3-12 0,3 0 0 0,-1 0 0 16,-2 5 0-16,3-5 0 0,0 0 0 0,0-3 0 15,0 6 0-15,0-3 0 0,0 5 0 0,0-5 0 16,3 0 0-16,-3 5 0 0,0-5 0 0,3 0 0 16,-3 0 0-16,3-3 0 0,0 3 0 0,0-3 0 15,0-2 54-15,0 2 8 0,3-5 2 0,0 0 0 16,0 0 0-16,0-8 0 0,3 6 0 0,-4-1 0 15,4-5 0-15,0 0 0 0,-3 0 0 0,3-2 0 16,0 2-64-16,-3-3-12 0,3 0-2 0,0 1-1 16,0 2 24-16,-3 0 5 0,3-5 1 0,-4 0 0 15,4 2-115-15,-3 0-22 0,0 1-5 0</inkml:trace>
  <inkml:trace contextRef="#ctx0" brushRef="#br0" timeOffset="4541.882">12209 1693 1963 0,'0'-5'40'0,"0"5"12"15,0 0-42-15,0 0-10 0,0 0 0 0,0 0 0 16,0 0 24-16,0 0 2 0,3 5 1 0,0 9 0 15,0 2-7-15,0-3 0 0,0 5-1 0,-3 3 0 16,6 1-19-16,-3 1 0 0,0-1 0 0,-3-1 0 16,3 0-12-16,0-5-5 0,-3 0-2 0,0 0 0 15,0-3 36-15,0 0 7 0,0-5 2 0,-3 5 0 16,0-5-17-16,3-5-9 0,-3 2 10 0,3-5-10 16,0 0 32-16,0 0 1 0,0 0 0 0,0 0 0 15,0 0 15-15,0 0 4 0,0 0 0 0,0 0 0 0,-3-5-5 16,0-3-1-16,0 0 0 0,3-8 0 0,0 0-18 0,0-2-3 0,0-6-1 0,3 0 0 15,0-5-8 1,3-5-3-16,3-4 0 0,-3 1 0 0,3 8-3 0,0 0-1 0,0 5 0 16,0 1 0-16,3 1-9 0,-3 1 0 0,0 5 9 0,3 0-9 15,-4-2-11-15,4 7-6 0,-3-2-2 0,0 0 0 16,3 2 34-16,-3 3 6 0,0-2 2 0,0 7 0 16,-3-5-37-16,3 8-7 0,0-5-2 0,-3 5 0 15,0 5 23-15,0-2 0 0,0 2 0 16,0 3 0-16,-4 5 0 0,1-5 0 0,0 3 0 0,-3 2 0 15,3 0 0-15,-3 3 0 0,-3-3 0 0,3 3 0 16,-3-2-20-16,0 1 0 0,-2-1 0 16,2-4 0-16,-3 6-20 0,0-3-3 0,-3 3-1 15,-3 3 0-15,3-3 32 0,-3-1 12 0,0-1-8 0,-3 7 8 16,3-5 0-16,-3-6 0 0,1 9 0 0,-1-3 8 16,3-3-28-16,0-5-6 0,0 2-1 0,0-2 0 15,3 3 27-15,3-3 0 0,-3-5 0 0,3 2 0 16,3 3 0-16,-3-3 0 0,6-5 0 0,0 0-8 15,0 0 28-15,0 0 7 0,0 0 1 0,0 0 0 16,3 3-28-16,3 2 0 0,0-5 0 0,0 3 0 16,3-3-15-16,0 0-8 0,0 0-1 0,3-3-1 15,3 3 40-15,0-5 8 0,0 2 1 0,2 3 1 16,-2-5-25-16,3-3-11 0,0 3 1 0,0-3 0 16,-3 5 22-16,0-8 4 0,-1 1 0 0,1 2 1 0,-3 0 2 15,-3-5 0-15,3 5 0 0,-3-5 0 16,0 5 8-16,-3 0 1 0,0-6 1 0,0 4 0 0,-3 5-11 15,3-9-2-15,-3 6-1 0,-3 0 0 0,3 1 1 16,-3 1 1-16,0 4 0 0,-3-4 0 0,3 6-8 16,0 0-1-16,0 0-8 0,0 0 12 15,0 0-33-15,-6 0-7 0,6 0-2 0,-6 6 0 0,-3-4 30 16,6 6 0-16,-3-3 0 0,0 9 0 0,3-6 0 0,-3 5 0 0,3-5 0 0,0 8 0 16,0-3 0-16,0 3 0 0,3-6 0 0,0 9 0 15,0-9 0-15,0 4 0 0,3-1 0 0,-3-5 0 16,3 5-40-16,0-5-3 15,0 0 0-15,3-5 0 0,-3 2 21 0,3 3 4 0,0-8 1 0,0 0 0 16,3 0 17-16,0 0-10 0,3 0 10 0,0-5-8 16,-1 2 8-16,4-5 0 0,0 0 0 0,3 0 0 15,3-2 0-15,-3-1 0 0,3-2 0 0,-4-1 0 16,1-1 49-16,0-1 12 0,-3-5 3 0,0 5 0 16,-3 0 0-16,-3-3 0 0,0 3 0 0,0 1 0 15,-6 1-52-15,3 4-12 0,-3-1 0 0,-3 3 0 16,0 0 0-16,0 6 9 0,-3-6-9 0,-3 2 8 15,0 6-8-15,0-5 8 0,0 2-8 0,0 3 8 16,-3 0-8-16,3 0-11 0,-3 3 3 0,3 2 0 16,0 1 8-16,0 2 0 0,3-6 0 0,-3 6 0 15,6 0 0-15,0 5 0 0,0 1 0 0,3-4 0 16,0 3 0-16,3 3 0 0,0 3 0 0,0-3 0 16,3 0 0-16,-3-3 0 0,3 3 0 0,-3-3-8 15,0 3 8-15,0-3 0 0,-3-2 0 0,3 2 0 0,-3-5 0 16,0 0 0-16,-3 0 0 0,0 0 0 0,0 2 0 0,-3-7-20 15,3 5 4-15,-3-3 1 16,-3 3-27-16,3-5-6 0,-3 2 0 0,6-5-1 0,-6 0 49 0,0 0 0 0,6 0 0 16,-6 5 12-16,6-5-12 0,0 0 0 0,0 0 0 15,0 0 0-15,0 0 0 0,0 0 0 0,0 0 0 0,0 0 0 16,0 0 0-16,3-5-10 0,3-3 2 0,3 3 0 16,0 2 8-16,3-5 0 0,-1 0 0 0,1 3 0 15,0-3 0-15,0 0 0 16,3 0 0-16,-3-5 0 0,0 5 10 0,3-5 4 0,-3-1 1 15,0 4 0-15,2-3 11 0,-2-1 2 0,0 4 1 16,-3-3 0-16,3-1-8 0,-6 4-1 0,3-3-1 0,-3 5 0 16,-3 0-2-16,0-6 0 0,0 6 0 0,-3 1 0 15,0 1-6-15,0 4-2 0,-3-4 0 0,3 6 0 16,-6 0-9-16,0 0 8 0,0 6-8 0,-3-6 8 16,0 8-8-16,3-6 0 0,-3 3 0 0,0 9 0 15,3-6 0-15,-3 5 0 0,4-5 0 0,-1 8 0 16,0-3 0-16,3-2 0 0,0 2-9 0,0 0 9 15,3 3 0-15,0-6-8 0,0 4 8 0,3-1 0 16,0-5-11-16,0 0 11 0,3 0-10 0,0 0 10 16,-1 0-11-16,4-3 11 0,-3 0-12 0,6-5 12 15,-3 0-15-15,3 0 4 0,3 0 1 0,0 0 0 16,3-5 10-16,0 0 0 0,2-3 0 0,1 0 0 16,0 0 0-16,0 0 0 0,0-8 0 0,0 3 0 15,-4-3-53-15,1 0-9 0,0-3-2 0,-3 1 0 16,0-3 52-16,-3 0 12 0,0-1 0 0,-3 1 0 15,-3 3 0-15,3-3 0 0,-3-1 0 0,0 1 0 16,-1 5 48-16,-2 0 13 0,0 1 3 0,0-4 0 0,-3 8-52 16,0-2-12-16,0 5 0 0,0-5 0 15,-3 10 0-15,3-2 0 0,0 5 0 0,0 0 0 0,0 0 0 0,0 0 0 16,0 0 0-16,-6 5 0 0,1-2 0 0,2 10 0 0,0-5 0 16,0 5 0-16,0 3 0 0,0 0 0 0,0-3 0 0,3 3 0 15,-3 6 0-15,3-1 0 0,0 3 0 0,0 5 0 16,0-6 0-16,0 4 0 0,0-1 0 0,0 1 0 15,0-3 0-15,0-1 0 0,0-4 0 0,0 2 0 16,0-5 0-16,0-5 0 0,0 2 0 0,0-5 0 16,0 0 0-16,0 0 0 0,0-3 0 0,0-5 0 15,0 0-48-15,0 0-13 0,0 0-3 0,0 0 0 16,0 0 52-16,0 0 12 0,0 0 0 0,0 0 0 16,0-5 0-16,0 2 0 0,-3-5 0 0,3 0 0 15,-3 0 0-15,0-2 0 0,0 2 0 0,0 0 0 16,0 0 48-16,0 0 13 0,0 0 3 0,0 0 0 15,0 0-52-15,0-3-12 0,3 3 0 0,0 6 0 16,0-6 54-16,0 8 8 0,3-8 2 0,0 8 0 16,0-5-64-16,3 5 0 0,0-6-14 0,3 6 2 15,0-2 12-15,0 2 16 0,2-6-4 0,1 6-1 16,3-2-11-16,3 2 0 0,3-5 0 0,-3 2 0 16,6 3 53-16,-1-5 9 0,1 2 2 0,3-2 0 15,-3 5-52-15,-3-6-12 0,2 6 0 0,-2-2 0 16,0 2 0-16,-3-6 0 0,0 4 0 0,-3 2 0 15,3-6-48-15,-3 4-13 0,-1-3-3 0,1 2 0 16,-3-2-51-16,3-1-10 0,0 4-3 0</inkml:trace>
  <inkml:trace contextRef="#ctx0" brushRef="#br0" timeOffset="8407.862">12028 3064 1436 0,'0'0'60'15,"0"0"-48"1,0 0 99-16,0 0 19 0,0 0 4 0,0 0 1 15,0 0-38-15,0-5-7 0,0 5-2 0,0-6 0 16,3 4-18-16,-3 2-4 0,0-8-1 0,0 8 0 16,0-5 4-16,0 5 1 0,3-3 0 0,-3 3 0 15,3-8-56-15,-3 3-14 0,0 5 0 0,3-6 0 16,-3 4 21-16,0-3 2 0,3 2 0 0,-3 3 0 0,3-8-37 16,-3 3-7-16,3 2-2 0,-3 3 0 15,3-5 23-15,-3 5 0 0,0 0 0 0,3 0 0 0,-3 0 0 16,0 0 0-16,6 0 0 0,-6 0 0 15,6 0-104-15,-3 5-16 0,0 0-3 0</inkml:trace>
  <inkml:trace contextRef="#ctx0" brushRef="#br0" timeOffset="8757.034">12055 3297 1877 0,'0'0'53'0,"0"0"12"16,0 0-52-16,0 0-13 0,0 0 0 0,0 0 0 16,0 0 77-16,0 0 13 0,0 0 2 0,0 0 1 15,0 5-36-15,3 0-7 0,-3 1-2 0,0-1 0 16,3 0-16-16,-3 3-4 0,0-2-1 0,0 2 0 15,0-1-13-15,3 1-2 0,-3 0-1 0,0 3 0 16,0 0 1-16,0-4 1 0,0 1 0 0,0 0 0 16,0 0-13-16,0 0 0 0,0 0 0 0,0 0 0 15,0-3 16-15,0-5 6 0,0 6 2 0,0-6 0 16,0 0-4-16,0 0-1 0,0 0 0 0,0 0 0 16,0 0 36-16,0 0 7 0,0 0 2 0,0 0 0 0,0 0-64 15,3-3-24-15,3-2 0 0,-3-1 1 16,0-1 4-16,-1 1 1 0,1-2 0 0</inkml:trace>
  <inkml:trace contextRef="#ctx0" brushRef="#br0" timeOffset="22631.703">12424 3136 1668 0,'0'0'35'0,"0"0"7"0,0-6-34 0,0 1-8 0,0 5 0 0,0-5 0 16,0 5 114-16,-3-3 21 0,3 3 4 0,-3-5 1 15,0 2-45-15,3 3-9 0,-6-5-2 0,3-1 0 16,3 6-30-16,-6 0-6 0,6 0-2 0,-6 0 0 16,0 0-13-16,3 0-2 0,3 0-1 0,-9 3 0 15,3 0-30-15,0 2 0 0,3-5 0 0,-3 8 0 16,0-5 0-16,0 2 0 0,0 0 0 0,-2 3 0 16,2 0 0-16,-3 0 0 0,3 0 0 0,0-5 0 15,3 7 48-15,-3-2 12 0,3 0 4 0,0-3 0 16,3 3-52-16,0 0-12 0,0 0 0 0,3 0 0 15,0-5 0-15,0 2 0 0,3 0 0 0,3 3 0 16,-3-5 0-16,3 2 0 0,2 3 0 0,-2-5 0 16,3-1 0-16,3 4 0 0,0-4 0 0,0 1 0 15,0-3 0-15,0 0 0 0,3 5 0 16,-4-5 0-16,-2-5-16 0,3 5-5 0,-3-5-2 0,0 2 0 16,-3 0 37-16,3-2 7 0,-3 0 2 0,0 2 0 15,0-2-23-15,-3 2 0 0,0-5 0 0,0 3 0 16,-3 0 0-16,2 2 0 0,-2-5 0 0,0 0 0 15,-3 0 44-15,3 0 5 0,-3 3 1 0,0-3 0 0,0-5-21 16,0 5-4-16,-3 0-1 0,3 0 0 0,-3-5-12 16,-2 5-2-16,2-5-1 0,-3 5 0 0,3-3-9 0,-3 1 0 15,0-1 9-15,0 3-9 0,0 3 0 0,0-3 0 0,0 0 0 16,0 0 8-16,-3 0-8 0,3 5 0 0,0 1 0 0,-3-4 0 16,3 4-22-16,-3 2-2 0,0 0-1 15,0 2 0 1,-2-2-118-16,2 6-23 0,-3-6-5 0</inkml:trace>
  <inkml:trace contextRef="#ctx0" brushRef="#br0" timeOffset="25915.311">21345 534 1668 0,'-6'-2'35'0,"0"2"7"15,0-5-34-15,0 5-8 0,3-6 0 0,-3 6 0 16,-3 0 79-16,3 0 13 0,0 0 4 0,-3 6 0 15,0-1-36-15,0-3-6 0,-3 4-2 0,1 2 0 0,2 2-16 16,-3 4-3-16,0-1-1 0,3 3 0 0,0-3-17 0,0 3-4 0,0 0-1 0,3-1 0 16,0 4-10-16,0-3 0 0,3-3 9 0,3 3-9 15,0-5 0-15,3 2 0 0,3-5 0 0,0 5 0 16,0-5 0-16,6 0 0 0,0 0 0 0,3 0 0 16,0 2 0-16,0-2 0 0,2 0 0 0,1-5 0 15,0 2 0-15,0-2 14 0,3 2-3 0,-3-5-1 16,0 0 6-16,-1-5 0 0,-2 2 1 15,3-2 0-15,0-3 11 0,0 5 1 0,0-5 1 0,0-2 0 16,-4 7 9-16,1-5 1 16,-3 0 1-16,0-2 0 0,-3 7-7 0,-3-10-2 0,0 5 0 0,-3-5 0 15,-3 2-12-15,0 3-2 0,0-5-1 0,-6-3 0 16,0 3-8-16,0-3-1 0,-6 0-8 0,3-3 12 16,-3 4-12-16,-3 1 9 0,1-2-9 0,-1 9 8 15,-3-7-8-15,3 6 0 0,-3 0 0 0,3 6 0 16,-3-4 0-16,0 4 0 0,1-3-10 0,-4 5 10 15,0 0-38-15,-3 0-2 0,3 5 0 0,-3 3 0 16,4 0-102-16,-1 0-21 0,3 0-4 0</inkml:trace>
  <inkml:trace contextRef="#ctx0" brushRef="#br0" timeOffset="26438.351">21854 497 1307 0,'0'0'55'0,"0"0"-44"15,-6-2 96-15,6 2 19 0,0 0 4 0,-3-5 1 16,3 5-25-16,0 0-5 0,0 0-1 0,0 0 0 15,0 0-34-15,-6 5-7 0,6-5-2 0,-6 2 0 16,0 4-27-16,3-4-6 0,0 4 0 0,-3 4-1 16,3 1-10-16,0-1-1 0,0 4-1 0,0 2 0 15,0-3 1-15,3 3 0 0,-3 0 0 0,0 5 0 16,3-8-12-16,0 3 8 0,0 0-8 0,0 0 8 16,3-3-8-16,0 0 0 0,0 3 0 0,0-8 8 15,3 5-8-15,0-5 0 0,3 0 0 0,0 0 8 16,3 0-8-16,0 0 0 0,3-3 0 0,-1 3 0 15,4-3 8-15,0-2-8 0,3 2 0 0,3-5 8 16,-3 0 4-16,2 0 1 0,1 0 0 0,-3 0 0 16,3 0-1-16,-3-5 0 0,-3 2 0 0,2-2 0 15,-5 2 8-15,3-7 0 0,-3 2 1 0,-3 0 0 16,3 0 35-16,-3-5 6 0,-3 2 2 0,3-2 0 16,-6-3-52-16,2 3-12 0,-2-8 0 0,-3 5 0 15,0-5 0-15,-3 2 0 0,-3-7 0 0,0 4 0 16,-3 7 0-16,1-7 0 0,-4 6 0 0,0 1 0 15,0 1 0-15,-3 4 0 0,0-1 0 0,-3 1 0 0,0 4 0 16,-3-2 0-16,0 0 0 0,-5 3 0 0,2 3 0 0,-6-4 0 16,0 6 0-16,0 0 0 15,4 6-100-15,-4-4-22 0,0 3-5 0</inkml:trace>
  <inkml:trace contextRef="#ctx0" brushRef="#br0" timeOffset="28060.459">24113 431 1824 0,'-6'-8'38'0,"0"3"8"15,0-3-37-15,0 5-9 0,0-2 0 0,0 3 0 0,6 2 104 0,0 0 20 0,-3-6 3 0,3 6 1 16,0 0-52-16,0 0-9 0,0 0-3 0,0 0 0 15,0 0-34-15,0 0-7 0,0 0-2 0,0 0 0 16,0 0-9-16,0 0-1 0,0 0-1 0,3 6 0 16,-3 1-10-16,0 4 0 0,0 2 9 0,0 1-9 15,0 1 28-15,0 7 2 0,0-1 0 0,0-3 0 16,0 9-30-16,-3-3 0 0,0-1 0 16,3 4 0-16,-3-3 0 0,3-3 0 0,-3 0 0 15,3 0 0-15,-3-5-12 16,3 0-9-16,-3-3-2 0,3 3 0 0,-3 0 37 0,3-3 7 0,0 3 2 0,-3-3 0 15,0 3-23-15,3-3 0 0,-3 3 0 0,0 0 0 16,1 0 0-16,2-3 0 0,-3 3 0 0,0-3 0 31,0 0-47-31,0-2-13 0,3-3-4 0</inkml:trace>
  <inkml:trace contextRef="#ctx0" brushRef="#br0" timeOffset="28596.225">24589 445 1378 0,'0'0'28'0,"-3"-6"8"0,3 4-28 16,0 2-8-16,0-6 0 0,0-2 0 0,0 8 106 0,0-5 20 0,3 2 4 0,-3 3 1 15,0-5-14-15,0 5-2 0,3-3-1 0,-3 3 0 16,0-7-40-16,0 7-8 0,3-6-2 0,-3 6 0 15,0 0 0-15,0 0 0 0,3 0 0 0,-3 0 0 16,0 0-55-16,0 0-9 0,0 0 0 0,0 0-10 16,0 0 10-16,0 6 0 0,3-4 10 0,-3 6-10 15,0 0 18-15,0 5-2 0,0 1-1 0,0 7 0 16,0-5-24-16,0 7-5 0,0-1-1 0,0 7 0 16,0-6 37-16,0 4 7 0,0-3 2 0,0 0 0 31,0-3-50-31,3 0-9 0,-3 0-3 0,0-2 0 0,0-1 50 0,0-2 9 0,0 0 3 0,0-3 0 15,0 3-31-15,0-3 0 0,0 3 0 0,0 0 0 16,0 0-19-16,0 2-9 0,0-2-3 0,0 0 0 16,0-3 76-16,0 3 15 0,3-3 4 0,-3-2 0 15,0 2-78-15,3 0-15 0,-3-5-3 0,3 0-1 16,-3 0-152-16,3-2-31 0,0-4-5 0</inkml:trace>
  <inkml:trace contextRef="#ctx0" brushRef="#br0" timeOffset="36940.739">21098 1005 1504 0,'0'0'43'0,"0"0"9"16,-6 0-42-16,6 0-10 0,-3 0 0 0,3 0 0 16,-6 0 88-16,6 0 16 0,-6 0 4 0,6 0 0 15,0 0-37-15,-6 0-7 0,6 0-2 0,0 0 0 16,0 0-20-16,0 0-4 0,0 0-1 0,0 0 0 15,0 0-13-15,0 0-4 0,0 0 0 0,0 0 0 16,3 3-2-16,3 2-1 0,3-5 0 0,0 3 0 16,3-3 1-16,5 5 0 0,1-5 0 0,3-5 0 15,0 5-8-15,3 0-2 0,3-3 0 0,-4 3 0 16,1-5-8-16,0 2 0 0,3 3 0 0,-6 0 0 16,-4-7 0-16,1 7 0 0,-3-6 0 0,0 6 0 15,-6 0 0-15,3-2 0 0,-6-4 0 0,0 6 0 16,-6 0-11-16,0 0 11 0,0 0-8 0,0 0 8 15,0 0-12-15,-6 6 4 0,0-6 0 0,-3 2 0 16,0-2-3-16,0 6 0 0,0-4 0 0,-3 3 0 16,0-5 11-16,-2 3 0 0,-1 2-9 0,-3-2 9 15,0 2 0-15,3 1 0 0,-3-4 0 0,0-2 0 0,0 6 0 0,4-6 0 16,-4 0 0-16,0 2 0 0,3-2 0 0,0 0 0 0,3 0 0 16,0 0 8-16,3 0 14 0,0 0 2 0,3 0 1 0,6 0 0 15,0 0-1-15,0 0-1 0,0 0 0 0,0 0 0 16,0 0-3-16,0 0 0 0,0 0 0 0,0 0 0 15,6 0-4-15,3 6-2 0,0-6 0 0,3 0 0 16,0 0-14-16,0 2 8 0,3-2-8 0,0 5 0 16,3-5 0-16,-4 0-16 0,4 0 1 0</inkml:trace>
  <inkml:trace contextRef="#ctx0" brushRef="#br0" timeOffset="40704.147">13049 3170 1337 0,'0'0'28'0,"0"0"6"0,0 0-34 0,0 0 0 0,0 0 0 0,0 0 0 16,0 0 58-16,0 0 5 0,0 0 1 0,0 0 0 15,0 0 0-15,0 0 0 0,0 0 0 0,6 5 0 16,-6-5-8-16,3 0 0 0,-3 0-1 0,6 3 0 16,-6-3-37-16,3 0-7 0,3 5-2 0,-6-5 0 15,6 0 50-15,0 0 9 0,0 0 3 0,0 0 0 16,2 0-11-16,1 3-3 0,0-3 0 0,3 0 0 16,0 0-45-16,0 0-12 0,3 0 0 0,3 0 0 15,0 0 41-15,-1 5 7 0,1-5 0 0,3 0 1 16,0 0-27-16,3 0-6 0,0-5 0 0,2 2-1 15,7 3 1-15,0 0 1 0,6 0 0 0,2-5 0 16,-5 5-27-16,3 0-6 0,-1-3 0 0,4 3-1 16,0 0 37-16,5 0 7 0,1 0 1 0,3-5 1 15,-4 5 5-15,1 5 1 0,-1-5 0 0,7 0 0 16,-6 0-50-16,5 0-9 0,-2 0-3 0,2 0 0 16,-5 0 27-16,-3 0 0 0,-1 0 0 0,-2 3 0 0,-3-3 21 15,-1 0 3-15,-2 0 1 0,3 0 0 16,-6 0-25-16,-1 0 0 0,1 0 0 0,-3 0 0 15,-3-3-8-15,-4 3-8 0,-2 0 0 0,0 0-1 0,-3 0 17 16,-3 0 0-16,-3 0 0 0,0-5 0 16,-3 5 0-16,0-3 0 0,-1 3 0 0,1-2 0 15,-3 2-41-15,0-3-5 0,0 3-1 0,-3 0 0 16,-3 0-65-16,3-5-12 0,0 2-4 0</inkml:trace>
  <inkml:trace contextRef="#ctx0" brushRef="#br0" timeOffset="41211.975">14838 2895 2066 0,'-9'-6'43'0,"0"1"10"16,3 2-42-16,0 3-11 0,0-5 0 0,0 3 0 15,6 2 104-15,0 0 20 0,-6 0 3 0,6 0 1 0,0 0-47 0,0 0-9 0,0 0-1 0,0 0-1 16,0 0-36-16,0 0-7 0,6 2-2 0,0 3 0 15,3 1-2-15,-3 2-1 0,6 0 0 0,-3 0 0 16,3 0-3-16,0-3-1 0,3 5 0 0,-4-2 0 16,4 3-7-16,0 0-2 0,3 2 0 0,-3-5 0 15,0 2-9-15,3 1 8 0,-3-1-8 16,-1 4 8-16,-2-1-8 0,-3-3 0 0,3 1 9 16,-6 5-9-16,0-8-14 0,-3 5-7 0,-3-2-2 15,-3-3 0-15,0 2 23 0,-6 1 0 0,0-3 0 0,-3 5 0 16,0-5 24-16,1 5 8 0,-1-5 3 15,-3 3 0-15,0-1-5 0,3-2-1 0,0 0 0 0,-3-3 0 16,3 3-74-16,3 0-15 0,-3-5-4 16,4 2 0-16,-4 3 103 0,3-5 20 0,0 2 4 0,0 0 1 15,3-2-103-15,0 2-20 0,0-2-4 0,6-3-1 16,-3 5-102-16,3-5-21 0,0 0-4 0</inkml:trace>
  <inkml:trace contextRef="#ctx0" brushRef="#br0" timeOffset="42543.354">15948 2823 1241 0,'0'-10'25'0,"0"10"8"0,0-6-33 0,0 1 0 0,-3 2 0 16,3-4 0 0,-3 1 117-16,0 1 17 0,0 2 3 0,-3-2 1 15,0 2-41-15,0-5-8 0,0 3-1 0,0 2-1 0,-2-4-18 16,-1 1-3-16,0 1-1 0,-3 2 0 0,0-2-17 0,3 2-4 0,-3 3-1 0,0-5 0 15,0 2-14-15,3 3-2 0,-3 0-1 0,0-5 0 16,1 3-11-16,2 2-3 0,-3 0 0 0,0 0 0 16,0 0-4-16,0 2-8 0,-3-2 11 0,0 5-11 15,3-5 32-15,-3 3 0 0,-2 2 0 0,2-2 0 16,-3 2-47-16,0-2-9 16,0 2-3-16,-3-2 0 0,3 7 27 15,1-7 0-15,-4 2 0 0,0 3 0 16,3 0 0-16,0 0 0 0,0 0 0 0,0 5 0 0,4-7 0 0,-1 4 0 0,0-2 0 0,0 5 0 15,0-7 0-15,3 4 0 0,-3 4 0 16,3-7 0-16,0 7 0 0,1 2 0 0,-1-6 0 0,0 9 0 16,0-6 16-16,3 5 9 0,-3 1 2 0,0 5 0 15,0-3-27-15,0-5 0 0,3 5 0 0,0-2 0 16,0-1 0-16,1 1 0 0,2-1 0 0,0-2 0 16,0-3-14-16,3 3-8 0,3-3-2 0,-3 3 0 15,3-3 24-15,3 3 0 0,0 0 0 0,3 0 8 16,0 0-8-16,0 5 0 0,2-2 0 0,1 4 8 15,3-4 8-15,3 7 2 0,-3-4 0 0,6-4 0 16,-3 3-18-16,3-2 0 0,0-1 0 0,-1-2 0 16,4 3 0-16,3-9 0 0,-3 1 12 0,6 5-12 15,2-8 0-15,7 0 0 0,3 0 0 0,3-1 0 16,-4-1 0-16,1-1 0 0,3 0 0 0,2-2 0 0,1 2 10 0,5-5 8 0,1 3 2 0,6 0 0 16,-7 2-32-16,1-5-7 0,-4 3-1 15,10-3 0-15,-3 5 20 0,2-5 0 0,4 0 0 16,-1 0 0-16,-5 0 0 0,-4-5 0 0,-2 5 0 0,3-3 0 15,-4 3 0-15,4-5 0 0,2-1 0 0,-2 4 0 16,-3-4 20-16,-7 1 7 0,1 0 1 16,0-3 1-16,-4-3-16 0,-2 1-3 0,6-6-1 0,-4 0 0 15,-2-3 1-15,0-2 0 0,0-3 0 0,-1 1 0 16,-5-4 7-16,-3 3 2 0,0 1 0 0,-3 1 0 16,-4-4-8-16,1 7-2 0,-3-2 0 0,0 5 0 15,0-2 7-15,-3-1 2 0,3 3 0 0,-7 3 0 16,1-5 2-16,0 7 1 0,-3-5 0 0,-3-5 0 15,0 3-4-15,-3-1-1 0,0-2 0 0,0 0 0 16,-6-3-5-16,3 0-2 0,-3 3 0 0,-3-6 0 16,0 6-1-16,-3 3-8 0,0-3 12 0,-3 5-4 15,0-3-8-15,1 9 8 0,-1-4-8 0,-3 1 8 16,0 3-8-16,0-4 12 0,-3 4-12 0,0-1 12 16,0 1-12-16,-2-4 0 0,-1 1 9 0,-3 2-9 15,-3-2 0-15,-3-3 0 0,1 3 0 0,-4 5 0 16,3-8 0-16,0 6 0 0,4-1 0 0,-1-2 0 15,0 5 9-15,0 0-9 0,3-5 12 0,1 2-12 16,-7 3 0-16,0 3 0 0,-3-3 0 0,1 3-12 16,-4 2 12-16,0 3 0 0,0 0 0 0,-2 0-9 15,5 0 9-15,3 0 0 0,-3 0 0 0,4 0-8 16,-4 0-16-16,-3 3-4 0,-2 2 0 0,2 3 0 16,0-5 36-16,0 7 6 0,4-2 2 0,-4 0 0 15,6 0-16-15,6 0-10 0,0 0 2 0,-2 5 0 0,5-8-3 16,0 6 0-16,0-3 0 0,0 5 0 15,1-7-40-15,2 4-8 0,3-2-1 0,-3 0-1 16,6 0-54-16,0 2-10 0,0-2-3 0</inkml:trace>
  <inkml:trace contextRef="#ctx0" brushRef="#br0" timeOffset="43811.461">15722 2995 1720 0,'0'0'36'0,"0"0"8"0,0 0-35 0,0 0-9 0,-6-5 0 0,6 5 0 15,0 0 75-15,0 0 13 0,-6 3 2 0,3 2 1 16,-3 3-51-16,3 0-11 0,0 0-1 0,3 5-1 16,-3-2 8-16,0 2 1 0,3 3 1 0,0 0 0 15,-3 2-37-15,3-2-23 0,0 0 3 0,3 0 1 16,-3-3 31-16,0 3 5 0,3-6 2 0,-3 6 0 15,0-8-19-15,3 3 0 0,-3-1 0 0,0-2 0 0,0 0 0 0,0 0-19 16,0-3 4-16,0 3 1 0,-3 0 26 0,3-8 4 16,0 0 2-16,0 0 0 0,0 0 34 0,0 0 6 0,0 0 2 0,0 0 0 15,0 0 3-15,0 0 1 0,-3-8 0 0,0 0 0 16,0 3-52-16,0-3-12 0,0 0 0 0,3-2 0 16,0-1 54-16,0-2 8 0,0-3 2 0,3 0 0 15,-3-2-64-15,3-1-15 0,3-2-1 16,-3-6-1-16,3 4 27 0,0 1 6 0,0-1 0 15,3-1 1-15,0 3-17 0,0 0 0 0,-3 5 0 0,6 0 0 16,-3-3 0-16,5 9 0 0,-2-4 0 0,3 6 0 16,0 1 0-16,6-1 0 0,-3 2 0 0,0 4 0 15,0 2 0-15,-1 0 0 0,1 0 0 0,-3 2 0 16,0 4 10-16,0-4-2 0,-3 4 0 0,0 1 0 16,-3 1-8-16,-3 6-11 0,0-6 3 0,-3 2 0 15,-3 3 8-15,0 1 0 0,-3 2 0 0,0-3 0 16,-3 3 0-16,-3 0-20 0,3-3 4 0,-3 3 1 15,-3-3 3-15,3-3 1 0,-3 1 0 0,0 0 0 16,-3-3 28-16,3-1 6 0,0-1 1 0,4 2 0 16,-4-3-24-16,3-2 0 0,3-3 0 0,-3 5 0 15,3-5 0-15,6 0 0 0,-6 0 0 0,6 0 0 16,0 0 0-16,0 0 0 0,0 0 0 0,0 0 0 16,3-5 0-16,0 2 0 0,0-5 0 0,3 8 0 15,0-8 0-15,3 5 0 0,0 1 0 0,0-1 0 16,2 1-12-16,1 2-8 0,0-3 0 0,3 3-1 0,-3 3 29 15,0-3 5-15,3 2 2 0,-3 1 0 0,0 2-3 0,0 3 0 16,-1-5 0-16,1 2 0 16,-3 3-2-16,-3-3-1 0,0 1 0 0,0 4 0 15,0-2-1-15,-3 0 0 0,0 0 0 0,-3 0 0 0,0 0-8 16,-3 0 10-16,3-3-10 0,-6 0 10 0,3 3-10 0,-3 0 0 0,0-5 9 16,-6 2-9-16,0 0 8 0,1 1-8 15,-4-4 10-15,-3 1-10 0,-3 2 9 0,3-2-9 0,-6 2 8 16,0-2-8-16,4 2 24 0,-4-2 0 0,0-1 0 0,3 4 0 15,0-4-24-15,3 1 0 0,1-3 0 16,-1 0 0-16,3 0-46 0,0-3-14 0,3 1-4 16,-3-4 0-16,6 4-102 0,-3-1-21 0,3-2-4 0</inkml:trace>
  <inkml:trace contextRef="#ctx0" brushRef="#br0" timeOffset="44833.617">13573 2667 2062 0,'-3'-13'43'0,"3"13"10"0,-3-3-42 0,3-5-11 0,0 3 0 16,0 0 0-16,0 2 112 0,0-5 21 15,0 8 4-15,0 0 1 0,0 0-66 0,0 0-14 0,0 0-2 0,0 0-1 16,0 0-14 0,0 0-2-16,0 0-1 0,0 0 0 0,0 8-25 15,-3 3-5-15,3 2 0 0,0 0-8 0,0 3 0 0,-3 0 0 0,3-3 0 0,0 3 0 16,0-3 0-16,0 3 0 16,3-3 0-16,-3-2 0 0,3 2-12 0,0-5 12 15,0 3-13-15,3-3 5 16,-3 0-21-16,3 0-4 0,-3-6-1 0,3 3 0 0,0-5 34 0,-1 3 0 0,1 0 0 15,-3-3 0-15,3 0 0 0,0 0 16 0,0-3-2 0,-3 0 0 16,3 3-6-16,-3-5-8 0,3 3 11 0,-3-6-11 16,0 0 8-16,3 0-8 0,-3 2 0 0,0-2 0 15,0-5 10-15,0 5-2 0,0-5 0 0,-3 2 0 16,3-2-8-16,0 0 10 0,-3 2-10 0,3 1 10 16,-3 2-2-16,0 0-8 0,3 0 12 0,-3 3-4 15,0 5-8-15,0 0 0 0,0 0 0 0,0 0 0 16,0 0 0-16,0 0 0 0,0 0 0 0,3 5 0 15,0 3-9-15,0 5 9 0,0-5 0 0,0 5 0 16,0-2-36-16,3 0 0 0,-3 4 0 0,0-7 0 16,3 3 56-16,0 0 12 0,-1-4 1 0,1 1 1 15,0-5-34-15,0 2 0 0,0 1 0 0,0-4 0 16,0 4 0-16,3-6 0 0,-3 2 0 0,0-2 0 16,3 0 31-16,-3 0-1 0,3-2 0 0,-3 2 0 15,0-6-30-15,0 1 0 0,0 0 0 0,-3 2 0 16,3-5 0-16,-3 5 0 0,3-4 0 0,-4-7 0 15,1 6 42-15,3-5 2 0,-3 3 1 0,0-4 0 16,3-2-30-16,-3 3-7 0,0-8 0 0,3 5-8 16,-3 0 9-16,0 3-9 0,0-8 0 0,0 8 9 0,0 2 0 15,-3-2 0-15,3 2 0 0,-3 1 0 16,3 2-161-16,0 5-32 0,0-2-6 0</inkml:trace>
  <inkml:trace contextRef="#ctx0" brushRef="#br0" timeOffset="45157.535">14100 2754 1773 0,'0'0'36'0,"0"0"11"16,0 0-38-16,0 0-9 0,0 0 0 0,0 0 0 15,0 0 92-15,0 0 17 0,3-7 3 0,-3 1 1 16,3 6-26-16,-3 0-6 0,3-5-1 0,3 2 0 16,-4 3-22-16,1-5-5 0,3 2-1 0,0 3 0 15,0 0-22-15,0-5-5 0,0 5-1 0,0-3 0 16,0 3-24-16,0 0 0 0,3-5 0 0,0 3 0 16,-3 2 0-16,3-3 0 0,0 3 0 0,0-3 0 15,0 3 0-15,0 0 0 0,-1 0 0 0,1 0 0 16,-3 0 0-16,3 0 0 0,-3 0 0 0,0 0 0 15,0 0 0-15,-6 0 0 0,0 0 0 0,0 0 0 16,0 0-251-16,0 3-55 0</inkml:trace>
  <inkml:trace contextRef="#ctx0" brushRef="#br0" timeOffset="45409.11">14109 2847 1989 0,'0'0'56'0,"0"0"13"0,0 0-55 0,0 0-14 0,0 0 0 0,0 0 0 16,0 0 78-16,3 0 13 0,2-3 2 0,1 3 1 16,-3 0-23-16,3 0-5 0,0-5-1 0,0 5 0 15,-3 0-19-15,3-2-4 0,0 2-1 0,0-6 0 16,0 6-21-16,0 0-5 0,0-2-1 0,0 2 0 16,3 0-4-16,-3 0-1 0,0 0 0 0,3-6 0 15,0 6-23-15,-3 0-5 0,5-2-1 0,-2-1 0 16,0 3 20-16,0-3 0 0,3 1 0 0,0 2 0 15,-3-3-158-15,3 3-28 0,0-3-6 0</inkml:trace>
  <inkml:trace contextRef="#ctx0" brushRef="#br0" timeOffset="45897.648">14507 2654 1792 0,'0'0'51'0,"0"0"10"0,0-3-49 0,-3-5-12 0,3 8 0 0,0-5 0 16,0 5 107-16,-3-5 18 0,3 5 4 0,-3-3 1 15,3 3-36-15,0 0-7 0,0 0-2 0,0 0 0 16,0 0-37-16,0 0-8 0,0 0-2 0,-5 0 0 15,5 0-19-15,-6 3-4 0,0 2-1 0,3 0 0 16,-3 3-6-16,3 0-8 0,0 0 11 0,0 3-11 16,3-1 0-16,-3 1 0 0,3 0 0 0,-3 4 0 15,3-7 0-15,0 0 0 0,0 5 0 0,0-5 0 16,0 0 0-16,0 3 0 0,3 0 0 0,-3-4 0 16,3 1 0-16,0-5 0 0,3 5 0 0,-3-3 0 15,0 1 8-15,3-4-8 0,0 4 0 16,0-6 0-16,-1 0 10 0,1 0-10 0,0 2 8 0,0-4-8 15,0 2 17-15,0 0-1 0,0-6-1 0,0 4 0 16,3 2 7-16,-3-6 2 0,3 1 0 0,-3 0 0 16,0-1-24-16,0 1 8 0,0-3-8 0,0 6 0 15,0-12 37-15,-3 6 3 0,0 0 1 0,0-7 0 16,-3 4-24-16,0 0-5 0,-3-4 0 0,0 1-1 16,0 1-11-16,0-3 10 0,-3 3-10 0,0 0 10 15,0 2-10-15,0-2 0 0,-3 2 0 0,0 6 0 16,0-3-16-16,0 3-9 0,0 2-2 0,-3 3 0 15,0 0-172-15,-2 8-34 0</inkml:trace>
  <inkml:trace contextRef="#ctx0" brushRef="#br0" timeOffset="50190.558">11632 3863 1500 0,'0'0'31'0,"0"0"8"16,0 0-31-16,0 0-8 0,0 0 0 0,0 0 0 16,0 0 120-16,0 0 24 0,0 0 4 0,0 0 0 15,0 0-71-15,0 5-14 0,0 3-3 0,0 0-1 0,0-5-14 0,0 5-2 0,0 0-1 16,-3-3 0-16,3 3-12 0,0 0-2 15,0 3-1-15,-3-3 0 16,3 2 1-16,0 3 0 0,0-7 0 0,0 10 0 0,0-9-10 0,0 1-2 16,0 3 0-16,0 2 0 0,0-2-5 0,0-1-2 0,0 4 0 0,0-4 0 15,0 1-9-15,3 5 10 0,-3-6-10 16,0 9 10-16,3-3-10 0,0 5 0 16,-3-5 0-16,3 5 0 15,-3-3 0-15,0 4 0 0,3-1 0 0,-3 3 0 0,0-6 10 0,0 1-10 16,0 2 12-16,0-3-12 0,0-2 14 0,0 3-4 0,0-1-1 0,0-5 0 15,0 3-9-15,0-2 12 16,0 1-12-16,0 4 12 0,-3-3-12 0,3 2 0 0,0 1 0 0,0-1 0 16,-3 4 0-16,3-4 8 0,0 3-8 0,-3 3 0 15,3-5-10-15,0-1-7 0,-3 3-2 0,3-2 0 16,0-1 19-16,0 1 0 0,0-6 0 0,0 3 0 16,-3 0 0-16,3-3 0 15,0 3 0-15,0-3 0 0,-3 0 0 0,3 1 0 0,0-1 0 0,0 3 0 16,0-3 48-16,0 3 12 0,0 2 4 0,0-2 0 15,-3 3-52-15,3-1-12 0,0 1 0 0,0 2 0 16,-3-5-10-16,3 2-5 0,0 1-1 0,0-1 0 16,0-4 16-16,0 1 0 0,0-1 12 0,0-1-12 15,0 0 12-15,0-2-12 0,0 2 12 0,0-2-12 16,3-1 13-16,-3-2-4 0,0 3-1 0,3-1 0 16,-3-2-8-16,0 0 12 0,3 3-12 0,-3-3 12 15,3 0-12-15,-3 0 0 0,3-1 0 0,-3 1 8 16,3 0-8-16,-3 0 0 0,0 0 0 0,3 0 0 15,-3-3 0-15,0 3 8 0,3 0-8 0,-3 0 0 16,0 3 0-16,0-6 0 0,0 0 0 0,-3 3 0 16,3 0-26-16,0 3-1 0,-3-8 0 0,3 4 0 15,0 1-120-15,-3 0-24 0,3 0-5 0</inkml:trace>
  <inkml:trace contextRef="#ctx0" brushRef="#br0" timeOffset="50939.331">11379 5295 1900 0,'0'0'40'0,"0"0"8"0,0 0-39 0,0 0-9 0,0 0 0 0,0 0 0 15,0 0 92-15,0 0 17 0,0 0 3 0,0 0 1 16,0 0-44-16,0 0-9 0,0 0-1 0,0 0-1 16,0 0 6-16,0 0 0 0,6 5 1 0,-3 0 0 15,-3 3-65-15,6-3-11 0,-3 3-3 0,0 3-1 16,3 2 15-16,0 0 0 0,-3 1 0 0,3 2 0 15,0-1 16-15,0 1-3 0,3 3-1 0,-4-3 0 16,4 0-12-16,-3-1-15 0,3-1 3 0,0-1 1 16,0-3 11-16,0 1 0 0,0-3 0 0,0-3 0 15,0 1 28-15,3-4 2 0,-3 1 0 0,0-3 0 16,3 0 6-16,-4-3 0 0,4 1 1 0,0-4 0 16,-3-2 0-16,3 0 0 0,0 0 0 0,0-2 0 15,0-1-13-15,0-2-2 0,0 3-1 0,-3-4 0 16,2-2-12-16,1 3-9 0,0-3 12 0,-3 0-12 15,3 6 8-15,0-6-8 0,0 5 0 0,0-2 0 0,-3 5 10 16,3 3-10-16,0-3 8 0,-3 5-8 16,2-2-46-16,-2 2-14 0,0 3-4 0,-3-2 0 15,3 2-154-15,0 0-31 0</inkml:trace>
  <inkml:trace contextRef="#ctx0" brushRef="#br0" timeOffset="52702.265">12332 5739 1450 0,'0'0'32'16,"0"0"6"-16,5-5 2 0,-5 5 1 0,3-3-33 0,0-2-8 0,-3 2 0 0,0 3 0 15,3-5 97-15,-3 5 18 0,0-3 3 0,0-5 1 16,0 8-39-16,-3-5-7 0,0 0-1 0,0 2-1 16,-2-2-16-16,-1 2-3 0,0 1-1 0,0-1 0 15,-3-2-11-15,3 2-1 0,-3 0-1 0,0 1 0 16,0-1 13-16,-3 0 2 0,3 1 1 0,-3-1 0 16,0 0-43-16,-3 3-11 0,4-2 0 0,-1-1 0 15,-3 1 0-15,3 2 0 0,0-3 0 0,-3 0 0 16,3 1 27-16,-3-4 3 0,0 4 1 0,-2-4 0 15,2 4-15-15,-3-4-4 0,3 4 0 0,-6-3 0 16,3 2-4-16,-3-2-8 0,1 2 11 0,-1 0-11 16,-3 1 12-16,3-4-12 0,0 6 12 0,0-2-12 0,4 2 10 15,-4-3-10-15,3 3 8 0,0-3-8 0,3 3 0 0,0 0 0 0,0 0 8 16,0 0-8-16,1 0 0 0,-1 0 0 0,0 3 0 16,0 0 0-1,0-1 0-15,-3-2 0 0,3 3 9 0,-3 0-9 0,1-1 0 0,-4 1 0 16,3 0 0-16,-3 2 0 0,0-2 0 15,3 2 0-15,-3-3 0 0,4 4 8 0,-1-1-8 0,0 0 0 0,0 1 0 16,3-1 0-16,0 0 0 0,0 0 0 0,1 1 0 16,-1-4 0-16,0 4 0 0,0-4 0 0,0 4 0 0,0-1 0 15,-3 0 0-15,3 1 0 0,-2-1 0 0,-1 0 0 16,0 0 0-16,0 6 0 0,0-3 0 0,-3 0 0 16,3 2 0-16,1 4 0 0,-1-4 0 0,0 4 0 15,3 1 0-15,0 1-13 0,0 3 3 0,0-3 1 16,3 0 9-16,0 2 0 0,4-2 0 0,-4 0 0 15,3 2 0-15,0-2 11 0,0 0-1 0,0 0 0 16,0 0-10-16,0-3 0 0,0 3 0 0,0-3 0 16,0 0 0-16,0 1 0 0,0-4 0 0,-3 3 0 15,7-2 0-15,-4 2 0 0,0 0 0 0,3 1 0 16,-3 2 0-16,3 2 0 0,-3 1 0 0,3 2 0 16,0-3 0-16,0 3 0 0,3 1 0 0,-3-1 0 15,3-3 0-15,0 1 0 0,0-1 0 0,0 1 0 16,0-3 0-16,3-3 0 0,0 3 0 0,0-3 0 15,3 0 0-15,-3 1 0 0,3-1 0 0,3 0 0 16,-3 0 0-16,3 1 0 0,3-1 0 0,0 0 0 16,-3 3-20-16,3 0-5 0,0 0-2 0,3 2 0 15,-3-2 27-15,2 3 0 0,-2-4 0 0,3 1 0 16,0 0 0-16,0 0 0 0,0 0 0 0,0-3-8 0,3 0 8 16,0 1 0-16,0-4 0 0,2 1 0 15,4-3 0-15,3 2 0 0,0-2 0 0,0 0 0 0,3 0 0 0,-1-3 0 16,1 1 0-16,0 2 0 0,0-3 0 0,-4 0 0 0,4 0 0 15,-3 1 0-15,0-4 0 0,3 4 0 0,-3-4 0 0,2 1 0 16,4 0 23-16,0-1 3 0,3-2 1 16,2 3 0-16,-2 0-44 0,3-1-9 15,-4 1-2-15,4 0 0 0,-3-3 28 0,0 0 0 0,-1 0 0 0,4 0 0 16,0 0 20-16,3 0 5 0,-1 0 2 0,1 0 0 31,0 0-43-31,-7 0-9 0,4 0-2 0,0 0 0 0,-6 0 43 0,2-3 9 0,-2 0 2 0,0 1 0 16,3-4-27-16,-4 4 0 0,7-4 0 0,-3 1 0 15,-3 0 0-15,-1-1 0 0,1 1 0 0,-3-3 0 16,0 3 0-16,-3 0 0 0,-1-3 0 0,1 0 0 16,0-3 0-16,3 3 0 0,-3 0-12 0,5-2 12 15,-5-1 0-15,3 1 0 0,0-4 9 0,0-2-1 16,-4 3-8-16,-2-3 0 0,0 3 0 0,-3-3 0 16,0 0 0-16,-3 3 0 0,2-3 0 0,-5 0 0 15,3 3 52-15,-3-3 10 0,0 3 2 0,0-3 0 16,-3 3-64-16,0 0 0 0,0 0-14 0,-3-1 2 15,0 1 12-15,0 0 14 0,0-3-3 0,-3 0-1 16,3 3-10-16,-4-3 0 0,1 0 0 0,-3-2 0 16,0-1 0-16,3 1 0 0,-3-1 0 0,-3-2 0 0,3 2 0 15,-3 1 0-15,3-3 0 0,-5 2 0 0,2 1 31 0,0 2 1 0,0 2 0 16,-3-1 0-16,3 1-24 0,-3 4-8 16,0-1 0-16,0 1 0 0,0-4 30 15,0 4 0-15,0-1 0 0,-3-2 0 16,0 2-30-16,3-2 0 0,-3 0 0 0,0 2 0 15,0-2 0-15,-3 0 0 0,4-3 0 0,-4 3 0 0,0-3 0 0,0 3 0 0,0-3 0 16,-3 0 0-16,0-3-13 0,-3 4-9 0,3-1-2 16,-5 0 0-16,2 3 24 0,0-3 0 0,-3 2 0 0,0 4 0 15,3-1 0-15,0 1 0 0,1 2 0 16,2 0 0-16,-3 3 0 0,3-3 0 0,0 2 0 0,3 1 0 16,-3-3 0-16,0 3 0 0,3-1 0 0,-2-1 0 15,-4 4-11-15,3-2 11 0,-3-1-8 16,0 1 8-16,3 2-10 0,-3-2 10 0,-2 2-12 0,2 1 12 15,-3-1-30-15,3 0 1 0,-3 3 0 0,0 0 0 16,3 0 4-16,1 3 1 0,-1 0 0 0,0-1 0 16,3 1-34-16,0 0-6 0,-3-1-2 0,3 4 0 15,-2-1-124-15,2 0-25 0,0 1-5 0</inkml:trace>
  <inkml:trace contextRef="#ctx0" brushRef="#br0" timeOffset="54366.991">11831 4369 2066 0,'0'0'43'0,"0"0"10"15,0 0-42-15,0 0-11 0,0 0 0 0,0 0 0 0,0 0 104 0,0 0 20 0,0 0 3 16,0 0 1 0,0 0-77-16,0 0-15 0,-3 5-4 0,-2 3 0 0,2 0-18 0,0 0-4 0,0 2-1 15,3 1 0-15,-3-1-9 16,3 6 0-16,-3-8 0 0,3 3 0 0,3 2 20 0,-3 0 3 15,3 0 0-15,0 3 0 16,0-5-70-16,3 0-13 0,-1 4-4 0,1-7 0 0,0 3 44 0,0-3 8 0,0-3 1 0,0 0 1 16,3-2 10-16,-3-3 14 0,0 0-3 0,0-3-1 15,0 3-10-15,0-7-9 0,0-1 9 0,0 2-13 16,-3-2 23-16,3 0 5 0,-3-2 1 0,0 2 0 16,0 0 31-16,0-3 6 0,0 3 2 0,0-2 0 15,-3 2-44-15,0 0-11 0,3-3 0 0,-3 3 0 16,0 1 0-16,3 1 0 0,-3 1 0 0,0 5 0 15,0 0 0-15,0 0 0 0,3-3 0 0,-3 3 0 16,0 0 0-16,0 0 0 0,0 0 0 0,0 0 0 16,3 0 23-16,-1 3 2 0,4 2 1 15,0 3 0-15,-3-3-26 0,3 3 0 0,0 0 0 0,0 3 0 16,0-3-12-16,3 0 1 0,-3 2 1 0,3 1 0 16,0-3 10-16,0-3-13 0,0 3 5 0,0-3 8 15,-3 1 0-15,3-4 0 0,-3 1 0 0,0-3 0 16,-1 0 0-16,1 0 0 0,0-3 9 0,-3 1-1 15,0-1 34-15,3 0 7 0,-3-5 2 0,0 3 0 16,0 0-31-16,-3-3-7 0,3 0-1 0,0 5 0 16,-3-7 4-16,3 2 0 0,0 0 0 0,-3 0 0 15,3-3-16-15,0 3 0 0,3 1 8 0,-3 1-8 16,3-7 0-16,0 5-13 0,0 0 2 0,0 0 1 16,3 0-59-16,-3 3-12 0,3 0-3 0,0-1 0 15,2 4-106-15,-2 2-22 0,3 0-4 0</inkml:trace>
  <inkml:trace contextRef="#ctx0" brushRef="#br0" timeOffset="54594.826">12287 4474 1721 0,'0'0'72'0,"0"0"-57"16,0 0 100-16,0 0 20 0,0 0 4 0,6 0 1 16,3 0-49-16,-3-2-10 0,3 2-1 0,0 0-1 15,0-3-26-15,2 3-5 0,-2-3 0 0,3 3-1 16,-3-2-24-16,3 2-5 0,-3 0-1 0,3 0 0 15,-3 0 8-15,0 0 2 0,0-3 0 0,3 3 0 16,-6 0-43-16,2 0-9 0,-2 0-2 0,0 3 0 16,0-3 27-16,-3 0 0 0,3 2 0 0,-6-2 0 15,3 3-56-15,-3-3-7 0,0 0-1 0,0 0 0 16,-3 5-153-16,3-5-31 0</inkml:trace>
  <inkml:trace contextRef="#ctx0" brushRef="#br0" timeOffset="54788.952">12311 4612 1799 0,'0'0'51'0,"0"0"11"16,0 0-50-16,0 0-12 0,0 0 0 0,0 0 0 15,0 0 86-15,0 0 14 0,0 0 4 0,0 0 0 16,6 0-15-16,3 0-2 0,-3 0-1 0,2 0 0 16,1-3-31-16,0 1-7 0,0-1 0 0,0 3-1 15,0-5-24-15,0 5-5 0,0-3-1 0,3 0 0 16,-3 3-17-16,0-5 0 0,3 5 0 0,-3-5 0 15,2 2 0-15,-2 1 0 0,0-1 0 0,0-2 0 16,0 2-91-16,3-2-21 0,-3-1-5 0</inkml:trace>
  <inkml:trace contextRef="#ctx0" brushRef="#br0" timeOffset="55077.385">12689 4371 1824 0,'-3'-5'76'0,"0"2"-60"15,0-2 89-15,3 5 19 0,-3-5 3 0,3 5 1 16,0 0 0-16,0 0 0 0,0 0 0 0,0 0 0 16,0 0-52-16,0 0-9 0,0 0-3 0,0 0 0 15,0 0-51-15,0 0-13 0,0 0 0 0,0 0 0 16,0 0 0-16,0 0 0 0,0 0 0 0,0 8 0 16,0 0 26-16,0 2 2 0,0-7 1 0,0 5 0 15,0 0 5-15,0 2 1 0,0-2 0 0,0 3 0 16,0-3-35-16,0 2 0 0,3-2 0 0,-3 3 0 15,-3-1 0-15,3 1 0 0,0 0 0 0,0 2 0 16,0 0 0-16,-3-2 0 0,0 4 0 0,3-1 0 16,-3 2-44-16,0-1-16 0,3-4-4 0,-3 8 0 15,3-9-51-15,0 1-10 0,0 5-3 0</inkml:trace>
  <inkml:trace contextRef="#ctx0" brushRef="#br0" timeOffset="57741.826">11266 6075 2131 0,'0'0'60'0,"0"0"14"0,3-2-59 0,0-4-15 0,3 4 0 0,-6-4 0 15,0 6 84-15,3-2 13 0,0-1 3 0,-3 3 1 16,0 0-14-16,0 0-3 0,6 0-1 0,-6 0 0 16,3 0-31-16,-3 0-5 0,6 5-2 0,-3 1 0 15,0-1-36-15,0 0-9 0,0 3 0 0,-3 0 0 16,3 3 0-16,-3 2 0 0,0 0 0 0,3 6 0 15,-3-1 0-15,0 3 0 0,0 1 0 0,0 1 0 16,0 1 0-16,0 0 0 0,2 0 0 0,-2-3 0 16,0 0 0-16,0-2 0 0,0-3 0 0,0 2 0 15,0-5 0-15,-2 0 0 0,2 1 0 0,0-1 0 16,-3-5 0-16,3 2 0 0,0 1 0 0,-3-3 0 16,3-3-100-16,0 1-23 0,0-6-4 0,0 0-1 15,0 0-102-15,0 0-21 0</inkml:trace>
  <inkml:trace contextRef="#ctx0" brushRef="#br0" timeOffset="58132.048">11322 6049 1729 0,'-5'-6'72'15,"2"4"-57"-15,-3-3 110 0,3 2 23 0,3 3 4 0,0 0 0 16,0 0-19-16,0 0-4 0,0 0-1 0,0 0 0 15,0 0-64-15,0 0-14 0,0 0-2 0,0 0-1 16,0 0-11-16,0 0-3 0,6 3 0 0,0 2 0 16,-1-3-12-16,4 4-2 0,0-1-1 0,0 0 0 15,0 3-10-15,3-2-8 0,3 2 12 0,0-1-12 16,0 1 9-16,0 0-9 0,2 3 0 0,1-1 9 16,-3 4-9-16,6-1 0 0,-3 3 0 0,-3 0 8 15,0 0 9-15,-3 2 2 0,-1 1 0 16,1-4 0-16,-6 4-19 0,3 0 0 0,-6-1 0 0,0-2 0 15,0 0 0-15,-6-3 0 0,3 0 0 0,-6 1 0 16,-3-4 0-16,3 1 0 0,-3 2 0 16,-2-5 0-16,-4 2 0 0,0-2-16 0,-3 0 4 0,0 0 0 15,0-2 12-15,0-1 0 0,3 0 0 0,-2 0-9 16,2 1 9-16,3-4 0 0,0 1 0 0,0 2 0 16,0-2 12-16,6-3 0 0,-3 3 1 15,3-3 0-15,6 0-30 0,0 0-7 0,0 0 0 0,0 0-1 16,0 0-82-16,0 0-16 0,0 0-3 0</inkml:trace>
  <inkml:trace contextRef="#ctx0" brushRef="#br0" timeOffset="67547.241">16273 2990 2206 0,'0'-5'63'0,"3"-1"13"0,-3-2-61 0,3 6-15 0,-1-9 0 0,-2 6 0 15,3 0 102-15,0-1 18 16,-3 4 3-16,3-4 1 16,0 4-45-16,-3-6-9 0,3 5-2 0,-3 3 0 0,3-2-25 15,-3 2-6-15,3-6-1 0,-3 6 0 0,3-2-19 0,-3 2-4 0,6 0-1 0,-6 0 0 16,0 0-12-16,0 0 0 0,6 0 8 0,-6 0-8 15,3 2 0-15,-3-2 0 0,3 6 0 0,-3-1 0 16,3 3-114-16,-3 0-16 0,0 0-3 0</inkml:trace>
  <inkml:trace contextRef="#ctx0" brushRef="#br0" timeOffset="67788.168">16302 3239 1824 0,'0'0'76'16,"0"0"-60"0,0 0 140-16,0 0 29 0,0 0 6 0,0 0 1 15,0 0-103-15,0 0-20 0,0 0-4 0,0 0-1 16,0 0 0-16,0 0 0 0,0 0 0 0,0 0 0 16,3 2-51-16,-3-2-13 0,6 3 0 0,-6-3 0 15,3 5 0-15,-3-5 0 0,3 0 0 0,-3 0 0 16,3 3 0-16,-3-3 0 0,3 5 0 0,0-2 0 15,-3-3 0-15,3 5 0 0,3-5 0 0,-3 3 0 16,6-3-253-16,-3-3-54 0</inkml:trace>
  <inkml:trace contextRef="#ctx0" brushRef="#br0" timeOffset="68252.38">16674 3014 1337 0,'-6'-8'56'0,"0"8"-44"16,6 0 92-16,-2-5 20 0,2 5 3 0,0 0 1 16,-6 0-14-16,6 0-2 0,-6 0-1 0,0 5 0 15,0 3-75-15,3-6-16 0,-3 4-2 0,3 2-1 16,-3 5 36-16,3-5 7 0,0 0 2 0,-3 5 0 15,3-5-48-15,0 3-14 0,0-1 0 0,0 1 8 16,0 2 44-16,0-2 10 0,0-1 2 0,3 1 0 16,-3-1-72-16,3 1-15 0,0-3-2 0,0 0-1 15,3 0 26-15,-3 2 0 0,3-2 0 0,-3-5 11 16,3 2 8-16,3 0 1 0,-3 1 1 0,3-4 0 16,0 1-21-16,0 2 0 0,3-5 0 0,-3 0 0 15,6 0 0-15,-3 0 0 0,2 0 0 0,1-5 0 16,0 2 56-16,0 1 6 0,3-4 2 0,-3 4 0 15,0-1-52-15,3-5-12 0,-3 3 0 0,-3-3 0 16,3 0 54-16,-1 0 8 0,-2 0 2 0,-3-5 0 16,3 0-52-16,-3-3-12 0,0 0 0 0,-3 0 0 15,0-2 0-15,0-1 0 0,0 0 0 0,-3 1 0 16,0-1 0-16,0 4 0 0,-3-1 0 0,0 2 0 16,0 1 0-16,-3 5 0 0,-3-2 0 0,0 2 0 0,0 2 0 15,-3 4-12-15,1-1 3 0,-4 3 0 16,0 3-139-16,0 5-28 0,-3-6-6 0</inkml:trace>
  <inkml:trace contextRef="#ctx0" brushRef="#br0" timeOffset="71041.764">11754 6160 1393 0,'0'0'28'0,"0"0"9"0,0 0-29 16,0 0-8-16,-6 3 0 0,6-3 0 16,-6 0 92-16,6 0 16 0,-3 2 4 0,3-2 1 15,-6 5-48-15,6-5-9 0,-3 6-3 0,0-4 0 0,3-2-5 0,0 8-2 0,0-2 0 0,0-1 0 16,0-5-14-16,0 5-2 15,0 3-1-15,0-8 0 0,0 5-29 0,0-5 0 0,3 6 0 0,-3-6 0 16,0 0 57-16,0 0 6 0,0 0 1 0,0 0 0 16,0 0 0-16,0 0 0 0,0 0 0 0,0 0 0 15,3-3-34-15,-3 3-6 0,6-5-2 0,-3 0 0 16,-3-1 16-16,3 1 3 0,0-3 1 0,-3 3 0 16,0-1-34-16,3-2-8 0,0 3 0 0,-3 0 0 15,3 0 0-15,-3-1 0 0,0 1 0 0,0 5 0 16,3-3 0-16,-3 3 0 0,3-5 0 0,-3 5 0 15,0 0-14-15,0 0-5 0,0 0-1 0,0 0 0 16,0 0-138-16,0 0-28 0,3 5-6 0</inkml:trace>
  <inkml:trace contextRef="#ctx0" brushRef="#br0" timeOffset="71313.502">11787 6422 1804 0,'-3'5'37'0,"0"3"10"0,0-3-38 0,0 3-9 0,3-2 0 0,-3-1 0 15,3 3 57-15,0-8 10 0,-3 5 1 0,3 0 1 16,0 1-4-16,-3-1-1 0,3-5 0 0,0 5 0 16,0-5 0-16,0 8 0 0,0-8 0 0,0 0 0 15,-3 3 0-15,3-3 0 0,0 0 0 0,0 0 0 16,0 0 0-16,0 0-1 0,0 0 0 0,0 0 0 15,0 0-50-15,0 0-13 0,0 0 0 0,0 0 0 0,0 0 56 0,0 0 7 0,0 0 1 16,0 0 0-16,0 0-52 0,0 0-12 0,3-3 0 0,3-2 0 31,-3 0-100-31,3-1-22 0,0 1-5 0</inkml:trace>
  <inkml:trace contextRef="#ctx0" brushRef="#br0" timeOffset="74763.108">23809 1138 1105 0,'-6'0'47'16,"0"0"-38"-16,0 2 111 0,3-2 23 0,3 0 4 0,-5 6 1 15,-1-6-37-15,6 0-7 0,-6 2-2 0,6-2 0 16,0 0-32-16,0 0-6 0,0 0-2 0,0 0 0 15,0 0-17-15,0 0-3 0,0 0-1 0,0 0 0 16,0 0-9-16,0 0-3 0,3 6 0 0,3-4 0 16,0 4-1-16,2-6-1 0,4 5 0 0,0-5 0 15,3 3-7-15,3-3-2 0,0 0 0 0,0 0 0 16,3 0-7-16,2 0-2 0,1 0 0 0,0 5 0 16,0-5-9-16,-3 0 8 0,2 0-8 0,-5 0 8 15,0 0-8-15,-3 0 0 0,-3 0 0 0,-3 0 0 16,0 0 0-16,-3 0 0 0,-6 0 0 0,0 0 8 15,0 0 0-15,0 0 0 0,0 0 0 0,0 0 0 16,-6 0-8-16,-3 0 0 0,0 0 0 0,-3 0 0 16,-3-5 0-16,0 5-11 0,0 0 3 0,1 0 0 15,-1 0 8-15,0 0 0 0,-3 0 0 0,3 5-8 16,0-5 8-16,0 0 0 0,0 0 0 0,3 0 0 16,-2 0 0-16,5 0 0 0,0 0 0 0,3 0 0 15,0 0 0-15,6 0 0 0,0 0 0 0,0 0 0 0,0 0 0 16,0 0 0-16,0 0 0 0,0 0 0 15,0 0-107-15,0 0-16 0,0 0-3 0</inkml:trace>
  <inkml:trace contextRef="#ctx0" brushRef="#br0" timeOffset="75909.836">12129 6186 1934 0,'0'0'40'0,"0"0"9"0,-3-2-39 0,3 2-10 0,-9 0 0 0,3 0 0 15,6 0 99-15,-6 0 17 0,0 0 4 0,6 0 1 16,-6 0-53-16,0 0-12 0,0 2-1 0,1 1-1 16,-1 0-18-16,0 2-4 0,0 0-1 0,0 1 0 15,0 1-6-15,0 1-1 0,0 0 0 0,0 0 0 16,0 5-10-16,0-2-2 0,3 0-1 0,-3 2 0 15,3 0-11-15,0 3 0 0,3-3 9 0,-3 0-9 16,3 1 0-16,0-1 0 0,0-2 0 0,0-1 0 16,3 1 0-16,0-1 0 0,0-2 0 0,0 3 0 15,3-3 8-15,0 0-8 0,0-3 8 0,3 3-8 16,-3-3 0-16,3 0 0 0,0 1 0 0,0-4-8 16,0 1 8-16,-1 0 0 0,1-3 0 0,0 0 8 15,0 0-8-15,0 0 8 0,0-3-8 0,3 0 8 16,-3 1-8-16,0-4 9 0,3 1-9 0,0 0 10 15,-3 0 4-15,3-1 1 0,-1 1 0 0,-2-3 0 16,0 0 12-16,0 3 2 0,0-3 1 0,-3 0 0 16,0-3 2-16,0 3 1 0,-3-2 0 0,0-1 0 15,0 1-6-15,-3-4-2 0,0 1 0 0,-3 0 0 16,0 0-7-16,0 0-2 0,-3 2 0 0,0-2 0 16,-3 2-4-16,0 1-2 0,-3 2 0 0,0 0 0 15,3 0-10-15,-2 2 8 0,-1 4-8 0,0-3 8 16,3 2-8-16,-3 0 0 0,0 3 0 0,3 0 0 15,-3 0-32-15,3 0 0 0,0 0 1 0,-3 6 0 16,3-1-127-16,1 0-26 0,-1 3-4 0</inkml:trace>
  <inkml:trace contextRef="#ctx0" brushRef="#br0" timeOffset="89273.313">21800 1043 1545 0,'-15'0'32'0,"9"0"8"16,0 0-32-16,6 0-8 0,-6 0 0 0,6 0 0 16,0 0 90-16,-6 0 16 0,6 0 3 0,0 0 1 0,0 0-35 0,0 0-7 0,0 0-2 0,0 0 0 15,3 2-8-15,0 3-2 16,3-2 0-16,3 2 0 16,-3-5-12-16,6 6-4 0,-3-6 0 0,6 2 0 15,0-2-8-15,0 0-1 0,6 0-1 0,2 6 0 0,1-12-11 0,0 6-3 0,6 0 0 0,-3-2 0 16,-1 2-4-1,-2 0-2-15,3 0 0 0,-6 0 0 0,0 0-10 0,-1-6 0 0,-5 6 0 0,3 0 0 16,-3 0 8-16,-3 0-8 0,0 0 12 16,-3 0-4-16,0 0-8 0,-3-5 0 15,0 5 0-15,0 0 0 0,-6 0 0 0,0 0 12 0,0 0-2 16,0 0 0-16,0 0-2 0,0 0-8 0,0 0 12 0,-9-3-4 16,3-2-8-1,-3 5 0-15,0-2-12 0,-3 2 12 0,0-6-14 0,0 6 5 0,-3-2 1 0,-3 2 0 16,1 0-7-16,-1 0-1 0,-3-6 0 0,-3 6 0 15,3 0 16-15,-3 0-11 0,4 0 11 0,-1 6-10 16,0-6 10-16,3 0 0 0,0 0-9 0,3 2 9 16,0-2 0-16,6 6 0 0,1-6 0 0,-1 2 0 15,3-2 0-15,6 0 0 0,0 0 0 0,0 0 0 16,0 0 12-16,0 0-2 0,0 0-1 0,0 0 0 16,3 8 4-16,3-3 1 0,0 1 0 0,2-6 0 15,1 2 3-15,3 4 1 0,3-6 0 0,-3 0 0 16,3 2-10-16,3-2-8 0,-3 6 12 0,0-6-12 15,2 2 0-15,-2-2 0 0,0 0-10 0</inkml:trace>
  <inkml:trace contextRef="#ctx0" brushRef="#br0" timeOffset="92871.879">17538 3088 1159 0,'0'0'48'0,"0"0"-38"16,0 0 86-16,0 0 18 0,0 0 3 0,0 0 1 15,0 0-24-15,0 0-5 0,0 0-1 0,0 0 0 16,0 0-26-16,0 0-6 0,0 0 0 0,0 0-1 16,0 0-3-16,0 0-1 0,0 0 0 0,0 0 0 15,0 0-4-15,0 0-1 0,0 0 0 0,0 0 0 16,0 0-10-16,6 0-3 0,0 0 0 0,-1 0 0 16,1 3-15-16,3-3-3 15,-3 0-1-15,3 2 0 0,0-2-2 0,0 0-1 0,0 0 0 0,0 0 0 16,3 3 2-16,0-3 1 0,0 2 0 0,3-2 0 15,-4 3-6-15,4 0-8 0,0-3 11 0,0 5-11 16,3-5 19-16,0 0-3 0,0 0-1 0,6 0 0 16,-1 0-7-16,7 0 0 0,3 0-8 0,0 0 12 15,2 0 0-15,-2 0-1 0,3-5 0 0,2 5 0 16,-2 0 2-16,0 0 1 0,3-3 0 0,2 0 0 16,-2 3 5-16,6-2 1 0,2-1 0 0,-2 3 0 15,-3-2-4-15,-4 2-1 0,1 0 0 0,0 0 0 16,2-3-7-16,-2 3-8 0,6 0 11 0,-1 0-11 0,-5-5 8 15,-3 5-8-15,-1 0 0 0,-2 0 0 0,-3 5 0 16,-3-5 8-16,0 0-8 0,-4 0 0 0,-2 0 8 0,3 0-8 16,0 0 0-16,-3 0 0 0,-1 0 8 0,-2 3-8 0,3-3 9 0,-6 0-9 15,0 0 0-15,-3 0 0 0,3 0 0 0,-6 0 0 32,0 0-32-32,0 0-4 0,-4 0 0 0,1 0 0 0,0 0 13 0,-3 0 3 0,-3 0 0 0,0 0 0 31,0 0-128-31,0 0-24 0,0 0-6 0</inkml:trace>
  <inkml:trace contextRef="#ctx0" brushRef="#br0" timeOffset="93877.665">19210 3051 1196 0,'0'0'24'0,"0"0"8"0,0 0-32 0,3 0 0 0,3 0 0 0,-3 0 0 15,0 2 86-15,3-2 11 0,-3 0 3 0,3 6 0 16,-3-6-16-16,3 0-2 0,0 2-1 0,0 1 0 15,3-3-18-15,-3 8-4 0,0-8-1 0,3 3 0 16,0 2-17-16,0-5-3 0,0 3-1 0,3 2 0 16,-1-2-4-16,1-1-1 0,0 1 0 0,0-1 0 15,6-2-8-15,-3 0-1 0,6 3-1 0,0-3 0 16,2 0-3-16,4 0-1 0,3 0 0 0,0-3 0 16,-1 3-2-16,1 0-1 0,0-2 0 0,0 2 0 15,-3-3-5-15,-1 3-1 0,4 0 0 0,-3-2 0 16,0 2-19-16,2 0-4 0,1-3-1 0,0 3 0 15,0 0 35-15,-3 0 6 0,-1-5 2 0,-2 5 0 16,0 0-20-16,-6 0-8 0,3 0 0 0,-3 0 8 16,-4 0-8-16,1 0 0 0,-3 0 0 0,0 0 0 15,-3 0 8-15,0 5-8 0,0-5 0 0,-3 0 8 16,-3 0-8-16,3 3 8 0,-6-3-8 0,0 0 8 16,0 0-8-16,0 0-11 0,6 0 3 0,-6 0 0 15,0 0-26-15,0 0-5 0,0 0-1 0,0 0 0 16,0 0-91-16,0 0-18 0,0 0-4 0</inkml:trace>
  <inkml:trace contextRef="#ctx0" brushRef="#br0" timeOffset="94254.811">20065 2866 2024 0,'-9'-6'42'0,"0"4"10"0,3 2-41 0,-3 0-11 0,3-6 0 0,6 6 0 16,-6-2 89-16,6 2 16 0,0 0 3 0,0 0 1 16,0 0-37-16,0 0-8 0,0 0-2 0,0 0 0 15,6 8-17-15,0-6-3 0,3 4-1 0,0 2 0 16,3-1-4-16,-3-1-1 0,6 4 0 0,-4 4 0 16,1-6-8-16,3 5-1 0,0-3-1 0,0 4 0 15,0-1-8-15,-3 3-2 0,3-6 0 0,0 4 0 16,-3-1-16-16,2 3 0 0,1-3 0 0,0 0 0 15,-3 3 0-15,-3-5 0 0,0-1 8 0,-3 1-8 16,-3 2 0-16,0-8 8 0,-3 6-8 0,-3-3 0 16,0 0 8-16,-3 0-8 0,-3 2 0 0,0-2 0 15,0 0 0-15,-3-5 0 0,0 5 0 0,0 2 0 16,1-7 0-16,-4 2 0 0,3 3-8 0,0-5 8 16,-3-1-17-16,0 4 2 0,0-6 1 0,0 2 0 15,3 1-37-15,-3 2-7 0,1-5-2 0,2 0 0 16,0 0-148-16,3 0-29 0</inkml:trace>
  <inkml:trace contextRef="#ctx0" brushRef="#br0" timeOffset="95416.53">21345 2765 1661 0,'6'-3'47'0,"-3"-5"10"16,0 1-45-16,0 1-12 0,0-2 0 0,-3 3 0 15,0 2 80-15,0-5 15 0,-3 1 2 0,3 1 1 16,-3 1-21-16,0-3-4 0,0 5-1 0,-3-5 0 16,3 3-27-16,-3 0-5 0,0 2-2 0,-3-2 0 15,3 2-8-15,-3-2-2 0,0 2 0 0,-3-2 0 0,0 5-6 0,0-3-2 16,-3 1 0-16,1-1 0 16,-4 3-4-16,0 3 0 0,0-3-1 0,-3 5 0 0,0 0-3 15,1-2 0-15,-1 2 0 0,0-2 0 0,0 2-4 0,3 0 0 0,0 1-8 16,-3-1 12-16,1 3-4 0,-1-3 0 0,3 3-8 15,-6 0 12-15,0 0-12 0,0 0 0 0,1 0-12 16,-4 0 12-16,0 2 0 0,0 1 0 0,0 2 0 16,1-5 0-16,-1 5 0 0,3-2 0 0,3 2 0 15,0 1 0-15,1-4 0 0,2 1 0 0,-3 5 0 16,3-6 0-16,0 9 0 0,0-3 0 0,0 5 0 0,-2-3 0 16,5 9 0-16,-3-6 0 15,3 3 0-15,-3 5 0 0,6-8 0 0,-3 0 0 0,6 3 0 0,-2-3 0 16,2-5 0-16,0 0 0 0,3 0 0 0,0 2 0 15,3-2 0-15,0 0-8 0,0 5 8 0,3-5 0 16,0 5 0-16,3 0 0 0,0 1-8 0,3 1 8 16,0 1 0-16,6 0 0 0,-1 2 0 0,1-4 0 15,6-1 0-15,0 3 0 0,3-3 0 0,3-3 0 16,0 1 0-16,-1-3 0 0,1-3 0 0,3 3 0 16,0-6 0-16,6 4 0 0,-1-6 0 0,4 2 0 15,3-2 0-15,2 3 0 0,4 2 0 0,0-3 0 16,-1 1 0-16,1-3 0 0,0 0 0 0,5 0 0 0,-2 0 20 15,2 0-3-15,4 2 0 0,3-2 0 0,-7 0-9 16,1 0-8-16,-4-5 12 0,7 2-12 0,-6-2 0 0,-1-1 0 16,4 4 0-16,-1-6 0 0,-5 0 0 0,-6 0 15 15,2-6-3-15,-2 4-1 0,3-6 2 0,-1 0 1 0,4 0 0 16,0-3 0-16,-7 6 4 16,-2-8 1-16,0 2 0 0,-3 1 0 0,-4-1-3 15,-2-2-1-15,3 0 0 0,0 2 0 0,-3-8-3 0,2 4-1 0,-2 1 0 16,0-4 0-16,0-1 1 0,-4 1 1 0,1-1 0 0,-3-5 0 15,0 3 7-15,-6-5 0 0,0-1 1 0,0 4 0 16,-3-4 2-16,-4 3 0 0,1 0 0 0,-3 3 0 16,-3-5-6-16,0 7-1 0,0-2 0 0,0 0 0 15,-6 0-4-15,3-6-2 0,-6 6 0 0,3-8 0 16,-6 3-10-16,3-3 12 0,-2-3-12 0,-4 3 12 16,-3 5-12-16,0-3 0 0,-3 1 9 0,-3 5-9 15,-3 2 0-15,-2 1 8 0,-1 4-8 0,0-1 0 16,0 7 0-16,0-6 0 0,4 7 0 0,-4-7 0 15,0 4 0-15,0 4 0 0,0-7 0 0,-5 3 0 16,2 4 0-16,-6-7 0 0,0 5 0 0,-2 0 0 16,2 0 0-16,3 0 0 0,4 3 0 0,-7-3 0 15,3 0 0-15,3 3 0 0,-2-3 0 0,-1 5 0 16,-3-5 0-16,-3 3 0 0,1 0 0 0,-1-1-8 16,3 1 8-16,4 5-10 0,2-5 10 0,-3 2-10 15,6 3-1-15,0-5 0 0,1 5 0 0,-4-3 0 16,6 3-13-16,-3 3-4 0,1-3 0 0,-4 5 0 15,6 3-35-15,-3-5-7 0,6 5-2 0,-2 2 0 16,2-2-96-16,6 0-19 0,-3 5-4 0</inkml:trace>
  <inkml:trace contextRef="#ctx0" brushRef="#br0" timeOffset="96072.479">21005 3109 1577 0,'0'-8'66'0,"0"0"-53"15,0 3 93-15,0 0 18 0,0-3 4 16,-3 0 1-16,0 2 7 0,3-2 2 0,-3 1 0 0,0 4 0 15,0-5-67-15,-2 0-14 0,2 3-2 0,-3-1-1 16,0 4-18-16,-3 2-4 0,3-5-1 0,-3 5 0 16,0 0-19-16,-3 5-3 0,0-3-1 0,0 6 0 15,-3 3-8-15,0-3 12 0,-2 8-12 0,-4-3 12 16,3 3-12-16,0-3 0 0,0 3 0 0,0-3-11 31,3 3 11-31,1 0 0 0,-1 0 0 0,3 0 0 0,3-3 0 0,0 0 0 0,6 0 0 0,0 3 0 16,6-5 0-16,0-1 0 0,6 6 0 0,0-5 0 15,3 2 0-15,3 0 0 0,2-2 0 0,1 0 8 16,0-1-8-16,6-2 8 0,-3-3-8 0,0 1 8 16,-1-1-8-16,1 0 12 0,3 1-4 0,-3-6 0 15,-3 0-81-15,3 0-16 0,-1-6-3 0</inkml:trace>
  <inkml:trace contextRef="#ctx0" brushRef="#br0" timeOffset="96422.518">21389 3125 1982 0,'0'0'56'0,"0"0"12"0,0 0-54 0,0 0-14 0,0 0 0 0,0 0 0 16,0 0 93-16,0 0 16 0,0 0 3 0,0 0 1 15,0 0-24-15,0 0-5 0,0 0 0 0,0 0-1 16,0 0-21-16,0 0-4 0,0 0-1 0,0 0 0 16,0-8-13-16,0 8-4 0,0 0 0 0,0-5 0 15,0 5-20-15,0 0-4 0,3-3 0 0,-3 3-1 16,0 0-15-16,0 0 0 0,3-5 0 0,-3 5 0 15,0 0-13-15,0 0-9 0,0 0-2 0,0 0 0 16,0 0-138-16,0 0-28 0,3 5-6 0</inkml:trace>
  <inkml:trace contextRef="#ctx0" brushRef="#br0" timeOffset="96632.724">21371 3382 2138 0,'0'0'44'0,"0"0"12"16,0 0-45-16,0 0-11 0,0 0 0 0,0 0 0 16,0 0 133-16,0 0 25 0,0 0 5 0,0 0 1 15,0 0-92-15,0 0-17 0,3 0-4 0,-3 0-1 0,0 0-31 0,0 0-7 16,6 0 0-16,-6 0-1 16,0 0-11-16,0 0 0 0,0 0 0 0,0 0 8 15,0 0-16-15,0 0-4 0,0 0-1 0,0 0 0 16,0 0-172-16,0 0-35 0</inkml:trace>
  <inkml:trace contextRef="#ctx0" brushRef="#br0" timeOffset="97103.05">21791 3104 2014 0,'0'-6'42'0,"0"-1"9"16,-3 4-41-16,3-5-10 0,0 3 0 0,0 2 0 15,0-5 108-15,0 8 20 0,0-3 4 0,0 1 1 16,0 2-36-16,0 0-7 0,0 0-2 0,0 0 0 16,0 0-32-16,0 0-6 0,0 0-2 0,0 0 0 15,0 0-19-15,0 0-4 0,0 2-1 0,0 9 0 16,3-3-6-16,-3 0-2 0,0 2 0 0,0 4 0 16,3-1-4-16,-3-2 0 0,0 7-1 0,3-7 0 15,-3 7-3-15,0-7-8 0,3 2 12 0,0 3-4 0,-3 0-8 16,3 2 8-16,-3-5-8 0,0 11 8 0,3-5-8 0,-3 5 0 0,3-1 9 15,-3 7-9-15,3-9 0 0,-3 5 9 16,0 1-9-16,3-9 0 0,-3 3 8 16,0-2-8-16,-3-1 0 0,3 1 0 0,0-3 0 0,0-3 0 15,0 3-12-15,-3-8 3 16,3 2-30-16,0-2-5 0,-3 3-2 0,3-3 0 0,-3-6-187 16,3-2-38-16</inkml:trace>
  <inkml:trace contextRef="#ctx0" brushRef="#br0" timeOffset="99599.947">18228 2617 1583 0,'0'0'32'0,"0"-3"10"15,0-5-34-15,3 6-8 0,-3-1 0 0,0-5 0 16,0 8 105-16,3-8 19 0,-3 8 4 0,0-8 1 16,0 8-53-16,3 0-12 0,-3-8-1 0,0 8-1 15,0 0-3-15,0 0-1 0,0 0 0 0,0 0 0 16,0 0-28-16,0 0-6 0,0 0 0 0,0 0-1 16,3 8-7-16,-3 0-2 0,0 3 0 0,0-1 0 15,0 6-6-15,0-5-8 0,0 7 11 0,0-2-11 16,0-3 0-16,3 3 0 0,-3-2 0 0,3 1 0 15,0-4 0-15,0 0 0 0,0-1 0 0,3-2 0 16,0 0 8-16,0 0-8 0,0-3 0 0,0 1 0 0,0 1 24 0,0-7 2 16,3 3 0-16,-3-3 0 0,-1 0-26 0,1 0 0 0,0 0 0 15,0-3 0-15,0 3-11 16,0-5-7-16,0 3-2 0,-3-6 0 0,3 2 20 0,0 1 11 16,-3-3-2-16,3 0 0 0,-3 0 2 0,0 0 0 15,0 0 0-15,0 0 0 0,-3 0-11 0,3 1 12 16,-3 1-12-16,3-2 12 0,-3 3-12 0,0 5 0 0,0 0 0 0,0 0 0 15,0 0 0-15,0 0 0 0,0 0-12 0,0 0 12 16,3 5 0-16,0 3 0 0,0 0 0 0,3 5 0 16,-3-5 0-16,3 0 0 0,-3 5 0 0,3-5 0 15,0 3-12-15,3-3 12 0,-4 3-10 0,4-4 10 16,0 1-16-16,0-5 2 0,0 2 1 16,-3 1 0-16,3-4 25 0,0 4 4 0,0-6 2 0,0 0 0 15,-3 0-29-15,3 0-5 0,-3 0-2 0,0-6 0 16,-3 1 29-16,3 0 5 0,-3-1 2 0,2-2 0 15,-2 1 37-15,3-1 7 0,-3 2 2 0,0-7 0 16,0 2-52-16,0 1-12 0,0-6 0 0,0 5 0 16,0-7 0-16,3 2 0 0,-3 0 0 0,0 0 0 15,3-2 12-15,-3 2-1 0,0 0 0 0,3 3 0 16,-3 2-11-16,0-2-16 0,0 0 4 0,0 5 1 16,0 5-145-16,3-5-28 0,-3 6-7 0</inkml:trace>
  <inkml:trace contextRef="#ctx0" brushRef="#br0" timeOffset="99846.874">18859 2696 2039 0,'0'0'42'0,"6"-5"11"0,-3 2-42 0,0 3-11 0,3-8 0 0,-3 6 0 15,3-4 96-15,0 1 18 0,3 0 3 0,-3 2 1 16,3-5-49-16,0 3-9 0,0 0-3 0,0 2 0 15,0-5-21-15,-1 3-4 0,1 2 0 0,0-5-1 16,0 3-31-16,3 0 0 0,0 2-11 0,0-2 11 16,0 2 0-16,0-2 0 0,0 2 0 0,0-2 0 15,-1 2 0-15,1 3 0 0,0 0 0 0,0 0 0 16,-3 0-110-16,-3 0-14 0,0 0-4 0</inkml:trace>
  <inkml:trace contextRef="#ctx0" brushRef="#br0" timeOffset="100072.533">18963 2807 1758 0,'0'0'36'0,"0"0"10"16,0 0-37-16,0 0-9 0,0 0 0 0,0 0 0 16,0 0 95-16,0 0 17 0,0 0 3 0,0 0 1 15,3 0-31-15,3-5-5 0,0 2-2 0,3 3 0 0,-3 0-23 0,6-5-5 16,-3 3-1-16,0 2 0 15,3-6-24-15,-3 6-5 0,3-2 0 0,0-1-1 0,2 0-7 0,-2 3 0 0,3 0-1 16,0-5 0-16,0 2-11 16,0 3-17-16,0-8 4 0,3 8 1 15,0-5-186-15,-1 2-37 0</inkml:trace>
  <inkml:trace contextRef="#ctx0" brushRef="#br0" timeOffset="100472.977">19481 2556 2066 0,'-9'-5'43'0,"3"2"10"0,-2-5-42 0,2 3-11 0,0 0 0 0,0 2 0 16,0 3 104-16,3-5 20 0,3 5 3 0,-6-3 1 15,6 3-54-15,0 0-10 0,-6 0-3 0,6 0 0 16,-6 3-46-16,3 2-15 0,-3 0 8 0,3 3-8 16,0 0 0-16,0 0 0 0,3 3 0 0,-3 2 0 15,0 0 0-15,3 3 0 0,-3 0 0 0,3 0 0 16,-3 2 20-16,3-5 0 0,0 6 0 0,3-3 0 15,-3-3-20-15,3 3 0 0,-3-3 0 0,3 0 0 16,3 3 0-16,-3-8 0 0,3 0 10 0,0 0-10 16,3 0-13-16,0-5-8 0,0 2-2 0,0 0 0 15,3 1 23-15,-1-6 0 0,1 0 0 0,0 0 0 16,3-6 0-16,0 6 0 0,0-2 0 0,0-1 0 16,0-2 0-16,0-1 0 0,-1 1 0 0,1 2 0 15,-3-4 47-15,3-4 13 0,-6 0 4 0,0 3 0 16,0-7-52-16,-3 1-12 0,0 1 0 0,0-3 0 15,-3 0 54-15,0-5 8 0,0 0 2 0,0 0 0 16,-3 0-54-16,-3 2-10 0,3 1 0 0,-3-1 0 16,0 3 0-16,-3 3 0 0,0-3 0 0,0 6 0 0,-3-1 0 0,-3 3 0 15,3 0 0-15,-6 3 0 16,0-1-20-16,0 4-4 0,1 2-2 0,-4 0 0 16,0 0-162-16,-3 0-33 0,-3 8-7 0</inkml:trace>
  <inkml:trace contextRef="#ctx0" brushRef="#br0" timeOffset="119014.346">12835 5956 672 0,'0'0'19'0,"0"0"4"0,0 0-23 0,0 0 0 0,0 0 0 0,0 0 0 31,0 0 62-31,0 0 8 0,0 0 2 0,3 5 0 0,-3-5-5 0,0 0-1 0,3 3 0 0,-3-3 0 16,0 0 0-16,5 5 0 0,-5-5 0 0,3 3 0 15,-3-3-27-15,6 0-6 0,0 3-1 0,-3-1 0 16,3-2 8-16,-3 0 0 0,0-2 1 0,3 2 0 16,-3-3-14-16,3 3-3 0,-3 0-1 0,3-3 0 15,0 1 18-15,0-1 4 0,0 0 1 0,0 1 0 16,0-4-6-16,3 4-2 0,0-3 0 0,0-1 0 16,3 1-6-16,2-3 0 0,-2 0-1 0,6 0 0 15,-3-2-15-15,3-1-2 0,3-2-1 0,-3 2 0 16,2-2 2-16,4 0 0 0,-3-1 0 0,3 1 0 15,-3 0-24-15,3 0-5 0,-4 0-1 0,1 2 0 16,0-2 50-16,0 0 9 0,-3-1 3 0,3 1 0 16,-4 0-32-16,4 2-7 0,3-2 0 0,0 2-8 15,-3-2 8-15,3 3-8 0,-1-4 0 0,4 1 0 16,-3 0 0-16,-3 0 0 0,3 2 8 0,-4-7-8 16,1 2 0-16,0 0 0 0,-3 0 0 0,3-3 0 15,-3 1 12-15,0-1-12 0,-1 1 12 0,1-1-12 16,0 1 0-16,3-1 0 0,3 3 0 0,-3-2 0 15,2 2 12-15,1 3-4 0,0 0 0 0,3-1-8 16,-3 4 9-16,-4-3-9 0,4-1 0 0,0 4 9 16,-3-4-9-16,-3 4 8 0,-3-3-8 0,3 2 8 15,-4-2-8-15,1 0 0 0,0-1 0 0,0 1 0 0,0 0-9 16,0-6-4-16,0 4-1 0,0 1 0 0,2-4 14 16,1-1 0-16,-3 1 0 0,3-1 0 0,0 3 16 0,0 3 7 15,0-5 1-15,0 4 0 0,-1 1-14 0,-2 0-2 16,0 5-8-16,3-5 12 0,-3 2-12 0,0 1 9 0,0-4-9 0,0 1 8 15,-4 3 17-15,4-4 3 0,-3 1 1 0,0 2 0 16,0-2-29-16,0 0 0 0,3 0 0 0,-3-3 0 16,3 3 0-16,-3-3 0 0,2 0 0 0,1-3 0 15,3 1 0-15,-3-1 0 0,3 3 0 0,0-7 0 16,-3 9-15 0,0-4-9-16,2 2-1 0,-2 0-1 0,0 3 26 0,0 2 0 0,0-5 0 0,0 6 0 15,-3-1 0-15,3 1 0 0,-3 2 0 0,2-3 0 16,-2 3 0-16,-3-8 0 0,3 6 0 0,0-1 0 15,-3 1 0-15,3-1 8 0,-3-2-8 0,3 2 0 16,0 1 0-16,-3-1 9 0,2-2-9 0,1 0 0 16,0 2 11-16,0-7-11 0,0 7 10 0,3-8-10 15,-3 4 16-15,0-1-2 0,3 0-1 0,-3-3 0 16,-1 6-13-16,4 0-12 0,-3-3 3 0,0 3 0 16,0 5 9-16,3-8 0 0,-3 11 0 0,0-9 0 15,-3 4 0-15,3-1 0 0,0 3 0 0,-4 0 8 16,1-2-8-16,0-1 0 0,0 3 0 0,0-2 0 15,-3-1 0-15,3 0 8 0,-3 4-8 0,0-4 0 16,0 0 0-16,0 3 9 0,0-5-9 0,-3 3 0 16,3 4 0-16,0-7 0 0,0 2 0 0,0 1 0 0,0-1 0 15,0-2 0-15,-1 0 0 0,1 2 0 0,3-2 0 16,-3 5 0-16,0-8 0 0,3 3 0 16,-3 5 0-16,0-5 0 0,3 0 0 0,-3 5 0 15,3-3 0-15,-3 1 0 0,0 2 0 0,3 0 0 0,-3 0 0 16,0 5 0-16,3-8 0 0,-3 6 0 0,-1 3 0 15,4-1 0-15,-3-5 0 0,0 3 0 0,3 2 0 0,-3-2 0 16,0 2 0-16,3 0 0 0,-3 1 58 0,0-1 5 0,0 0 1 0,0 1 0 16,-3-3-52-16,3 5-12 0,-3-3 0 0,0 3 0 15,-3 0 0-15,6-5 0 0,-3 5 0 0,-3 0 0 16,0 0 0-16,0 0 0 0,0 0 0 0,0 0 0 16,0 0 0-16,0 0 0 0,0 0 0 0,0 0 0 15,0 0-48-15,0 0-13 0,0 0-3 0,0 0 0 16,-6 5-51-16,0 3-10 0,0-6-3 0</inkml:trace>
  <inkml:trace contextRef="#ctx0" brushRef="#br0" timeOffset="119935.747">12945 5723 1554 0,'0'-8'32'0,"0"8"8"0,0 0-32 0,3-8-8 0,0 3 0 0,-3 2 0 16,0 3 102-16,3-5 19 15,-3 5 4-15,0 0 1 0,0 0-46 0,0 0-10 0,0-5-2 16,0 5 0 0,0 0-20-16,0 0-5 0,0 0-1 0,0 0 0 0,0 0-18 0,0 0-3 0,0 0-1 0,0 0 0 15,0 0-20-15,0 5 9 0,-3 0-9 0,3 1 0 16,0 4 8-16,-3-4-8 0,3 2 0 0,-3 0 0 16,0-1 0-16,0 7 0 0,0-4 0 0,-3 1 0 15,3 2 8-15,0 0-8 0,0 1 0 0,-3-1 0 16,3 0 0-16,0 0 0 0,-3 3 0 0,3-5 0 15,0 2 0-15,-3 0 0 0,3-2 8 0,0-1-8 16,0 1 0-16,3-3 0 0,-3 2 0 0,0-4 0 16,3-1 0-16,0 3 0 0,0-3 0 0,0-5 0 15,3 6 8-15,0-1-8 0,0-3 0 0,0 4 0 16,0-4 27-16,3 1-2 0,-3-3 0 0,3 3 0 16,0-1 2-16,0-2 0 0,0 0 0 0,0 0 0 15,0 0 1-15,0 0 0 0,0-2 0 0,3 2 0 16,-3 0-17-16,2 0-3 0,-2 0-8 0,3 0 12 15,0 0-12-15,0 0 0 0,0 0 0 0,3 2 0 16,-3-2-73-16,0 0-15 0,3 0-2 0,-3 0-1 16,3 0-114-16,-3 3-23 0</inkml:trace>
  <inkml:trace contextRef="#ctx0" brushRef="#br0" timeOffset="121039.846">14335 5236 2017 0,'0'0'42'0,"0"0"10"15,0 0-42-15,-3-5-10 0,0 0 0 0,3 5 0 16,0 0 93-16,0-5 17 0,0 5 3 0,0 0 1 15,0 0-44-15,0 0-9 0,0 0-1 0,0 0-1 16,0 0-28-16,0 0-6 0,0 0-1 0,0 0 0 16,0 0-12-16,-6 5-4 0,3 0 0 0,3 3 0 15,-3 0-8-15,3-3 0 0,3 3 0 0,-3 0 0 16,3-3 0-16,-3 3 0 0,3-2 0 0,0 2 0 16,3-3 0-16,-3 0 0 0,3 1 0 0,0-1 0 15,0 0 0-15,0-2-9 0,0-1 9 0,-1-2 0 16,4 0-12-16,-3 0 12 0,0 0-12 0,0-2 12 15,0-1 0-15,0-2 0 0,0 2 0 0,-3-2 0 16,3 0 0-16,-3-1 0 0,0 4 9 0,0-6-9 0,0 0 16 16,0 2-1-16,-3 1-1 0,3-3 0 0,-3 0 10 0,0 3 3 15,0-3 0-15,0 3 0 0,0-1-12 0,0 6-3 16,0-5 0-16,0 5 0 0,0 0-12 16,0 0 0-16,0 0 0 0,0 0 0 0,0 0 0 0,0 0 0 0,0 0 0 0,3 3 0 15,3 2 0-15,-3 0 0 0,0 1-10 0,0 2 10 16,3 0 0-16,-3-3-10 15,3 0 10-15,0 0 0 0,0 1-39 0,0-1-1 16,2 0 0-16,-2 1 0 0,0-4 40 0,0 1 0 0,0-3 0 0,0 0 0 16,0 0 0-16,0 0 0 15,0-3 0-15,0 1 0 0,-3 2 44 0,3-8 16 0,0 5 3 0,-3-2 1 16,0-3-52-16,3 3-12 0,-3-1 0 0,3-2 0 16,-3 3 0-16,0-3 0 0,3-3 0 0,-3 4 0 15,0-4 0-15,3 3 0 0,-3 0 0 0,0-2 0 16,-1 2 0-16,1-3 0 0,3 3 0 0,-3-3 0 15,0 4 0-15,3-1 0 0,-3 0 0 0,3 2 0 16,0-2-253-16,0 3-54 0,-3 0-10 0</inkml:trace>
  <inkml:trace contextRef="#ctx0" brushRef="#br0" timeOffset="121251.293">14790 5128 1698 0,'3'-5'72'0,"3"2"-58"15,0 0 131-15,0-5 27 0,0 6 4 0,3-6 2 16,-3 3-67-16,3-1-14 0,0-2-2 0,0 0-1 16,0 3-42-16,0-3-9 0,2 3-2 0,-2-3 0 15,0 3-21-15,-3-1-5 0,3 1-1 16,-3 0 0 0,3 2 10-16,-3-2 1 0,0 2 1 0,0 3 0 15,0-5-72-15,0 2-14 0,-3 1-4 0,3 2 0 16,-6 0-66-16,3 0-14 0,-3 0-2 0</inkml:trace>
  <inkml:trace contextRef="#ctx0" brushRef="#br0" timeOffset="121494.98">14838 5210 1516 0,'0'0'64'16,"0"0"-52"-1,0 0 116-15,0 0 22 0,0 0 5 0,0 0 1 16,3 0-51-16,3-3-9 0,0 1-3 0,0 2 0 15,0-3-16-15,0 3-3 0,3-3-1 0,-4 1 0 16,1-1 5-16,3 0 1 0,-3 3 0 0,3-5 0 16,-3 3-67-16,0-1-12 0,3-2 0 0,-3 2 0 15,0 0 0-15,3 1 0 0,-3-1 0 0,3 0 0 16,0-2 0-16,0 2 0 0,0-2 0 0,-3 2 0 16,2-2 0-16,1 0 0 0,0 0 0 0,0-1 0 15,0 1-199-15,0-3-45 0,0 3-10 0</inkml:trace>
  <inkml:trace contextRef="#ctx0" brushRef="#br0" timeOffset="121762.739">15186 4869 2060 0,'0'-6'58'0,"0"6"14"0,0-5-58 0,3 2-14 0,-3 3 0 0,0-5 0 16,0 5 100-16,0 0 16 0,0-5 4 0,0 5 1 15,0 0-35-15,0 0-7 0,0 0-2 0,0 0 0 16,0 0-22-16,0 0-5 0,0 0-1 0,0 0 0 15,0 0-38-15,6 5-11 0,-3 0 0 0,-3 1 0 16,3 2 33-16,0 0 3 0,-3 2 0 0,0 1 0 16,3 2-7-16,-3-2-1 0,3 7 0 0,0-5 0 15,-3 3-40-15,3 5-9 0,0-2-2 0,0 2 0 16,0 0 23-16,0-2 0 16,0-1 0-16,0 1 0 0,-3-3 0 0,3-3 0 0,0 5 0 0,0-7 0 15,-3 0-12-15,3-1 1 0,0-2 1 0,-3 0 0 16,3 0-162-16,0-3-33 0</inkml:trace>
  <inkml:trace contextRef="#ctx0" brushRef="#br0" timeOffset="146564.238">22220 2747 1314 0,'0'0'37'0,"0"0"8"15,0 0-36-15,0 0-9 0,0-6 0 0,0 1 0 16,3 2 53-16,-3-2 9 0,0 2 2 0,3-5 0 15,-3 1 0-15,3 1 0 0,-3-2 0 0,3 0 0 16,0-2 0-16,-3 2 0 0,3-3 0 0,0 3 0 16,3-5 0-16,-3 0 0 0,3-3 0 0,-3 3 0 15,5-3-52-15,-2 0-12 0,6 0 0 0,-3-2 0 16,3 2 54-16,0 0 8 0,0 0 2 0,3 0 0 16,3 3-12-16,0-3-1 0,-1 3-1 0,4-3 0 15,-3-3-22-15,3 3-4 0,0 1 0 0,0-1-1 16,-1-3-2-16,-2 3 0 0,3 0 0 0,0 1 0 15,0 1-11-15,0-2-2 0,2 1-8 0,1 1 12 16,3-2-4-16,0 9-8 0,3-7 11 0,-1 1-11 16,-2 5 8-16,0 5-8 0,0-4 0 0,0 1 0 0,-1 6 0 15,-2 0 0-15,0-5 0 0,-3 5 0 16,3 0 0-16,-1 5 0 0,1-5 0 0,0 0 0 16,3 3 0-16,-3 2 0 0,2 0 0 0,1 3 0 0,-3 0 0 0,-3 0 0 15,3 6 10-15,0-7-10 0,-7 4 0 0,1 0 0 0,0-1 0 0,0 3 0 16,-3-5 0-1,0 6 0-15,0-4 0 0,-1 1 0 0,1-1 0 0,0-2 0 16,0 6 0-16,-3-9 0 0,0 5 0 0,3-2 0 16,-3-2 0-16,0 2 0 0,3 0 0 0,-7-1 0 0,4 1 0 15,0-2 0-15,-3 2 0 0,0 0 0 0,0-3 0 0,0 3 0 16,0 0 0-16,-3-3 0 0,0 3 0 0,0 0 0 16,-3 0 0-16,0 0 0 0,0 0 0 0,0 5 0 15,-3-5 0-15,0 2 0 0,0 4 0 0,-3-1 0 16,0 0 0-16,0 3 0 0,0-5 8 0,-3 7-8 15,0-2 0-15,0-3 0 0,0 3 0 0,-3 0 0 16,3-3 0-16,-3 0 0 0,0 3 0 0,0 0 0 16,0-8 0-16,0 5 0 0,1-2 0 0,-4 0 0 15,3-1 0-15,0 3 8 0,0-5-8 0,-3 6 0 16,3-7 0-16,0 1 0 0,0 3 0 0,0 0 0 16,0-3 0-16,0-1 0 0,0 1 0 0,0 0 0 15,1 0 0-15,-1 0 0 0,0 0 0 0,-3 3 0 16,3-3 0-16,0 0 0 0,0-6 0 0,-3 6 0 15,3 3-11-15,-3-9 11 0,3 6-8 0,-3 0 8 16,3-2-11-16,-2 2 11 0,-1-1-13 0,-3-1 5 16,3 2-1-16,-3 0 0 0,3 0 0 0,-3 0 0 15,3-1 9-15,-3-1-10 0,1 2 10 0,-1 0-10 16,0-3 10-16,3 3-12 0,-3 0 12 0,3-3-12 0,0 3 12 16,0-5 0-16,-3 2-9 0,3 3 9 0,1-5-9 15,-1-1 9-15,3 3-12 0,-3 1 12 0,0-1-20 0,0-2 4 16,3 2 0-16,-3-2 0 0,0 2-2 0,-3-5 0 0,6 3 0 0,-2 2 0 31,-1-2-10-31,-3 2-1 0,3 0-1 0,0-2 0 0,0 2-21 16,0-5-4-16,0 3-1 0,0 2 0 0,3-5-121 0,0 0-25 15,1 0-5-15</inkml:trace>
  <inkml:trace contextRef="#ctx0" brushRef="#br0" timeOffset="147104.358">22979 2977 1766 0,'0'0'36'0,"0"-6"10"0,0 4-37 16,0 2-9-16,0-8 0 0,0 8 0 15,0-5 87-15,0 5 15 0,0 0 3 0,0 0 1 16,0 0-52-16,0 0-10 0,0 0-3 0,0 0 0 0,-3 0-19 0,-3 0-4 0,0 2-1 16,0 1 0-16,0 0-7 0,0 2-2 0,-3 3 0 0,0-6 0 15,0 6 0-15,-3 0-8 0,1 3 12 16,-1-3-4-16,-3 0-8 0,0 5 0 0,0-5 0 15,0 2 0 1,0-2 0-16,0 3 8 0,0 0-8 0,1-1 0 0,-1-2 0 16,0 3 0-16,3-3 8 0,0 0-8 0,0-3 12 15,0 3 1-15,3 0 0 0,3-3 0 0,-3 3 6 0,3-3 1 0,3 3 0 16,-3-5 0-16,3 2 6 0,3-5 2 0,0 0 0 0,-3 8 0 16,3-8-4-16,-2 3 0 0,2-3 0 0,0 5 0 15,0-5 2-15,2 5 0 0,-2-5 0 0,3 8 0 16,0-8-8-16,-3 0-2 0,6 3 0 0,0 2 0 15,-3-5-5-15,3 3-2 0,0 2 0 0,0-5 0 16,0 0-9-16,0 0 8 0,0 3-8 0,0-3 8 16,3 0-8-16,-3 2 8 0,3-2-8 0,-3 3 8 15,3-3-8-15,0 3 0 0,3-3 0 0,-4 2 8 16,1-2-8-16,3 3-14 0,0 2 3 0,0-5 1 16,-3 3-118-16,3 2-23 0,-3-5-5 0</inkml:trace>
  <inkml:trace contextRef="#ctx0" brushRef="#br0" timeOffset="148217.945">23833 2418 1579 0,'0'0'32'0,"0"0"10"0,-3-2-34 0,0-6-8 0,3 8 0 0,-3 0 0 16,3 0 142-16,0-8 26 0,0 3 6 0,0 5 1 16,0 0-75-16,0 0-16 0,0 0-2 0,0 0-1 15,0 0-13-15,0 0-4 0,0 0 0 0,0 0 0 16,0 5-51-16,0 3-13 0,0 0 0 0,0 0 0 16,0-3 0-16,-3 11 0 0,0-8 0 0,3 5 0 15,-3 3 0-15,3-5 0 0,0 7 0 0,0-7 0 16,0 7 0-16,0-2 0 0,3-5 0 0,-3 2 0 15,3 0 0-15,3-5-13 0,-3 5 2 0,3-10 1 16,0 2-2-16,0-2-1 0,3 2 0 0,-3-10 0 16,3 2 13-16,0 3 0 0,0-8 0 0,0-2 0 15,0 2 16-15,-1-3 5 0,4-5 2 0,-3 6 0 16,0-6-23-16,0 3 0 0,0 2 0 0,0-5 0 16,-3 3 29-16,3 0 2 0,-3 2 0 0,0 0 0 15,0 4-15-15,-3-1-4 0,0 0 0 0,0 2 0 0,0 4-12 16,-3 2 0-16,0 0 8 0,0 0-8 0,0 0 0 0,0 0 0 0,0 0 0 15,0 0 0-15,-3 5-9 0,3 3 9 0,-3 0-13 16,0 0 5-16,3 2 8 0,0 1-10 0,0 5 10 0,3-6-10 16,0 4-6-16,0-1 0 0,3 0-1 0,-3-2 0 15,3 2 5-15,3-8 2 16,-4 3 0-16,1 0 0 0,3 0 10 0,0-8 0 0,0 0 10 16,0 0-10-16,0 0 32 15,0-5 0-15,0 2 0 0,-3-5 0 0,3 0 12 0,0 3 2 0,-3-3 1 0,3-5 0 16,0 2-9-16,-3 1-2 15,2-1 0-15,1-2 0 0,0 0-16 0,0 2-4 0,0-2-1 0,0 5 0 16,0-5-15-16,3-1 0 0,-3 4 8 0,0 2-8 16,3 0 0-16,-3-5-8 0,3 5 8 0,-1 0-13 15,1 0-34-15,-3 3-6 16,3-1-2-16,-3 4 0 16,0 2-144-16,-3 0-29 0,0 0-5 0</inkml:trace>
  <inkml:trace contextRef="#ctx0" brushRef="#br0" timeOffset="148486.866">24280 2577 1824 0,'0'0'38'0,"0"0"8"0,6-5-37 0,-3 2-9 0,5 3 0 0,-2-2 0 15,0-1 72-15,3 3 13 0,0 0 3 0,0 0 0 16,3-5-28-16,-3 2-4 0,3 3-2 0,0 0 0 15,3-5-17-15,-3 2-3 0,3 3-1 0,-1 0 0 16,-2 0-9-16,3-5-3 16,0 5 0-16,-3 0 0 0,0 0-9 0,0 0-1 0,-3 0-1 0,3 0 0 15,-3 0-10-15,-1 0 0 0,1 0 0 0,-3 0 0 16,3 0 0-16,-3 0-12 0,3 0 0 0,-3 5 1 31,0-5-48-31,0 0-9 0,-6 0-3 0</inkml:trace>
  <inkml:trace contextRef="#ctx0" brushRef="#br0" timeOffset="148740.434">24393 2725 1580 0,'0'0'67'16,"0"0"-54"-1,0 0 104-15,0 0 21 0,0 0 4 0,3 0 1 16,3 0-72-16,0 0-15 0,0 0-2 0,0 0-1 16,-1 0-21-16,1 0-4 0,3 0 0 0,-3 0-1 15,3 0-13-15,0 0-2 0,0 0-1 0,0-5 0 16,0 5-11-16,0 0 0 0,3-3 9 0,-3 3-9 16,0 0-8-16,0-5-7 0,0 3-1 0,-1 2 0 15,1-3-164-15,0 0-34 0</inkml:trace>
  <inkml:trace contextRef="#ctx0" brushRef="#br0" timeOffset="149115.411">24854 2474 2128 0,'0'0'60'0,"0"0"13"0,-3-8-58 16,3 8-15-16,-3-5 0 0,3 5 0 0,0 0 67 0,0 0 10 0,0 0 3 0,0 0 0 15,0 0-37-15,-3 0-7 0,3 0-2 0,-6 0 0 16,0 2-16-16,0 1-3 0,0 5-1 0,0 0 0 15,3 0-14-15,-3 2 11 0,1 1-11 0,-1 5 10 16,0-3-10-16,0 6 0 0,3-1 0 0,-3 1 0 16,3-1 0-16,0-2 0 0,0 5 0 0,3-5 0 15,0-3 0-15,3 3 8 0,-3-5-8 0,3 2 0 16,3-5 0-16,-3 0 0 0,3 0 0 0,0-3 0 16,3 3 8-16,-4-3-8 0,4-5 8 0,3 3-8 15,-3 2 24-15,0-5-1 0,0 0 0 0,3 0 0 16,-3-5 10-16,0 2 3 0,3 3 0 0,-3-8 0 15,0 3 8-15,0-3 3 0,0 0 0 0,-1 0 0 16,-2 0-2-16,0-5 0 0,3-3 0 0,-3 0 0 16,-3 3-23-16,3-5-5 0,0-1-1 0,-3 3 0 15,0 3-8-15,-3-3-8 0,0-2 12 0,0 7-12 16,-3-5 8-16,0 6-8 0,0-1 0 0,0 0 0 16,-6 4-22-16,3-1-8 0,-3 5-2 0,-6-5 0 15,-5 3-166-15,-4 2-34 0</inkml:trace>
  <inkml:trace contextRef="#ctx0" brushRef="#br0" timeOffset="181663.032">12969 6493 1541 0,'0'0'44'0,"0"0"9"0,0 0-42 0,0 0-11 0,0 0 0 0,0 0 0 31,0 0 88-31,0 0 15 0,0 0 3 0,0 0 1 0,0 0-45 0,0 0-9 0,0 0-1 0,0 0-1 16,0 0-14-16,2-2-2 0,4-1-1 0,-6 3 0 15,3-3-14-15,3 1-2 0,0 2-1 0,0 0 0 16,0-3-8-16,0 3-1 0,0-3-8 0,3 3 12 15,-3-2-12-15,3 2 0 0,0-3 0 0,3 3 0 16,-3 0 8-16,6-3-8 0,-3 1 0 0,-4 2 0 16,7-3 8-16,-3 3-8 0,3-2 0 0,-3-1 0 15,3 0 8-15,-3 3-8 0,3-2 0 0,-3-1 9 16,2 0-9-16,-2 3 0 0,0-2 9 16,-3-1-9-16,3 3 0 0,0-3 0 0,-3 1 0 0,0-1 0 15,0 3 0-15,0-5 0 0,0 2 0 0,-3 3 0 16,6-3 0-16,-4 1 8 0,1-1-8 0,0 1 0 15,3 2 0-15,0-3 0 0,-3 0 0 0,6 1 0 16,-3 2 0-16,3-3 0 0,0 0 0 0,0 1 0 16,2-1 0-16,1 0 0 0,0-2 0 0,3 2 0 15,0-2 0-15,-3 0 0 0,5 0 0 0,-5-1 0 16,3 1 0-16,0-3 0 0,-3 3 0 0,3-3 0 16,2-3 0-16,-2 1 0 0,6-1 0 0,0 0 0 15,3 1 0-15,2-3 0 0,4-1 0 0,0 4 0 16,-3-3 0-16,-1 2 0 0,4 0 0 0,-3-2 0 15,-3 3 0-15,2-4 0 0,-2 1 0 0,3 3 0 16,0-1 0-16,2 0 0 0,4 1 0 0,-3 2 0 16,-1 0 0-16,-2 0 9 0,-3 0-1 0,3 0-8 0,-1 0 12 0,-2-2-12 15,0 2 12-15,3-3-12 0,-4 3 12 16,7 0-4-16,0-2 0 0,-3 2-8 16,-1-3 9-16,-2 3-9 0,0 0 0 0,-3-2 9 0,-1 2-9 0,-2-3 10 15,0 3-10-15,0 0 10 0,0-2-10 0,3-1 0 0,-4 1 9 16,4-1-9-16,0 0 0 0,3 1 9 0,-1-1-9 15,-2 1 0-15,3 2 8 0,-6 0-8 16,3 0 0-16,-4 0 0 0,1 0 9 0,-3-3-9 16,3 1 0-16,-3 2 9 0,3-3-1 0,2 1 0 0,1-1 0 15,0 3 0-15,3 0-8 0,2 0 12 0,-2 3-12 0,0-3 12 16,0 5-4-16,-1-5 0 0,-5 0 0 16,3 3 0-16,0 0-8 0,0-3 12 0,-4 0-12 0,7 0 12 15,0 0-12-15,3 0 10 0,-1 0-10 0,4 0 10 16,-3 0-2-16,0-2-8 0,-1 2 12 0,1-3-4 15,-3 1-8-15,0 2 0 0,-1-5 0 0,1 2 0 16,3-2 0-16,3-1 0 0,-1 1 0 0,4-3 0 16,-3 3 0-16,0 0 0 0,-1-3 0 0,1 0 0 15,0 0 0-15,-7 0 0 0,4 1 0 0,0-1 0 16,3 0 0-16,2 3 0 0,4-1 0 0,-3 1 0 16,-1 3 0-16,-2-1 0 0,0 0 0 0,0 1 0 15,-1-1 0-15,1 1 0 0,0-6 0 0,2 2 0 16,1-1 0-16,6 1 0 0,-4-1 0 0,4-1 0 15,-6-3 0-15,-3 1 0 0,-4-1 0 0,4-2 0 16,0 0 0-16,5 2 0 0,1-7 0 0,3 2 8 0,-7 5-8 16,1 1 0-16,0 2 0 0,-3 0 0 0,-1 0 0 15,-2 3 0-15,0-3 0 0,-1 3 0 16,4-6 0-16,0 6 0 0,3-3 9 0,2 0-9 16,-5 1 11-16,-3-4-3 0,2 6 0 0,-5-11 0 0,0 3-8 15,0 2 0-15,-3-5 0 0,2 3 0 0,-2 0 10 0,6-3-10 16,0 3 12-16,-1 0-12 0,-2 5 16 0,3-2-4 0,-3 4-1 0,-1 1 0 15,-2 0-11-15,0 2 0 0,-3-5 0 0,0 6 0 16,-1-1 0-16,4-5 0 0,-3 3 9 0,3 0-9 16,3 0 0-16,-4 2 9 0,4-5-9 0,0 6 0 15,0-6 9-15,-4 3-9 0,1-3 0 0,-3 2 9 16,3-1-9-16,-6 1 0 0,-1 1 9 0,1 0-9 16,0-3 8-16,3 3-8 0,0-3 8 0,3 0-8 15,-4 5 10-15,7-2-2 0,-3 0-8 0,0 2 12 16,0 3-1-16,-1 1-1 0,-2-1 0 0,-3 0 0 15,0 2-10-15,0 1 0 16,-4-3 0-16,1 3 0 0,0 0 0 0,-3-1 10 0,3-2-10 0,-3 3 10 16,3 0-10-16,0 2 8 0,-1-2-8 0,4 0 8 15,-3-1-8-15,3 4 12 0,0-6-12 0,0 2 12 16,-4 4-12-16,4-4 0 0,-3 4 0 0,0-4 0 16,0 6 8-16,-3-7-8 0,0 7 8 0,-3-8-8 15,2 5 0-15,-2-2 0 0,0 2 8 0,0 0-8 16,-3-2 0-16,0 2 0 0,0-2 9 0,3 0-9 15,-3 0 0-15,0-1 9 0,3 1-9 0,0 2 0 16,-1-5 8-16,1 0-8 0,3 0 0 0,-3 1 0 16,3 1 8-16,0-2-8 0,0-2 0 0,3 2 0 0,-3-3 8 15,2 3-8-15,-2-2 9 0,0-1-9 16,0 3 0-16,0 0 8 0,-3-2-8 0,3 2 0 16,-3 0 0-16,0 0 8 0,-4 0-8 0,4 3 0 0,-3-3 0 15,0 5 8-15,0-5-8 0,-3 0 0 0,3 0 0 0,-3 3 0 16,3 0 8-16,0 2-8 0,-3-5 0 15,0 0 9-15,3 3-9 0,-3 0 8 0,0 2-8 0,3-5 8 0,-4 3-8 16,1 2 8-16,3-2-8 0,-3-1 0 0,3 4 9 0,-3-4-9 16,3 4 0-16,0 2 9 0,0-8-9 0,-3 8 0 31,3-5 10-31,-3 2-10 0,3 0 8 0,-3 1-8 0,0-1 0 0,3 3 8 0,-3-3-8 0,-1 1 0 16,4-1 0-16,-3 3 0 0,0-3 8 0,3 1-8 15,-3 2 8-15,3-6-8 0,-3 4 12 0,0 2-4 16,0 0-8-16,0-5 0 0,0 2 0 0,0 0 0 15,0 3 0-15,0-2 0 0,-3-1 0 0,3 0 0 16,0 3 0-16,0-2 0 0,-3 2 0 0,3 0 0 16,-6 0 0-16,3-6 0 0,2 4 0 0,-5 2 0 15,3 0 0-15,-3 0 0 0,0 0 8 0,0 0-8 16,3 0 0-16,-3 0 0 0,0 0 0 0,0 0 0 16,6-6 0-16,-6 6 0 0,0 0 0 0,0 0 0 15,0 0 0-15,3-2 0 0,-3 2 0 0,0 0 0 16,0 0 0-16,0 0 0 0,3 0 0 0,-3 0 0 15,0 0-26-15,0 0-4 0,0 0-1 0,0 0 0 16,0 0-143-16,0 0-29 0,0 0-5 16</inkml:trace>
  <inkml:trace contextRef="#ctx0" brushRef="#br0" timeOffset="182641.607">13227 6372 1284 0,'3'-8'54'0,"0"2"-43"15,-3 1 123-15,3-3 25 0,0 3 5 0,-3-3 0 16,3 3-44-16,-3-1-10 0,0 1-2 0,3 0 0 16,-3-1-36-16,0 1-7 0,0 5-1 0,3-5-1 15,-3 5-15-15,0 0-2 0,0 0-1 0,0 0 0 16,0 0-11-16,0 0-2 0,0 0-1 0,0 0 0 15,0 0-11-15,0 0-3 0,-6 0 0 0,0 2 0 16,0 1-1-16,-2 0 0 0,2 2 0 0,-3 3 0 16,0 0-16-16,0 0 0 0,-3 0 0 0,0 0 0 15,0 0 0-15,0 0 0 0,0 0 0 0,-3 0 10 16,3-1-10-16,1 1 0 0,-1 0 0 0,-3 0 0 16,3 0 14-16,3 0 1 0,-3 0 0 0,3 0 0 15,0-3-15-15,0 3 0 0,0-2 0 0,0-1 0 16,3 0 0-16,3 0 0 0,-3 1 0 0,4-1 0 0,2-5 0 15,-3 5 0-15,3-5 0 0,0 6 0 0,0-6 0 0,0 5 0 16,3 0 0-16,-1 0 0 0,4-2 0 0,-3 0 0 0,3-1 0 16,3 1 0-16,0 0 0 0,0-1 0 0,0-2 0 0,6 3 0 15,-3-3 0-15,3 3 0 16,3-1-12-16,-1 1 12 0,1-3 0 0,-3 5 0 16,3-2 0-16,0-1 9 0,0 1-9 0,-3 0 0 15,3 2 0-15,-4 0 0 0,-2-2-15 0,3 2-1 0,-3-2-1 16,0 2 0-1,0-2-127-15,-3 2-26 0,0-2-5 0</inkml:trace>
  <inkml:trace contextRef="#ctx0" brushRef="#br0" timeOffset="183810.935">17282 5493 1883 0,'-3'-10'39'0,"3"10"10"0,0-8-39 0,0 2-10 0,0-2 0 0,0 3 0 16,0 0 105-16,0-1 19 0,0-1 4 15,0 4 1 1,0-5-47-16,0 3-10 0,0-1-1 0,0 6-1 0,-3-5-33 0,3 5-6 0,0 0-2 0,0 0 0 16,0 0-16-16,0 0-3 0,0 0-1 0,0 0 0 15,0 0-9-15,0 0 0 0,0 0 0 0,0 5 0 16,0 3 0-16,0 3 0 0,0-6 0 0,0 3 0 15,0 5 0-15,3-2 0 0,-3 2 0 0,0 3 0 16,3-3 0-16,0 0 0 0,-3 3 8 0,3-2-8 16,0 4 0-16,-3-7 0 0,3-1 0 0,0 4-11 15,2-4 11-15,-2-2 0 0,3 3 0 0,-3-3 0 16,3-3-12-16,-3 3 2 0,3-6 1 0,-3 4 0 16,3-4 9-16,-3 1-10 0,3 0 10 0,-6-3-10 15,3-3 10-15,3 0 0 0,0 1 0 0,-3-1 0 16,0-2 0-16,3-1 0 0,-3-1 0 0,0 1 0 15,0-2 16-15,0 0 0 0,0-2-1 0,0-1 0 16,0 1 5-16,0-1 2 0,0 3 0 0,-3-8 0 16,3 0-2-16,0 3 0 0,0-3 0 0,-3 0 0 15,3 1-3-15,0-1-1 0,0 2 0 0,-3 1 0 16,3 0-16-16,-3 5 0 0,3 0 0 0,-1 0-9 16,1 5 9-16,-3 3 0 0,0 0 0 0,0 0 0 15,3 3 13-15,0 5-1 0,3 0-1 0,-3 8 0 16,0-8-24-16,3 5-5 0,-3 6-1 0,3-4 0 15,0-1 10-15,0 2 9 0,0-3-13 0,3 3 5 16,-3-6-24-16,3 1-5 0,3-1-1 0,-3-2 0 0,3 0 38 0,-3 0 0 0,-1 0 0 16,1-3 0-16,0-2 0 15,0 0 13-15,0-1 0 0,0-2 0 16,0 0-13-16,-3 0 0 0,3 0 0 0,0-2 0 0,-3-1 0 16,0-2-18-16,0 0 4 0,0-1 1 0,-3 1 61 0,3-3 13 15,-3 0 3-15,3 0 0 0,-3-2-42 0,-1-4-8 0,1 1-2 16,0 0 0-16,0 0-12 0,0-3 11 0,0 0-11 15,0 0 10-15,0 3-22 0,-3 0-4 0,3 2 0 16,0 0-1-16,0 3 4 0,0 0 1 0,0 1 0 16,0 1 0-1,0 1-145-15,0 2-29 0,3 1-6 0</inkml:trace>
  <inkml:trace contextRef="#ctx0" brushRef="#br0" timeOffset="184084.7">17880 5422 1729 0,'0'0'72'16,"0"0"-57"-1,0 0 110-15,6-3 23 0,0 3 4 0,0-3 0 16,0 1-70-16,0-1-14 0,3 0-4 0,-3 1 0 16,3-1 0-16,2 0 0 0,1 1 0 0,-3-3 0 15,3 2-22-15,0 0-5 0,0 1-1 0,0-1 0 0,3 0-14 0,-3 1-3 16,0-1-1-16,-4 3 0 15,4 0-10-15,0 0-8 0,-3-3 9 0,0 3-9 16,0 0 0-16,0-2 8 0,0 2-8 0,0 0 0 16,-3 0 0-16,0 0 9 0,3 0-9 0,-3 0 8 15,0 2-57-15,0-2-12 0,0 0-3 0,-6 0 0 16,3 6-102-16,-1-4-21 0,-2 4-4 0</inkml:trace>
  <inkml:trace contextRef="#ctx0" brushRef="#br0" timeOffset="184309.406">18053 5559 1523 0,'-24'11'32'0,"15"-6"7"0,0 0-31 0,0-2-8 0,3 2 0 0,0 1 0 16,6-6 112-16,0 0 20 0,0 0 5 0,0 0 1 15,0 0-52-15,0 0-10 0,0 2-3 0,3 1 0 16,3 0-15-16,0-1-3 0,0-2-1 0,3 0 0 16,0 0-2-16,0 0 0 0,0 0 0 0,0 0 0 15,-1-2-4-15,1 2-2 0,0-3 0 0,0 0 0 16,0 3-18-16,0-2-4 0,0-4-1 0,0 4 0 15,0-1-12-15,0 0-3 0,0 1 0 0,0-1 0 16,0-5-8-16,0 3 0 0,-1 0 0 0,1-1 0 16,3-2-95-16,-3 3-21 0,3-3-4 0</inkml:trace>
  <inkml:trace contextRef="#ctx0" brushRef="#br0" timeOffset="184599.1">18407 5303 1728 0,'3'-16'36'0,"0"10"8"16,-3 1-35-16,0 0-9 0,3-3 0 0,0 5 0 0,-3 1 111 16,0 2 20-16,3-8 4 0,-3 8 1 15,3-3-37-15,-3 3-7 0,0 0-2 0,0 0 0 16,0 0-18-16,0 0-3 0,0 0-1 0,0 0 0 0,0 0-20 0,0 0-5 0,0 0-1 0,0 0 0 16,3 3-18-16,-3 5-4 0,0-6-1 0,0 6 0 15,0 0-7-15,0 0-2 0,0 3 0 0,0 2 0 16,0 0-1-16,-3 3 0 0,0 3 0 15,3 2 0-15,-3 2-9 0,0-1 0 0,0 4 0 16,0-2-11-16,0-3 11 0,0 0 0 0,3-2 0 0,-3-1 0 16,0-2-20-1,0 0-4-15,3-3-2 0,-3-2 0 0,0-1 26 0,0 1 0 0,3 0 0 0,-3-3 0 16,0 2 0-16,3-2 0 0,-3 0 0 0</inkml:trace>
  <inkml:trace contextRef="#ctx0" brushRef="#br0" timeOffset="211621.466">12445 5678 1040 0,'0'0'21'0,"0"0"7"16,0 0-28-16,0 0 0 0,0 0 0 0,3-2 0 15,0-1 82-15,3 0 11 0,-3 1 3 0,-1-4 0 16,4 4-19-16,-3-4-3 0,0 4-1 0,3-3 0 15,-3 2-21-15,0-2-4 0,3-1 0 0,-3 1-1 16,0 0-14-16,3-1-2 0,-3-1-1 0,3-1 0 16,0 0-5-16,0 0-1 0,0 0 0 0,0-3 0 15,0 1-24-15,6-4 0 0,-3-2 0 0,3 3 0 16,0-3 33-16,-1-2 2 0,4-3 0 0,0 2 0 16,3 1-20-16,3-1-4 0,-3-2-1 0,0 5 0 15,2 0-2-15,-2 0-8 0,3 3 12 0,-3 0-4 16,0 0 2-16,0-1 0 0,-3 4 0 0,2-3 0 15,-2-1-10-15,-3 1 0 0,0-3 0 0,0 3 8 0,0-3-8 0,-3 0 0 16,3 0 0-16,0 1 0 0,0-4 0 0,2 0 0 0,-2-2 0 16,3 3 0-16,3-3 36 0,-3 2 4 0,3-2 2 15,3 2 0-15,0 4-16 16,-4-1-3-16,4 0-1 0,0 3 0 0,0 2-22 0,0-2 0 0,0 2 0 16,-4 3 0-16,-2-2 0 0,3-1 0 0,-3 0 0 15,0 4 0-15,0-4 0 0,-3 0 0 0,3-2 0 0,3 3 0 16,-4-4 0-16,4 4 0 0,0-6 0 15,3 3 0-15,0-3 8 0,0 0-8 0,5-3 8 0,-2 1-8 16,0 5 0-16,0-6 9 0,0 1-9 0,-4 2 0 16,1 2 8-16,-3-1-8 0,0-1 0 0,0 0 0 15,3 3 9-15,-3-1-9 0,2-2 0 16,1 6 9-16,3-1-9 0,0-5-17 0,0 9 4 0,3-4 1 16,-1 0 12-16,1 3 0 0,0 0 0 0,0 3 0 15,-4-8 13-15,-2 5 6 0,0 0 1 0,0-5 0 16,-3 2-20-16,-3 1 8 0,3-1-8 0,-4-5 0 15,1 3 8-15,3-3-8 0,0 0 0 0,0 0 0 16,3-2-16-16,0 2-6 0,2-3-2 0,-2 1 0 16,0 2 42-16,3 3 8 0,-3-3 2 0,0 3 0 15,-1-1-28-15,-5 4 0 0,3 5 8 0,-3-3-8 16,0-3 30-16,0 3 4 0,-3 0 1 0,0 0 0 0,-3 0-35 0,2 0 0 16,1 3 0-16,-3 0 0 0,3 0 0 15,-3-3 0-15,3 0 0 0,-3 0 0 0,3 0 0 0,-3 2 0 0,3-1 0 0,0-1 0 31,0 2 0-31,-1-2 0 0,1 0 0 0,0 0 0 0,3 1 0 0,-3-1 0 0,0 2 0 0,3-2 0 16,-3-5 0-16,0 3 0 0,3 4 0 0,-4-7 0 16,1 2 0-1,0 1 0-15,0-1 0 0,0 1 0 0,-3-1 0 16,3 3 0-16,-3-5 0 0,0 5 0 0,0 0 0 0,0 0 0 16,0 0 0-16,-1-2 0 0,-2 4 0 0,3 1 0 0,-3-3 0 0,0 0 0 15,0 0 0-15,0 3 0 0,0-3 0 16,0 0 0-16,0 0 0 0,3 3 0 0,-3 0 0 0,3 2 0 15,-3-5 0-15,6 3 0 0,-3 2 0 0,0-5 0 16,-1 3 0-16,4-1 0 0,-3 4 0 0,3-3 0 16,0 2 0-16,-3-2 0 0,3-1 0 0,0 4 0 15,0-1 0-15,-3 0 0 0,3 1 0 0,-3-1 0 16,-1 0 0-16,4 1 0 0,-3 2 0 0,3-6 0 16,-3 6 26-16,0-2-2 0,0 2 0 0,0-5 0 15,-3 5-38-15,3-3-8 0,-3 0-2 0,0 3 0 16,0 0 40-16,-3-2 8 0,0-1 2 0,3 3 0 15,-3 0-26-15,0-3 0 0,0 1 8 0,-3 2-8 16,5 0 0-16,-2 0 0 0,0-6 0 0,0 4 0 16,-3 2 0-16,3 0 0 0,0-6 0 0,-3 6 8 15,3 0-8-15,-3 0 0 0,3-2 0 0,-3 2 0 16,0 0 0-16,3-5-17 0,-3 5 4 0,0 0 1 16,3-3-51-16,-3 3-9 0,3-3-3 0,0-2 0 15,-3 5-149-15,0-5-31 0</inkml:trace>
  <inkml:trace contextRef="#ctx0" brushRef="#br0" timeOffset="212073.956">15097 3495 1337 0,'-18'-2'28'0,"9"2"6"0,3 0-34 0,0 0 0 0,0 0 0 0,-3 0 0 15,3 0 83-15,0 0 9 0,-3 0 3 0,3 0 0 16,0 0-15-16,1 2-2 0,-1-2-1 0,6 0 0 15,-6 0 6-15,6 0 1 0,-6 0 0 0,6 0 0 16,0 0-68-16,-6 6-16 0,6-6 0 0,0 0 0 16,0 0 31-16,0 0 2 0,0 0 1 0,-3 8 0 15,3-8-14-15,0 0-2 0,0 2-1 0,0 1 0 16,3 2-3-16,0-2-1 0,0 5 0 0,3-8 0 16,0 2-13-16,0 4 0 0,2-6 0 0,4 2 0 15,-3-2 54-15,3 6 8 0,3-6 2 0,-3 0 0 16,6 2-52-16,-3-2-12 0,0 3 0 0,-1 0 0 15,1-1 13-15,0 1 0 0,0 0 0 0,-3 2 0 16,0-3-13-16,-3 4 9 0,0-6-9 0,0 8 8 16,0-8-20-16,-3 2-4 0,3 1 0 0,-3 2-1 15,-1-2 37-15,-2 0 8 0,0 2 2 0,0-3 0 16,0 4-18-16,-3-6-3 0,0 5-1 0,0 0 0 16,0-5 1-16,-3 6 0 0,0-1 0 0,0 3 0 15,-3 0-1-15,1-6-8 0,-1 1 12 0,0 5-4 16,0 0-8-16,-3-5 10 0,0 2-10 0,0 3 10 15,0-3-10-15,0 3 8 0,-3 0-8 0,3 0 8 16,-3 0-8-16,3-5 0 0,0 5 0 0,0-3 0 16,4 0 0-16,-1 3 0 0,3-5-14 0,0-1 5 15,3-2-117-15,0 0-23 0,0 0-5 0</inkml:trace>
  <inkml:trace contextRef="#ctx0" brushRef="#br0" timeOffset="213055.119">13347 4173 1896 0,'0'0'40'0,"0"0"8"0,0 0-39 0,-3-8-9 0,3 8 0 0,0-5 0 15,-3-1 89-15,3 6 16 0,0-5 3 0,0 5 1 16,0-5-37-16,0 5-7 0,0 0-1 0,0 0-1 16,0 0-19-16,0 0-4 0,0 0-1 0,0 0 0 15,0 0-18-15,0 0-3 0,0 0-1 0,-3 10 0 16,3 1-6-16,0-1-2 0,0 4 0 0,3 1 0 15,-3-1-9-15,0 2 0 0,3-1 0 0,0 1 0 16,0 0 0-16,0-3 0 0,-1 1 0 0,1-1 0 16,3-3 0-16,-3 1 0 0,3-3 0 0,0-3 0 15,0 1 0-15,0-1 0 0,0 0 0 0,0-2 0 16,0 2 0-16,0-5 0 0,3 0 0 0,-3 0 0 16,0 0 0-16,0-5 0 0,0 5 0 0,-3-5 0 15,3 2 0-15,0-2 0 0,-3-1 0 0,0 1 0 16,3-3 0-16,-3-3 8 0,-3 1-8 0,2-3 8 15,-2-1 4-15,3 1 0 0,-3-3 0 0,0-2 0 16,0 2 7-16,0-3 1 0,0 1 1 0,0 2 0 0,-3 3-5 16,3-3-2-16,0 3 0 0,0-3 0 0,0 8-6 0,0-3 0 15,0 3-8-15,0 3 12 16,0 0-12-16,3 2 0 0,-3-2 8 0,0 5-8 0,0 0 0 16,0 0 0-16,0 0 0 0,0 0 0 0,6 2 0 15,-3 1 0-15,3 2 0 0,0 3 0 16,0 6 0-16,0-6 0 0,0 5-8 0,0 0 8 0,0 0 0 15,3 0 0-15,-3 3 0 0,3-2 0 0,0-1-10 0,-3-3 10 0,3 4-8 16,0-1 8-16,0-8 0 0,-1 0-10 0,1 1 10 16,0-1 0-16,0-2 0 0,-3-3 19 0,3 0-3 0,-3 0 0 15,0-6-16-15,0 4 0 0,0-4 0 0,0-2 0 16,-3 1 0-16,3-1 0 0,-3-3 0 0,0 0 0 16,0 1 0-16,-3-3 0 0,3-1 0 0,0 4 0 15,0-6 33-15,-3 5 3 0,3 1 1 0,0-6 0 16,-3 5-8-16,3 1-1 0,-3 2-1 0,3 0 0 15,-3 3-27-15,3-3 0 0,-3 2 0 0,3 1 0 16,0 0-46-16,-3 5-14 0,3-6-4 0,0 4 0 16,-1-1-102-16,1 3-21 0,3-2-4 0</inkml:trace>
  <inkml:trace contextRef="#ctx0" brushRef="#br0" timeOffset="213316.475">13900 4019 1824 0,'0'0'38'0,"0"0"8"16,0-2-37-16,3-4-9 0,0 1 0 0,0 2 0 0,3-2 104 15,0 2 20-15,0-4 3 0,3 7 1 0,0-8-52 0,-3 2-9 0,3 1-3 16,0 2 0-16,3-2 0 0,-4 2 0 0,1-5 0 0,0 3 0 16,0 0-51-16,0 0-13 0,3-1 0 0,-3 1 0 15,-3 2 0-15,3-5 0 0,0 3 0 0,-3 0 0 16,3 2 0-16,-3-2 0 0,0 2 0 0,0 3 0 15,-3-5 0-15,3 2 0 0,-3 3 0 0,2 0 0 16,-2 0-100-16,-3 0-22 16,3 0-5-16,-3 0-1 0,0 0-90 0,0 0-18 15</inkml:trace>
  <inkml:trace contextRef="#ctx0" brushRef="#br0" timeOffset="213551.722">13995 4043 1337 0,'0'0'28'0,"0"0"6"16,0 0-34-16,0 0 0 0,0 0 0 0,0 0 0 16,0 0 108-16,0 0 16 0,0 0 2 0,0 0 1 15,0 0-50-15,0 0-9 0,0 0-3 0,3 3 0 16,3-1-1-16,-3-2 0 0,3 0 0 0,0-2 0 16,3 2 0-16,-3 0-1 0,0-3 0 0,0 0 0 15,3 1-50-15,-3 2-13 0,3-3 0 0,-3 3 0 16,0-2 56-16,3 2 7 0,-3-6 1 0,0 4 0 15,3 2-52-15,-4-8-12 0,1 5 0 0,3-2 0 16,-3 2 0-16,3-2 0 0,0-1 0 0,0 1 0 16,0-3-67-16,0 3-13 0,0-3-2 0</inkml:trace>
  <inkml:trace contextRef="#ctx0" brushRef="#br0" timeOffset="213985.479">14394 3689 2032 0,'0'0'42'0,"0"0"10"0,0 0-41 15,0 0-11-15,0 0 0 0,0 0 0 0,0 0 112 0,-6 0 20 0,6 0 4 0,0 0 0 16,-6 0-57-16,6 0-12 0,-3 5-3 0,-3 0 0 16,4 3-51-16,-1 0-13 0,0 0 0 0,0 0 0 15,0 5 0-15,0-2 0 0,3-1 0 0,-3 6 0 16,3-3 0-16,0 3 0 0,0 0 0 0,0 0 0 15,0 0 0-15,3-3 0 0,0 0 0 0,0-2 0 16,0 2 0-16,0 0 0 0,0-5 0 0,2-2 0 16,1 2 24-16,0-1 3 0,0-4 0 0,3 2 0 15,-3-2-43-15,0-3-9 16,3 5-2-16,-3-5 0 0,3 0 27 0,-3 0 0 0,3-5 0 0,0 2 0 16,-3 3 24-16,0-8 11 0,3 3 1 0,-3 0 1 15,0-3-28-15,-1 0-9 0,-2 0 0 0,3-3 0 16,-3 1 23-16,3-1-3 0,-3-5 0 0,0 3 0 15,0-3-12-15,0 3-8 0,0-8 10 0,0 5-10 16,-3-2 44-16,0 2 2 0,3 0 1 0,-3 3 0 16,0 2-24-16,-3-5-5 0,3 6-1 0,-3 2 0 15,3 0-17-15,-3 0 0 0,0 2 0 0,-3 1 0 16,3 0 0-16,-3 5 0 0,0-5 0 0,0 5 0 0,-2 0-12 16,-1 0-4-16,-3 5 0 0,0-3 0 15,-6 4-127-15,0-1-25 0,-3 6-6 0</inkml:trace>
  <inkml:trace contextRef="#ctx0" brushRef="#br0" timeOffset="-210244.282">11706 7004 1241 0,'0'0'25'0,"0"-5"8"0,0 5-33 0,0-6 0 0,0 1 0 0,0 0 0 15,0 5 78-15,0-6 9 0,0 6 1 0,0-2 1 16,0 2 31-16,0 0 7 0,0-5 1 0,0 5 0 16,0 0-64-16,0 0-12 0,0 0-2 0,0 0-1 15,0 0 24-15,0 0 5 0,0 0 1 0,0 0 0 16,0 0-45-16,0 0-9 0,0 0-1 0,0 0-1 15,0 0 10-15,0 0 3 0,0 0 0 0,0 0 0 16,0 0-25-16,0 0-11 0,0 0 10 0,3 5-10 16,-3 3 31-16,0-3 0 0,3 0 0 0,-3 1 0 15,0 2 1-15,3 0 1 0,0-3 0 0,-3 3 0 16,0 0-33-16,3-3 0 0,-3 3 0 0,0 3 0 16,0-4 0-16,3 4 0 0,-3-3 0 0,0 5 0 15,3-2 0-15,-3-1 0 0,0 1 0 0,0 0 0 16,3-1 0-16,-3 3 0 0,3-2 0 0,-3 0 0 15,0-1 0-15,3 3 0 0,-3-2 0 0,0 0 0 0,0-1 0 16,3 3 0-16,-3-2 0 0,0 2 0 16,0-2 0-16,0-1 0 0,0 1 0 0,0 2 0 15,0 0 0-15,-3 3 0 0,3 0 0 0,0 0 0 16,0 3 0-16,-3-1 0 0,3 1 0 0,0 2 0 0,0 0 0 16,0-3 0-16,0 4 0 0,0-4 0 0,0 1 0 0,3-4 0 15,-3 4 0-15,0-3 0 0,0 0 0 0,0 2-14 0,0 1 1 0,0-1 0 16,-3 1 13-16,3-1 0 0,0 1 0 0,-3 2 10 15,3 3-1-15,-3-3 0 0,0 6 0 0,3-1 0 16,-3 0-9-16,3-2-16 0,0 3 4 0,-3-3 1 16,3-1 11-16,0-2 0 0,-3 1 0 0,3 1 0 15,0-4 0-15,-3 2 0 0,3 0 0 16,-3 1 0-16,3 4 0 0,-3-2 12 16,3 2-2-16,-3 1-1 0,0 2-9 0,3-3 0 15,0 3 0-15,-2 0 8 0,-1-5-8 0,0 0 0 0,3 0 0 0,-3 0 0 16,0-3 0-16,3 0 8 0,-3 0-8 0,3 0 8 15,-3 3-8-15,0-3 0 0,3 3 9 0,-3 5-9 16,3-5 0-16,-3 3 0 0,3-4 0 0,0 4 0 16,0-3 0-16,0-3 0 0,0 0 0 0,0-2 8 15,-3-1-8-15,3-2 0 0,0-3 8 0,0 0-8 16,0 1 0-16,0-1 8 0,0-3-8 0,0 1 0 16,0-3 0-16,0 0 0 0,0 0 0 0,0 0 0 15,0-3 0-15,0-5-16 0,0 5 2 0,0-5 1 16,0 0 13-16,0 0 0 0,0 0 0 0</inkml:trace>
  <inkml:trace contextRef="#ctx0" brushRef="#br0" timeOffset="-209458.054">11388 8880 1409 0,'0'0'60'0,"0"0"-48"16,0 0 128-16,0 0 27 0,0 0 5 0,0 0 0 31,0 0-86-31,0 0-18 0,0 0-3 0,0 0-1 0,0 0 52 0,0 0 9 0,0 0 3 0,0 0 0 16,3 0-107-16,6 3-21 0,-3 2 0 0,0-2 0 15,3 2 0-15,-3 0 0 0,3 3 0 0,-1 0 8 16,1 0-8-16,0 0 0 0,3 0 0 0,0 2 0 15,3 1 0-15,0-3 0 0,0 3 0 0,0-1 0 16,3-2-16-16,-4 3 0 0,4-3 1 0,-3 0 0 16,0-3 15-16,0 0 0 0,0 0-10 0,-3-2 10 15,0-3 12-15,-3 0 6 0,2-3 2 0,1-2 0 16,0 0-20-16,-3-3 0 0,3 0 0 0,0 0 0 16,0 0 55-16,3 0 7 0,-3 0 2 0,3-2 0 15,-3 2-52-15,-1-3-12 0,4 3 0 0,-3-2 0 16,3-1 0-16,-3 3 0 0,0-3 0 0,3 1 0 15,-3 2-9-15,0-3-2 0,0 1 0 0,-4 2 0 16,1 0-93-16,0 0-20 0,0 3-3 0</inkml:trace>
  <inkml:trace contextRef="#ctx0" brushRef="#br0" timeOffset="-208091.945">12471 9438 1454 0,'-6'-13'30'0,"6"13"8"0,-3-5-30 15,1-1-8-15,-1 4 0 0,-3-3 0 0,3-1 96 0,-3 1 19 0,0 0 3 16,-3-1 1-16,3 1-39 0,-3 0-7 0,3-1-1 0,-6 4-1 16,3-3-14-16,0 2-2 15,0-2-1-15,0 2 0 0,-3-2-8 0,1-1-2 0,-1 1 0 0,0 2 0 16,0-2-7-16,0 2-1 0,0-2-1 0,0 3 0 15,0-4-4-15,-3 4-1 0,3-4 0 16,-3 1 0-16,1 0-30 0,2-1 0 0,-3 1 0 16,-3-3 0-16,3 6 0 0,-3-4 0 15,3 1 0-15,-3 0 0 16,1-1 32-16,-4 4 1 0,-3-1 0 0,0 0 0 0,0 1-20 0,-2-3-4 0,2 2-1 16,-3-2 0-16,3 2 12 0,0 0 3 0,1 1 0 0,2-1 0 15,0 0-23-15,3 1 0 0,0-1 0 0,0 0 0 16,3 3 0-16,0 0-12 0,-2 0 2 0,2 3 0 15,-3 0 10-15,-3-1 0 0,3 4 0 0,-3-1 0 16,-2 0 0-16,2 1 0 0,-3-1 0 0,0 0 0 16,0 0 0-16,0 1 0 0,4 2 0 0,-4-3 0 15,3 3 11-15,0 0-3 0,3 0 0 0,-3 0 0 16,1 0-8-16,-1 2 0 0,-3-2-12 0,-3 3 12 16,0 2 0-16,-2 0 0 0,-4 0 0 0,0 3 0 15,3 3 0-15,1 2 0 0,-1 3 0 0,3 0 12 16,3-3-12-16,0 3 0 0,4-1 0 0,-4 1 0 15,3-3 0-15,0 3 0 0,-3-5-12 0,0 2 12 16,4-3 0-16,-4 1 0 0,3-1 0 0,-3 1 0 16,6 2-9-16,0 3 9 0,1-3 0 0,2 8 0 15,3-2 0-15,0 2-8 0,3-3 8 0,3 6 0 16,-3-6 0-16,6-2 11 0,-3 0-2 0,3 0 0 16,0-3-9-16,3 0 0 0,0-2 0 0,0 2 0 15,3 0-8-15,-3 3-4 0,3 0-1 0,0 2 0 16,3 1 13-16,0 2 0 0,3 3 0 0,0-3 0 0,0-3 0 0,0 1 0 15,3-4 0-15,0-1-9 0,-1-1 9 0,4-3 0 0,0-2 0 0,3 3 0 16,0-4 0-16,-3 1 0 0,6 0 0 0,-3 0-8 16,-4 0 8-16,4 3 0 0,0-4-9 0,0 4 9 15,0-3 0-15,3 2 0 0,2-2 0 16,1 3 0-16,3-6 0 0,3 3-12 0,3-3 4 0,-1 3 8 16,1-5-11-16,0-1 11 0,0-2-8 15,2 0 8-15,-2 0-32 0,0-3-2 16,0-2 0-16,2 2 0 0,1-5 51 0,3 0 11 0,2 0 1 0,4-5 1 15,-6 2-30-15,-1-2 0 0,-2 0 0 16,6-1 0-16,-4-2 0 0,1 0 0 0,3 3 0 0,2-3 0 16,-2 0 0-16,3-2 0 0,-4 2 0 0,4-3 0 31,-6 1-18-31,-3-1-10 0,-4-2-1 0,7 0-1 0,-3 2 49 0,-1-2 9 0,4-1 3 16,0 4 0-16,-3-3-19 0,-1 2-4 0,-5 1-8 0,0-1 12 15,-3-2 4-15,-4-1 1 0,-2 4 0 0,0-3 0 16,0-1-6-16,0 1-2 0,-3-3 0 0,-1-2 0 15,4-3-9-15,0-3 0 0,0-5 0 0,0-3 0 16,0 0 40-16,-4 0 7 0,4 1 1 0,-3-1 0 16,0 3-29-16,-3 5-6 0,3-2-1 0,-6 2 0 15,3 0-2-15,-4 3-1 0,-2 0 0 0,0-3 0 16,-3 0 0-16,0 0 0 0,0-2 0 0,0 2 0 16,-3-3 0-16,0 1 0 0,0 2 0 0,0 0 0 0,-3 1 1 15,3 4 0-15,-3 0 0 0,0 1 0 0,0-1-10 0,0 1 12 0,-3 2-12 16,3-2 12-16,-3-1-12 15,3 0 0-15,-3 1 0 0,-3-1 8 0,3 1-8 0,-3-1 0 16,0-2 0-16,0 0 8 0,-3 3-8 0,0-1 0 0,1-2 0 0,-4 2 0 16,-3 1 0-16,0 2 8 0,0 3-8 0,-3-1 0 15,0 1 0-15,-3 3 0 0,4-1 8 0,-4 3-8 16,3 3 16-16,0 0 0 16,-3-1 1-16,3 4 0 0,3-4-17 0,-2 4 0 0,2-4 0 0,-3 4 0 15,0 2-26-15,0-3-9 0,0 3-1 16,0-3-1-16,-5 3-2 0,-1 0 0 0,0 0 0 15,-3 0 0-15,0 3-103 0,-2 0-21 0,2-3-4 0</inkml:trace>
  <inkml:trace contextRef="#ctx0" brushRef="#br0" timeOffset="-207545.515">11123 9846 1690 0,'-9'-3'35'0,"9"3"9"0,0 0-36 0,0 0-8 0,0 0 0 0,0 0 0 16,0 0 108-16,0 0 19 0,0 0 4 0,0 0 1 16,0 0-32-16,0 0-5 0,0 0-2 0,0 0 0 15,-3 5-33-15,3 6-6 0,-3-3-2 0,3 5 0 16,0 0-30-16,0 3-6 0,0 3-2 0,0 2 0 16,0-3-14-16,0 4 0 0,0-1 0 0,0 0 0 15,0-2 0-15,0 2 0 0,0-3 0 0,0 1 0 16,-3-1 0-16,3 1 0 0,-3-1 0 0,0 1 0 15,3 2 0-15,-3 0 0 0,0 0 0 0,0 0 0 16,0 1-58-16,0-4-5 0,0 3-1 0,0-5 0 16,3 0-145-16,0-3-30 0</inkml:trace>
  <inkml:trace contextRef="#ctx0" brushRef="#br0" timeOffset="-207293.33">11141 9965 1824 0,'-3'-13'38'0,"0"-1"8"0,0 4-37 0,0-1-9 0,0 1 0 0,3-1 0 15,-3 3 104-15,3-2 20 0,-3 2 3 0,3 0 1 16,0 2-52-16,0 1-9 0,0 0-3 0,-3-1 0 16,6 4 0-16,0-1 0 0,0 1 0 0,3-4 0 15,0 4-51-15,3-1-13 0,0 0 0 0,3 1 0 16,0-1 0-16,2 0 0 0,1 1 0 0,-3-1 0 15,3 0 0-15,0 1 0 0,0-1 0 0,0 0 0 16,-3 1 0-16,3-1 0 0,-1 1 0 0,1-1 0 16,-3 0-100-16,3 1-22 15,-3 2-5-15</inkml:trace>
  <inkml:trace contextRef="#ctx0" brushRef="#br0" timeOffset="-207053.679">11123 10147 1824 0,'0'0'38'0,"0"0"8"16,6 0-37-16,0-2-9 0,0 2 0 0,0-3 0 0,3 3 104 0,0-5 20 0,3 2 3 0,-3 1 1 31,2-1-52-31,-2 0-9 0,6 1-3 0,-6-1 0 15,3-2 0-15,-3 2 0 0,3 3 0 0,-3-3 0 0,0 1-52 0,0-1-12 16,0 3 0-16,-3-3 0 0,3 1 0 0,-4 2 0 0,1-3 0 0,0 3 0 31,0 0-48-31,0-3-12 0,-3 3-4 0</inkml:trace>
  <inkml:trace contextRef="#ctx0" brushRef="#br0" timeOffset="-206769.485">11159 10407 1789 0,'-9'8'37'0,"9"-8"9"0,0 0-37 0,0 0-9 0,0 0 0 0,0 0 0 16,0 0 112-16,0 0 20 0,0 0 4 0,0 0 0 16,6 0-57-16,-3 2-12 0,3-2-3 0,0 3 0 15,0-3 0-15,0 0 0 0,0 0 0 0,2-3 0 16,-2 3-51-16,3 0-13 0,-3-2 0 0,0 2 0 15,3 0 54-15,0-3 8 0,-3 3 2 0,3-3 0 16,0 3-52-16,-3-2-12 0,6 2 0 0,-3-3 0 16,0 0 0-16,3 3 0 0,-4-2 0 0,4-1 0 15,3 0 0-15,0-2 0 0,0 0 0 0,3 0 0 16,0-3 0-16,3 0 0 0,-1-3 0 0,1 1 0 16,3-1-202-16,-3 0-43 15</inkml:trace>
  <inkml:trace contextRef="#ctx0" brushRef="#br0" timeOffset="-206076.772">11715 9930 1824 0,'0'0'38'0,"0"0"8"0,0 0-37 0,0 0-9 0,0 0 0 0,0 0 0 15,-3-5 156-15,3 5 28 0,-3-5 7 0,3 5 1 16,-3-5-103-16,0-1-20 0,3 6-4 0,0-5-1 16,0 5-18-16,0-3-4 0,0 3-1 0,0-5 0 15,0 5-26-15,0-3-6 0,0 3-1 0,0-5 0 16,0 5-8-16,0 0 8 0,0 0-8 0,0 0 8 15,0 0-18-15,0 0-4 0,0 0-1 0,6 0 0 16,-6 0-121-16,3 3-24 0,-3-3-4 0</inkml:trace>
  <inkml:trace contextRef="#ctx0" brushRef="#br0" timeOffset="-205882.351">11736 10184 2363 0,'0'0'49'0,"0"0"11"0,0 0-48 16,0 0-12-16,0 0 0 0,0 0 0 15,0 0 108-15,0 0 18 0,0 0 4 0,0 0 1 0,0 0-71 0,0 0-15 0,0 0-2 0,0 0-1 16,0 0-33-16,0 0-9 0,0 0 0 0,0 0 0 31,0 0-72-31,0 0-20 0,0 0-3 0</inkml:trace>
  <inkml:trace contextRef="#ctx0" brushRef="#br0" timeOffset="-205356.786">10995 10399 1094 0,'0'0'46'0,"0"0"-37"16,0 0 95-16,0 0 20 0,0 0 3 0,0 0 1 15,0 0-30-15,0 0-6 0,0 0 0 0,0 0-1 16,3 5-43-16,0 0-9 0,-3 3-2 0,0-2 0 16,0 2-29-16,0-1-8 0,0 1 0 0,0 0 0 15,-3 0 20-15,3 0 2 0,0 0 1 0,0 0 0 16,0 0-51-16,0-3-11 0,0-5-1 0</inkml:trace>
  <inkml:trace contextRef="#ctx0" brushRef="#br0" timeOffset="-204491.643">11924 7800 1869 0,'0'0'39'0,"0"0"9"16,3-2-39-16,-3 2-9 0,3-6 0 0,-3 6 0 15,0 0 104-15,0 0 20 0,0 0 3 0,0 0 1 16,0 0-45-16,0 8-9 0,0 0-2 0,-3 3 0 15,3 5-39-15,-3 2-8 0,0 3-1 0,0 1-1 16,0 1-23-16,0-1 9 0,-3-1-9 0,3 3 0 16,0-6 0-16,0 1 0 0,0-3 0 0,0-1 0 0,0 1 0 15,3-2-14-15,0-4 4 0,3 1 1 16,-3-3 9-16,3-3-13 0,3 3 5 0,-3-5 8 16,3-1-12-16,0 1 12 0,0-1-10 0,0-2 10 0,0 0 0 15,3 0-9-15,-3-2 9 0,-1-1 0 0,1 1-22 16,3-4 1-16,-3 1 0 0,0 0 0 0,0-1 45 15,3-2 8-15,-3 0 3 0,0 1 0 0,0-1-10 0,0 0-1 0,-3 0-1 16,3 0 0-16,-3 0 0 0,0 3 0 0,0-3 0 0,0 2 0 16,-3 6-9-16,0 0-2 0,0 0 0 0,0 0 0 15,0 0-12-15,0 0 0 0,0 6 8 0,0-1-8 16,3 3 0-16,-3 0 0 0,3 2 0 0,0-2 0 16,-3 3 0-16,3-1-10 0,3-2 2 0,-3 3 0 15,0-3-12-15,3 0-3 0,0-3 0 0,-1 0 0 16,-2 1 23-16,3-4 0 0,-3 1 0 0,3 0 0 15,-3-3 0-15,3-3 0 0,0 0 0 0,-3 3 0 16,3-2 0-16,-3-4 0 0,3 4 0 0,-3-3 0 16,3-1 47-16,-3 1 13 0,0-3 4 0,0 0 0 15,0 0-52-15,0 0-12 0,3-2 0 0,-3-1 0 16,0-2 35-16,3 0 4 0,-3-1 1 0,0-2 0 16,3 1-13-16,0-4-3 0,0-2 0 0,3 0 0 15,-1 0-70-15,1 2-14 0,0 0-4 0,0 1 0 16,3 5-37-16,-3 2-8 0,3 1-2 0</inkml:trace>
  <inkml:trace contextRef="#ctx0" brushRef="#br0" timeOffset="-204286.919">12388 7962 1767 0,'6'-3'74'15,"0"1"-59"-15,3-1 93 0,-3-2 20 0,3-1 3 0,3 1 1 16,-3-3-49-16,3 3-10 0,-4-1-1 0,4-1-1 15,-3 1-26-15,0-2-5 0,3 3 0 0,-3 0-1 16,0-1-8-16,3-2-2 0,-3 3 0 0,3 0 0 16,-3 0-29-16,0-1 0 0,0 1 0 15,-1 2 0 1,1 1-148-16,-3 2-35 0,0 0-7 0</inkml:trace>
  <inkml:trace contextRef="#ctx0" brushRef="#br0" timeOffset="-204082.447">12465 8089 1621 0,'-5'2'33'0,"5"-2"10"16,0 0-35-16,0 0-8 0,0 0 0 0,0 0 0 15,2 3 90-15,4-3 16 0,0 0 3 0,0 0 1 16,0-3-24-16,3 1-5 0,-3-3-1 0,3 2 0 16,0-2-20-16,0 2-5 0,0-2-1 0,3 2 0 15,-3-2 9-15,0-1 1 0,3 1 1 0,-3 2 0 16,2-2-52-16,-2 0-13 0,3 0 0 0,-3-1 0 15,3 1 0-15,3-3-15 0,-3 0 3 0,0 0 1 16,3 0-89-16,0-2-17 0,-4-4-4 0</inkml:trace>
  <inkml:trace contextRef="#ctx0" brushRef="#br0" timeOffset="-203785.053">12942 7652 1968 0,'0'0'41'0,"0"0"9"0,0 0-40 0,-3-5-10 0,3 5 0 0,0 0 0 16,0 0 114-16,0 0 21 0,0 0 4 0,0 0 1 15,0 0-52-15,0 0-11 0,0 0-1 0,0 0-1 16,0 0-31-16,0 0-7 0,-3 8-1 0,0-3 0 16,0 3-11-16,0 0-2 0,3 0-1 0,-3 3 0 15,3-1-9-15,-3 1-1 0,3 2-1 0,-3 0 0 16,3 3-2-16,-3 3 0 0,0-1 0 0,3 3 0 15,-3 3-9-15,3-3 8 0,-3 3-8 0,3 3 8 16,0-9-8-16,-3 3 0 0,3 0 0 0,-3-2 8 16,3-3-8-16,-3 0 0 0,3-6 0 0,0 6 8 15,-3-5-8-15,3-1-12 0,-3 1 2 0,3-3 1 16,-3 0-175-16,3 0-36 0</inkml:trace>
  <inkml:trace contextRef="#ctx0" brushRef="#br0" timeOffset="-201083.121">12135 9751 1824 0,'3'-6'84'0,"-3"1"-75"0,0 5-9 0,0 0 0 0,0 0 0 16,0 0 102-16,0 0 18 0,0 0 4 0,0 0 1 15,0 0-53-15,0 0-12 0,0 0-1 0,0 0-1 16,0 0-31-16,-3 5-7 0,3 1 0 0,0 1-1 15,-3 1-19-15,3 3-12 0,0-3 1 0,0 2 1 16,0 4 10-16,0-1 0 0,0 0 0 0,0 3 0 16,0 0 0-16,0 0 0 0,0 0 0 0,0 2 0 15,0-2 0-15,3 0 0 0,-3 0 0 0,0 0 0 16,0-3 0-16,0 0 0 0,0 3 0 0,0-5 0 16,0-1 14-16,0 1 5 0,0-1 1 0,0 1 0 15,-3-3-32-15,3 0-7 0,0 0-1 0,0-3 0 16,-3 3 20-16,3-5 0 0,0-3 0 0,0 8 0 15,0-3 0-15,0-5 0 0,0 0 0 0,0 0 0 16,0 5-157-16,0-5-28 0,0 0-6 0</inkml:trace>
  <inkml:trace contextRef="#ctx0" brushRef="#br0" timeOffset="-181264.913">12364 10610 1571 0,'0'0'44'0,"0"0"11"0,0 0-44 0,0 0-11 0,0 0 0 0,0 0 0 16,0 0 62-16,0 0 10 0,0 0 3 0,0 0 0 16,0 0-22-16,3 6-4 0,3-1-1 0,-3 0 0 15,3 3 2-15,3 0 0 0,-3 0 0 0,3 5 0 16,3 1-22-16,-3 1-4 0,6 1 0 0,-3 3-1 15,-1-1-11-15,1 1-1 0,0 5-1 0,3-3 0 16,-3 0-23-16,3 0-5 0,0 0-1 0,3 1 0 16,-3-1 19-16,-1-3 0 0,4 1 0 0,0 5 0 15,-3-3 18-15,0 5 7 0,0 3 2 0,-3 3 0 16,0 0-19-16,0 0-8 0,-4 5 8 0,1-3-8 16,-3-2 0-16,3-3 0 0,-3 0 0 0,-3-3 0 15,0 1 0-15,0-3-9 0,0 2 0 0,-3 3 0 16,0 3 1-16,0 0 0 0,-3 2 0 0,3 1 0 15,-3-6 8-15,3 0-10 0,-3-3 10 0,0-2-10 16,0 0 10-16,0-3 0 0,0-2 0 0,-3 2-8 16,3-5-2-16,-3 2 0 0,0 1 0 0,-2-1 0 15,2 1 1-15,-3-3 0 0,3 5 0 16,-3-3 0-16,0 3 9 0,0-2 0 0,3-1-9 0,-6 1 9 0,3-3 0 0,0 0 0 16,0 0 10-16,0-3-10 0,0 0 0 0,0 0 0 15,1-5 0-15,-1 3 0 0,0-3 12 0,0 0-12 16,3 0 12-16,-6-3-12 0,3 0 13 0,0 1-4 0,3 1-1 0,-6-4 0 15,0 0-8-15,0-1 8 0,-3 1-8 16,1 0 8-16,-4-1-8 0,0-2 0 0,0 0 9 0,-3 0-9 16,0 0 0-1,1-2 8-15,-1-1-8 0,0 0 0 0,3 1 0 16,-3-1-18-16,3-2 3 0,0 2 1 0,1-2 14 0,2-3 0 0,3 3 0 0,-3-1 0 16,3 1 0-16,0-3 0 0,0-2 0 0,0-1 0 15,0 0 14-15,0 1 6 0,1-1 0 0,-1-2 1 16,0 0-21-16,0-3 9 0,0 0-9 0,0-3 0 15,3 4 11-15,0-4-11 0,-3 1 10 0,3 2-10 16,-3 0 12-16,3 0-3 0,-2 0-1 0,-1 0 0 16,0 3-8-16,0-3 10 0,0 3-10 0,0 0 10 15,0-3 0-15,0 3 0 0,0-1 0 0,0-2 0 16,1 3 2-16,2-3 0 0,-3-2 0 0,0-1 0 16,3 3-12-16,0-5 0 0,0 3 0 0,3-1 0 15,-3-2 0-15,3 2 0 0,0-2 0 0,0 0 0 16,0 3 25-16,0-1 3 0,0 3 1 0,0-2 0 15,0-1-14-15,1 1-3 0,2-3-1 0,-3-1 0 16,3 1-3-16,-3 0-8 0,0-5 12 0,3 2-4 0,-3 0-8 16,3-3 0-16,-3-2 0 0,3 6 8 15,0-1-8-15,0 0 0 0,0 3 0 0,3 2 0 16,-3 3 0-16,3 3 0 0,0 0 0 0,0 0 0 0,0 2 0 16,0 0 0-16,0 1 0 0,0-1 0 0,0 3 0 15,0-2 0-15,0-1 0 0,0 3 0 16,0 0 0-16,0-2 0 0,0 2 0 0,0-3 0 0,0 3 0 0,0 0 0 0,3 0 0 15,-3 0 0-15,0 1 0 0,0-1 0 0,0 2 0 16,0-2 0-16,0 3 0 0,0 0 0 0,0-1 0 0,0 6 0 16,-3-2 0-16,3 2 0 0,0 0 0 0,0 0 0 15,0 0 14-15,0 0 1 0,0 0 0 0,0 0 0 16,0 0-23-16,0 0-5 0,0 0-1 0,-6 0 0 16,3 2 14-16,-3 1 0 0,0 0 0 0,0 2 0 15,3 0 0-15,-3 3 0 0,0 0 0 0,0 0 0 16,0 0 0-16,-3 3 0 0,1-1 0 0,-1 4 0 15,0-7 0-15,-3 7-11 0,0-4 2 0,0 3 0 16,0-2-4-16,0 2-1 0,0-2 0 0,0 2 0 16,0-2 2-16,3 2 1 0,1-2 0 0,-4 2 0 15,6-3-5-15,-3 1-2 0,3 0 0 0,0-1 0 16,-3 1 18-16,6-6 0 0,-3 0 0 0,3 1 0 16,3-6 0-16,0 0 0 0,0 0 0 0,0 0 0 15,0 0-8-15,-3-6 8 0,3 1-12 0,3-6 12 16,-3 3-14-16,3-5 4 0,3 0 1 0,0 0 0 15,-3 0 9-15,6-1-8 0,-3 1 8 0,3 2-8 16,3-2 8-16,-3 0 0 0,2 2-9 0,1-2 9 16,0 3 0-16,0-1 0 0,0 0 0 0,0 1 0 15,0-1 0-15,0 1 13 0,0-1-3 0,-3 3-1 0,0 0 4 16,2 0 1-16,-2 3 0 0,3-3 0 0,-3 3 3 0,0 2 1 16,0 0 0-16,-3 1 0 0,3-1-2 0,-3 3-1 15,0 0 0-15,0 0 0 0,0 0 0 0,-3 3 0 0,0-3 0 16,3 5 0-16,-3-2-6 0,0 5-1 0,0-3 0 0,0 3 0 15,-3 0-8-15,3 0 12 0,0 2-12 0,-3 1 12 16,3 0-12-16,0-1 0 0,2 1 0 0,-2-1 0 16,0 4 0-16,0-4 0 0,0-2 0 15,0 5 0-15,0-2 0 0,0-1 0 0,0 1 0 16,0 0 0-16,0 2 0 0,3-3 0 0,-3 4-10 0,3-4 10 16,3 4-104-1,-3-1-16-15,3-3-2 0</inkml:trace>
  <inkml:trace contextRef="#ctx0" brushRef="#br0" timeOffset="-180384.302">12963 12119 1607 0,'-6'-3'68'0,"0"0"-55"16,3 3 71-16,-3-2 15 0,3-1 2 0,3 3 1 15,0 0-15-15,-3 0-3 0,3 0-1 0,0 0 0 16,0 0-15-16,-6 5-4 0,6-5 0 0,-3 3 0 16,0 2-51-16,0 3-13 0,0-2 0 0,3 4 0 15,0-2 0-15,0 5 0 0,0-2 0 0,0 2 0 16,0 0 0-16,0 1 0 0,0-1 0 0,3 3 0 15,-3 0 0-15,0-1 0 0,3 1 0 0,0 0 0 16,0-3 0-16,0 1 0 0,0-1 0 0,3-3 0 16,-3-2 0-16,3 0 0 0,0 0 0 0,0-2 0 15,0-4-48-15,-1-2-13 0,1 0-3 0,0-2 0 16,0-4 52-16,3 1 12 0,-3-3 0 0,3-3 0 0,-3 4 0 0,0-7 0 16,3 4 0-16,-3-4 0 0,-3 4 20 15,3-3 8-15,-3 2 0 0,3 0 1 0,-3-2 4 0,-3 5 1 16,0 0 0-16,3 0 0 0,-6 1-1 0,3-1 0 0,0 2 0 0,0 4 0 15,0 2-17-15,0 0-3 0,0 0-1 16,0 0 0-16,0 0-12 0,0 0 0 0,0 0 8 16,0 0-8-16,6 5 0 0,3 0 0 15,-3 3-9-15,0 3 9 16,2-1-29-16,4-2 0 0,-3 3 0 0,3-1 0 16,0 4-19-16,0-4-3 0,0 1-1 0,3-3 0 15,-3 0 19-15,0 0 3 0,3 0 1 0,-4-3 0 0,-2-5 21 0,3 3 8 0,-3-6 0 0,0 0-9 16,-3-2 17-16,0 0 4 0,0-3 1 0,0 0 0 15,-3 0 23-15,3-3 5 0,-3 1 1 0,0-4 0 16,0 4-4-16,-3-1-1 0,3-2 0 0,-3 0 0 16,3 0-20-16,-3-1-4 0,0 1-1 0,0-3 0 15,3 0-12-15,-3 0 8 0,3-2-8 0,-3 2 0 16,3 0-22-16,0-2-10 0,0 2-3 0,0 0 0 16,0 3-125-16,0 2-26 0,3 1-5 0</inkml:trace>
  <inkml:trace contextRef="#ctx0" brushRef="#br0" timeOffset="-180167.831">13495 12119 1948 0,'0'0'40'0,"6"-3"11"0,0-2-41 0,0-1-10 0,0 1 0 0,3-3 0 15,0 3 92-15,0-3 16 0,3-3 3 0,0 1 1 16,-3 2-53-16,3-3-11 0,3 1-1 0,-4-1-1 15,-2 3-31-15,3-2-7 0,0 2 0 0,-3 0-8 16,0 5 0-16,0-2 0 0,-3-1 0 0,0 4 0 31,0 2-37-31,-3 0-15 0,3 2-2 0,-3 1-1 16,-3 2-173-16,3 1-34 0</inkml:trace>
  <inkml:trace contextRef="#ctx0" brushRef="#br0" timeOffset="-179952.882">13567 12230 1601 0,'0'0'45'0,"0"0"11"15,0 0-45-15,0 0-11 0,6-3 0 0,0 3 0 16,0-2 85-16,0-1 15 0,3 0 4 0,-3 3 0 16,2-2-25-16,1-4-5 0,-3 4-1 0,3 2 0 15,0-6-23-15,0 6-5 0,0-5-1 0,-3 2 0 16,3 1-19-16,-3-1-4 0,3 0-1 0,-3 1 0 15,3-3-20-15,-3 2 8 0,0-2-8 0,0-1 0 16,0-2-98-16,-1 3-24 0,4-3-5 0</inkml:trace>
  <inkml:trace contextRef="#ctx0" brushRef="#br0" timeOffset="-179672.612">13909 11873 1797 0,'0'-8'76'0,"0"0"-61"16,0 2 97-16,0 1 20 0,3 0 4 0,0 0 1 16,0-1-44-16,0 1-9 0,3 2-1 0,-3 1-1 15,0-1-30-15,-3 3-7 0,3 0-1 0,-3 0 0 16,6 0-16-16,-6 0-3 0,6 3-1 0,-3 2 0 16,0 0-8-16,0 3-3 0,0 3 0 0,0-1 0 15,0 4-13-15,0 4 9 0,-3 1-9 0,3 2 8 16,0 3-8-16,0-1 0 0,-3 1 0 0,3 3 8 15,-3-3 11-15,3-3 1 0,0-3 1 0,-3 3 0 16,2-5-33-16,-2 3-6 0,0-3-2 0,0 0 0 16,0-3 20-16,0 0 0 0,0 0 0 0,0-2 0 15,0-1-33-15,-2-2-3 0,2 0-1 16</inkml:trace>
  <inkml:trace contextRef="#ctx0" brushRef="#br0" timeOffset="-161635.971">16350 2596 828 0,'0'0'35'16,"0"0"-35"-1,0 0 87-15,0-3 10 0,0-5 3 0,0 3 0 16,0 2-4-16,0-5-1 0,0 3 0 0,0 0 0 0,0-3 5 0,3 5 2 0,-3-5 0 0,0-5 0 15,0 5-17-15,3 0-3 0,-3-5-1 0,3 5 0 16,-3-5-15-16,0 2-3 0,3-2-1 16,-3 0 0-16,0-1-13 15,0-1-2-15,0-1-1 0,0-8 0 0,0 3 0 16,0-8 0-16,0-3 0 0,0 3 0 16,3-6-18-16,-3-2-3 0,0 5-1 0,0-5 0 0,0 8-12 0,0 0-2 0,0 3-1 15,0 2 0-15,3 3-9 0,-3 0 10 16,0 2-10-16,3 1 10 0,-3-1-10 0,0 1 0 0,3-1 9 15,-3 6-9-15,0-3 0 0,3-3 0 0,-3 4 0 0,3 4 8 16,-3-2-8-16,3-1 0 0,0 4 8 0,-3-1-8 16,3 3 0-16,-3 0 0 0,3 0 0 0,-3 3 0 15,3 3 0-15,0-6 0 0,-3 8 0 0,3-6 0 16,0 4 0-16,0 2 0 0,-1 0 0 0,4 0-8 16,-6 0 8-16,3 0 0 0,3 0 0 0,0 2 0 15,0 4 0-15,0-6 0 0,3 2 0 0,0 4 0 16,0-4 0-16,0 3-12 0,3 1 12 0,0 2-12 15,0-8 12-15,3 2 0 0,-4 4 0 0,7-6 0 16,0 2 0-16,3-2 0 0,0 6 0 0,3-6-8 16,2 0 8-16,4 0 0 0,3 0 0 0,-3 0-8 15,2 0 8-15,-2 0 0 0,0 0 0 0,0 5-8 16,0-5 8-16,-4 0-10 0,1-5 10 0,3 5-10 16,0 0-22-16,2 0-5 0,-2 0-1 0,6 0 0 15,-6 0 38-15,-1 0 0 0,1 0 0 0,0 5 0 16,-6-5 0-16,0 0 0 0,-1 3 0 0,1 2 0 0,-3-5 0 0,3 0 0 15,0 2 0-15,-1-2 0 0,1 0 0 0,0 6 0 16,3-6 0-16,0 0 0 0,-4 0 0 16,4 0 0-16,-3 0 0 0,0 0 0 0,0 0 0 15,-3 2 15-15,-1-2-1 0,4 6 0 0,-3-6-22 0,-3 0-5 0,3 0-1 16,0 2 0-16,-1-2 14 0,4 0 0 0,0 6 0 0,3-6 0 16,0 0 0-16,2 5 0 0,-2-5 0 0,3 0 0 15,0 3 0-15,-1 2 0 0,-2-5 0 0,3 3 0 16,3-3 0-16,2 5 0 0,1-5 0 0,3 2 0 15,3-2 0-15,-1 0 15 0,4 6-3 0,0-6-1 16,-4 0-11-16,1 0 0 0,0 0 0 0,2 0 0 16,1 0 0-16,-1-6 0 0,7 6 0 0,0 0 0 15,-7 0 0-15,-2 0 0 0,0 0 8 0,2 0-8 16,-2 0 0-16,3 0 0 0,2-2 0 0,1 2 0 16,-6 0 0-16,-1 0 0 0,-2 0 0 0,0 0 0 15,2-5 0-15,-2 5 0 0,3-3 0 0,2 3 0 16,-2 0 0-16,0 0 0 0,-1-5 0 0,1 5 0 15,-3-3 0-15,-4 3 0 0,1-5 0 0,3 5 8 16,-3-6-8-16,2 4 0 0,4 2 0 0,-3-6-11 16,-1 4 11-16,-2 2 0 0,0-6 8 0,-1 6-8 15,-2-2 0-15,0 2 0 0,-3-8 0 0,2 8 0 16,1-5 0-16,0 5 0 0,3-6 0 0,-1 4-8 16,-2 2 8-16,0-6 0 0,0 6 0 0,-1 0 0 0,-2-2 0 15,-3 2 0-15,-3-6 0 0,6 4 0 0,-4 2 0 0,4-6 0 16,0 1 0-16,3 3 0 0,-4 2 0 0,1 0 0 15,3 0 0-15,-3-6 0 0,-4 6 0 0,1 0 0 0,0 6 8 16,0-6-8-16,-3-6 0 0,2 6 0 16,1-2 0-16,0 2-8 0,0 0 8 0,3 0 0 15,2 0 0-15,-2 0 0 0,0 0 0 0,0 2 0 0,-1 4 0 16,1-6 0-16,-3 2 0 16,0-2 0-16,-4 5 8 0,4-5-8 0,0 0 0 0,3 0 0 0,3 0 0 0,-1 0-8 15,1 0 8-15,0 0 0 0,0 0 0 16,2 0 0-16,-5 6 0 0,3-6 0 0,-3 2 8 0,2-2-8 15,1 6 0-15,0-6 0 0,2 0 0 0,1 0-8 16,0 2 8-16,3 4 0 0,-4-6 0 0,4 2 0 16,-3 4 0-16,-3-6 0 0,-1 5 8 0,1-2-8 15,3 2 0-15,-1-5 0 0,4 0 0 0,0 2-8 16,-3 4 8-16,2-4 0 0,-2 4 8 0,0-4-8 16,-4 4 0-16,1-1 0 0,-3 3 0 0,3-5 0 15,-1 2 0-15,1-3 0 0,3 4 0 0,3-4-8 16,-7 4 8-16,4-6 0 0,-3 5 0 0,0-5 0 15,-1 3 0-15,-5 2 0 0,0-2 8 0,3 2-8 16,-1-3 0-16,1 4 0 0,0-6 0 0,3 2-8 16,-1 4 8-16,1-1 0 0,0-5 0 0,0 3 0 15,-4 2 0-15,-2-5 0 0,0 0 8 0,0 3-8 16,0 2 0-16,-1-5 0 0,1 0 0 0,0 3-8 16,0 2 8-16,2-5 0 0,1 0 0 0,0 5 0 0,0-5 0 15,-3 0 0-15,2 0 0 0,-2 3 0 16,-3-3 0-16,0 0 0 0,0 0 8 0,-4 5-8 0,4-5 0 15,-3 0 0-15,3 0 0 0,0 0 0 0,-4 0 0 16,4 3 0-16,0-3 0 0,0 0 0 0,-3 0 0 0,3 0 0 16,-4 0 0-16,1 5 0 0,0-5 0 15,0 0 0-15,0 0 0 0,-3 0 0 0,-1 3 0 0,1-3 0 0,0 0 0 0,0 5 0 16,0-5 0-16,0 0 0 0,3 0 0 0,-1 0 0 16,1 0 0-16,3 0 0 0,-3 0 0 0,3 3 0 15,0-3 0-15,-4 5 0 0,1-5 0 0,0 0 0 16,0 5 0-16,3-5 0 0,-6 3 0 0,2 2 0 15,-2-5 0-15,3 0 0 0,-3 0 0 0,0 3 0 16,0-3 0-16,0 0 0 0,2 5 0 0,-2-5-8 16,0 0 8-16,0 0 0 0,0 0 0 15,-3 3 0-15,0-3 0 0,-1 5 0 0,1-5 0 0,-3 0 0 16,0 0 0-16,0 3 0 0,-3-3 0 0,0 0 0 16,0 5 0-16,0-5 0 0,-3 0 0 0,0 0 8 15,3 0-8-15,-3 5 0 0,0-5 0 0,-1 3 0 16,1-3 0-16,0 0 0 0,0 5 0 0,0-5 0 15,0 0 0-15,3 0 0 0,-3 3 0 0,0 2 0 16,0-5 0-16,0 0 0 0,0 0 0 0,-3 3 0 16,3-3 0-16,-3 0 0 0,3 5 0 0,-6-5 0 15,3 0 0-15,3 0 0 0,-6 0 0 0,3 3 0 16,-3-3 0-16,0 0 11 0,6 0-11 0,-6 0 12 16,0 0-2-16,3 2 0 0,-3-2 0 0,0 0 0 15,6 3-10-15,-6-3 0 0,0 0 0 0,3 5 0 0,-3-5 0 16,3 8 0-16,-3-8 0 0,6 3 0 0,-4 2 0 15,-2-5 0-15,3 8 0 0,0-5 0 0,-3-3 0 0,3 10 0 0,0-7 0 16,0 5 0-16,0 0 0 0,-3-8 0 0,3 5 0 0,0 8 0 16,0-5 0-1,0 0 0-15,0 0 0 0,0 0 0 16,-3 5 0-16,3-5 0 0,-3 0 0 0,0 5 0 0,0-5 0 0,3 3 0 16,-3 2 0-16,0 0 0 0,0-5 0 0,0 6 0 0,0-4 0 0,0 3 0 15,-3-5 0-15,3 6 8 0,0-4-8 0,-3 1 0 16,3-1 0-16,-3 4 0 0,3-7 8 0,-3 1-8 15,3 6 0-15,-3-6 0 0,0 0 0 0,0 5 8 16,0-5-8-16,3 0 0 0,-3 0 0 0,0 5 0 16,0-5 0-16,3 5 0 0,-3-5 0 0,0 2 0 15,0 4 0-15,3-1 0 0,-2 3 0 0,-1-3 0 16,3 3 0-16,0 0 0 0,-3 5 0 0,3-5 0 16,-3 5 0-16,3-5 0 0,0 0 0 0,-3 5 0 15,3-5 0-15,0 2 0 0,0-2 0 0,-3 5 0 16,3-5 0-16,0-3 0 0,0 3 0 0,-3 0 0 15,0 0 0-15,3-3 0 0,-3 3 8 0,0 0-8 16,0 3 0-16,3-1 0 0,-3 1 0 0,3 2 0 16,-3 3 0-16,0-3 0 0,3 0 0 0,-3 5 0 15,3-4 0-15,-3 1 0 0,3 4 0 0,-3-6 0 16,3 0 0-16,-3 3 0 0,3-8 0 0,-3 5 0 16,3 0 0-16,-3-2 0 0,0 2 0 0,3 0 0 15,-3 3 0-15,0 2 0 0,3 3 0 0,-3-2 0 16,3 2 0-16,-3 0 0 0,3-2 0 0,-3 2 0 15,3-3 0-15,-3 1 0 0,0-6 0 0,0 0 0 16,0 3 8-16,0 0-8 0,0-1 12 0,0 4-4 16,-3 2-8-16,3 0 0 0,-3 0 0 0,0 8 8 15,0-8-8-15,1 0 0 0,-1 3 0 0,-3-3 0 0,3 0 0 0,0-5 0 0,-3 0 0 0,3 3 0 16,-3 2 8-16,0 2-8 0,3 4 0 0,-3 2 8 16,0 0-8-16,0-5 0 0,3 5 9 0,-3 0-9 15,0-3 8-15,0-7-8 0,1 2 8 0,-1 0-8 16,3 3 0-16,-3 5 8 0,0 0-8 0,0 2 0 15,3-2 10-15,0 3-2 0,0-3-8 0,0 0 12 16,0 3-4-16,0-11 0 0,0 3-8 0,0 2 12 16,3 3-12-16,-3 0 11 0,3 8-11 15,0-5 10-15,-3 0-10 0,3-3 8 0,0 0-8 16,0-3 8-16,3 0-8 0,-2 1 10 0,-1-3-10 0,0 2 10 16,0 3-10-16,3 0 10 0,-3 5-10 0,0-2 10 15,0-3-10-15,3 0 8 0,-3-2-8 0,0-1 8 16,0 0-8-16,0-2 0 0,0 0 0 0,0 2 8 15,0 1-8-15,3 2 0 0,-3 2 9 0,0 1-9 16,0-3 0-16,3-5 0 0,-3 2 0 0,0-2 8 16,3 0-8-16,-3 0 0 0,0-1 0 0,3 1 0 15,-3 2 0-15,0 1 0 0,0 2 0 0,0 0 8 16,3-5-8-16,-3-1 0 0,0-1 8 0,0 1-8 16,0-2 8-16,0 0-8 0,0 1 8 0,0 1-8 0,0-2 9 15,0 6-9-15,3-1 12 0,-3 3-12 16,0-5 14-16,0 0-4 0,3 0-1 0,-3-1 0 0,3-4-1 15,-3-1-8-15,3-2 12 0,-3 2-4 0,3 1-8 0,-3 2 10 16,3-3-10-16,-3 6 10 0,3 0-10 0,0-3 8 16,-2 3-8-16,2 0 8 15,0-6-8-15,-3 1 8 0,3-4-8 0,-3 1 8 0,3-3-8 16,0 0 0-16,-3 1 9 0,3-1-9 16,0 3 8-16,-3-3-8 0,0 3 10 0,3 2-10 0,-3 1 8 0,3-4-8 0,-3 4 0 0,3-1 9 15,0-5-9 1,-3 3 0-16,3-3 0 0,-3-2 0 0,3-1 0 0,-3-2 8 0,0 0-8 0,3 0 0 15,-3-3 8-15,3 1-8 0,-3-1 0 0,3 0 8 16,0 0-8-16,-3-2 0 0,3 5 9 0,-3-3-9 16,3 3 0-16,-3-3 0 0,3 3 0 0,-3 2 8 15,3-4-8-15,-3 2 0 0,3-1 0 0,0-1 0 16,-3-4 0-16,3 3 0 0,0-5 0 0,0 0 0 16,0 0-104-16,0-8-23 0,0 0-4 0</inkml:trace>
  <inkml:trace contextRef="#ctx0" brushRef="#br0" timeOffset="-157922.657">12927 9933 1474 0,'0'0'41'0,"0"0"11"0,0 0-42 0,-6 3-10 0,6-3 0 0,0 0 0 16,0 0 98-16,0 0 18 0,0 0 3 0,0 0 1 15,0 0-28-15,0 0-4 0,0 0-2 0,0 0 0 16,0 0-26-16,0 0-4 0,0 0-2 0,0 0 0 15,6 0-34-15,-3 2-8 0,3-2 0 0,0 0-1 16,3 3-11-16,0-3 8 0,2 0-8 0,4 3 8 16,0-3-8-16,0 0 0 0,3 0 0 0,3 0 0 15,3 0 0-15,2-3 0 0,4 3 0 0,0 0 0 16,0 0 0-16,-3 0 0 0,2 0 0 0,4 0 0 16,3 0 0-16,2 0 0 0,7 0 8 0,0 0-8 15,-1-3 12-15,7 3 0 0,3-2 0 0,5 2 0 16,-2-6-12-16,5 4 0 0,4-1 9 0,5 0-9 15,-5 1 0-15,-1-1 8 0,1 1-8 0,2-1 0 16,0 0 0-16,1 1 0 0,-1 2 0 0,10 0 8 16,-4 0 7-16,1 0 1 0,5 2 1 15,6-2 0-15,-11 3 10 0,5 0 1 0,-3-1 1 16,7 3 0-16,-10-2-29 0,4 2 0 0,-4 1 0 0,6-1-10 16,-8 0 10-16,2 3 12 0,1-2-2 0,5 1-1 15,-6 1-9-15,4 0 10 0,-4-2-10 0,13 2 10 16,-10 0-10-16,0-1 0 0,4 4 0 0,5-3 8 15,-11-3-8-15,2 3 0 0,-3-2 0 0,7 1 8 16,-7-1-8-16,-2-1 0 0,2 3 9 0,3-3-9 16,-2 1 0-16,-1-1 0 0,4 0 0 0,5 0 8 15,-3-2-8-15,-2 2 9 0,2 1-9 0,3-1 10 16,-5 0-10-16,-4-2 0 0,4 2 0 0,2-2 8 0,-9 2-8 16,1-2 10-16,-1-1-10 0,4 4 10 0,-4-4-10 0,1 4 0 15,2-4 0-15,6 1 0 0,-5 2 0 0,-1-2 0 16,4 0 8-16,5-1-8 0,-9 1 0 0,-2 2 0 0,-1-5 0 0,4 3 8 15,-7 2-8-15,1-2 0 0,-4-1 0 0,9 1 0 16,-5 2 0-16,2 1 8 0,1-1-8 0,5 0 0 16,-5-2 0-16,-4-1 0 15,1 1 0-15,2 0 0 0,-6-1 8 0,-5 1-8 0,2 2 0 0,4 1 8 16,-4-1-8-16,4 0 0 16,2 0 0-16,4 1 0 0,-7-1 0 0,-2-2 0 0,-1-1 0 0,4 4 0 15,-7-4 0-15,4 4 0 0,-7-1 11 0,13 0-11 16,-10 0 0-16,7 1 0 0,-1-1 0 0,4 0 0 15,-7 1 0-15,-2-1 0 0,-1-2 0 0,4 4 0 16,-6-4 0-16,5 2 0 0,-2 1 0 0,5-1 0 16,-8 0 0-16,2 1 8 0,-2-4-8 0,5 4 0 15,-8-1 0-15,-1 0 0 0,1-2 0 0,0 2 0 16,-1-2 0-16,-2 2 0 0,2-2 0 0,1 2 0 16,-7-2 0-16,1-1 8 0,-3 1-8 0,2 0 0 15,-5-1 0-15,3 3 0 0,-4-2 0 0,4 0 0 16,0-3 0-16,-1 2 0 0,1 1 0 0,0 0 0 15,-4-3 0-15,-5 2 0 0,0 1 0 0,-1 0 0 16,4-1 0-16,-3-2 0 0,6 3 0 0,-1 0 0 16,-5-3 0-16,3 2 0 0,-4-2 0 0,1 0 0 15,0 0 0-15,-6 3 0 0,-1 0 0 0,4-1 0 16,-3 1 0-16,3-3 0 0,2 0 0 0,-2 2 0 16,0-2 0-16,-3 0 0 0,2 3 0 0,-5-3 0 0,0 0 0 0,-3 3 8 15,-1-3-8-15,1 2 0 0,0-2 0 16,0 3 0-16,3-3 0 0,0 3 0 0,-1-3 0 15,1 0 0-15,3 0 0 0,-3 0 0 0,-1 0 0 0,-2 0 0 16,0 0 0-16,-3 0 0 0,-3 0 0 16,0 0 0-16,-1 0 0 0,-2 0 0 0,0 0 8 15,-3-3-8-15,-3 0 0 0,3 3 0 0,-3 0 8 0,0-2-8 0,0 2 0 0,0-3 9 16,-3 0-9-16,3 1 0 0,-3 2 0 0,2-5 8 16,-2 2-8-16,-3 0 0 0,3 1 9 0,-3-4-9 15,0 4 8-15,0-4-8 0,0 1 10 0,-3 0-10 16,0-3 14-16,0 0-3 0,0 0-1 0,0-3 0 15,-3-2 0-15,3 0 0 0,-3 0 0 0,0-1 0 16,3-1-1-16,-3-1 0 0,0 0 0 0,3 0 0 16,0 0 0-16,0 0 0 0,0 0 0 0,0-2 0 15,3 2-1-15,-3 3 0 0,3-3 0 0,0 0 0 16,-3 3-8-16,0-3 10 0,3 0-10 0,-3-3 10 16,0 1-10-16,0-1 0 0,0-2 9 0,0-3-9 15,0 1 0-15,0-7 0 0,3 1 0 0,-3 0 8 16,3 5-8-16,-3-2 0 0,3 0 0 0,-3 2 0 15,3 3 0-15,0-1 8 0,0 1-8 0,0 0 0 16,0 3 0-16,0-4 8 0,0 1-8 0,0-3 0 16,0 1 0-16,0-4 0 0,0 1 0 0,0-1 0 15,0 1 0-15,0-1 0 0,0 1 0 0,0 2 0 16,0 3 0-16,0 2 8 0,0 1-8 0,0-1 0 0,-3 3 0 16,3-2 8-16,-3 2-8 0,3-3 0 0,0 1 8 0,-3-1-8 15,0-2 8-15,3 0-8 0,-3-3 0 0,0 0 8 0,0 1-8 0,0-4 0 16,0 3 0-16,0 3 0 0,0-3 0 0,0 6 8 15,0-1-8-15,3 1 0 0,-3 2 8 0,0 0-8 16,0 3 0-16,3 0 8 0,-3-3-8 0,0 5 0 16,0-2 0-16,0 0 0 15,0-1 0-15,0 1 8 0,0 0-8 0,3-3 0 0,-3 0 0 16,0-2 0-16,0 2 0 0,3-5 0 16,-3 2 0-16,0 1 0 0,0-1 0 0,0 1 8 0,3-4-8 15,-3 7 0-15,0-1 8 0,0 0-8 0,0 3 8 16,0-1-8-16,0 1 8 0,0 3-8 0,0-4 10 0,0 4-10 15,0-1 8-15,0 3-8 0,0-2 0 0,-3-1 0 16,3 3 8-16,0-3-8 0,0 4 0 0,0-4 9 16,0 3-9-16,0-3 0 0,0 1 9 0,0-1-9 15,0 1 8-15,0-4-8 0,0 4 8 0,3-3-8 16,-3-1 0-16,3 1 9 0,-1 0-9 0,1 0 0 16,0 2 8-16,0-2-8 0,0-3 0 0,0 3 0 15,0 0 10-15,0 2-10 0,0-2 8 0,-3 2-8 16,3 1 8-16,0 2-8 0,0-3 0 0,-3 3 8 15,3 0-8-15,-3 0 0 0,3 0 9 0,-3 0-9 16,0 0 0-16,3 3 0 0,0 0 0 0,-3-3 8 16,0 3-8-16,3-1 0 0,-3 1 0 0,0 0 0 15,3-1 0-15,-3 1 0 0,3 0 0 0,-3 0 0 16,0-3 0-16,3 2 0 0,-3 1 0 0,0 0 8 0,0-3-8 16,0 3 0-16,3-3 0 0,-3 2 0 0,0-2 0 0,0 3 0 15,0-3 0-15,0 0 8 16,0 3-8-16,0-3 0 0,0 3 0 0,0-3 0 0,0 0 0 15,0 3 0-15,0-3 0 0,0 0 0 0,0 2 0 16,0-2 0-16,0 3 0 0,-3 0 0 0,3 0 0 16,0-3-16-16,0 2 4 0,-3 1 0 15,3 0-29-15,0-1-7 0,0 6 0 0,0 0-1 16,0 0-203-16,0 0-40 0</inkml:trace>
  <inkml:trace contextRef="#ctx0" brushRef="#br0" timeOffset="-156559.994">18273 9510 2214 0,'-3'-11'46'0,"0"3"11"15,0-2-45-15,3 2-12 0,-3 0 0 0,3 0 0 16,-3 3 103-16,3-3 18 0,0 0 4 0,0 2 1 15,-3 1-40-15,3 5-8 0,0-3-2 0,0 3 0 16,0 0-28-16,0 0-7 0,0 0-1 0,0 0 0 16,-3 8-24-16,-3 3-6 0,3 2-1 0,-3 3 0 15,3 5-9-15,0 0 0 0,-3 3 0 0,3 3 0 16,3-4-28-16,-3 1-4 0,3-3 0 0,0 1-1 16,0-4 33-16,3 1 0 0,0-1 0 0,3-2 0 15,0 0-58-15,0-3-5 0,3-2-1 0,0-1 0 0,3 1 52 16,-3-3 12-16,3 0 0 0,0-3 0 0,-1 0-9 0,1-2 1 0,3-3 0 15,-3 0 0-15,3-3 8 16,-3 1 0-16,0-4 0 0,3 1 8 0,-3-3 15 16,0 3 3-16,-3-3 1 0,2 0 0 15,-2-3 12-15,3 4 2 0,-3-4 1 0,-3 0 0 0,0 3-6 0,0-2 0 16,0-1-1-16,0 1 0 0,-3-1-13 0,0 3-2 0,0 0-1 0,0 0 0 16,0 0-19-16,0 3 8 0,-3 2-8 0,0 3 0 15,0 0 0-15,0 0 0 0,0 0 0 0,0 0 0 16,3 3 0-16,0 5 0 0,-3-3 0 0,3 6 0 15,0-3 0-15,0 2-9 0,-3 1 9 0,3 0-8 16,0-1-9-16,3 1-2 0,-3-1 0 16,3 1 0-16,-1-3 3 0,1 0 1 0,0 0 0 15,0-3 0-15,3-2 15 0,-3-1 0 0,3 1-10 0,0 0 10 16,0-3-15-16,-3-3 2 0,6-2 0 0,-3 2 0 16,0-2 13-16,0-1 0 0,0 1 0 0,0-3 0 15,-1 3 51-15,-2-3 13 0,0-3 2 0,0 3 1 16,0-2-38-16,0-1-7 0,-3 1-2 0,0-4 0 15,0 1-12-15,0-3-8 0,0 0 8 0,0-2-8 16,-3 2 0-16,3-2 0 0,0-1-10 0,0 0 10 16,-3 4-81-16,3-1-10 0,-3 2-1 0</inkml:trace>
  <inkml:trace contextRef="#ctx0" brushRef="#br0" timeOffset="-156179.778">19276 9682 1907 0,'0'0'40'0,"0"0"8"0,0 0-38 16,0 0-10-16,0 0 0 0,0 0 0 0,0 0 104 0,0 0 18 0,0 0 4 0,0 0 1 15,6 0-28-15,0-3-6 0,0 3-1 0,0 0 0 16,0 0-24-16,3 0-4 0,0 0-2 0,0 0 0 16,-1 3-21-16,1-3-4 0,0 2-1 0,0-2 0 15,0 3-19-15,0-3-4 0,3 0-1 0,-3 3 0 16,3-3-12-16,3 2 8 0,-3-2-8 0,3 0 0 15,-1 0 0-15,1 3 0 0,0-3 0 0,-3 0 0 16,3 3-39-16,-3-1-4 0,-3-2-1 0,3 3 0 16,-6 0-136-16,0-1-27 0,-6-2-5 15</inkml:trace>
  <inkml:trace contextRef="#ctx0" brushRef="#br0" timeOffset="-155932.723">19252 9864 1690 0,'-15'8'35'0,"15"-8"9"0,0 0-36 16,0 0-8-16,0 0 0 0,0 0 0 0,0 0 115 0,6 3 21 0,0 0 4 0,0-3 0 15,3 2-20-15,0-2-5 0,0 0-1 0,0 0 0 16,3-2-43-16,0 2-9 0,0 0-2 0,-1 0 0 16,-2-3-25-16,0 3-6 0,3 0-1 0,-3-3 0 15,0 3-16-15,3 0-3 0,0-2-1 0,-3 2 0 16,6 0-8-16,-3-3 0 0,3 0 0 0,-1 3 0 15,1-2 0-15,0 2 0 0,0 0-12 0,3-3 12 16,0 3-122 0,-3-3-17-16,2 3-3 0</inkml:trace>
  <inkml:trace contextRef="#ctx0" brushRef="#br0" timeOffset="-155245.435">20050 9610 2073 0,'0'0'43'0,"0"0"11"0,0 0-43 16,0 0-11-16,-6 0 0 0,0-2 0 0,3-1 101 0,-3 3 19 0,0 0 3 0,0 0 1 15,-3 3-70-15,3-1-14 0,-3-2-2 0,0 6-1 16,0-1-20-16,1 0-4 0,-1 3-1 0,-3 0 0 15,3 0-12-15,0 3 0 0,3-1 8 0,-3 1-8 16,3-1 0-16,-3 4 0 0,3-1 0 0,3 0 0 16,0 0 0-16,0 3 0 0,0-3 0 0,3 1 0 15,0 1 0-15,3-1 0 0,0-1 0 0,3 0 0 16,0 0-8-16,3-2 8 0,0 0 0 0,0-4 0 16,3 1 0-16,3-2-8 0,0-1 8 0,-4 0 0 15,4-5 14-15,3 0 6 0,-3-2 2 0,0-4 0 16,0 1 33-16,3-3 6 0,-3 3 2 0,-1-6 0 15,1 1-12-15,-3 2-3 0,-3-6 0 0,0 4 0 16,0-3-9-16,-3-1-3 0,3 1 0 0,-3-3 0 16,-3 3-9-16,0-3-3 0,0 0 0 0,-3 0 0 15,0-2-12-15,0 2-2 0,-3-2-1 0,0-1 0 0,-3-2-9 16,0 2 0-16,0-2 9 0,-3 3-9 0,0-4 0 0,-3 4 0 0,-3-1 0 16,0 1 0-16,1 2-13 0,-4 3-7 0,-3 2-2 0,0 1 0 31,0 2-82-31,0 0-17 0,4 2-3 0</inkml:trace>
  <inkml:trace contextRef="#ctx0" brushRef="#br0" timeOffset="-154216.422">16189 2400 1616 0,'0'0'46'0,"0"0"10"0,0 0-45 0,0 0-11 0,0 0 0 0,0 0 0 16,0 0 91-16,0 0 16 16,0 0 3-16,0 0 1 0,0 0-38 0,0-5-7 0,0 5-2 0,0-8 0 15,0 8 0 1,0 0 0-16,3-6 0 0,-3 6 0 0,0 0-14 0,0 0-3 0,0-2-1 0,0 2 0 15,0 0-22-15,0 0-5 0,0 0-1 0,0 0 0 16,0 0-18-16,0 0 0 0,0 0-8 0,0 0 8 16,3 2 0-16,3 4 0 0,-6-6 0 0,6 2 10 15,0 4-10-15,0-1 0 0,0-2 0 0,0 5 0 16,3-3 0-16,-3 3 0 0,0-6 0 0,3 9 0 16,-3-3 0-16,0-5 0 0,2 4 0 0,-2 1 0 15,3 3 0-15,-3-3 0 0,3 0 0 0,-3 0 0 16,0-3 0-16,3 3 0 0,-3 0 0 0,0 0 0 15,3-5 0-15,-3 2 0 0,0 0 0 0,0-2 0 16,0 2 0-16,0-5 0 0,0 0 0 0,-3 3 0 16,3-3 53-16,0 0 9 0,-3-3 2 0,2 3 0 15,-2-5-52-15,3 2-12 0,-3 3 0 0,3-8 0 16,0 3 9-16,0 0-1 0,0-3 0 0,0 0 0 16,0 0 4-16,0 0 1 0,3 0 0 0,0-5 0 15,-3 5-27-15,3-5-6 0,3 2 0 0,-3-2-1 16,0 5 21-16,-1-8 0 0,1 3 0 0,0 5 0 15,0-5-107-15,3-1-17 0,0 6-3 0</inkml:trace>
  <inkml:trace contextRef="#ctx0" brushRef="#br0" timeOffset="-141717.72">20035 13032 1127 0,'0'0'53'0,"0"0"-53"0,0 0 0 0,0-3 0 0,0-2 0 15,3-1 80-15,-3 1 11 0,3 0 1 0,0-1 1 16,0 4-2-16,0-4-1 0,0 1 0 0,3 0 0 16,-3 2 13-16,0 1 2 0,3-4 1 0,-3 4 0 15,3-1-16-15,-3 0-3 0,3 3-1 0,0-2 0 16,2-1-46-16,-2 0-10 0,3 3-2 0,0-2 0 15,3 2 7-15,-3-3 1 0,3 1 0 0,0 2 0 16,-3 0-36-16,3 0 0 0,0-3 0 0,-3 3 0 16,2 0 37-16,1-3 1 0,3 3 0 0,-3 0 0 15,0 0-38-15,0 0 0 0,0 0 0 0,-3 0 0 16,0 3 24-16,-3-3 3 0,0 0 1 0,0 5 0 16,-6-5-74-16,3 5-14 0,-3 1-4 0,-3-1 0 15,-3 3 0-15,0 0 0 0,-3 2 0 0,-3 1 0 16,0 2 0-16,-6 1 0 0,0 1 0 0,0 1 0 0,1 3 46 0,-4-1 9 0,3 4 9 15,-6-1-13-15,3 0 1 0,0 0 0 0,3 0 0 16,-2-2 0-16,2-1 12 0,0 1 0 0,3-3 0 0,0-1 0 16,3-1 0-1,3-1 0-15,3-5 0 0,0 2 10 0,6-2 4 16,0 0 1-16,3 0 0 0,0-2 0 0,6-4 24 0,3 4 5 0,0-6 0 16,3 2 1-16,0-2-21 0,6-2-4 0,-3 2 0 0,2-6-1 15,-2 4 14-15,3-4 3 0,0 1 1 0,0-3 0 16,0 3-8-16,2-3-1 0,1-3-1 0,3 3 0 15,-3-5-175-15,0 0-36 0,2 0-6 16</inkml:trace>
  <inkml:trace contextRef="#ctx0" brushRef="#br0" timeOffset="-140864.82">20630 12926 1288 0,'0'0'27'0,"0"8"5"0,0-8-32 0,0 5 0 0,0 0 0 0,0 1 0 16,0-6 64-16,3 7 7 0,-3-1 1 0,0-1 0 16,0-5-7-16,3 5-1 0,0 1 0 0,-3-6 0 15,0 0-4-15,0 8-2 0,0-8 0 0,0 0 0 16,0 0-38-16,0 0-7 0,0 0-1 0,0 0-1 15,0 0 42-15,0 0 9 0,0 0 2 0,0 0 0 16,0 0-14-16,0 0-2 0,6-3-1 0,-3 0 0 16,0 1-24-16,0-4-5 0,0-2-1 0,0 0 0 15,0 1-17-15,3-7 0 0,-3 4 0 0,3-4 0 16,0-1 0-16,0-4 0 0,0-2 0 0,3-3 0 16,-3 3 55-16,0-6 7 0,3 1 2 0,-3 2 0 15,-1 3-52-15,4 0-12 0,-3 2 0 0,0 3 0 0,0 3 29 16,-3 3 3-16,3-1 1 0,-3 3 0 0,0 0-21 0,0 6-4 0,-3-1 0 15,0 3-8-15,0 0 0 0,0 0 0 16,0 0 0-16,0 0 0 0,0 0 0 0,3 5 0 0,0 3 0 0,0 0-12 31,0 5-17-31,0-2-3 0,3 5-1 0,-3 0 0 16,3 0-26-16,0 2-5 0,0 3 0 0,3 0-1 16,-3-5 1-16,3 3 0 0,0-1 0 0,-1-2 0 0,1-3-21 15,0-2-4-15,0 2-1 0,0-5 0 0,0 0 54 0,0-3 12 16,0 1 1-16,0-1 1 0,0-2 31 0,-3-1 7 0,3-2 0 0,0 3 1 15,-3-6 49-15,0 1 10 0,2-1 1 0,-2-2 1 16,3-1 16-16,-3-2 3 0,0-2 1 0,0-1 0 16,0-2-25-16,3-3-5 15,-3 0 0-15,0-2-1 0,3-1-27 0,-3-2-6 0,3-3-1 0,0 3 0 16,-3 3-18-16,3-1-4 0,0-2-1 0,0 5 0 16,-1 0-10-16,1 0 0 0,-3 3 0 0,3 0 0 15,-3 2 0-15,0-2 0 0,0 5 0 0,0-3 0 16,3 4-79-16,-3-4-17 0,0 3-4 0</inkml:trace>
  <inkml:trace contextRef="#ctx0" brushRef="#br0" timeOffset="-140410.709">21514 12957 1824 0,'0'0'38'0,"0"0"8"0,0 0-37 0,0 0-9 0,0 0 0 0,0 0 0 15,0 0 104-15,0 0 20 0,0 0 3 0,6 6 1 16,0-6-52-16,0 2-9 0,0-2-3 0,3 0 0 16,0 0 0-16,3 0 0 0,0 0 0 0,3 0 0 15,0 0-51-15,-1 0-13 0,4 0 0 0,0-2 0 16,0 2 37-16,3-3 5 0,-3 0 1 0,0 3 0 15,2-2-33-15,-2-1-10 0,0 1 0 0,0-1 0 16,0 0 8-16,0 1-8 0,3-1 0 0,-4 0 0 16,4 1 20-16,-3 2-2 0,0-3-1 0,-3 0 0 15,0 3-65-15,-3-2-12 0,0 2-4 16,-3 0 0-16,-4 0-127 0,1 0-25 0,-6 0-6 0</inkml:trace>
  <inkml:trace contextRef="#ctx0" brushRef="#br0" timeOffset="-140185.659">21624 13206 2176 0,'0'0'45'0,"0"0"11"0,0 0-44 0,6 0-12 0,0 3 0 0,0-3 0 16,3-3 93-16,-3 3 17 0,3-2 3 0,3-1 1 15,-3 0-52-15,3-2-10 0,-3 2-3 0,3-2 0 16,0 0-7-16,0 2-2 0,-1-5 0 0,4 3 0 15,-3 0-25-15,0-3-6 0,3 0-1 0,0 2 0 16,0-2-8-16,3-2 0 0,0 2 0 0,2 0 0 16,1 0-95-16,0-3-11 0,0 4-2 15</inkml:trace>
  <inkml:trace contextRef="#ctx0" brushRef="#br0" timeOffset="-139656.557">22693 12910 2066 0,'3'-8'43'0,"0"-3"10"0,0 3-42 16,3 0-11-16,-3-2 0 0,0 2 0 0,0 0 53 0,-3 0 9 0,0 0 2 0,-3 3 0 31,0 0-20-31,0 2-4 0,-3 0-1 0,0 1 0 0,-3 2-20 0,0 2-4 0,0-2-1 0,-3 6 0 16,3-4-5-16,-2 3-1 0,-1 1 0 0,-3 2 0 15,0 0-8-15,3 2 0 0,-3 1 0 0,0-1 8 16,0 1-8-16,0 0 0 0,4-4 0 0,-1 7 0 15,3-6 0-15,3 2 0 0,0 1 0 0,3-1 0 16,0-2 0-16,6 3 0 0,0-1 0 0,3 1 0 16,3 0 0-16,3-3 0 0,-1 2 0 15,1 1 0-15,3-3 0 0,0 0 0 0,0 0 0 0,0 0 0 16,0-1 0-16,0-1 0 0,0-1 0 16,-1 3 0-16,-2-5 0 0,0 2 0 0,0-2 0 0,-3 2 0 15,0 0 0-15,-3 0 0 0,0 1 0 0,-3-1 0 16,-3-5 0-16,0 8 0 0,-3-3 0 0,0 3 0 15,-3 0 0-15,0-3 0 0,0 3 0 0,-3-2 0 16,0 2 0-16,-3 0 0 0,3-3 0 0,-3 3 0 16,1-3 56-16,-1 3 7 0,-3 0 1 0,0-3 0 15,0 3-92-15,0-3-19 0,0 1-3 0,0 2-1 16,1-3-72-16,-1-2-14 0,-3 2-3 0</inkml:trace>
  <inkml:trace contextRef="#ctx0" brushRef="#br0" timeOffset="-139420.48">22681 12852 1824 0,'3'-6'38'0,"3"1"8"0,-3 2-37 16,0-2-9-16,0 2 0 0,-3 3 0 0,0 0 104 0,3 0 20 0,3-2 3 0,-6 2 1 15,3 0 0-15,3 0 0 0,0 2 0 0,0-2 0 16,0 0-52-16,3 3-9 0,0-3-3 0,0 0 0 15,2 0-51-15,4 0-13 0,-3 0 0 0,6 0 0 16,-6-3 0-16,6 1 0 0,-3-1 0 0,3-2 0 16,-1 0 0-16,4-3 0 0,-3 2 0 0,3-4 0 15,-6-3-151 1,3-3-33-16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50:00.17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19065 2490 1579 0,'0'0'32'0,"-6"0"10"15,6 0-34-15,-3 0-8 0,3 0 0 0,0 0 0 16,0 0 104-16,0 0 20 0,-3-8 3 0,3 8 1 16,3 0-31-16,0-8-5 0,3 8-2 0,0-5 0 15,0 2-42-15,2 0-8 0,1 1-1 0,0 2-1 16,0 0 21-16,3-6 4 0,0 6 1 0,0 0 0 15,0-2-52-15,3 4-12 0,0-2 0 0,-3 6 0 16,2-6-23-16,-2 2-7 0,0 4-2 0,-3-1 0 16,0 3 0-16,-3 0 0 0,3 0 0 0,-6 5 0 15,0-2 32-15,-3 2 0 0,0 3 0 0,-3 0 0 16,-3 2 0-16,0 1 0 0,0 2 0 0,-3 0 0 16,0 0 0-16,-3-5 0 0,0 5 0 0,-2-5 0 15,5 5-36-15,-3-8-2 0,3 3 0 0,3 0 0 16,0-3 8-16,3-2 2 0,3 0 0 0,0-1 0 0,3 3 7 15,3-5 1-15,3 6 1 0,0-6 0 0,3-1 19 16,2-1-8-16,4 2 8 0,-3 0 0 0,3-6 0 16,0 4 0-16,3-4 0 0,-3-2 0 0,2 0-21 15,-2 0 2-15,0-2 1 0</inkml:trace>
  <inkml:trace contextRef="#ctx0" brushRef="#br0" timeOffset="481.047">19443 2334 2032 0,'-6'-37'42'0,"6"23"10"16,0-1-41-16,3 1-11 0,0-1 0 0,3-7 0 15,3 6 112-15,2-5 20 0,1 5 4 0,3-2 0 16,0 2-57-16,6 0-12 0,0 3-3 0,0 2 0 15,-1-2 0-15,1 5 0 0,3 0 0 0,-3 0 0 16,0 3-51-16,0 0-13 0,-4 2 0 0,4-2 0 16,-3 5 0-16,-3-3 0 0,-3 3 0 0,0 0 0 15,0 0-48-15,-6 3-13 0,3 2-3 0,-6-2 0 16,0 2 52-16,-3 0 12 0,-3 3 0 0,0 0 0 16,-3 5-54-16,0-5-8 0,-3 8-2 0,0-8 0 15,0 5 0-15,-3-2 0 0,3 0 0 0,-3-1 0 0,3 3 52 16,-3-5 12-16,3 0 0 0,3 0 0 0,1-3 0 15,2 3 0-15,3 0 0 0,0-8 0 16,3 6 32-16,2-6 10 0,4 2 2 0,0 4 0 16,3-6-20-16,0 2-3 0,3-2-1 0,0 0 0 15,3 6 36-15,3-6 6 0,-1 0 2 0,1 0 0 0,-3 0-52 0,3 2-12 0,-3 3 0 16,0-2 0-16,-3 2 0 0,-3 1-12 0,-4 2 3 16,-2-6 0-16,0 6 9 0,-6-3 8 0,0 3-8 0,-3 6 11 15,-3-6-3-15,-3 0-8 0,-2-1 12 0,-1 7-4 16,-3-6-8-16,-3 2 0 0,0 3 0 0,0 1-11 15,0-6 11-15,0 5 0 0,1-3 0 0,-1 1 0 16,3 0-120 0,0 2-21-16,3-5-5 0</inkml:trace>
  <inkml:trace contextRef="#ctx0" brushRef="#br0" timeOffset="767.109">20464 2572 2310 0,'0'0'48'0,"0"0"11"0,0 0-47 0,0-5-12 0,3 2 0 0,3-2 0 16,0 2 104-16,2 3 18 0,4-5 4 0,0 5 1 15,3-3-57-15,0 3-11 0,0-5-3 0,3 2 0 16,3-2-22-16,2 2-5 0,1-2-1 0,0 0 0 15,3 2-16-15,0 3-4 0,2-5-8 0,-2 2 12 16,0 3-12-16,-3 0 0 0,-3 0 8 16,-1 0-8-16,1 3 0 0,-6 2 0 15,3-5 0-15,-6 3 0 16,0 2-111-16,-6-5-15 0,3 5-3 0</inkml:trace>
  <inkml:trace contextRef="#ctx0" brushRef="#br0" timeOffset="944.685">20526 2810 1824 0,'0'0'76'0,"0"0"-60"15,6 3 140-15,0-1 29 0,0 1 6 0,3-3 1 16,0 3-52-16,3-3-9 0,0-3-3 0,3 3 0 16,-1-3-102-16,1 1-26 0,6 2 0 0,-3-3 0 15,6 0 0-15,0 3 0 0,-1 0 0 0,1-5 0 16,0 2 11-16,3 3-3 0,-3 0-8 0</inkml:trace>
  <inkml:trace contextRef="#ctx0" brushRef="#br0" timeOffset="1745.442">22226 2373 1824 0,'0'0'38'0,"0"0"8"15,0 0-37-15,0 0-9 0,0 0 0 0,-9 6 0 16,0-4 104-16,0 4 20 0,-3-4 3 0,-3 4 1 16,-3-1-52-16,0-5-9 0,-2 3-3 0,-7 2 0 15,0 3 0-15,-3-6 0 0,-2 6 0 0,-1 3 0 16,3-3-53-16,0 8-11 0,1-3 0 0,-1 3 0 16,3-3 0-16,0 6 0 0,3-1 0 0,1 1 0 15,5 2 0-15,0 3 0 0,3 2 0 0,0-5 0 0,6 0 0 16,3 3 0-16,6-3 0 0,0 3 0 15,3-8 0-15,3 0 0 0,6 3 0 0,0-9 0 0,3 3 0 16,3 1 0-16,0-6 0 0,5-6 0 0,-2 3 22 0,3-2 0 0,0-3 0 16,3-3 0-16,-4 3-35 15,1-5-7-15,-3 3-2 0,0 2 0 0,-3-8 22 0,-6 2 0 0,0 1 0 16,-6-3 0-16,-4 0 47 0,-2-2 13 16,-2-4 4-16,-4 1 0 0,-3-5-52 0,-6-4-12 0,-3 1 0 0,0-8 0 15,0 0 0-15,-3 5-15 0,0-5 3 0,1 0 1 16,2 5 11-16,0-2 16 0,0 2-4 0,3 3-1 15,0 0-11-15,0-1-16 0,4 4 4 16,2-3 1-16,3 0 11 0,0 5 14 16,3-6-3-16,3 7-1 0,0-1-2 15,3-3 0-15,3 3 0 0,0 3 0 0,3 3-8 0,2-4 0 0,1 6 0 16,6 0 0-16,-3 3 0 0,6 2 0 0,0-2 0 0,3 3 12 16,-1 4 2-16,4 3 1 0,-3 3 0 0,3-5 0 15,-6 8-4-15,-1-1-1 0,-2 3 0 0,-3 3 0 16,-3-2-10-16,0 1 8 0,-3 7-8 0,-3-9 8 15,0 3-8-15,-6 0 0 0,0 5 0 0,0-5 0 16,-6-3-29-16,0 3-8 0,0-3-2 0,-3 3 0 16,-3 5-71-16,0-5-14 0,-3 0-4 0</inkml:trace>
  <inkml:trace contextRef="#ctx0" brushRef="#br0" timeOffset="9488.776">15061 13354 1052 0,'0'0'44'0,"0"0"-35"16,0 0 105-16,0 0 21 0,0 0 4 0,0 0 1 15,0 0-24-15,0 0-5 0,0 0-1 0,0 0 0 16,-6 3-33-16,3 2-6 0,0 1-2 0,0-1 0 16,-3 0 6-16,3 3 1 0,0-3 0 0,0 3 0 15,0 0-62-15,0 0-14 0,0 0 0 0,0 3 0 16,0-1 0-16,0 4 0 0,0-1 0 0,0 3 0 16,1 0 0-16,2 2 0 0,0 1 0 0,-3-1 0 15,3 1 0-15,0-1 0 0,0 1 0 0,0 2 0 16,0-5 0-16,0 0 0 0,3-3 0 0,-3 3 0 15,2-3 0-15,-2-5 0 0,0 2 0 0,3-2 0 16,0 0 0-16,-3-2 0 0,3-1 0 0,0 0 0 16,-3-5-61-16,3 3-16 0,-3-3-3 0</inkml:trace>
  <inkml:trace contextRef="#ctx0" brushRef="#br0" timeOffset="10042.075">15344 13431 1276 0,'0'0'54'0,"0"0"-43"15,0 0 86-15,0 0 18 0,0 0 3 0,0 0 1 16,0 0-28-16,0 0-6 0,0 0-1 0,0 0 0 16,0 0-18-16,0 0-4 0,0 0-1 0,0 0 0 15,0 0-42-15,-3 5-9 0,3-5-2 0,-6 8 0 16,3 0 24-16,0 0 4 0,0 3 0 0,0-1 1 15,0 1-27-15,0 2-10 0,3 0 0 0,-3 3 9 16,3-2-9-16,0 1 0 0,0 1 0 0,0-3 0 16,3 1 0-16,-3-1 0 0,3-2 0 0,0 2 0 15,0-5 0-15,0 2 0 0,3-2-8 0,0-2 8 0,0 1 0 16,0-4-11-16,0 2 11 0,0-2-8 16,0-3-20-16,3-3-3 0,0 1-1 0,-1-1 0 15,4-2 32-15,0 0 0 0,0-3 0 0,-3-3 0 0,3 0 17 0,0-2 10 16,0 0 1-16,-3-3 1 0,3 0-9 0,-3-2-1 15,-1-1-1-15,1 1 0 0,-3 2-1 0,-3 0 0 16,3-3 0-16,-3 6 0 16,-3 0 27-16,0 0 4 0,-3-1 2 0,-3 4 0 0,3-1-31 0,-6 3-7 15,3 0 0-15,-5 0-1 0,2 3-11 0,-3 0 8 0,0 0-8 0,-3 2 8 16,3-2-8-16,-3 2 0 0,0 0 0 0,0 3 0 16,1-2-134-16,2 2-26 15,0 0-4-15</inkml:trace>
  <inkml:trace contextRef="#ctx0" brushRef="#br0" timeOffset="12668.955">15761 13296 1067 0,'0'0'45'15,"0"0"-36"1,0 0 89-16,0 0 18 0,0 0 3 0,0 0 1 0,0 0-33 0,0 0-7 0,0 0 0 0,0 5-1 16,3 1 22-16,-3-6 5 0,0 5 1 0,0 3 0 15,3-3-69-15,-3 3-14 0,3-3-2 16,-3 3-1-1,0 3 19-15,2-3 3 0,-2 5 1 0,0 0 0 0,3-2-31 0,-3 5-5 16,0-3-8-16,0 6 11 16,-3-1-11-16,3 1 0 0,0 2 0 0,-2 3 8 0,-1-3-8 0,3-3 0 0,-3 3 0 15,0 1 8 1,3-1-8-16,-3-3-9 0,3 1 9 0,-3-1-13 16,3-4-12-16,-3-1-3 0,3 0 0 0,0-2 0 15,0 2-44-15,0-5-8 0,0 2-3 0</inkml:trace>
  <inkml:trace contextRef="#ctx0" brushRef="#br0" timeOffset="13343.816">14999 14188 1242 0,'0'0'52'15,"0"0"-41"1,-3 5 62-16,3-5 13 0,-3 5 2 0,0 1 1 15,0 2 15-15,0-3 2 0,3 3 1 0,-3-3 0 16,3 0-69-16,0 3-14 0,-3 0-2 0,3 3-1 16,0-3 29-16,0 2 6 0,0 1 0 0,0 2 1 15,3 0-40-15,-3 3-8 0,0 0-1 0,3 3-8 16,-3-1 0-16,3 1 0 0,0-3 0 0,0 2 0 16,0 1 0-16,0-3 0 0,0-1 0 0,0 1 0 15,-1-5 0-15,1 2 0 0,0-2 0 0,0-1 0 0,-3-2 0 16,3 0 0-16,0 0 0 0,0-3 0 0,0 3 0 15,0-5 0-15,0 2 0 0,0 3-9 16,-3-8-105-16,3 3-21 0,-3-3-4 0</inkml:trace>
  <inkml:trace contextRef="#ctx0" brushRef="#br0" timeOffset="13679.514">15394 14225 1580 0,'0'0'67'0,"0"0"-54"16,0 0 92-16,0 0 19 0,-5 3 3 0,5-3 1 16,-6 0-52-16,6 0-9 0,0 0-3 0,-3 5 0 15,-3-3 0-15,6-2 0 0,-3 8 0 0,0-2 0 16,0-1-51-16,3 3-13 0,0 0 0 0,-3 0 0 15,3 0 0-15,3 0 0 0,-3 2 0 0,3 3 0 16,-3 1 54-16,3-1 8 0,0 0 2 0,-3 3 0 16,3 0-103-16,0 0-20 0,-3 0-4 0,3 2-1 15,0-2 52-15,-3 0 12 0,3 0 0 0,-1-3 0 16,-2 0 0-16,3 1 0 0,-3-1 0 0,0-3 0 16,3 1-23-16,-3 0-1 0,0-1-1 0,0-2 0 15,0 0-114-15,0 0-22 0,0 0-5 0</inkml:trace>
  <inkml:trace contextRef="#ctx0" brushRef="#br0" timeOffset="14277.347">15796 14230 1824 0,'-12'5'38'0,"12"-5"8"16,-3 6-37-16,-3-4-9 0,3 4 0 0,-2-1 0 16,2 0 87-16,0 1 15 0,-3 2 3 0,3-1 1 15,-3 1-54-15,3 3-10 0,0 0-2 0,-3 2-1 16,3 0-20-16,0 3-4 0,0 2-1 0,3 1 0 0,-3-3-14 15,3 5 0-15,0-2 0 0,3-1 0 16,-3 1 0-16,3-4 0 0,-3 1 0 0,3-2 0 16,3-4 0-16,-3 3 0 0,3-5-8 0,0 0 8 15,0 0-13-15,0-3 1 0,0 1 0 0,2-4 0 16,1 1-1-16,0-3 0 0,3 0 0 0,0-3 0 0,0 1 3 16,0-4 1-16,0 1 0 0,0 0 0 0,3-3 9 0,-3-3 0 15,-1 1 0-15,1-3 0 0,3-1 16 0,-6-4-2 16,3-1 0-16,-6-2 0 0,3 0 9 0,-3-3 1 0,-3 0 1 15,0 0 0-15,0 3 10 0,-3 3 1 0,-3-3 1 0,0 5 0 16,0 0-13-16,-3 3-2 0,0-1-1 0,-3 4 0 16,-3-1-11-16,0 3-2 0,-3 0-8 0,0 3 12 15,1 2-37-15,-4 1-8 0,0-1-2 16,-3 6 0-16,0-1-125 0,0 1-26 0</inkml:trace>
  <inkml:trace contextRef="#ctx0" brushRef="#br0" timeOffset="14800.446">14969 15082 1660 0,'0'0'70'0,"0"0"-56"16,0 0 51-16,0 0 11 0,0 0 1 0,0 5 1 15,0 1-39-15,3-1-8 0,-3 3-2 0,0 0 0 16,0 0 28-16,0 2 6 0,0 4 1 0,3-1 0 15,-3 3-52-15,0 2-12 0,3 3 0 0,-3 1 0 16,3-1 0-16,0 3 0 0,0-3 0 0,-3 3 0 16,3-3 54-16,-3-3 8 0,3 1 2 0,-3 2 0 15,0-2-52-15,0 2-12 0,0 0 0 0,0 0 0 16,0 0-48-16,0 0-13 0,0 1-3 0,-3-1 0 16,3 0 50-16,0-5 14 0,0 2 0 0,0-2 0 15,0-3-72-15,0-2-8 0,0 0 0 0</inkml:trace>
  <inkml:trace contextRef="#ctx0" brushRef="#br0" timeOffset="15244.856">15409 15172 1792 0,'0'0'51'0,"0"0"10"0,0 0-49 0,0 0-12 0,0 0 0 0,0 0 0 15,0 0 82-15,0 0 14 0,0 8 2 0,0 0 1 16,0 0-56-16,0 0-11 0,0 2-3 0,0 1 0 16,3 0 27-16,-3 2 4 0,3 0 2 0,-3 3 0 15,3 0-48-15,0 0-14 0,-3 0 0 0,3 2 8 16,-3-5-8-16,3 3 0 0,0 0 0 0,-3-3 0 15,3 3 0-15,0 0-15 0,0 0 4 0,-3 3 1 16,3-4-35-16,0 1-7 0,-3 3-2 0,3-3 0 16,0 0-31-16,0-1-7 0,0 1 0 15</inkml:trace>
  <inkml:trace contextRef="#ctx0" brushRef="#br0" timeOffset="15681.016">15793 15148 1337 0,'0'0'28'0,"0"0"6"16,0 0-34-16,0 0 0 0,0 0 0 0,0 0 0 16,0 0 109-16,0 0 15 0,0 0 4 0,0 0 0 15,0 0-30-15,0 0-6 0,0 8 0 0,3 0-1 16,-3 0-19-16,0 0-3 0,0 3-1 0,0 2 0 15,3 0-28-15,-3 0-5 0,0 3-2 0,3 0 0 16,-3-3 25-16,0 3 5 0,3 0 1 0,0 3 0 16,-3-6-52-16,3 3-12 0,0-3 0 0,-3 3 0 15,3-6 0-15,0 4 0 0,-3-1 0 0,3-3 0 16,0 4 0-16,0-4 0 0,-3 1 0 0,3-1 0 0,0 1 0 16,-3-3 0-16,3 0 0 0,0 0 0 15,0 0 0-15,-3-3 0 0,3 0 0 0,0 1 0 16,-3-6-48-16,0 0-13 0,3 0-3 0</inkml:trace>
  <inkml:trace contextRef="#ctx0" brushRef="#br0" timeOffset="18191.638">17469 13317 1792 0,'0'0'51'0,"0"0"10"15,0 0-49-15,0 0-12 0,0 0 0 0,3 3 0 16,-3-3 40-16,3 5 4 0,3-2 2 0,-3 2 0 15,-3-5-22-15,0 8-5 0,3-3-1 0,-3 3 0 16,0 0 12-16,0 0 2 0,0 0 1 0,0 3 0 16,-3 2-24-16,3 0-9 0,0 0 0 0,-3 3 9 15,3 3-9-15,0 2 0 0,0 0 0 0,0 3 0 16,0 0-27-16,0 2-7 0,0-2-2 16,0 0 0-16,0 0 19 0,3-3 3 0,-3-5 1 0,0 0 0 15,0 0-39-15,3-6-8 0,-3 1-2 0,0-1 0 16,0-2 14-16,0 0 4 0,-3-3 0 0,3 1 0 15,0-6 28-15,0 0 5 0,0 0 2 0,0 0 0 16,0 0 9-16,0 0 0 0,0 0 0 0,-6-3 0 0,0-5 28 0,3 3 7 16,-3-6 1-16,3 1 1 0,-3-1-8 0,3-2-1 15,-3-3-1-15,0-3 0 0,3 1 29 0,-3-3 7 0,1 0 1 0,-1 2 0 16,-3-2 0-16,3 2 0 0,3 4 0 0,-6-1 0 16,3 5-52-16,0 0-12 0,0 4 0 0,0-1 0 15,-3 5 0-15,3 0 0 0,-3 3 0 0,3 0 0 16,-3 3 22-16,3 2 2 0,0 1 0 0,-3-1 0 15,3 5-13-15,1 1-3 0,2 0 0 0,0 4 0 16,3-1-8-16,0 2 0 0,0 2 0 0,3 1 0 16,2-4 0-16,-2 1 0 0,3 3 0 0,3-6 0 15,-3 0 0-15,0 1 0 0,0-4 0 0,0 1 0 16,0-1-26-16,3 1-4 0,-3-3-1 0,3-3 0 16,0 3 31-16,-3-5 0 0,3 2 0 0,0 0 0 15,3-2 0-15,-3 0 0 0,2-3 0 0,-2 0 0 16,3-3-160-16,0 0-25 0,3-2-6 0</inkml:trace>
  <inkml:trace contextRef="#ctx0" brushRef="#br0" timeOffset="21051.366">17856 13304 1963 0,'0'0'56'0,"0"0"12"0,0 0-55 0,0 0-13 0,0 0 0 0,0 0 0 16,0 0 62-16,0 0 10 0,0 0 1 0,0 0 1 15,0 0-53-15,-3 5-10 0,3 3-3 0,-3 0 0 16,3 0 21-16,0 0 4 0,0 0 1 0,0 3 0 15,0-1-23-15,3 1-11 0,-3-1 10 0,3 4-10 16,-3 2 0-16,3-3 0 16,-3 3 0-16,3-1 0 0,0 4 0 0,-3 0-8 15,3 2 8-15,0-3-10 16,0 1-27-16,-3-1-6 0,3 1-1 0,0-3 0 0,-3-3-3 16,3-3-1-16,-3 4 0 0,0-6 0 0,0 0 11 15,0 0 1-15,-3-3 1 0,3-5 0 0,0 0 20 0,0 0 4 0,0 0 1 0,0 0 0 16,-6 0 10-16,6 0 0 0,-6-3 0 0,0-2 0 15,3-3 23-15,-3 0 0 0,0-3 0 0,3 1 0 16,-3-1-6-16,0-2-1 0,0 0 0 0,-3 0 0 16,3-1 25-16,-2 1 5 0,2 0 1 0,-3 2 0 15,0 1-30-15,0 2-5 0,0 2-2 0,0-1 0 16,-3 4-10-16,0 0 0 0,0 3 0 0,0 0 8 16,3 0-8-16,-3 6 10 0,4-4-10 0,2 3 10 15,0 3-2-15,0 0-8 0,3 0 12 0,0 6-4 16,0-4-8-16,3 1 0 0,0 2 0 0,3-3 0 15,-3 4 0-15,3-1 0 0,3-2 0 0,0 2 0 16,0-3 0-16,2 1-9 0,1 0 9 0,0-4-13 16,0 1 13-16,0 0 0 0,0-2 0 0,0-1 0 15,0 0 0-15,0-2 0 0,0 0 0 0,0-3 0 0,0 2 0 16,0-2 0-16,3 0 0 0,-1-2 0 0,1 2 0 16,0-3 0-16,0-2 0 0,3 2 0 15,-3-5-44-15,3 0-5 0,0-5-2 0</inkml:trace>
  <inkml:trace contextRef="#ctx0" brushRef="#br0" timeOffset="21597.894">18228 13275 1824 0,'0'0'38'0,"0"0"8"16,0 0-37-16,0 0-9 0,0-3 0 0,0 3 0 15,0 0 104-15,3-2 20 0,-3 2 3 0,3-3 1 16,-3 3-52-16,0 0-9 0,6 0-3 0,-6 0 0 16,3 5-4-16,3 1-2 0,-3-1 0 0,0 0 0 15,0 3-34-15,0 0-8 0,-3 0 0 0,3 0-1 16,-3 3-15-16,3-1-12 0,-3 1 3 0,0-1 0 16,0 4 9-16,0-1 0 0,-3 0 0 0,3 3 0 15,-3 2 0-15,0 4 0 0,0-1 0 0,-3 3 0 16,3-1 0-16,0 4 0 0,0-1 0 0,0 1 0 15,0-3-53-15,0-3-9 0,0-3-2 0,0 1 0 16,0-3 36-16,0-3 8 0,0 0 0 0,0-5 1 16,0 3-21-16,0-6-4 0,3 3 0 0,0-8-1 15,0 0 36-15,0 0 9 0,0 0 0 0,0 0 0 0,0 0 0 16,0 0 0-16,0 0 0 0,0 0 0 0,0-5 0 0,-3-3 0 16,3 0 0-16,0 0 0 0,0-3 49 0,-3-2 12 15,3 0 3-15,-3-1 0 0,0 1-52 0,0-3-12 0,-2 0 0 0,-1 3 0 16,0 0 30-16,0 2 3 0,-3 1 1 0,0 2 0 15,-3 0-17-15,0 5-3 0,0 1-1 16,0 4 0-16,-3 1-13 16,3 5 11-16,0 0-11 0,1 5 10 15,-1 0-10-15,6 1 0 0,-3 1 0 0,6 1 0 16,0-2 0-16,3 1 0 0,0-1 0 0,6 2 0 0,0-6-10 0,0 1 10 0,3 2 0 16,3-5-9-16,-4 2 9 0,7-2 0 0,-3 0 0 0,3 0 0 15,-3-2 0-15,-3-1 0 0,3 0-9 0,0-2 9 16,-3 2 12-16,3-2 8 0,-3-3 0 0,-1 0 1 15,1 0-174-15,0-3-35 0,3 3-8 16</inkml:trace>
  <inkml:trace contextRef="#ctx0" brushRef="#br0" timeOffset="22501.566">17457 14167 1579 0,'0'0'32'0,"0"0"10"16,0 0-34-16,-3 5-8 0,3-5 0 0,0 0 0 15,-3 5 87-15,0 1 15 0,3-6 3 0,0 7 1 16,-3-1-67-16,3 2-14 0,0 0-2 0,0 0-1 0,0 2 13 0,3 1 2 0,-3 2 1 0,0 0 0 16,3 0-27-16,-3 6-11 0,0-1 8 0,0 4-8 15,3-1 0-15,-3 0 0 0,0 3 0 0,0-3 0 16,3 0 0-16,-3-2-9 0,0-1 0 0,0-2 0 31,0 0-19-31,0 0-4 0,0-6-1 0,0 1 0 0,0 0 15 16,-3-1 3-16,0-5 1 0,0 3 0 15,3-2 14-15,-3-1 0 0,3-5 0 0,-6 5 0 0,6-5 0 0,0 0 0 16,0 0 0-16,0 0 0 0,0 0 0 0,-6 0 0 0,6 0 10 0,-6-2-10 16,1-4 12-16,-1 1-2 0,0 0-1 15,0-1 0-15,3-1-9 0,0-1 0 0,-3-3 0 0,3 0 0 16,-3 1 52-16,0-1 9 0,0-2 2 0,0 0 0 15,0 0-50-15,0 2-13 0,0 0 0 0,0 1 0 16,-3 5 39-16,0-1 2 0,0 1 1 0,0 5 0 16,3 0-21-16,-2 5-4 0,2-2-1 0,3 5 0 15,0-3-7-15,0 3-1 0,0 3-8 0,3-1 12 16,0-2-12-16,3 3 0 0,0-1 0 0,0 1 0 16,0-1 0-16,3 1 0 0,0-3 0 0,-1 3 0 15,1-1 0-15,0 1 0 0,0-1 0 0,0-2 0 16,0 3 0-16,0-3 0 0,0 2 0 0,0-2 0 15,0 0 0-15,3-2 0 0,-3 1 0 0,0-4 0 16,3 2 0-16,-3-2 0 0,0 0 0 0,3-3 0 16,0 0-16-16,2-3-2 0,-2 0-1 0,3-2 0 15,0-3-153-15,3 0-30 0</inkml:trace>
  <inkml:trace contextRef="#ctx0" brushRef="#br0" timeOffset="23235.824">17969 14172 1720 0,'0'0'36'0,"0"0"8"16,0 0-35-16,0 0-9 0,3 3 0 0,-3-3 0 16,6 2 80-16,-6-2 13 0,6 3 3 0,-6-3 1 15,3 5-33-15,-3 0-8 0,3 1 0 0,-3 2-1 16,0 0-17-16,0 0-3 0,-3 0-1 0,3 5 0 0,-3-3-16 0,0 4-3 0,3-1-1 16,-3 3 0-16,0 0-14 0,0 5 9 15,3 0-9-15,-3 3 8 0,3 0-8 0,0-3 0 0,0 3 0 16,0-3 0-16,0-3 0 0,0-2 0 0,0 0-14 0,-3 0 5 31,3-3-25-31,-3-2-5 0,3-1-1 0,-3-2 0 16,0 0 12-16,3-3 1 0,0-5 1 0,0 0 0 15,-3 6 12-15,3-6 2 0,0 0 1 0,-6 5 0 16,6-5 11-16,-6 0 0 0,6 0 0 0,-8 0-8 0,2-3 8 0,0 1 0 0,3-4 0 0,-3 1 0 16,0 0-24-16,-3 0-2 15,3-3-1-15,-3-3 0 0,3 3 64 0,-3-3 13 0,0 1 2 0,0-3 1 16,-3 2-20-16,3-2-4 0,0 0-1 0,0 2 0 15,1 0 0-15,2 4-1 0,0-1 0 0,0 2 0 16,0 1-3-16,6 5 0 0,0 0 0 0,0 0 0 16,0 0-11-16,-6 5-2 0,6-5-1 0,-6 6 0 15,3 2-10-15,0 2 0 0,3-2 0 0,0 5 0 16,0-2 0-16,0-1-19 0,0 4 3 0,3-4 1 16,0 3 24-16,3-2 5 0,-3 2 1 0,3-2 0 15,-3-1-15-15,3 1 0 0,3 0 0 0,-3-3 0 16,2-1-12-16,1 1-1 0,0-2-1 0,3-1 0 15,0 0 14-15,0-2 0 0,0 0 0 0,0-3 0 16,3 0-23-16,0-3-1 0,2 0-1 0</inkml:trace>
  <inkml:trace contextRef="#ctx0" brushRef="#br0" timeOffset="23773.914">18443 14148 2100 0,'0'0'44'0,"0"0"10"0,0 0-43 16,0 0-11-16,0 0 0 0,0 0 0 0,0 0 46 0,0 0 7 0,0 0 2 0,5 3 0 16,-5-3 18-16,3 2 4 0,0 1 1 0,3 2 0 15,-3-2-34-15,0 2-6 0,0 1-2 0,-3-1 0 16,3 0-17-16,0 3-4 0,-3 0-1 0,3 3 0 15,-3-1-14-15,0 3 9 0,0 1-9 0,0 2 8 16,0 2-8-16,-3 1 0 0,3 2 0 0,-3 3 8 16,0-3-8-16,3 0 0 0,-3 3 0 0,0 0 0 15,0-6 0-15,0 3 0 0,0-5 0 0,0 0 0 16,0 0 0-16,-2-6 0 0,2 1 0 0,0-3 0 16,-3 0 0-16,3-3-11 0,0 1 11 0,3-6-8 15,0 0 8-15,-3 5-10 0,3-5 10 0,0 0-10 16,-6 0 10-16,6 0 0 0,-6-3-9 0,3 1 9 15,-3-1 0-15,3-2-11 0,0-1 11 0,-3-2-8 16,0 0 8-16,0-2 0 0,-3-1 0 0,0-2 0 16,0 0 0-16,-3 2 0 0,0-5 0 0,1 3 8 15,-1 3 0-15,0-1 1 0,0 0 0 0,0 6 0 16,0 0-9-16,3 2 0 0,0 3 0 0,0 3 0 16,0-3 0-16,3 5 0 0,3 3 0 0,0-3 0 15,0 3 18-15,0 3 2 0,3-3 0 0,0 5 0 0,3-2-32 16,-3 2-7-16,3-3-1 0,0 4 0 0,0-4 20 0,0 1 0 15,3-1 0-15,0-2 0 0,0 0 0 0,0 0 0 0,3 0 0 16,-3 0 0-16,3-3 0 0,0 3 0 16,0-2 0-16,0-4 0 0,0 3 0 15,3-2 8-15,-1 0-8 0,1-1 12 16,0-2-47-16,0 0-9 0,3 0-3 0,-3-2 0 16,-3-1-182-16,3 3-37 0</inkml:trace>
  <inkml:trace contextRef="#ctx0" brushRef="#br0" timeOffset="24653.276">17508 15143 1824 0,'-6'8'38'0,"0"-3"8"0,0 3-37 0,3-2-9 0,-3 1 0 0,0 4 0 15,0-3 69-15,3 5 12 0,-3-2 3 0,0 5 0 16,3 0-52-16,-3-1-11 0,3 1-1 0,0 0-1 16,0 3-19-16,0-3 0 0,0-1 0 0,3 4 0 15,-3-3-28-15,3 0-8 0,-2 0-3 0,2 2 0 16,0-2 12-16,0 0 3 0,0 0 0 0,2 0 0 15,-2-3-27-15,3 3-5 0,-3 0 0 0,0-3-1 16,3 0 8-16,-3-2 1 0,3 2 1 0,0-3 0 16,-3-2-13-16,0-2-4 0,3-1 0 0,-3-5 0 15,0 0 52-15,0 0 12 0,0 0 0 0,0 0 0 16,0 0 48-16,0 0 13 0,0-5 3 0,0-3 0 16,0 0 0-16,0 0 0 0,-3-3 0 0,3 1 0 15,-3-1-11-15,0-2-1 0,0 0-1 0,0 2 0 0,1-2 18 16,-4 2 4-16,0-2 1 0,0 2 0 0,0 1-6 15,0-1 0-15,0 1-1 0,0 2 0 0,0 2-48 0,-3 1-10 16,3 0-1-16,0 2-8 0,-3 1 16 16,3 2-4-16,-3 0-1 0,3 0 0 15,-3 2-23-15,0 1-5 0,3 2-1 0,-2 0 0 16,2 1 37-16,3-1 7 0,-3 0 2 0,3 3 0 0,0 0-28 16,0 0 0-16,3 0 0 0,-3 3 0 0,3-3 0 0,3 0 0 15,-3 2 0-15,3 1 0 16,0 2-22-16,0-2-3 0,0 2-1 0,0-3 0 0,3 1 39 0,0 2 8 0,-1-2 2 0,1-1 0 15,0-2-23-15,3 0 0 0,-3 0 0 0,0-3 0 16,3 1-19-16,-3-4-1 0,0 1-1 0,3 0 0 16,0-3 21-16,0 0 0 0,0-3 0 0,3-2 0 15,3-3 0-15,-1 0 0 0,1-3 0 0,3-2 0 16,3 0-86-16,0-3-13 0,6-3-2 0</inkml:trace>
  <inkml:trace contextRef="#ctx0" brushRef="#br0" timeOffset="25426.753">18029 15087 1907 0,'0'0'40'0,"0"0"8"0,0 0-38 0,0 0-10 0,0 0 0 0,0 0 0 16,0 0 57-16,0 0 10 0,0 0 1 0,0 6 1 15,3 2-16-15,-3-3-3 0,3 3-1 0,-3 0 0 16,0 5-17-16,0-2-4 0,0 2-1 0,0 5 0 15,0-2-17-15,3 3-10 0,-3-1 12 0,0 4-12 16,3-4 0-16,0 1 0 0,0-1 0 0,-3-2 0 16,3 0 0-16,0-3 0 0,0 0 0 0,-3 1-9 15,3-4-19-15,-1 1-4 0,-2-1-1 0,3 1 0 16,-3-3-11-16,0 0-3 0,0 0 0 0,0-3 0 16,0 0 13-16,0-5 2 0,0 0 1 0,0 0 0 15,0 0 31-15,0 0 0 0,0 0 11 0,0 0-3 16,0 0-8-16,0 0 0 0,-5 0 0 0,-1-2 0 0,-3-1 0 15,3 0 0-15,-3-2 0 0,3 0 0 0,-3-1 29 16,0 4 5-16,-3-6 1 0,3 3 0 0,-3 2-5 16,-3-2-1-16,3-1 0 0,-2 1 0 0,-1 0-2 15,3-1-1-15,0 4 0 0,0-1 0 0,0 1 10 16,3 2 1-16,0 0 1 0,0 0 0 0,0 0-30 16,3 2-8-16,6-2 0 0,0 0 0 0,0 0 0 0,-3 5 0 0,3-5 0 15,-3 6 0-15,3-1 0 0,0 0 0 0,0 3 0 16,0 0 0-16,3-2 0 0,0 1 0 0,0 1 0 0,0 3 0 15,3-3 0-15,0 0 0 0,0 0 0 0,0 0 0 16,0 0 0-16,3 0-10 0,-3 0 10 0,3-1-13 16,0 1 13-16,-3-2 0 0,3 2 0 0,0 0 0 15,0-3 0-15,-1 0 0 0,1 0 0 0,0-2-9 16,3 0 9-16,-3-1 0 0,0 1 0 0,3-3 0 16,0-3 0-16,0 1-8 0,0-4 8 0,0 1 0 15,3-3-49-15,-4-2-5 0,4-1-1 0</inkml:trace>
  <inkml:trace contextRef="#ctx0" brushRef="#br0" timeOffset="26041.366">18722 15003 2256 0,'0'0'47'0,"0"0"11"0,0 0-46 16,0 0-12-16,0 0 0 0,0 0 0 16,0 0 47-16,0 0 7 0,0 0 2 0,0 0 0 0,-3 5-16 0,-3 0-4 0,0 1 0 15,3 2 0-15,-3 0-15 0,4 0-3 0,-4-1-1 0,3 4 0 16,-3 2 13-16,3 0 2 0,-3 3 1 0,3 3 0 16,0 2-33-16,0 0 0 0,0 0 0 0,0 3 0 15,3 0 0-15,-3-3 0 0,3-2 0 0,0 2 0 31,0-3-44-31,0-2-16 0,0-3-4 0,0 3 0 16,0-2 0-16,0-4 0 0,0 1 0 0,0-1 0 16,0-2 0-16,0 3 0 0,0-3 0 0,0-3 0 15,0 0 28-15,-3 1 6 0,3 2 1 0,0-8 0 16,0 0-5-16,0 0-1 0,0 0 0 0,0 0 0 0,0 0 56 0,0 0 11 0,0 0 3 0,0 0 0 16,0 0-14-16,-6-3-2 0,6 3-1 0,-9-5 0 15,3-1 26-15,-3 1 4 0,3 0 2 0,0 0 0 16,0-3-20-16,-3 0-4 0,3 2-1 0,-3-2 0 15,0 3 30-15,1 0 5 0,-1 0 2 0,-3-1 0 16,0 1-48-16,0 0-14 0,-3 2 0 0,-3 0 8 16,3 1 19-16,-3 2 4 0,4 0 1 0,-1 0 0 15,0 0 0-15,0 2 0 0,3 1 0 0,0 2 0 16,0-2-48-16,3 2-8 0,0 1-3 0,3-1 0 16,3 0 43-16,0 0 9 0,0 1 2 0,3-6 0 15,0 8-45-15,0-3-9 0,0 3-1 0,3-3-1 16,3 3 29-16,0-3 0 0,0 3 0 0,3-2 0 15,0 2 17-15,0-3 10 0,3 0 1 0,0 0 1 16,0 1-29-16,0-4 0 0,3 1 0 0,-1 0 0 16,-2-1 0-16,3 1 0 0,3-3 0 0,-6-3 0 15,3 1-17-15,-3-1-10 0,0 0-1 0,0 1-1 16,-3-4 29-16,2-1 0 0,1-1 8 0,0 0-8 16,0 0-26-16,3-3-12 0,-3 1-2 0</inkml:trace>
  <inkml:trace contextRef="#ctx0" brushRef="#br0" timeOffset="27025.551">20089 13161 1571 0,'0'-5'44'0,"3"2"11"15,0-2-44-15,-3 5-11 0,0-3 0 0,0 3 0 16,0 0 83-16,0 0 14 0,0 0 3 0,0 0 1 16,0 0-22-16,0 0-5 0,0 0-1 0,0 0 0 15,2 6-48-15,1 4-9 0,-3-2-3 0,0 0 0 16,3 5 15-16,-3 1 2 0,0 1 1 0,0 4 0 15,0-3-31-15,0 2 8 0,0-2-8 0,0 3 0 16,0-3 0-16,0-1 0 0,0 1 0 0,-3 0 0 16,3 0 0-16,0 0 0 0,0 0 0 0,-3 0 0 15,3 0 0-15,-2-1-18 0,2-1 4 0,-3 2 1 16,0-3-15-16,3 0-2 0,-3-2-1 0,0-1 0 0,0 1 11 0,-3-3 3 16,3 0 0-16,0-6 0 0,3-2 6 0,-6 6 2 0,6-6 0 15,-6-3 0 1,0 0-14-16,0 1-2 0,0-4-1 0,0-2 0 0,0 1 26 0,0-1 0 0,0-3 0 15,0 0 0-15,-3 1 0 0,0-1 0 0,0 1 0 0,0-1 0 16,1 0 46-16,-1 4 14 16,-3-1 4-16,3 2 0 0,-3-2-54 0,3 3-10 15,0 2 0-15,0-2 0 0,0 3 0 0,0-1 0 0,3 3 0 16,0 0 0-16,0 0 0 0,6 0 0 0,0 0 0 16,-6 3 0-16,6-3 0 0,0 0 0 0,-3 7 0 0,0-1 0 15,3-1 0-15,0 3 0 0,3-3 0 0,0 3 0 16,0 0 0-16,0 3 0 0,0-1 0 0,3 1 0 15,0-1 0-15,0 4 0 0,3-4 0 0,-3 4 0 16,3-4 0-16,0 3 0 0,3-2 0 0,-3-1 0 16,3-2 0-16,0 3 0 0,0-3 0 0,-4-3 0 15,4-2 0-15,0 0 0 0,0-1 0 0,0-2 0 16,0-2 0-16,0-4 0 0,0 1 0 0</inkml:trace>
  <inkml:trace contextRef="#ctx0" brushRef="#br0" timeOffset="27559.305">20464 13227 1948 0,'0'0'55'0,"0"0"13"0,0 0-55 15,0 0-13-15,0 0 0 0,0 0 0 0,0 0 72 0,0 0 11 0,0 0 2 0,0 0 1 16,0 0-26-16,0 0-4 0,0 0-2 0,0 0 0 15,0 8-24-15,3 0-5 0,0 0-1 0,-3 3 0 16,3-1-14-16,0 1-10 0,-3-1 12 0,3 4-12 16,-3-4 8-16,0 4-8 0,0-4 0 0,0 3 0 15,0 1 0-15,0-1 0 0,0 0 8 0,-3 0-8 16,0 3 0-16,3-3 0 0,-3 3 0 0,0-3 0 16,0 3-21-16,0 0 1 0,0 0 1 0,-3-3 0 15,3 3-3-15,0-3-1 0,0-2 0 0,-3 0 0 16,3-3-5-16,0-3-2 0,-3 0 0 0,6-5 0 15,0 0 18-15,-3 0 12 0,3 0-13 0,-6-3 5 16,3-4 8-16,-3-1 0 0,3 0-9 16,0-6 9-16,-3 4 0 0,3-1 0 0,-3-2 0 0,0 2 0 15,-3-2 19-15,0 0-2 0,0 2 0 0,1 1 0 16,-1-1 5-16,-3 3 1 0,3 0 0 0,-3 0 0 16,3 3-3-16,-3 0-1 0,3 0 0 0,-3 2 0 15,3 0-19-15,3 3 0 0,-3 0 0 0,3 3 0 16,0 0 0-16,4-1 10 0,2-2-10 0,-6 8 8 15,3 0-8-15,0-3 0 0,0 3 0 0,3 3 0 16,0-1 0-16,0 1 0 0,0 2 0 0,0 1 0 16,3-1 0-16,0 0 0 0,0 0 0 0,3 3 0 15,-1-3-9-15,1 3 9 0,0-3 0 0,0 1 0 16,3-4 0-16,0 1 0 0,0-3 0 0,0 0 0 0,0-3-11 0,0-2 11 16,0-1-10-16,0-2 10 15,0-2-37-15,3-1-2 0,-3-2 0 0,2-3 0 16,4-5-158-16,3-6-32 0</inkml:trace>
  <inkml:trace contextRef="#ctx0" brushRef="#br0" timeOffset="28060.292">20740 13217 1948 0,'0'0'40'0,"0"0"11"0,0-3-41 0,0 3-10 0,-3-5 0 0,3 5 0 15,0 0 80-15,0 0 13 0,0 0 3 0,0 0 1 16,0 0-29-16,0 0-5 0,0 0-2 0,0 0 0 15,0 0-18-15,0 0-4 0,0 0-1 0,6 5 0 16,-3 0-11-16,0 1-3 0,0 4 0 0,0-2 0 16,0 3-16-16,0-1-8 0,0 1 0 0,0 0 8 15,0-1 0-15,0 1-8 0,-3 2 12 0,0-2-4 16,0 2-8-16,0-3 0 0,0 1 0 0,0 2 8 16,-3 0-8-16,3-2 0 0,0 2 0 0,-3 0 0 15,0 1 0-15,3-1-16 0,-3 0 3 0,0 3 0 16,0-3-6-16,0 0-1 0,0 1 0 0,0-4 0 15,0 1 3-15,0-3 0 0,0 0 0 0,0-3 0 16,3-5 17-16,0 0 0 0,0 0 0 0,0 0 0 16,0 0 0-16,-2-5 0 0,-1-1 0 0,0-1 0 15,3-4 0-15,-3 0 0 0,3 1 0 0,-6-1 0 16,3 1 26-16,-3-4 12 0,3 4 2 0,-6-1 1 16,3 3-33-16,-3-2-8 0,0 2 0 0,0 0 0 15,0 0 0-15,3 3 0 0,-3-1 0 0,0 1 0 0,0 5 12 0,3-3 1 16,-3 3 0-16,9 0 0 0,-5 3-13 15,-1 2 9-15,6-5-9 0,-6 6 8 0,3 2-8 0,0-1 0 16,0 1 0-16,3 0 0 0,-3 0 0 0,3 3 0 0,3-1 0 0,-3 4 0 16,3-4 0-16,0 3 0 0,0 1 0 0,3-4 0 15,-3 4 0-15,0-4 0 0,2 1-8 0,1-1 8 16,0 1-12-16,0-3 3 0,0-3 0 0,0 0 0 16,0 1 9-16,0-1-8 0,0-5 8 0,3 0-8 15,-3 0-148-15,3-3-30 16,0 1-6-16</inkml:trace>
  <inkml:trace contextRef="#ctx0" brushRef="#br0" timeOffset="28851.013">19928 14124 1579 0,'0'0'32'0,"0"0"10"0,0 0-34 16,0 0-8-16,0 0 0 0,0 0 0 0,0 0 104 0,0 0 20 0,3 6 3 0,0 2 1 16,-3-3-103-16,0 0-25 0,3 0 0 0,-3 3 0 15,0 0 56-15,3 0 7 0,-3 0 1 0,0 0 0 16,0 3-52-16,0 2-12 0,0-2 0 0,0 4 0 16,0 1 0-16,3 3 0 0,-3 2 0 0,0-3 0 15,3 6 0-15,-3 0 0 0,3 0 0 0,-3 0 0 16,3-3 0-16,-3 0 0 0,3-2 0 0,0-1 0 15,-3-2 0-15,0-3-13 0,0-2 2 0,0-1 1 16,0-2-3-16,-3 0-1 0,0-2 0 0,0-1 0 16,3-5 14-16,0 0-9 0,-3 3 9 0,3-3-8 15,-6 2 8-15,0-2 0 0,0-2 0 0,0 2 0 16,0-6 0-16,0 4-8 0,0-4 8 0,0 1 0 0,-3-3 0 16,3 0 0-16,-3-2 0 0,0-1 8 0,0 0-8 15,-3 1 0-15,4-3 0 0,-1-1 8 16,0 4 2-16,0-1 1 0,3 3 0 0,-3 0 0 0,0 3-11 15,3 2 12-15,-3-2-12 0,9 5 12 0,-6 0-12 0,6 0 0 16,0 0 9-16,-6 5-9 0,6-5 8 16,-6 6-8-16,3 2 10 0,3-3-10 15,0 3 0-15,0 0 0 0,0 0 0 0,3 2 0 0,0-2 0 0,0 0 0 0,3 3 0 16,0-1 0-16,-3 1 0 0,3-1 0 0,0-2 0 0,0 3 0 16,3-3 0-16,-3 3 0 0,3-4 0 0,0 1 0 15,0 0 0-15,0-2 0 0,2 2-8 0,-2-3 8 16,3 0 0-16,-3-2 0 0,3-1 0 0,0 1 0 15,0-3-13-15,3 0 1 0,-3-3 0 0</inkml:trace>
  <inkml:trace contextRef="#ctx0" brushRef="#br0" timeOffset="29365.643">20437 14111 1948 0,'-18'3'40'0,"12"-3"11"0,6 0-41 0,-6 2-10 0,6-2 0 0,0 0 0 0,0 0 72 15,0 0 12-15,0 0 2 0,0 0 1 16,-3 6-32-16,3-6-7 0,0 2 0 0,0 6-1 16,0-2-13-16,3-1-2 0,-3 3-1 0,3-3 0 15,0 3-15-15,-3 0-4 0,3 0 0 0,0 2 0 16,-3 1-12-16,3 0 8 0,0-1-8 0,-3 3 0 0,0 1-11 0,0 2-8 15,0-3-1-15,0 5-1 0,0 1 33 16,0-1 8-16,0 1 0 0,-3 2 1 0,3-2-32 16,-3-1-6-16,0-2-2 0,0 3 0 15,0-6-37-15,0 3-8 0,0-3-2 0,-3-3 0 0,0-2 57 16,0 0 9-16,0 0 0 0,0-2 10 0,0-4-10 16,0 1 0-16,0-1 0 0,1-2 0 0,-1 0 0 0,0-2 0 0,0-1-11 15,0-2 11-15,0 0 0 0,0-3 0 0,0 0 0 16,0 0 8-16,-3 0 2 0,0-3 1 0,0 1 0 0,0-1 0 15,0-2 30-15,-3 2 7 16,3-2 0-16,0 2 1 0,-2 4-39 0,2 1-10 16,0-2 0-16,0 3 0 0,0 5 0 0,3 0 0 0,6 0 0 0,-6 3 0 15,6-3 32-15,-9 5 5 0,9-5 1 0,-3 8 0 16,0 0-10-16,3 0-1 0,0 0-1 0,0 2 0 16,0-2-40-16,3 3-8 0,0-1-2 0,0 1 0 15,3 0 24-15,0-1 0 0,0-2-9 0,0 3 9 16,0-1 17-16,3-2 7 0,-3 0 2 0,3-3 0 15,-1 3-42-15,1-5-8 0,0 2-1 0,0-2-1 16,0 2 42-16,3-5 8 0,0 3 1 0,0-6 1 16,0 1-144-16,3-1-29 0,-3-2-5 15</inkml:trace>
  <inkml:trace contextRef="#ctx0" brushRef="#br0" timeOffset="29922.45">20827 14093 1997 0,'0'0'41'0,"0"0"11"0,0 0-41 16,0 0-11-16,0 0 0 0,6 0 0 0,-6 0 56 0,6 0 8 0,-3 0 3 0,-3 0 0 15,6 2-11-15,-3 4-1 0,0-1-1 0,-3 0 0 16,3 0-18-16,-3 3-3 0,3 0-1 0,-3 0 0 15,0 0-12-15,2 0-4 0,-2 0 0 0,0 3 0 16,0-3-8-16,0 5-8 0,0-3 12 0,0 1-12 16,0 2 8-16,0 0-8 0,0 1 0 0,0 2 0 15,-2-1 0-15,2 1 0 0,-3 0 0 0,3 3-9 16,-3-3-11-16,0 2-1 0,-3-2-1 0,3 0 0 16,0-3 7-16,-3 0 2 0,0 1 0 0,3-4 0 15,-3-2 13-15,3 0 0 0,-3 0 0 0,3-3 0 16,-3-2 0-16,6-3 0 0,-6 2 0 0,6-2 0 15,-6 0 0-15,3-2 0 0,-3-1 0 0,0-2 0 16,0-3 0-16,0 0 0 0,-3 0 0 0,3-2 0 16,-3-1 0-16,1 0 0 0,-1 1 0 0,0-1 0 15,0-2 12-15,-3 2-12 0,0 1 12 0,0 2-12 16,3 0 34-16,-3 0 0 0,3 3 0 0,-3-1 0 16,3 4-20-16,3 2-4 0,-2 0-1 0,2 2 0 15,0 1-9-15,0 2 12 0,0 1-12 0,3 2 12 16,-3-1-12-16,3 4 0 0,3-3 0 0,-3 5 0 0,3-2 0 0,3 2 0 15,0-2 0-15,0 2 0 0,0-3-9 0,3 1 9 16,0 2 0-16,0-5 0 0,0 3 9 0,2-3 9 16,1 2 2-16,0-4 0 0,3-1-20 0,0 0 0 15,0-2 0-15,0-1 0 0,3-2-11 0,0 3-5 16,0-3-2-16,2 0 0 0,-2-3 18 0,0 1-12 0,-3-3 12 16,3 2-10-1,-3-2-42-15,0-1-9 0,-3 1-2 0</inkml:trace>
  <inkml:trace contextRef="#ctx0" brushRef="#br0" timeOffset="30758.962">19877 15035 1804 0,'0'0'37'0,"0"0"10"0,0 0-38 0,0 0-9 0,0 0 0 0,0 0 0 15,0 0 55-15,0 8 9 0,0-3 1 0,-3 0 1 16,3 3-22-16,0-3-5 0,0 3-1 0,0 0 0 16,0 3-7-16,0 2-2 0,0 3 0 0,0 0 0 15,3 2-29-15,-3 6-8 0,0 0-1 0,3 0 0 16,-3 0 9-16,3-1-10 0,0 1 10 0,-3 0-10 15,3-6 10-15,-3 4 0 0,0-6 0 0,3 2 0 16,-3 1-44-16,0-4-4 16,0 1-1-16,-3 3 0 0,3-3 33 0,-3-3 8 0,3 3 8 0,-3-3-13 15,0-2 13-15,0-1 0 0,0 1-10 0,0-6 10 16,0 0 0-16,3-5 0 0,0 0 0 0,0 0 0 16,0 0 0-16,0 0 12 0,-6-2-2 0,0-4 0 15,0-1-10-15,0-1 0 0,1-3 0 0,-1 3 0 16,0-5 0-16,3 2 0 0,-3 1 0 0,-3-4 0 0,3 4 0 15,0-1 0-15,-3 1 0 0,0-1 0 0,0 3 41 0,0 3 7 16,0-3 0-16,0 3 1 0,0 2-27 0,0 0-6 16,0 3 0-16,1 0-1 0,2 0-15 15,6 0 0-15,-6 0 0 0,6 0 0 0,-6 6 34 16,6-6 4-16,-3 2 1 0,0 4 0 0,3 2-11 0,0-3-3 0,0 3 0 16,3 0 0-16,-3 0-37 0,3 2-8 15,0 1-2-15,3-1 0 0,-3 1 22 0,3 0 0 0,0 2 0 0,-1 0 0 16,1-2 0-16,0 2 0 0,3 0-9 0,-3-2 9 15,3-1 0-15,0-2 0 0,-3 0 0 16,3 0 0-16,0-5 0 0,0-1-8 0,0-2 8 16,3-2 0-16,0-1 0 0,0-5 0 0,2-2 0 15,1-1 0 1,3-2-109-16,0-3-15 0</inkml:trace>
  <inkml:trace contextRef="#ctx0" brushRef="#br0" timeOffset="31524.447">20365 15003 1838 0,'0'0'38'0,"0"0"10"0,0 0-39 0,0 0-9 0,0 0 0 0,0 0 0 16,3 5 55-16,0 0 9 0,0 1 1 0,-3-1 1 16,3 0-22-16,0 1-4 0,0-1 0 0,-3 3-1 15,3 2-18-15,0 1-3 0,-3 0-1 0,3 2 0 16,0 0-9-16,0 6-8 0,0-1 12 0,0 3-12 15,0 0 8-15,0 3-8 0,3-3 0 0,0 3 0 16,-3-3 0-16,0-2 0 0,0-1 0 0,0-2 0 16,0 0-16-16,0-3-4 0,0-2-1 0,-3 0 0 15,3-1 1-15,-3-2 0 0,0 0 0 0,0-3 0 16,-3 1 20-16,3-6-9 0,0 0 9 0,0 0 0 16,-3 5 0-16,3-5 0 0,0 0 0 0,-6 3 0 15,0-3-26-15,0-3 2 0,0 3 0 0,0-5 0 16,-3 2 24-16,3 0 0 0,-3-2 0 0,0 0 0 15,-3-1 20-15,3 4 8 0,-2-6 3 0,2 3 0 0,-3-1-8 16,0 1-2-16,0 0 0 0,0-1 0 16,0 1-7-16,3 0-2 0,-3 2 0 0,3 0 0 0,3 3-12 15,-3 0 0-15,3 0 0 0,6 0 0 0,-5 3 36 16,5-3 5-16,-3 5 1 0,3-5 0 0,-3 6-31 0,0 2-11 0,3-8 0 0,0 5 9 16,0 0-9-16,0 3 0 15,3-3 0-15,-3 3 0 0,3-2 0 0,-3 2 0 0,3 0 0 16,0 0 8-16,-1-1-8 0,4-1 0 0,-3 2 0 0,3 0 0 15,-3 0 0-15,3-3 0 16,-3 3 0-16,3-3 0 0,0 0 0 0,3-2 0 0,-3 0 0 0,3-1 0 16,0 1 0-16,3-3-9 0,0-3 9 0,0 1 0 15,3-1-17-15,-1-5 3 0,4 0 1 0,0 0 0 16,0-2-139-16,0-1-27 16,0-2-5-16</inkml:trace>
  <inkml:trace contextRef="#ctx0" brushRef="#br0" timeOffset="32175.392">20934 15008 1773 0,'3'-3'50'0,"0"-2"11"0,-3 5-49 0,0-2-12 0,0 2 0 0,0 0 0 16,3-3 84-16,-3 3 15 0,0 0 2 0,0 0 1 15,0 0-57-15,0 0-11 0,0 0-2 0,0 0-1 16,0 0 15-16,6 3 3 0,-3 2 1 0,-3 0 0 15,3 0-36-15,0 3-14 0,-3 0 11 0,3 3-11 16,-3-1 8-16,3 1-8 0,-3 2 0 0,3 3 0 16,-3 0 12-16,3 0-4 0,-3 2-8 0,0 1 12 31,3 2-60-31,-3-2-13 0,3-1-3 0,-3 1 0 0,0-1 24 0,3-2 4 0,-3-3 0 16,0 3 1-16,0-5-46 0,0-1-10 0,0 1-1 15,0-3-1-15,0-3 61 0,-3 0 12 0,3-5 2 0,0 0 1 16,0 0 17-16,0 0 0 0,0 0 0 0,0 0 0 15,-6 0 12-15,0 0 0 0,0-2 0 0,0 2 0 16,0-6 15-16,0 1 2 0,0-3 1 0,0 0 0 16,-3 0 18-16,0-2 3 0,0-1 1 0,0 1 0 15,-3-1-8-15,3 0-2 0,-2-2 0 0,-4 3 0 16,3-1-11-16,0 3-3 0,0 0 0 0,0 0 0 16,0 6-8-16,3-1-1 0,-3 3-1 0,3 3 0 15,3-1-6-15,0 6 0 0,0-3-1 0,1 3 0 16,2 0-11-16,3 3 10 0,-3 0-10 0,3-1 10 15,0 1-1-15,0-1 0 0,0 1 0 0,3 2 0 16,0-2-9-16,-1-3 0 0,4 2 0 0,0-2 0 16,0 0 0-16,0-3 0 0,3 3 0 0,-3-2 0 15,6-4 0-15,-3 4-14 0,3-1 3 0,0-3 1 0,0-2 10 0,0 3 14 16,3-3-3-16,-1-3-1 0,-2 3-22 0,3-2-4 16,3-3 0-16,-3-1-1 15,0-2-24-15,0 0-5 0,-3-2-1 0</inkml:trace>
  <inkml:trace contextRef="#ctx0" brushRef="#br0" timeOffset="33061.574">22687 13283 1580 0,'0'0'67'0,"0"0"-54"15,0 0 79-15,0 0 15 0,0 0 3 0,0 0 1 16,0 0-33-16,6 3-6 0,-6-3-2 0,3 2 0 16,3 1-47-16,0 2-10 0,-3-2-1 0,3 2-1 15,-3 0 26-15,0 3 6 0,0 0 1 0,0 0 0 16,-3 3-33-16,3-1-11 0,0 4 0 0,0-1 9 16,0 0-9-16,-3 0 0 0,0 3 0 0,0 0 8 15,3 3-8-15,-3-1-9 0,0 1 9 0,3 2-13 16,-3-3-6-16,0 3-1 0,0-2 0 0,0-1 0 15,0-2-8-15,0 0-1 0,-3-3-1 0,3-2 0 16,-3 0 15-16,3-3 3 0,-3-3 1 0,3-5 0 16,0 0 11-16,0 0 0 0,0 0 0 0,0 0 0 15,0 0 0-15,-6 0 0 0,-3-3 0 0,3-2 0 16,0 0 10-16,-3-3-2 0,0-3-8 0,3 3 12 16,-3-2-1-16,0-1-1 0,0 0 0 0,0 1 0 15,0-1 21-15,1 1 4 0,2 2 1 0,-6 0 0 0,3 3-18 16,-3 2-3-16,3 0-1 0,0 1 0 0,0 2-3 0,0 2-1 15,0 4 0-15,0-1 0 0,3 0-2 0,3 0 0 0,0 3 0 16,0-2 0-16,3 2-8 0,3-1 0 0,-3-1 0 0,3 2 0 16,3 0 0-16,-3 0 0 0,3-3 0 0,3 3 0 15,-3 0 0-15,3 0 0 0,0-3 8 16,-3 3-8-16,3-3 0 0,0 1 0 0,0-1-12 0,0 0 12 16,3-2 0-16,-4 2 0 0,4-5 0 0,0 3 0 15,0-3-110-15,3-3-14 0,0 3-4 0</inkml:trace>
  <inkml:trace contextRef="#ctx0" brushRef="#br0" timeOffset="33795.082">22756 14119 1579 0,'0'0'32'0,"0"0"10"0,0 0-34 0,0 0-8 0,0 0 0 0,-3 5 0 16,0 3 53-16,0-2 9 0,0-1 2 0,0 3 0 15,0-3 24-15,0 3 6 0,0-3 1 0,0 3 0 16,0 3-56-16,-3-3-11 0,3 2-3 0,0 1 0 16,0 2-16-16,0 0-9 0,0 1 10 0,0-1-10 15,3 3 0-15,-3 2 0 0,0 1 0 0,3-1 0 16,0 1 0-16,-3-1 0 0,3 1-8 0,3-1 8 16,-3-2-16-16,0 0 3 0,0-3 1 0,0 1 0 15,0-4-25-15,0 1-5 0,0-1-1 0,0-2 0 16,0-2 24-16,0-1 5 0,0-5 1 0,0 0 0 15,0 0 13-15,0 0 0 0,0 0 0 0,0 0 0 16,0 0 0-16,-3-5 0 0,3-1 0 0,-3-2 10 16,0 0 1-16,-3-2 0 0,3 2 0 0,-3-3 0 15,0 1 21-15,0 2 4 0,0-3 0 0,0 3 1 16,0-2-5-16,-2 2-2 0,2 0 0 0,-3 3 0 16,3-1-30-16,0 4 0 0,-3-1 0 0,0 3-10 15,3 3 26-15,-3-1 4 0,3 4 2 0,0 1 0 0,0-1-35 16,0 2-7-16,3 2-2 0,0-2 0 0,0 3 38 0,3-3 8 0,-3 2 2 15,6 1 0-15,-3-1-26 0,3 1 0 0,0-3 0 16,0 0 0 0,3 0 0-16,0 0 0 0,0 0 0 0,0-3 0 0,0 3-8 0,0-3 8 0,3-2 0 0,0 2 0 15,0 1-21-15,3-4 0 0,-3 1 0 0,2-1 0 16,1-2 21-16,0 3 0 0,0-3 0 0,0 0 0 16,3-3-158-16,0 3-27 15,-3-2-6-15</inkml:trace>
  <inkml:trace contextRef="#ctx0" brushRef="#br0" timeOffset="34678.449">22648 15146 1941 0,'0'0'55'0,"0"0"12"16,0 0-54-16,0 0-13 0,0 0 0 0,0 0 0 15,0 0 56-15,-3 5 9 0,3 3 2 0,-3-3 0 16,3 3-27-16,-2 3-4 0,2-3-2 0,0 2 0 15,0 3-34-15,0-2-14 0,0 2 1 0,0 3 0 16,0-3 13-16,0 1 0 0,0 2 0 0,2-3 0 16,-2 0 18-16,0 0 6 0,3 0 2 0,-3-2 0 15,3 0-26-15,-3 2 0 0,3-3 8 0,-3-2-8 16,0 3-8-16,3 0-4 0,-6-4-1 0,3 1 0 16,0-2 5-16,0 2 8 0,0-8-13 0,0 0 5 15,0 0-4-15,0 0 0 0,0 0 0 0,0 0 0 16,0 0 12-16,0 0 0 0,0 0 0 0,0 0-8 0,0 0 8 0,0 0 0 15,-6-3 8-15,1 0-8 0,2 1 10 0,-3-4-2 16,3 4-8-16,-3-4 12 0,0 1 7 0,0 0 1 0,0 0 0 16,-3-1 0-16,0 4 2 0,0-4 1 0,0 4 0 15,0-1 0-15,-3 0-10 0,0 1-1 0,0 2-1 16,1 0 0-16,-1 0-11 0,0 0 8 0,0 0-8 0,0 2 8 16,3 4-8-16,0-4 8 0,0 4-8 0,3-4 8 15,0 4-8-15,3-1 8 0,3-5-8 0,-3 5 8 16,0 0-8-16,3 1 0 0,0 2 0 0,0 0 0 15,3-3 0-15,0 0 0 0,0 1-9 16,0 1 9-16,3-1 0 0,0-1 0 0,0 0 0 0,3 1 0 16,-3-1 0-16,3-2 0 0,0 2 0 0,3-3 0 15,0 1 0-15,0-3 0 0,-1 3 0 0,1-3 0 16,-3-3 0-16,3 0 8 0,0-2-8 0,0 3 12 16,0-6-12-16,0 2 0 0,0-2 0 0,3-2 0 15,-1 2-17-15,1-5-10 0,0-1-1 0</inkml:trace>
  <inkml:trace contextRef="#ctx0" brushRef="#br0" timeOffset="41297.177">19205 4249 1234 0,'-21'3'25'0,"15"-3"7"16,0 3-32-16,-3-3 0 0,3 2 0 0,0-2 0 16,0 0 125-16,0 0 19 0,6 0 3 0,-6 0 1 15,6 0-23-15,0 0-4 0,-6-2-1 0,6 2 0 16,0 0-32-16,0 0-8 0,0-6 0 0,3 4-1 15,3-6-12-15,3 3-3 0,3-3 0 0,0 0 0 16,3 2-21-16,3-2-5 0,-1-2-1 0,4 2 0 16,0 3-6-16,0-3-2 0,0 0 0 0,3 0 0 15,-1 0-9-15,4-3-3 0,3 3 0 0,0-2 0 0,2 2-8 0,1 3-1 16,3-1-8-16,0 4 12 16,-7-4-30-16,-2 6-6 0,-3 0-2 0,-3 6 0 0,-3-6 26 15,-3 2 0-15,-4 4 0 0,-2-6 0 0,0 5 0 0,-3 0 0 0,-3 6 0 16,0-3 0-16,-3-3 0 0,-3 6 0 15,0 2 0-15,-3-3 0 0,0 6 0 16,-3 3 0-16,1-6 0 0,-4 6 0 0,-3-1 13 16,-3 3 8-16,0-2 2 0,-6 2 0 0,0 0-37 0,1-5-7 0,-4 5-2 15,-3-8 0-15,6 6 23 0,-3-3 0 0,4 2 0 0,-1-4 0 16,3 1-21-16,0 1 0 0,3 0 0 0,0 0 0 16,4 0 12-16,-1 2 9 0,3-7-12 0,0 5 12 15,3-3-9-15,3 0 9 0,0 1 0 0,0-1-9 16,6-3 9-16,0-2-8 0,0 3 8 0,6-3-8 15,0-3 8-15,0 0 0 0,3-2 0 0,3 2 0 16,0 1 0-16,3-6 9 0,-4 0-1 0,7 0-8 16,0 0 13-16,0 0-4 0,6-6-1 0,0 4 0 15,2-1 9-15,1-2 2 0,3 2 0 0,0 0 0 16,-3 1-19-16,-4 2-17 0,1-3 3 0,0 3 1 16,-3 0 21-16,-3 0 4 0,-3 0 0 0,-1 3 1 15,-2-3-113-15,0 2-22 0,-3 1-5 0</inkml:trace>
  <inkml:trace contextRef="#ctx0" brushRef="#br0" timeOffset="42289.683">18987 4048 1337 0,'0'0'28'0,"-3"-2"6"16,3 2-34-16,-6-3 0 0,6 3 0 0,-6 0 0 15,6 0 139-15,-6-3 21 0,6 3 4 0,-6-2 0 16,6 2-60-16,-6 0-12 0,6 0-2 0,-8 2-1 16,2 1-34-16,0 2-7 0,3 3-2 0,-3 6 0 15,0-4-26-15,0 3-6 0,3 6-1 0,-3 5 0 0,3 5-13 16,-3-3 0-16,0 9 0 0,0-1 0 0,3 0 11 16,-3-2-11-16,3 0 12 0,0 0-12 0,0-1 0 0,0 4 0 0,0-1 0 15,0 3 0-15,3-2 0 0,0 2 0 0,3 0 0 0,0 0-12 16,0-5 3-16,3-3 1 15,0 0 0-15,3-8 0 0,3-3 8 0,-3 1 0 16,6-3-9-16,0-6 9 0,0 1 0 0,5-3 0 16,1 0-9-16,6-5 9 0,3-1 12 0,5 1 5 0,4-3 2 0,6-3 0 15,-4 3-29-15,4-2-6 0,-3-1 0 0,8 3-1 16,1-5 27-16,6 2 6 0,2 0 0 0,4 1 1 16,-7-1-17-16,-2 0 0 0,-4-2 0 0,7 2 0 15,-7 3 0-15,1-2 0 0,3-1 0 0,-4 3 0 16,-8-2 0-16,-3 2 0 0,-4-3 0 0,-2 3 0 15,-3-5 0-15,0 2 0 0,-4 0 0 0,-2 1 0 16,-3-1 0-16,-6 0 0 0,3 1 0 0,-6-1 0 16,-3 0 0-16,-3-2 0 0,-3 5 0 0,-3 0 0 15,0-5 0-15,-6-3 0 0,0 5 0 0,0-5 0 16,-6 3 55-16,3-6 7 0,-6 1 2 0,3-1 0 16,-3 1-52-16,0-9-12 0,0 1 0 0,4-6 0 15,-4 3 0-15,3-1 0 0,0-4 0 0,-3 0 0 16,0-1 8-16,3 3-8 0,0-2 0 0,-3-3 9 0,3 2-9 15,4-7 0-15,-4 2 0 0,3-10-11 16,0 5 11-16,0-3 0 0,3-2 0 0,0-1 0 16,0 9 0-16,3 2 0 0,0 3 0 0,0 0 0 15,3 3 49-15,0-4 12 0,0 1 3 0,0-2 0 16,0 4-52-16,0 3-12 0,3-5 0 0,-3 5 0 16,-3 3 0-16,3 0 0 0,0 5 0 0,-3 0 0 0,0 6 0 0,0-1 0 15,-3 1 0-15,0 7 0 16,-3-5 0-16,-3 3 0 0,-2 5 0 0,-4 0 0 0,0 5 0 0,-3-2 0 0,-3 2 0 0,-3 3 0 15,4 5 0-15,-4-2 0 0,0 2 0 0,-3 3 0 16,-6 0 0-16,1 2 0 16,-7-2 0-16,-3 5 0 0,4-2 0 0,-1-1 0 0,3-2 0 15,1 0 0-15,2 0 0 0,0 2 0 0,4-7 0 0,-1 8 0 16,3-9-48-16,0 1-13 0,3 5-3 0,1-6 0 16,5 1-109-1,0 5-23-15,6-6-4 0</inkml:trace>
  <inkml:trace contextRef="#ctx0" brushRef="#br0" timeOffset="42819.231">19333 5027 2067 0,'0'0'87'0,"0"-5"-70"15,0 5 70-15,0-3 13 0,0 3 4 0,0 0 0 16,0 0-25-16,0 0-5 0,0 0-1 0,0 0 0 15,0 0-33-15,5 3-8 0,-2 2 0 0,3 3-1 16,0 0 13-16,-3 3 4 0,3 2 0 0,0 3 0 16,0-3-39-16,0 3-9 0,3 0 0 0,-3 2 0 15,3-4 0-15,0 2 0 0,0-1 0 0,0-1 0 16,3-1 0-16,-3-3-12 0,2 1 2 0,1 0 1 16,0-1 9-16,0 1 12 0,3-3-2 0,-3 0-1 15,0 0-9-15,0 0 0 0,0-3 0 0,0 0 0 16,0 0-100-16,-1 1-23 0,1-4-4 0</inkml:trace>
  <inkml:trace contextRef="#ctx0" brushRef="#br0" timeOffset="43040.641">19827 5091 1824 0,'0'-11'76'16,"-3"-5"-60"-16,0 6 140 0,0-1 29 15,0 3 6-15,0 0 1 0,0 0-103 16,0 6-20-16,3 2-4 0,0 0-1 0,0 0-7 0,0 0-1 0,0 0-1 0,-6 5 0 15,0 3-37-15,0 3-7 0,3-1-2 0,-3 3 0 16,0 3-9-16,0-2 0 0,0 1 0 0,0 1 0 16,-3 3 30-16,0-3 4 0,-3 0 1 0,1 2 0 15,-1-2-27-15,-6-3-8 0,3 0 0 0,-3 1 0 16,-3-1-16-16,0 0-8 0,-2 0 0 0,2 1-1 16,3-1-91-1,-3 0-19-15,3 0-3 0</inkml:trace>
  <inkml:trace contextRef="#ctx0" brushRef="#br0" timeOffset="43316.685">19574 5266 2269 0,'3'-6'64'0,"-3"4"15"16,0-6-63-16,0 8-16 0,0-3 0 0,0 3 0 16,-3-5 105-16,3 5 19 0,-3-6 3 0,3 6 1 15,0 0-52-15,0 0-9 0,-6 0-3 0,0 3 0 16,3 0-51-16,-3 2-13 0,3-2 0 0,-3 5 0 15,3-3 54-15,3 3 8 0,-3 2 2 0,3 4 0 16,0-1-52-16,0 5-12 0,0 4 0 0,0 1 0 16,0 4 0-16,0-1 0 0,3 3 0 0,-3 3 0 15,0-3 0-15,3-2 0 0,-3-1 0 0,0-2 0 16,3-3 0-16,-3-2 0 0,0-1 0 0,0 1 0 0,0-1 0 0,0 1 0 16,0-3 0-16,3 2 0 0,-3-2 0 0,0 0 0 15,3-5 0-15,0 2 0 16,0-5-100-16,3 0-22 0,0-6-5 0</inkml:trace>
  <inkml:trace contextRef="#ctx0" brushRef="#br0" timeOffset="43797.225">19797 5610 1919 0,'0'0'80'15,"0"0"-64"1,0-6 137-16,0 1 27 0,-3 0 6 0,3 5 1 15,3-6-63-15,-3 1-13 0,3 0-3 0,0-3 0 16,0 3-35-16,3-3-7 0,0 2-2 0,3-2 0 16,0 0-51-16,2 3-13 0,1-3 0 0,0 0 0 15,3 3 0-15,3 0 0 0,-3 2 0 0,0 0 0 16,3 1 0-16,-3-1 0 0,-1 3 0 0,-2 3 0 16,0-1 0-16,0 4 0 0,-3 2 0 0,-3-3 0 15,0 3 0-15,-3 0 0 0,0 2 0 0,-3-2 0 16,0 3 0-16,-3 2 0 0,0-5 0 0,-3 5 0 15,-3-5-48-15,3 3-13 0,-3-3-3 0,-3 0 0 16,3 0 52-16,0-3 12 0,1 0 0 0,-1 0 0 16,0 1 0-16,3-4 0 0,-3 1 0 0,3 0 0 15,6-3 0-15,0 0 0 0,0 0 0 0,0 0 0 16,0 0 0-16,0 0 0 0,0 0 0 0,9-3 0 16,0 0 0-16,0 1 0 0,3-1 0 0,2 0 0 0,-2 3 0 15,3-2 0-15,0 2 0 0,-3 0 0 16,3 0 0-16,-3 0 0 0,0 0 0 0,0 0 0 0,-4 2 48 0,1 1 13 0,0 0 3 15,0-1 0-15,-3 1-44 0,-3 2-8 0,3-2-1 0,-3 2-1 16,-3 1-10-16,0-1 12 0,0 3-12 0,0-3 12 16,-3 3-12-16,-3 3 8 0,0-3-8 15,-3 5 8-15,3-3-22 0,-6 4-5 0,4-1-1 0,-4 0 0 16,-3 3 20-16,0-3 0 0,-3 3 0 0,0 0 0 16,3-3-157-16,-3 3-28 15,1-3-6-15</inkml:trace>
  <inkml:trace contextRef="#ctx0" brushRef="#br0" timeOffset="44268.373">20726 5670 2269 0,'0'0'64'0,"6"-2"15"0,-6 2-63 0,5-3-16 0,-5 3 0 0,0 0 0 15,0 0 105-15,0 0 19 0,0 0 3 0,0 0 1 16,0 0-103-16,0 0-25 0,0 0 0 0,0 8 0 15,-3 0 0-15,1 3 0 0,-4-1 0 0,0 3 0 16,-3 3 0-16,0 3 0 0,0-1 0 0,-3 6 0 16,0-3 0-16,0 6 0 0,0-3 0 0,0 2 0 15,0-5-46-15,0 0-14 0,1 0-4 0,-1-2 0 16,3-3-2-16,-3 0-1 0,3-3 0 0</inkml:trace>
  <inkml:trace contextRef="#ctx0" brushRef="#br0" timeOffset="44599.889">21285 5178 2301 0,'-21'-16'48'0,"15"11"12"15,3 2-48-15,-3-5-12 0,3 6 0 0,3-3 0 16,0 5 72-16,0 0 12 0,0-6 2 0,0 6 1 0,0 0-35 0,6 0-8 0,0 0 0 0,3 6-1 16,-3-1-35-16,3 0-8 0,0 3 0 0,3 3 0 15,-3-1 53-15,3 3 9 0,0-2 2 0,0 2 0 16,0 0-64-16,2-2-20 0,-2 0 0 0,3 2 0 16,-3 0 32-16,3-2 7 0,3 2 1 0,-3 3 0 15,3-3-20-15,-3 3 0 0,-1 0 0 0,1 0 0 16,-3-3 0-16,3 0 0 0,-3 0 0 15,0-2 0-15,0-3-208 16,0 0-46-16</inkml:trace>
  <inkml:trace contextRef="#ctx0" brushRef="#br0" timeOffset="44797.76">22023 5165 2301 0,'-3'-19'48'0,"3"12"12"15,0 1-48-15,-3 1-12 0,3 2 0 0,0 3 0 16,0 0 106-16,0 0 19 0,0 0 4 0,-6 3 1 16,1 0-53-16,-1 2-10 0,-3 3-3 0,0 2 0 15,-3-2-51-15,-3 3-13 0,3 2 0 0,-6-2 0 0,3 2 0 16,-3 0 0-16,1 0 0 0,-4 1 0 0,3-1 9 16,0 3-1-16,-3 0 0 0,0-3 0 15,0 3-116-15,1-3-24 0,-1 0-5 0</inkml:trace>
  <inkml:trace contextRef="#ctx0" brushRef="#br0" timeOffset="45065.029">21622 5321 1824 0,'0'0'76'0,"0"0"-60"16,0 0 140-16,0 0 29 0,0 0 6 0,0 0 1 15,0 0-52-15,0 0-9 0,2 8-3 0,1 0 0 16,-3 0-102-16,3 5-26 0,0 0 0 0,-3 6 0 15,3-1 56-15,0 4 7 0,0 1 1 0,0 1 0 16,3 0-52-16,-3-3-12 0,3 3 0 0,-3-3 0 16,0 3 0-16,3-5 0 0,0 2 0 0,-3 0 0 15,0 3 0-15,3-3 0 0,-3 3 0 0,0 2 0 16,0 1 0-16,0-1 0 0,0-2 0 0,3 2 0 16,-6-5 0-16,3 1 0 0,0-6 0 0,0-1 0 15,0-4-48-15,0 0-13 0,0-4-3 0,3-1 0 16,-3-1-204-16,3-5-42 0</inkml:trace>
  <inkml:trace contextRef="#ctx0" brushRef="#br0" timeOffset="45363.459">21925 5633 2508 0,'0'-5'71'0,"3"0"16"0,0 2-70 0,0-2-17 0,3 2 0 0,0 1 0 16,0-4 106-16,3 4 18 0,3-1 3 0,-3 0 1 31,3 3-52-31,0 0-9 0,-1 0-3 0,1 0 0 0,0 0-51 0,-3 6-13 0,3-4 0 0,-3 4 0 16,0-1 0-16,-3 0 0 0,0 0 0 0,0 3 0 15,0 0 0-15,-6-2 0 0,3 4 0 0,-3-2 0 16,-3 0 0-16,3 3 0 0,-3-1 0 0,-3 1 0 16,0 2 0-16,0-2 0 0,0 2 0 0,0 0 0 15,0 3 0-15,3-3 0 0,-3 0 0 16,3 1 0-16,0-4 0 0,3 1 0 0,0-3 0 15,3-3 0-15,0 0 0 0,0 1 0 0,3-4 0 0,3-2 0 32,0 0-48-32,0-2-13 0,3-4-3 0,3 1 0 0,0-6-102 0,2 1-21 0,1-1-4 15</inkml:trace>
  <inkml:trace contextRef="#ctx0" brushRef="#br0" timeOffset="45598.261">22669 5541 2508 0,'3'-6'71'0,"3"-2"16"0,-3 3-70 0,0 3-17 0,-3 2 0 0,0 0 0 16,0 0 106-16,0 0 18 0,0 0 3 0,0 0 1 15,0 0-52-15,3 5-9 0,0 0-3 0,-3 0 0 0,3 3-51 16,-3 0-13-16,-3 0 0 0,3 3 0 16,-3-1 0-16,-3 1 0 0,3 0 0 0,-3 2 0 0,-3 0 32 15,3-2 4-15,-3 2 1 0,1 0 0 16,-4 0-59-16,3 1-12 0,-3 1-2 0,0 1-1 0,0-2 37 15,0 1 0-15,0 1 0 0,0 0 0 16,0 0-249-16,3 0-43 0</inkml:trace>
  <inkml:trace contextRef="#ctx0" brushRef="#br0" timeOffset="46064.848">22875 4982 2066 0,'0'0'43'0,"6"-2"10"16,0-1-42-16,3 3-11 0,-1 0 0 0,1 0 0 0,3 0 123 0,-3 0 22 15,0 3 5-15,3-1 1 16,-3 4-72-16,0-1-15 0,0 0-2 0,3 6-1 0,-3-1-21 0,3 4-4 0,-1-1 0 0,4 3-1 16,-3 2-21-16,3-4-4 0,3 1-1 0,-3 4 0 15,3-3-9-15,0-3 0 0,-1 3 0 0,1-3 0 16,0 0 0-16,0 1 0 0,-3-4 0 0,3 1 0 16,0-1 0-16,-3-2 0 0,-1 0 0 0,1 0 0 31,0 0-252-31,0-5-53 0</inkml:trace>
  <inkml:trace contextRef="#ctx0" brushRef="#br0" timeOffset="46282.352">23738 5062 2100 0,'-3'-16'44'0,"3"0"10"16,-3 3-43-16,0 0-11 0,3 2 0 0,-3 0 0 15,0 6 123-15,0-5 22 0,0 2 5 0,0 2 1 16,0 4-44-16,3 2-9 0,0 0-2 0,0 0 0 15,-6 0-76-15,-3 5-20 0,0 0 0 0,0 6 0 16,-3 2 0-16,1 6 0 0,-4-1 0 0,-3 6 0 16,0-3 0-16,0 3 0 0,-3-3 0 0,0 3 0 15,1-3 0-15,-1 0 0 0,3-2 0 0,-3-1 0 16,-3-2 0-16,3 0 0 0,4 0 0 0,-7 0 0 16,6 0-100-16,-3-6-23 0,0 1-5 0</inkml:trace>
  <inkml:trace contextRef="#ctx0" brushRef="#br0" timeOffset="46554.192">23363 5271 1579 0,'9'-13'32'0,"-9"13"10"0,0-6-34 16,3 1-8-16,0 2 0 0,-3 3 0 0,0-5 156 0,0 5 28 0,0-5 7 0,0 5 1 16,0 0-52-16,0 0-9 0,0 0-3 0,0 0 0 15,0 0-102-15,0 0-26 0,0 0 0 0,0 0 0 16,0 0 56-16,-6 5 7 0,3 0 1 0,0 3 0 15,3 0-52-15,-3-2-12 0,3 1 0 0,0 4 0 16,0 0 54-16,0-1 8 0,0 3 2 0,0 3 0 16,0 0-52-16,0 0-12 0,3 5 0 0,-3-2 0 15,0 2 0-15,3 0 0 0,0 3 0 0,0-3 0 16,0 0-17-16,0 0-7 0,0-2 0 0,0 2-1 16,0-8-11-16,0 6-3 0,3-3 0 0,-3 0 0 15,2-3-73-15,-2-3-14 0,3 1-3 0</inkml:trace>
  <inkml:trace contextRef="#ctx0" brushRef="#br0" timeOffset="46820.029">23800 5464 2508 0,'0'-11'71'0,"-3"3"16"0,3 3-70 16,0 0-17-16,0-3 0 0,0 8 0 0,0 0 106 0,0 0 18 0,0 0 3 0,0 0 1 31,0 0-52-31,0 0-9 0,0 11-3 0,0-4 0 0,3 4-51 0,-3 2-13 0,3 3 0 0,-3 0 0 16,3 0 0-16,0 0 0 0,-3 2 0 0,3-2 0 15,0 3 0-15,-3-3 0 0,3-1 0 0,0 1 0 16,-3 3 54-16,3-1 8 0,-3 1 2 16,0 2 0-16,3 0-52 0,-3 3-12 0,0 0 0 15,0 0 0-15,-3-1 0 0,3-1 0 0,0-1 0 0,0 0 0 16,-3 0-115-1,3-5-25-15,0 0-6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51:24.14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19118 3093 1824 0,'-9'-2'38'0,"0"2"8"0,3 0-37 0,0-3-9 0,0 3 0 0,6 0 0 16,-5 0 104-16,-1 0 20 0,6 0 3 0,-6 0 1 15,6 0-14-15,0 0-2 0,-6 0-1 0,6 0 0 16,-3 5-24-16,-3 0-5 0,3 1-1 0,3-1 0 16,-3 3-65-16,3 0-16 0,-3-3 0 0,3 6 0 15,0 2 55-15,0-2 7 0,0 2 2 0,0 3 0 16,0 2-103-16,0 1-20 0,0 2-4 0,3 5-1 15,-3 3 52-15,3 9 12 0,0 7 0 0,0-6 0 16,0-2 27-16,0 6 8 0,3-6 1 0,-3 2 1 16,0 6-8-16,0 11-1 0,-3-3-1 0,3 2 0 15,-3-2-27-15,0-5 0 0,2 0 0 0,-2 4 0 16,0-1 0-16,-2 4 0 0,-1 1 0 0,0 2 0 16,0-8 0-16,0-2 0 0,0-3 0 0,0 3 0 15,0-6-46-15,-3 0-14 0,3 3-4 0,0-2 0 0,0-6 52 16,0-3 12-16,0-2 0 0,0-3 0 15,0-5 0-15,0-3 0 0,0-3 0 0,0-2 0 16,0-3-112-16,0-2-20 0,0-3-4 0</inkml:trace>
  <inkml:trace contextRef="#ctx0" brushRef="#br0" timeOffset="751.311">19059 3072 1337 0,'-3'-11'28'0,"0"3"6"16,3 1-34-16,-3 4 0 0,3-5 0 0,0 0 0 15,3 5 109-15,-3 1 15 0,3-6 4 0,0 8 0 16,0-5-52-16,3 5-9 0,0-3-3 0,2 3 0 15,4 0 0-15,0 0 0 0,3 0 0 0,0 0 0 0,3 0-51 16,3 3-13-16,3 2 0 0,-1-5 0 16,1 8 0-16,3-8 0 0,0 5 0 0,6-2 0 15,-1 2 42-15,7-5 6 0,3 3 0 0,5 2 1 0,-2-5-29 16,3 3-5-16,-1 2-2 0,10-5 0 0,-1 2-13 0,4-2 0 0,2 6 8 16,7-6-8-16,-7 0 16 0,1 0 1 0,-1 0 0 0,7-6 0 15,-10 6-27-15,7-2-6 0,-1 2 0 0,4-5-1 16,-4 2 17-16,-2-5 0 0,2 3 0 0,4-1 0 15,-10 4 0-15,-2-4 0 0,-4 4 0 0,4-6 0 16,-1 3 48-16,4-1 12 0,0 1 4 0,2 0 0 16,-8-1-52-16,-4 4-12 0,1-6 0 0,2 3 0 15,1 2-14-15,-3 0-6 0,5-2 0 0,-2 2-1 16,-7 1 21-16,-2 2 0 0,-3-6 0 0,5 4 8 16,-5-4-8-16,6 6 0 0,-1-2 0 0,1 2 0 15,-4 0 0-15,-5 0 0 0,3 0 0 0,-3 0 0 16,2 2 0-16,1-2 10 0,3-2-10 0,-1 2 10 15,-2 0-10-15,-3 2 12 0,-1 4-12 0,1-6 12 16,-3 0 0-16,-1 2 1 0,-2-2 0 0,3-2 0 16,0 2-2-16,-1 0-1 0,4 0 0 0,0 0 0 15,-4 0 2-15,-2 2 1 0,0 4 0 0,-3-6 0 16,-4 2 2-16,1-2 0 0,-6 0 0 0,3 0 0 16,-3 0-4-16,0 0-1 0,-1-2 0 0,-2 2 0 15,0-6 1-15,3 6 0 0,-3 0 0 0,0-2 0 16,0 2-11-16,-4 0 0 0,1 0 0 0,-3 0 8 0,0 0-8 0,0-6 0 15,-3 6 0-15,3 0 0 16,-6 0-128-16,3 0-22 0,-3 0-4 0</inkml:trace>
  <inkml:trace contextRef="#ctx0" brushRef="#br0" timeOffset="2862.454">19118 4842 1333 0,'0'0'28'0,"0"0"6"0,-6-5-34 0,6 5 0 0,-6 0 0 0,0-5 0 16,6 5 98-16,-6-3 13 0,6 3 2 0,-6-3 1 15,6 3-28-15,0 0-6 0,-6-2 0 0,6 2-1 16,0 0-18-16,-5-3-3 0,5 3-1 0,-9 0 0 16,9 0-40-16,0 0-8 0,-6 3-1 0,6-3-8 15,0 0 51-15,-6 2 3 0,6-2 1 0,-6 3 0 16,6-3-36-16,-3 8-7 0,0-5-2 0,-3 2 0 15,6-5-10-15,-3 5 0 0,3 0 0 0,-3 1 0 16,3 2 0-16,-3-3 0 0,3 0 0 0,0 3 0 16,0 0 0-16,0 0 0 0,0 3 0 0,0-1 0 15,0 1 11-15,0 5 3 0,0 0 1 0,0-1 0 16,3 7-24-16,-3-1-5 0,3 5-1 0,-3-5 0 16,3 1 15-16,0 1 0 0,0-4 0 0,0-1 0 15,-3 1 0-15,3-1 0 0,-3 1 0 0,3-3 0 16,-3 0 0-16,0 0 0 0,-3-3 0 0,3 0 0 15,0 0 0-15,-3 3 0 0,6-3 0 0,-3 3 0 16,0-5 0-16,0 2 0 0,0 0 0 0,0 1 0 16,0-1 0-16,0 0 0 0,0-2 0 0,0-1 0 0,0 3 0 0,3-2 0 0,-3-3 0 15,0 3 0-15,3-4 0 0,0-1 0 16,-3 2 0-16,3-3 0 16,0 0 0-16,0-2 0 0,0 0 0 0,3-1 0 0,-4 1 0 0,4-1 0 15,0 1 0-15,0-3 0 0,0 3 0 0,0-3 0 0,3 0 0 16,-3 0 0-16,3-3 0 0,3 3 0 0,-3-3 0 15,3 3 0-15,0-2 0 0,3-1 0 16,-3 1 0-16,2-4 0 0,1 4 0 0,0-1 0 0,0 0 0 0,0 1 0 16,0-1-16-16,0-2-1 0,3-1 0 0,-1 4 0 15,1-3 17-15,0-1 0 0,3 1-8 0,3 0 8 16,3-1 0-16,-1 1 0 0,4 0 0 0,6-1 0 16,-6 1 9-16,2 3 9 0,4 2 2 0,0-3 0 15,2 3-20-15,4-5 0 0,0 2 0 0,2 0 0 16,4 1-14-16,0-1-6 0,2 3-2 0,1 0 0 15,0 0 35-15,-4-3 7 16,1 1 2-16,2-1 0 0,-2 3-33 0,0 0-6 0,2 0-2 0,-5 0 0 16,-3 0 19-16,-1 0 0 0,-2-3 0 0,0 3 0 15,-1-2 16-15,1-1 1 0,3 0 0 0,-4 1 0 16,-2 2-17-16,0 0 0 0,-3-5 0 0,-1 2 0 16,-2 0 0-16,0 1 0 0,-3-4 0 0,2-2 0 0,1 3 0 15,3 0 0-15,3-3 0 0,-4 5 0 16,4 1 0-16,-6-1 0 0,3 0 0 0,-1 1 0 15,-2-1 12-15,0 0-12 0,3-2 12 0,-4 2-12 16,4-2 0-16,6 2 0 0,0 1 0 0,-1-1-12 0,-2 3 12 0,0 0 0 16,-1 0 0-16,4 0-9 0,-3 0 9 0,-3 0 0 15,2-2 0-15,1-1 0 0,0 3 0 0,-1 0 0 0,4-3 0 16,3 6 0-16,-6-3 0 0,-1 3 0 0,-2-1 0 16,3 1 0-16,-7-1 8 0,4-2-8 0,0 0 10 0,3 0-10 15,-4 0 9-15,4 3-9 0,0-3 8 0,0 3-8 16,-4-1 8-16,1 1-8 0,-3 2 8 15,3-2-8-15,-4-3 8 0,-2 3-8 0,3-3 0 0,3-3 8 16,-4 3-8-16,4 0 0 0,3 0 9 0,0 0-9 16,-4 3 0-16,1-3 0 0,-3 2 0 0,3 1 8 15,-4 0 1-15,-2-1 1 0,0-2 0 0,0 0 0 16,2 0-10-16,1-2-9 0,0 2 9 0,0 0-13 16,0-3 13-16,-1 3 0 0,1 3 0 0,-3-1 0 15,0-2 0-15,-4 3 0 0,-2-3 8 0,0 3-8 16,3-3 0-16,-6 0 0 0,0-3 0 0,0 3 0 15,-1-3 9-15,-2 3-9 0,3-5 0 0,0 5 9 16,0-3 0-16,-3 1 0 0,3-1 0 0,-1 0 0 16,-2 3-1-16,0-2 0 0,0-1 0 0,0 0 0 15,-3 3 0-15,0-2-8 0,-3-1 12 0,0 0-4 16,0 1 0-16,2 2 0 0,-5-3 0 0,3 1 0 16,-3-1-8-16,3 0 12 0,-3 1-12 0,-3-1 12 15,3 0-3-15,0 1 0 0,-3-4 0 0,0 4 0 16,0-4-1-16,0 1-8 0,0 0 12 0,0-3-4 15,0 3 6-15,0-3 1 0,0-3 0 0,0 3 0 16,-3-5-4-16,3 0-1 0,0-1 0 0,-3-4 0 0,3-1-2 0,0-2 0 16,0 0 0-16,0-3 0 0,0 0 0 0,-3 1 0 15,3-4 0-15,0 1 0 0,0-1 0 16,-3 6-8-16,3-5 12 0,-3 2-4 0,3 0 1 0,-3-2 0 0,0-1 0 16,0-2 0-16,0-3 3 0,0 0 1 0,0-2 0 0,0 0 0 15,0-1 3-15,0 4 0 0,0 1 0 16,0-4 0-16,3 2-5 0,-3 1-1 0,0 1 0 15,0-1 0-15,0-1-10 0,0-3 12 0,3-2-12 0,-3 3 12 16,0 2-12-16,0 1 0 0,0 1 0 0,-3 1 8 16,3 3-8-16,0 5 0 0,0 0 0 0,0-3 8 15,0 3-8-15,0-6 0 0,0 3 0 0,0-2 0 16,0-1 0-16,0 1 8 0,0-3-8 0,0-3 0 16,0 8 0-16,-3-5 0 0,3 0 8 0,0 5-8 15,-3 3 0-15,3 0 0 0,0 0 0 0,-3 5 0 16,3-8 0-16,-3 5 0 0,3 1 0 0,-3-3 0 15,3 0 0-15,0-1 0 0,0-1 0 0,0-1 0 16,-3 0 0-16,3 0 0 0,0 0 8 0,0 1-8 16,-3 1 0-16,3 1 0 0,0 5 0 0,-3-5 0 15,3 5 0-15,0 0 0 0,-3 3 0 0,3 0 0 16,0 0 0-16,-3 2 0 0,3 3 0 0,0-5 0 16,0 5 0-16,-3-5 0 0,3 2 8 0,0 1-8 0,-3-1 0 0,3-2 0 15,0 5 0-15,0-5 0 0,-3-1 0 0,3 4 0 0,-3-6 0 16,0 3 0-1,3 0 0-15,-3 2 0 0,0-2 0 0,0 0 0 16,0 2 0-16,0 0 0 0,0 3 9 0,0-2-9 16,0 2 0-16,0 0 0 0,0 3 0 0,-3-3 0 15,3 2 0-15,0 4 0 0,-3-9 0 0,3 9 0 0,-3-6 0 0,0 2 0 0,0 4 0 16,0-6 0-16,-2 8 0 0,2-8 0 0,0 5 0 16,-3 0 0-16,0-2 0 0,3 3 0 0,-3-4 0 0,0 4 0 15,0 2 0-15,-3-6 0 0,3 4 0 16,0 2 0-16,-3-8 0 0,0 5 0 0,4 0 0 0,-4 3 0 15,3 0 0-15,0 0 0 16,-3-5 0-16,3 5 0 0,-3 0 0 0,3 0 0 0,-3-2 0 16,3 2 0-16,-3 0 0 15,3 0 0-15,0 0 0 0,-2 0 0 0,2-6 0 0,-3 6 0 0,3-2 0 0,-3 2 0 16,0 0 0-16,0-6 0 16,-3 4 0-16,3-1 0 0,-6 0 0 0,1 1 0 15,-1-1 0-15,-6 3 0 0,3-3 0 0,-3 3 0 0,0 0 0 0,-2 0-8 16,2 0-14-16,3 3-2 0,0-3-1 0,0 3 0 15,3-1-116-15,-2 1-23 0,-1 0-5 0</inkml:trace>
  <inkml:trace contextRef="#ctx0" brushRef="#br0" timeOffset="4045.836">18957 4287 1552 0,'0'0'44'0,"0"0"10"15,0 0-43-15,0 0-11 0,0 0 0 0,0 2 0 16,0-2 53-16,6 5 9 0,-3-2 2 0,3-3 0 16,0 3-52-16,0-3-12 0,3 5 0 0,0-5 0 15,3 0 0-15,0 0 0 0,3 0 0 0,3 0 0 16,0 0 0-16,2 0 0 0,4 0 0 0,0 0 0 16,3 0 43-16,-3-5 5 0,5 5 2 0,-2-3 0 0,0 3-24 0,0 0-5 0,0-3-1 15,2 1 0-15,4-1-3 16,3 1-1-16,-1-4 0 0,4 4 0 0,0-1 1 15,0-2 0-15,-4-1 0 0,4 4 0 16,-3-4-9-16,-1 1-8 0,1 0 12 0,0 0-12 0,3 2 22 0,5-5-2 0,-2 0-1 16,5 5 0-16,-8-2-19 0,3 0 0 15,-3 5 0-15,5-8 0 0,1 3 0 0,-1-1 0 16,7 1 0-16,0 2 0 0,-4 1 0 0,-2-1 0 16,0 0 0-16,2 3 0 0,-2-2 33 0,3 2 3 0,2-6 1 0,1 4 0 15,-7 2-8-15,1 0-1 0,0 0-1 0,-1 0 0 16,-2 0-27-16,0-5 0 0,-1 2 0 0,4 0 0 15,-3 3 0-15,-1 0 0 0,1 0 0 0,0 0 0 16,-4 0 0-16,-2 0 0 0,-3 0 0 0,3 0 0 16,-1-2 0-16,4-1 0 0,0 0 0 0,2 1 0 15,1-1 0-15,-6 3 0 0,2 0 0 0,-2 0 0 16,0 0 0-16,-3-3 13 0,2 1-3 0,-2 2-1 16,3-6-9-16,0 4 0 0,2-4 0 0,-2 4 0 15,0 2 0-15,-4-3 0 0,-2 3 9 0,3 0-9 16,-6 0 15-16,-1-2-2 0,1-1 0 0,3 0 0 15,-3 1-13-15,3-4 8 0,-1 4-8 0,7-4 0 16,-6 6 13-16,-3-2-3 0,2-1-1 0,1 3 0 0,-3 0-9 16,-3 0 12-16,0 0-12 0,-1 0 12 15,-2 0-12-15,0-3 10 0,0 1-10 0,0-1 10 16,0 0-1-16,2 1 0 0,1-1 0 0,0 1 0 0,0 2-1 16,0 0-8-16,-1 0 12 0,1 0-4 0,0 0 1 15,-3 0 0-15,-3 0 0 0,3 2 0 0,-4-2-1 0,1 0 0 16,0 3 0-16,-3-3 0 0,3 0-8 15,-3 0 0-15,0-3 0 0,0 3 0 0,2 0 0 16,-2-2 0-16,3 2 0 0,3 0 0 0,-3 0 0 0,0 0 0 0,3-6 0 0,-1 6 8 16,1 0 0-16,-3 0-8 0,3 0 12 0,-3 0-4 15,3 0 3-15,-6 6 0 0,2-6 0 0,-2 0 0 16,0 0-11-16,-3 0 8 0,3 0-8 0,0 0 8 16,-3 0 0-16,0 0 0 0,-3 0 0 0,2 0 0 15,1 0-8-15,0-6 0 0,0 6 0 0,0-2 0 16,0 2 0-16,0 0 0 0,0 0 0 0,0 0 0 15,0-6 0-15,-3 6 0 0,-1 0 0 16,4-2 0-16,-3 2 0 0,0-3 0 0,3 3 0 0,-3 0 8 16,-3 0-8-16,3 0 0 0,0-3 0 0,0 3 8 15,-3 0-25-15,3-2-6 0,0 2-1 0,-3 0 0 16,0 0-110-16,2 0-22 0,-2 0-5 0</inkml:trace>
  <inkml:trace contextRef="#ctx0" brushRef="#br0" timeOffset="5102.41">21312 2971 1454 0,'0'0'30'0,"0"0"8"0,0-2-30 0,0 2-8 0,3-8 0 0,-3 8 0 16,3-3 107-16,-3 3 20 0,3-5 4 0,-3 5 1 15,3-3-42-15,-3 3-8 0,3 0-2 0,-3 0 0 16,6 0-20-16,-3 0-4 0,3 3 0 0,-3 2-1 16,0 1-17-16,0-1-3 0,0 3-1 15,0 0 0-15,0 2-14 0,0 1-2 16,0 5-1-16,0-3 0 0,-1 3-4 0,1-3-1 0,0 3 0 0,0 2 0 15,-3 1 0 1,3 0 0-16,0-1 0 0,-3 3 0 0,3-2 3 0,-3 2 0 0,3-3 0 0,0 6 0 16,-3 5-7-16,3-5 0 0,0 3-8 0,0 4 12 15,-3 1-12-15,3-3 8 0,-3 6-8 0,3-4 0 16,0-4 11-16,-3 2-11 0,3-3 12 0,0 1-12 16,-3-1 0-16,3 3 0 0,-3-2 0 0,3 5 0 15,-3 2-9-15,3-5-9 0,-3 8-2 0,3 0 0 16,0-8 37-16,0 0 7 0,-3 1 2 0,3-4 0 15,0 0-17-15,-3-4-9 0,3 1 10 0,-3 7-10 16,3-9-19-16,0 5-9 0,-3 3-3 0,3 3 0 16,0-6 31-16,-3 4 0 0,3-1 0 0,-3 0 0 0,0-5 0 15,3 2 0-15,-3-5 0 0,0 3 0 16,0-5 24-16,0-4 12 0,0 4 1 0,0 0 1 0,0-1-10 16,-3 1-1-16,3 4-1 0,-3-4 0 0,0 2-39 15,3 0-8-15,0 3-2 0,-3 2 0 0,3-7 37 16,-3 2 7-16,3 0 2 0,0-2 0 0,-3-1-23 15,3 1 0-15,0-3 0 0,-3 0 0 0,3-3 0 16,0 0 0-16,0 0 0 0,-3-2 0 0,3 0 0 0,0-4 0 0,-3 4 0 16,3 0 0-16,-3-3 0 0,3 0 0 0,-3 2 0 0,3-2 0 15,-3 3 0-15,3-3 0 0,0-1 0 0,-3 4 0 16,3-6 0-16,0 3 0 0,0 0 0 0,0-2 0 16,0 4 0-16,0-7 0 0,0 2 0 0,0 0 0 15,0-5 0-15,0 0 0 0,0 0 0 0,0 0 0 16,0 0-56-16,0 0-16 0,3 3-4 15</inkml:trace>
  <inkml:trace contextRef="#ctx0" brushRef="#br0" timeOffset="5972.054">20145 3064 1128 0,'0'0'48'16,"0"0"-39"-1,0 0 103-15,0-5 21 0,3 5 4 0,-3 0 1 16,3-8-15-16,-3 8-3 0,0 0-1 0,0 0 0 16,0 0-35-16,3-8-8 0,-3 8 0 0,0 0-1 15,3-5-21-15,-3 5-4 0,0 0-1 0,0 0 0 16,0 0-21-16,0 0-4 0,0 0 0 0,0 0-1 15,0 0-4-15,0 0-1 0,0 0 0 0,0 0 0 16,0 8-2-16,0-3-1 0,3 3 0 0,-3 5 0 16,0-5-6-16,0 5-1 0,3 3 0 0,-3 0 0 15,0 0 2-15,3 0 0 0,-3 2 0 0,0-2 0 16,3 5 0-16,0-2 0 0,-3-1 0 0,3 6 0 16,0 5-10-16,-3-5 10 0,3 10-10 0,0-2 10 0,-3 3-10 15,3-6 0-15,-3 2 0 0,0 4 8 0,3-6 19 16,-3 3 3-16,3-3 1 0,-3 8 0 15,3-5-40-15,-3 5-8 0,0 2-2 0,3 1 0 16,-3 0 19-16,3-3 8 0,-3 0-8 0,3 0 12 0,0-3-12 0,-3 1 0 16,3-6 8-16,0 8-8 0,-3-3 0 0,3 6 11 0,0 0-11 15,0 2 10-15,-3-5-10 0,2 0 0 0,1-8 0 0,0 3 0 16,-3-3 0-16,3-3 0 0,-3 4 0 0,0 1 0 16,3-2 8-16,-3 8 0 0,0-5 0 0,0 5 0 15,3-2 0-15,-3-6-8 0,0 0 12 0,0 0-4 16,0-3-8-16,0 1 10 0,0-9-10 0,0 6 10 15,0 0-10-15,-3 0 8 16,3 0-8-16,-3 2 8 0,0-2-8 0,3 2 0 0,0 1 0 0,-3 2 0 16,3-5 0-16,0-3 8 0,0 0-8 0,0-2 0 15,0-1 0-15,0-2 0 0,0-3 8 0,3 0-8 16,-3-2 0-16,3 0 0 0,-3-3 9 0,3-1-9 16,0-1 0-16,0-1 0 0,0 0 0 0,0-2 0 15,3 0-39-15,-3-3-2 0,3 0-1 0,3-3 0 16,-3-2-207-16,3-3-42 0</inkml:trace>
  <inkml:trace contextRef="#ctx0" brushRef="#br0" timeOffset="6765.743">22613 2874 1580 0,'0'0'67'0,"0"0"-54"31,0 0 41-31,0 0 8 0,0 0 2 0,0 0 0 16,3 2 51-16,0 3 10 0,-3 1 3 0,3 4 0 15,-3 4-103-15,0-1-25 0,0 3 0 0,0 0 0 16,0 5 56-16,0-3 7 0,3 9 1 0,-3-6 0 0,0 3-52 0,3 0-12 0,0 2 0 0,-3-5 0 16,3 3 28-16,0-3 4 0,0-2 0 0,-1 7 0 15,-2-2-12 1,3 2-1-16,0 3-1 0,0 6 0 0,0-3-1 0,0 2 0 0,0 3 0 16,0-3 0-16,0-2 8 0,0 3 2 0,0-12 0 0,-3 12 0 15,3-9-16-15,0 6-3 0,-3 2-8 16,3 4 12-16,0-4 12 0,-3 3 3 15,3 5 0-15,-3-5 0 0,3-5-27 16,-3 0 0-16,0-3 0 0,3 0 0 0,-3 0 0 0,0 0 0 0,3 0 0 0,-3 6 0 16,0-3 0-16,3 2 0 0,-3 6 0 0,0-3 0 15,3-3 0-15,-3-8 0 0,0 1 0 0,3 2 0 16,-3-8 33-16,0 0 2 0,0 3 0 0,0 0 0 16,3 2-5-16,-3 1-1 0,0-1 0 0,0 1 0 15,3-1-39-15,-3-2-8 0,0 3-2 0,0-6 0 16,0-3 20-16,0 1 0 0,0-3 0 0,0 0 0 15,3-3 0-15,-3-3 0 0,0 1 0 0,0-3 0 16,3 2 0-16,-3-4-10 0,0-1 2 0,0 0 0 16,0 1-76-16,0-6-14 0,0 5-3 0</inkml:trace>
  <inkml:trace contextRef="#ctx0" brushRef="#br0" timeOffset="7463.64">21404 4903 957 0,'0'0'40'0,"0"0"-32"16,0 0 74-16,0 0 14 0,0 0 4 0,0 0 0 15,0 0 22-15,0 0 5 0,0 0 1 0,3 3 0 16,-3-3-38-16,6 5-7 0,-6-5-2 0,3 5 0 15,0 1-17-15,0-4-4 0,0 3-1 0,0 6 0 16,0-6-17-16,3 6-3 0,-3 0-1 0,0 2 0 16,0 3-19-16,-3 2-4 0,3-5-1 0,-3 6 0 15,3-1-14-15,0 1 0 0,-3-1 0 0,3 1 0 16,0-3 0-16,0 2 0 0,0-4 0 0,0-1 0 16,0 0 0-16,-3 0 0 0,3-2 0 0,0 2 0 15,0-5-51-15,0 3-13 0,0-3-2 16</inkml:trace>
  <inkml:trace contextRef="#ctx0" brushRef="#br0" timeOffset="8126.962">22762 4821 998 0,'0'0'20'0,"0"0"7"15,0 0-27-15,0 0 0 0,0 0 0 0,0 0 0 16,0 0 76-16,0 0 11 0,0 0 1 0,0 0 1 16,0 0 10-16,0 0 1 0,0 0 1 0,0 0 0 15,0 0-12-15,0 0-2 0,0 0-1 0,0 0 0 16,0 0-14-16,0 0-2 0,0 0-1 0,0 0 0 0,0 0-4 15,0 0-1-15,0 8 0 0,0 0 0 0,0-5-51 16,0-1-13-16,0-2 0 0,0 8 0 16,0 0 0-16,0 0 0 0,0 0 0 0,0 3 0 0,0-4 0 15,0 4 0-15,3 0 0 0,-3-1 0 16,0 6 0-16,0-3 0 0,0 3 0 0,3 3 0 0,-3 2 54 0,0-3 8 16,2 6 2-16,-2-5 0 0,0-1-52 0,3 1-12 0,-3-1 0 0,0-2 0 15,0 0 0-15,0-5 0 0,0 2 0 16,0 0 0-16,0-2 0 0,0-3 0 0,0 2 0 0,-3 1 0 31,3-3-48-31,0-3-13 0,-2 6-3 0</inkml:trace>
  <inkml:trace contextRef="#ctx0" brushRef="#br0" timeOffset="14713.045">18222 2008 1052 0,'0'0'44'0,"-3"-2"-35"31,3 2 91-31,0 0 17 0,-6-3 4 0,6 3 1 16,0 0-26-16,0 0-6 0,0 0-1 0,0 0 0 15,0 0-20-15,0 0-4 0,0 0-1 0,0 0 0 16,0 0-20-16,0 0-4 0,0 0 0 0,6 0-1 16,0 0-11-16,0 0-1 0,0 0-1 0,3 3 0 0,-3-1-7 0,3 1-2 15,0 2 0-15,0-2 0 0,3 2-5 0,-3-2 0 16,3 2-1-16,2 3 0 15,-2-5 1-15,3 7 1 0,3-7 0 0,-3 10 0 0,0-5 4 0,0 0 1 16,0 0 0-16,-1 5 0 16,1 0-1-16,0-2 0 0,-3 2 0 0,3 0 0 0,-6 3-5 15,3-2 0-15,-3 1-1 0,3 1 0 0,-3 0-3 16,0-3 0-16,-1 3 0 0,1-2 0 0,0-1 13 0,0 3 3 0,0-8 0 16,0 2 0-16,0 1-24 0,-3-1 0 0,3-2 0 0,0 3 0 15,-3-3 0-15,3 0 0 0,0 0 0 0,0 0 0 16,0 0 0-16,-3 0 0 0,2-1 0 0,1 1 0 15,0 3 0-15,-3-3 0 0,3 2 0 0,0 1 0 16,0 0 0-16,-3 2 0 0,3-3 0 0,0 4 0 16,-3-1 0-16,3 0 9 0,-3-2-9 0,3 2 0 15,-3 0 12-15,0 3-4 0,-1-5 0 0,1 2-8 16,0 0 0-16,0-2-9 0,0-1-1 0,0 1 0 16,0-3 34-16,0 2 8 0,0-2 0 0,-3 0 1 15,3 0-18-15,0-2-4 0,3 1-1 0,-3 1 0 16,-3 0-1-16,3-5 0 0,0 2 0 0,0 1 0 15,-3 1-9-15,0 1 0 0,3-8 0 0,-3 8 0 16,0-8 0-16,3 8 0 0,-3-8 0 0,2 6 8 16,-2-4-8-16,0 4 12 0,0-6-12 0,0 7 12 15,0-7-12-15,0 3 0 0,0 2 0 0,0-2 0 16,0 0 0-16,0-1 0 0,-3-2 8 0,3 3-8 16,0 2 8-16,3 1-8 0,-3-6 8 0,-3 0-8 0,3 2 0 15,3 4 0-15,-3-4 0 0,0 3 0 16,3-2 0-16,-3 0 0 0,3 5 0 0,-6-8 0 15,3 2 0-15,3 4 0 0,-3-4 0 0,0 4 0 0,-3-6 17 0,6 7 8 16,-3-4 2-16,0 0 0 0,-3-3-43 0,6 8-9 16,-6 0-2-16,3 0 0 0,0-6 47 0,0 4 8 0,-3-6 3 0,3 7 0 15,-3-1-50-15,0-6-9 0,2 8-3 16,-2-8 0-16,3 8 76 0,-3-8 15 0,3 2 4 0,-3-2 0 16,0 0-103-16,3 6-20 0,-3-6-4 0,0 0-1 15,0 0 52-15,0 0 12 0,6 2 0 0</inkml:trace>
  <inkml:trace contextRef="#ctx0" brushRef="#br0" timeOffset="17897.432">18026 2381 1858 0,'0'-2'52'0,"3"-6"13"15,0 3-52-15,-3 2-13 0,3-2 0 0,-3 5 0 16,3 0 88-16,-3 0 16 0,0-8 2 0,0 8 1 16,0 0-35-16,0 0-8 0,0 0 0 0,0 0-1 15,0 0-28-15,0 0-6 0,3 8-1 0,0 0 0 16,0-1-11-16,-3 1-2 0,3 0-1 0,0 3 0 15,0 0-14-15,-3-4 8 0,3 4-8 0,-1 0 0 0,4 2 0 16,-3-5 0-16,3 5 0 0,0-2 0 16,3-3 24-16,-3-1 0 0,3 4-1 0,0-3 0 15,0-5-23-15,0 2 0 0,0-5 0 0,0 0 0 16,3 0-16-16,-3-5-8 0,3 2-2 0,-1-5 0 0,-2-3 42 0,3 4 8 16,0-4 1-16,0 3 1 0,-3-5-26 0,-3 5 0 0,3 0 0 0,-3 0 0 15,-3-3 0-15,-3 1-11 0,3 2 1 16,-3 0 0-16,-3-3 10 0,0 1 14 15,0-3-3-15,-3-1-1 0,0 4 34 0,0 2 8 0,3-5 0 0,-3 5 1 16,0 0-33-16,3 0-8 0,0 0 0 16,3 8-1-16,0 0-11 0,0 0 0 0,-9 0 0 0,3 8 0 15,0 0 0-15,3 2 0 0,-3 3 0 16,0 1 0-16,3 2 0 0,-2-1 0 0,-1 1 0 0,0 3 0 16,0 2 19-16,0 3 1 0,-3 0 1 0,3 2 0 15,0 1-21-15,-3 7 0 0,0-5 0 0,0 0 0 16,0 0-12-16,0-2-8 0,0-1 0 0,0-2-1 15,-3-5 29-15,4-1 5 0,-4-5 2 0,3 3 0 16,0-3-24-16,0-2-5 0,0 0-1 0,0-1 0 16,3-2-153-16,0 3-30 0,0-3-6 0</inkml:trace>
  <inkml:trace contextRef="#ctx0" brushRef="#br0" timeOffset="18394.844">18273 2710 2017 0,'0'0'42'0,"-6"0"10"0,6 0-42 0,-6-3-10 0,0 0 0 0,6 3 0 16,0 0 115-16,-3 0 21 0,3 0 4 0,0 0 0 16,-3-8-60-16,3 3-13 0,0 2-3 0,3-2 0 15,3-3-51-15,0 3-13 0,3 2 0 0,3-5 0 16,0 0 54-16,0 3 8 0,2 0 2 0,4 2 0 15,-3-5-52-15,0 8-12 0,3-5 0 0,-6 5 0 16,3 0 0-16,-3 5 0 0,-3-5 0 0,-1 8 0 16,1-5 9-16,-3 7-1 0,-3-2 0 0,0 0 0 15,-3-3-8-15,0 6 0 0,0-3 0 0,-3 5 0 16,-3-7-17-16,-3 4-6 0,1-2-1 0,-1 5 0 16,-3-7 2-16,0 1 0 0,0 4 0 0,-3-6 0 15,0 3-3-15,0-2-1 0,0 2 0 0,0-6 0 16,4 3 26-16,-1-2 0 0,3 2 0 0,0-2 0 15,3 0 0-15,0 2 0 0,6-5 0 0,0 0 0 16,0 0 0-16,0 0 0 0,0 0 0 0,6 0 0 16,3 3 0-16,0-1 0 0,3-2 0 0,0 6 0 15,-1-6 0-15,4 0 0 0,0 2 0 0,0 4 0 16,0-6 0-16,-3 2 0 0,3 3 0 0,-6-2 0 16,3 8 46-16,-6-9 14 0,2 6 4 0,-5 0 0 15,0 0-64-15,0 3-12 0,-3-1-2 0,-3 4-1 16,-3-7 15-16,1 7 12 0,-1-1-3 0,-6 3 0 15,0 0-9-15,-3 0 0 0,-3-1 0 0,-3 4 8 0,3-8-8 16,-3 4 8-16,4-1-8 0,-4-1 8 16,3 0-160-16,0-2-32 0,3 2-6 0</inkml:trace>
  <inkml:trace contextRef="#ctx0" brushRef="#br0" timeOffset="19154.742">18508 3575 1933 0,'0'0'55'0,"0"0"12"0,-3 0-54 0,-3-6-13 0,6 6 0 0,-6 0 0 15,6 0 72-15,-6 0 12 0,0 0 3 0,0 6 0 16,0-6-42-16,0 2-8 0,0 4-1 0,0-1-1 16,0 3-22-16,-2 0-4 0,2 0-1 0,-3 0 0 15,3 0-8-15,0 5 0 0,0-5 0 0,0 5 8 16,3 3-8-16,0-5 0 0,3 7 0 0,3-2 0 15,0-3 0-15,0 3 0 0,3 3 0 0,3-1 0 16,0-7 0-16,0 2 0 0,2 0 0 0,1-5 0 16,0 0 0-16,3 0 0 0,-3-3 0 0,0-5 0 15,3 0 12-15,-3-5 6 0,0 2 2 0,3-5 0 16,-4-2 38-16,4-1 8 0,-3 3 2 0,0-8 0 16,0 3-55-16,0-3-13 0,0 3 0 0,-3-5 0 15,0 7 54-15,0-5 8 0,-3 0 2 0,-3 6 0 16,0-1-52-16,-3-5-12 0,-3 6 0 0,0 2 0 15,-3-3 18-15,0 0 1 0,0 3 0 0,-3 1 0 0,0-1-19 16,0 2 8-16,0 4-8 0,-3-4 0 16,3 4-11-16,-3 2-9 0,3 2-1 0,-3 4-1 15,-2-4-136-15,2 6-27 0,-3-2-6 0</inkml:trace>
  <inkml:trace contextRef="#ctx0" brushRef="#br0" timeOffset="19740.433">18678 4858 1545 0,'-3'-11'32'0,"3"11"8"0,0 0-32 16,0-5-8-16,-3 0 0 0,3 5 0 0,-3 0 112 0,0-8 20 0,3 8 4 0,0 0 0 16,0 0-57-16,0 0-12 0,-6-3-3 0,6 3 0 15,0 0 0-15,0 0 0 0,0 0 0 16,-3 6 0-16,0-1-15 0,0 0-3 0,0 3-1 0,0 0 0 15,3 3-21-15,0 2-4 0,-3 0 0 0,3 3-1 16,0 2-4-16,0 6-1 0,0 0 0 0,0 3 0 16,3-1-22-16,-3 1-5 0,0 2-1 0,0-3 0 15,3-2 14-15,-3 0 0 0,0-6 0 0,0 1 0 16,0-1 21-16,0-2 7 0,0-3 2 0,0 3 0 16,0-5-48-16,0 2-10 0,0 0-1 0,0-2-1 15,0-1 30-15,0 1 0 0,0 2 0 0,0-2 0 16,0-3 0-16,3 2 0 0,-3-2 0 0,3-2 0 15,0-1-262-15,0 3-46 0</inkml:trace>
  <inkml:trace contextRef="#ctx0" brushRef="#br0" timeOffset="26910.793">15600 9708 1314 0,'0'0'37'0,"0"0"8"0,0 0-36 0,0 0-9 0,0 0 0 0,0 0 0 16,0 0 53-16,0 0 9 0,0 0 2 0,0 0 0 16,0 0 0-16,0 0 0 0,6 0 0 0,3 0 0 15,0 0 0 1,0 3 0-16,0-3 0 0,2 2 0 0,1-2-52 0,-3 0-12 0,3 3 0 0,0 0 0 16,0-1 0-16,0 1 0 0,0 0 0 0,0-1 0 15,0 1 54-15,0-3 8 0,-1 3 2 16,1-1 0-16,0 4-52 0,0-4-12 0,0 1 0 0,0 0 0 15,0 2-12-15,-3-3-6 0,0 4-1 16,0-1 0-16,0 0 19 0,-3 1 0 0,-1-1 0 0,1 3 9 16,-3-3 5-16,3 6 1 0,-3-3 0 0,0 0 0 15,0 2-15-15,-3 1 0 0,3-1 0 0,-3 4 0 16,3-4 0-16,0 3 0 0,0 1 0 0,-3-1 0 16,3 3 0-16,0-3 0 0,-3 0 0 0,3 0 0 15,0 1 15-15,-3-1 0 0,3 0 0 0,-3-2 0 16,3 2-1-16,-3-2 0 15,0-1 0-15,3 1 0 0,-3-1 17 0,0 1 3 0,-3 2 1 0,3-2 0 16,-3 2-35-16,0 0 0 0,0 0 0 0,-3 3 0 16,3 0 0-16,-3 3 0 0,0-1 0 0,0 1 0 15,0 2 0-15,3 0 0 0,-3 3 0 0,1 0 0 16,-1-1 0-16,0-1 0 0,3-4 0 0,-3 3 0 16,0-2 0-16,3-1 0 0,0-2 0 0,-3 3 0 15,3-3 0-15,0-1 0 0,-3 1 0 0,3 0 0 16,0 0 0-16,0 3 0 0,3-3 0 0,-3 5 0 15,0 0 0-15,0 0 0 0,3 5 0 0,-6-2 0 0,6 0 0 16,-3-3 0-16,3 3 0 0,0-3 0 0,-3-2 0 16,3-1 0-16,0-2 0 0,-3 0 0 0,3 0 0 15,0-3 0-15,0 3 0 0,0-3 0 0,3 0 0 0,-3 1 0 16,0-1 0-16,0 3 0 0,3 0 0 0,-3 0 0 16,0-1 0-16,0 4 0 0,0 0 0 0,3-1 0 0,-3 3 0 0,0-2 0 15,0 2 0 1,0 0 0-16,0-2 0 0,0-1 0 0,0 1 0 0,0-6 0 15,0 3 0-15,0-3 0 0,0 0 0 0,3 0 0 16,-3 1 0-16,0-1 0 0,0 0 0 0,0-2 0 0,0-1 0 16,0 4 0-16,0-4 0 0,0 3 0 0,0 1 0 0,0-1 0 15,-3 3 58-15,3 0 5 0,0 2 1 0,-3-2 0 16,0 5-52-16,3-5-12 0,-3 5 0 0,0-2 0 16,3-1 0-16,-3-2 0 0,3 3 0 0,-3-4 0 15,3 1 0-15,0-2 0 0,-3-1 0 0,3 0 0 16,0-2 0-16,0 2 0 0,0-3 0 0,0 4 0 15,0-4 0-15,0 3 0 0,0-2 11 0,0 2-11 16,0-2 0-16,0 2 0 0,0 0 0 0,0 3 0 16,0 0 0-16,0 0 0 0,0 0 0 0,0 2 0 15,0 1 0-15,0-1 0 0,0 1 0 0,0 2 0 16,-3-5 0-16,3 2 0 0,0 1 0 0,0-3 0 16,0-3 0-16,0 3 0 0,0-3 0 0,0 3 0 15,0-3 0-15,0-2 0 0,0 2 0 0,0 0 0 16,0 1 0-16,-3-4 0 0,3 1 0 0,0 2 0 15,0 0 0-15,-3 0 0 0,3 3 0 0,0 0 0 16,0 3 0-16,-3-1 0 0,3 1 0 0,0 2 0 16,0 0 0-16,-3-2 0 0,3 2 0 0,0 0 0 15,0-5 0-15,0 0 0 0,0 0 0 0,0-1 0 16,3-1 0-16,-3 2 0 0,0-3 0 0,0 0 0 16,0 0 0-16,0-2 0 0,0 2 0 0,3 0 0 0,-3 1 0 0,0-1 0 0,-3 3 0 15,3 2 0-15,0-2 45 16,-3 5 15-16,3 0 4 0,-3 1 0 15,3-1-73-15,0 0-15 0,-3-3-2 0,3 4-1 0,0-4 27 0,-3 1 8 0,3-4 0 16,0 1 0-16,-3 0-8 0,3-3 0 0,0-2 0 0,-3 2 0 16,3-2 0-16,-2 2 0 0,2-2 0 15,-3 2 0-15,3-3 0 0,-3 1 0 0,3 0 0 0,0 2 8 16,0-3-8-16,-3 1 0 0,3 0 0 0,0 2 0 16,-3-3 0-16,3 4 0 0,0-4 0 15,-3 4 0-15,3-4 0 0,0 3 0 0,-3-2 0 16,3 2 0-16,0-2 0 0,0-1 0 15,-3 4 0-15,3-4 0 0,0 1 0 0,-3-1 0 0,3 1 0 0,0-3 0 16,0 2 0-16,-3-2 0 0,6 0 0 0,-3-2 0 16,0-1 0-16,0 3 0 0,0-3 0 0,0 3 0 15,0-3 0-15,0-2 9 0,0 2-9 0,-3 1 10 16,3-1-10-16,0-5 0 0,0 5 0 0,0-5 0 16,0 5 0-16,0-5 0 0,-3 8 0 0,3-8 0 15,0 3-8-15,0-3 8 0,0 0 0 0,-3 8 0 16,3-8 0-16,0 5 0 0,0-5 0 0,0 6 0 15,0-6 0-15,-3 5 8 0,3-5-8 0,-6 5 12 16,3 0-12-16,3-5 0 0,-3 6 0 0,-3-1 0 16,6-5 0-16,-6 5 0 0,0 1 0 0,0-4 0 15,0 4 0-15,-3-4 10 0,0 3-10 0,3-2 10 0,-3 2-10 0,0 1 12 0,1-4-12 0,-1 1 12 16,-3 2 4-16,0-2 0 0,0 2 1 0,0-2 0 16,-3 2-8-16,0 0-1 0,-3 1-8 0,3-4 12 15,-2 4-12-15,2-4 9 0,0 4-9 16,0-4 8-16,0 1 2 15,0 2 0-15,0-2 0 0,3 2 0 0,0-2-10 0,1-1 12 16,-1 4-12-16,3-6 12 0,0 2-12 0,3-2 0 16,0 0 0-16,0 0 0 0,0 0 0 0,6 0-14 0,-6-2 3 0,0-1 1 31,0 0-141-31,0-5-28 0</inkml:trace>
  <inkml:trace contextRef="#ctx0" brushRef="#br0" timeOffset="31055.05">18085 3839 937 0,'0'0'19'0,"0"0"6"16,-3-5-25-16,3 5 0 0,0-3 0 0,0-2 0 15,0 5 88-15,-3 0 13 0,3-8 3 0,0 8 0 16,-3 0-20-16,0-8-3 0,3 8-1 0,0 0 0 16,-6-8-16-16,3 6-4 0,-2-1-1 0,-1 0 0 15,-3 1-15-15,0 2-4 0,0-3 0 0,-3 3 0 16,-3 0-13-16,0 0-3 0,0-5-1 0,-3 5 0 16,-2 0-7-16,-4 5 0 0,0-5-1 0,-3 0 0 15,0 0-2-15,-2 0 0 0,2 0 0 0,-6 0 0 16,-3-5-5-16,4 5-8 0,-7-3 11 0,0 3-11 15,3 0 0-15,1 0 0 0,-4 0 0 0,6 0 0 16,1 3 0-16,2-6 0 0,6 3 0 0,-3 0 0 0,3-5 0 0,4 5 0 16,-1-3 0-16,0 1 0 0,3 2 0 0,3-3 0 15,3 0-12-15,0 3 3 16,6 0-18-16,0 0-3 0,6 0-1 0,0 0 0 16,0 0-33-16,0 0-8 0,0 0 0 0</inkml:trace>
  <inkml:trace contextRef="#ctx0" brushRef="#br0" timeOffset="31643.906">17868 3599 1082 0,'0'0'30'0,"0"0"8"0,0 0-30 16,0 0-8-16,0 0 0 0,-3 5 0 0,3-5 50 0,0 0 9 0,3 8 1 0,-3-8 1 31,3 2-22-31,3 4-5 0,0-4-1 0,0 4 0 16,3-4 10-16,0 4 1 0,0-1 1 0,0-5 0 0,2 8-7 0,1-8-2 0,3 2 0 0,-3 4 0 15,0-1-15-15,0 3-3 0,0-5-1 0,-3 2 0 16,3 3-4-16,-3-5-1 0,-3 4 0 0,3 4 0 16,-6-8-3-16,2 5-1 0,-2-3 0 0,-3 0 0 15,3 3-8-15,-3-8 0 0,0 11 9 0,-3-3-9 16,0 0 18-16,0 0-1 0,-2 2 0 0,-1-2 0 16,-3-3 2-16,3 3 0 0,-3 0 0 0,-3 0 0 15,0 0-6-15,0-5-1 0,0 5 0 16,0 2 0-16,-3-7 0 0,3 2-1 0,1 3 0 15,-1-3 0-15,0 1-11 0,0-4 0 0,3 6 0 0,-3-8 8 16,3 3-8-16,3 2 0 0,0-5 0 0,0 3 0 16,6-3-124-16,-6 3-20 0,6-3-4 0</inkml:trace>
  <inkml:trace contextRef="#ctx0" brushRef="#br0" timeOffset="38176.898">18669 1863 1292 0,'0'0'54'16,"0"0"-43"0,0 0 103-16,0 0 21 0,3-8 4 0,0 3 1 15,-3 5-61-15,3-3-12 0,-3 3-3 0,6 0 0 16,-3-5 0-16,-3 5 0 0,6 0 0 0,-1 0 0 15,-5 0 0-15,6 0 0 0,0 5 0 0,0-2 0 16,0 2-14-16,0 3-3 0,0-6-1 0,-3 9 0 16,6-3-32-16,-3 0-6 0,3 0-8 0,-3 0 11 15,3 0-11-15,0-3 0 0,3 3 0 0,0 0 0 16,0-3 0-16,-1 3 0 0,4 0-9 0,-3-5 9 16,3 2-26-16,0-2 2 0,0-3 0 0,0 5 0 15,-3-10 12-15,0 5 4 0,-3-3 0 0,-1-2 0 16,1 2 8-16,-3-5 0 0,3 3-9 0,-3-3 9 0,-3 0 0 15,0 3 18-15,0-3-3 0,0 0-1 0,-3 0 19 0,-3 0 4 0,3-5 1 0,-3 2 0 16,3 0 14-16,-3 1 4 0,0-3 0 16,0-1 0-16,3 4-23 0,-3 2-4 0,0-5-1 15,3 5 0-15,-3 2-17 0,3-1-11 0,0 4 12 16,0 3-12-16,0 0 9 0,0 0-9 0,0 0 0 0,0 0 9 16,0 8-9-16,0 2 0 0,0 4 0 15,0 2 0-15,0-1 0 0,-3 4 0 0,3-1 0 16,0 4 0-16,0-4 0 0,-3 1 0 0,3 2 0 0,-3 0 0 15,-3-5 0-15,3 5 0 0,-3-5 0 0,1 5 0 16,-1 0 0-16,-3 0 0 0,0-2 0 0,0 2 0 16,0 0 0-16,0 0 0 0,0-2 0 0,-3 2-11 15,3-2-12-15,0-3-2 0,0-1-1 0,0-1 0 16,3-6-34-16,0 2-8 0,1 1 0 0</inkml:trace>
  <inkml:trace contextRef="#ctx0" brushRef="#br0" timeOffset="38597.507">19053 2045 2229 0,'0'0'46'0,"0"-5"12"0,3 0-46 16,0 2-12-16,0-2 0 0,3 2 0 15,0-5 70-15,-1 3 12 0,4 0 2 0,3 2 1 0,0-2-17 0,3 2-3 0,-3-2-1 0,3 2 0 16,3-2-3-16,-3 2-1 16,0 3 0-16,2-5 0 0,-2 5-44 0,0 0-16 0,-3 0 9 0,0 0-9 15,-3 0 0-15,0 0 0 0,3 5 0 0,-6-5 0 16,0 8 0-16,0-8 0 0,-3 8 0 0,-3-5 0 16,0 5 0-16,0-3 0 0,-6 3 0 0,0 0 0 15,0 5 0-15,-3-5 0 0,-3 5 0 0,0-2 0 16,0 2 0-16,0 0 0 0,-3 3 0 0,0 0 0 15,1-3-46-15,2 3-14 0,0 0-4 0,0-3 0 16,3 3 52-16,3-3 12 0,3-5 0 0,0 6 0 16,0-7 0-16,6 1 0 0,0-2 0 0,0-4 0 15,3 4 0-15,3-6 0 0,0 0 0 0,3 0 0 16,0 0 11-16,-1 0 5 0,4-6 0 0,-3 4 1 16,3-4-27-16,-3 1-6 0,0 2 0 0,3-4-1 15,-3 1 17-15,-3-2 0 0,3 6 0 0,-1-9 0 16,-2 8-132-16,0-5-24 0,3 1-4 0</inkml:trace>
  <inkml:trace contextRef="#ctx0" brushRef="#br0" timeOffset="39207.581">19523 1736 1883 0,'-6'-21'39'0,"6"15"10"0,-3-2-39 0,3 0-10 0,0 3 0 0,0-3 0 15,3 6 109 1,-3-6 20-16,3 2 4 0,-3 6 1 0,0-2-48 0,0 2-10 0,0 0-1 15,0 0-1-15,0 0-31 0,6 2-7 0,-6-2 0 0,6 6-1 16,-3 2-35-16,3 0 0 0,-3 5 0 0,3 3 0 16,0-1 0-16,-3 1 0 0,3 3 0 0,3-1 0 15,-3 4 0-15,2-7 0 0,1 4 0 0,0-3 0 16,3 0 0-16,0-3 0 0,0-2 0 0,0-1 0 16,0-2-54-16,3 0-8 0,-3-5-2 0,3 2 0 15,-7-2 0-15,4-3 0 0,-3 0 0 16,0-3 0-16,0 3 64 0,-3 0 15 0,-3-8 1 0,0 3 1 15,0 2 24-15,0-5 5 0,-3 3 1 0,0-3 0 16,0 0-6-16,0 0-1 0,3-5 0 0,-3 0 0 16,0 2 7-16,0-2 1 0,0 0 0 0,0-3 0 15,0 2-15-15,0 4-2 0,0-3-1 0,0 5 0 16,3 0-11-16,-3 0-3 0,3-3 0 0,-3 3 0 0,0 6-16 16,0 2 0-16,0 0-11 0,0 0 11 15,0 0 0-15,0 0 17 0,3 8-1 0,-3-1-1 16,0 1-15-16,0 8 0 0,0 3 0 0,-3-3 0 15,0 0 0-15,3 5 9 0,-3 0-9 0,0-3 8 16,0 1-8-16,0 2 0 0,-3-5 0 0,3 5 0 16,-3-5 0-16,0 0 0 0,0-3 0 0,0 3 0 0,-3 0 0 15,0-3 0-15,1 0 0 0,-1 3 0 0,-3 0 0 0,0-3 0 16,0 3 0-16,0-3 0 0,0 3-11 0,0-5-7 0,0-1-2 0,3 1 0 16,-3-3 20-16,4 0 0 0,-1 3 0 0,3-9 0 15,0 3-174 1,6-5-31-16,0 0-7 0</inkml:trace>
  <inkml:trace contextRef="#ctx0" brushRef="#br0" timeOffset="39464.812">19919 1974 2310 0,'0'0'48'0,"0"0"11"15,3-8-47-15,-3 3-12 0,0 2 0 0,0 3 0 16,0 0 104-16,0 0 20 0,0 0 3 0,0 0 1 15,0 0-52-15,0 0-9 0,0 0-3 0,0 0 0 16,0 0-51-16,0 0-13 0,6 3 0 0,-3 5 0 16,0-3 54-16,-3 0 8 0,3 3 2 0,-3 0 0 15,3 0-52-15,-3 5-12 0,0-5 0 0,0 3 0 16,0 2 0-16,0 3 0 0,0 2 0 0,-3-2 0 16,0 5 0-16,3-5 0 0,-3 5 0 0,-3-2 0 0,3 2 0 15,0 0 0-15,-3-5 0 0,3 0 0 16,-3 3-100-16,3-9-22 0,0 3-5 0</inkml:trace>
  <inkml:trace contextRef="#ctx0" brushRef="#br0" timeOffset="47756.515">19374 2638 1583 0,'-9'-8'32'0,"9"8"10"16,-3-5-34-16,-3 2-8 0,6 3 0 0,-3-5 0 0,3 5 103 0,-3-3 18 0,3 3 4 15,-6-5 1 1,6 5-49-16,0 0-9 0,0 0-3 0,-6 0 0 16,6 0-31-16,-5 5-6 0,2 3-2 0,-3-5 0 0,3 5-10 15,0 2-1-15,-3 1-1 0,3 2 0 16,0 0-6-16,0 3 0 0,0-5-8 0,0 2 12 0,0 0-12 0,3-2 0 0,-3 2 0 0,3 0 0 16,0-2 0-16,3 0 0 15,-3-1 0-15,3 1 0 16,3-3 0-16,0 0 0 0,0 0 0 0,3-1 0 0,0-7 0 0,-1 6 0 15,1-4 0-15,0 4 0 0,3-6 12 0,0-6 5 0,-3 4 2 0,3-1 0 16,0 0-19-16,0-2-16 0,-3-3 4 16,3 6 0-16,-6-6 41 0,2 0 9 0,-2 2 2 15,0-2 0-15,-3 1 5 0,0-4 2 0,-3 3 0 0,-3 0 0 16,0-3 5-16,-3 1 0 0,0-1 1 0,-2 3 0 16,-1-5-53-16,3 0 0 0,-3 2-11 0,-3-5 2 15,3 6 9-15,0 2 0 0,0-3 0 0,0 6 0 16,0-3 0-16,0 3 12 0,0 2-2 0,0-2-1 15,0 2-81-15,4 3-17 0,-4 0-3 0,3 0-1 16,6 0-159-16</inkml:trace>
  <inkml:trace contextRef="#ctx0" brushRef="#br0" timeOffset="48190.847">19696 2667 1371 0,'0'0'58'15,"0"0"-46"-15,0 0 93 0,0 0 19 0,-3 5 4 0,0 1 1 16,0-1-57-16,0 3-11 0,-3-3-2 0,3 3-1 15,-3 0-22-15,0 0-4 0,3 0 0 0,-3 5-1 16,0-7-2-16,3 4 0 0,-3-2 0 0,0 0 0 16,3 0-29-16,0 3 0 0,3-4 0 0,0-4 0 15,0 5 0-15,3-3 0 0,0 1 0 0,3 2 0 16,0-6 0-16,0 4 0 0,3-4 0 0,3 3 0 16,-3-5 31-16,3 0 0 0,0 0 0 0,-1 0 0 15,1-5 13-15,-3 3 2 0,3 2 1 0,-3-8 0 16,0 2 2-16,-3 1 1 15,0 0 0-15,-3-1 0 0,0-2 11 0,0 1 3 0,0-1 0 0,-3-3 0 16,0 3-52-16,-3-3-12 0,3-2 0 0,-3 5 0 16,0-5 0-16,-3 0 0 0,3 2 0 0,-3-2 0 15,0 2 12-15,0 6-1 0,-3-3 0 0,0 0 0 16,0 0-38-16,0 3-7 0,1 5-2 0,-1-5 0 16,0 5-126-16,0 0-26 0,0 0-4 0</inkml:trace>
  <inkml:trace contextRef="#ctx0" brushRef="#br0" timeOffset="48956.865">20440 2622 1577 0,'-6'0'66'16,"-3"-5"-53"-1,3 5 92-15,0 0 19 0,-3 0 3 0,3 5 1 16,0-5-49-16,-3 3-10 0,3 2-1 0,-3-2-1 16,3 5-26-16,-3 2-5 0,4-2 0 0,-1 0-1 15,0 3-15-15,3-1-2 0,-3-2-1 0,3 3 0 16,3-1-17-16,0 1 8 0,0 2-8 0,3 0 0 16,3-5 0-16,0 0 0 0,0 0 0 0,2 6 0 15,4-7 0-15,0-4 0 0,3 5 0 0,0-3 0 16,0 1 0-16,0 2 0 0,3-8 0 0,0 2 0 15,-4 4 12-15,4-6-4 0,-3-6 0 0,0 6-8 16,-3-2 0-16,-3 2 0 0,3-8 0 0,-6 2 0 16,3 1 58-16,-6-3 5 0,3 0 1 0,-3 6 0 15,0-12 0-15,-3 6 0 0,-3-5 0 0,3 3 0 0,-3-4-52 16,-3 1-12-16,0-3 0 0,0 0 0 0,-3 0 0 0,0 3 0 0,0-8 0 16,-3 5 0-16,3 0 0 15,-3 3 0-15,0-3 0 0,0 3 0 16,1 0 0-16,2 2 0 0,0 1 0 0,0 2 0 15,3 0-48-15,3 5-13 0,3-2-3 0,0 5 0 16,3-6 52-16,3 4 12 0,3 2 0 0,0-5 0 0,2 5 0 0,4 0 0 0,0 0 0 0,0 0 0 16,0 0-16-16,0 0-1 15,0 0 0-15,0 0 0 0,0-3 9 0,-1 3 8 0,1 0-12 0,-3 0 12 16,3 0 12-16,-3-5 8 0,-3 5 3 0,3 0 0 16,0 0-23-16,-3 0 0 0,-3 0 0 0,0 5 0 15,0-5 56-15,-1 0 6 0,-2 3 2 0,-3-3 0 16,6 5-52-16,-3 3-12 0,0-3 0 0,0 3 0 15,-3 3 16-15,3-1 1 0,0 1 0 0,-3 2 0 16,3 3-6-16,0 0-2 0,-3 2 0 0,3-2 0 16,0 0-9-16,-3 5 10 0,3-5-10 0,0 0 10 15,0 2-10-15,-3-2 0 0,0-5 9 0,3 7-9 16,-3-7 8-16,3 0-8 0,-3-1 10 0,0 3-10 16,0-7 26-16,0 4-1 0,3-2 0 0,-3 0 0 15,0 0-71-15,3-3-14 0,0 3-4 0</inkml:trace>
  <inkml:trace contextRef="#ctx0" brushRef="#br0" timeOffset="50186.97">21800 2373 1421 0,'0'0'60'15,"0"0"-48"1,0 0 119-16,0 0 24 0,0 0 5 0,0 0 0 16,0 0-54-16,0 0-11 0,0 0-3 0,0 0 0 15,0 0-32-15,3 6-8 0,0 2 0 0,-3 0-1 16,3-3-21-16,0 6-4 0,-3-4-1 0,3 4 0 15,-3 5-13-15,0-6-2 0,3 4-1 0,-3 2 0 16,0 2-9-16,0 1 0 0,0-1 9 0,0 1-9 16,3 2 0-16,-3-5 0 0,0 2 0 0,0 1 8 15,0-6-8-15,0 3 0 0,0-6 0 0,0 6 0 16,0-8-11-16,0 0-3 0,0-2-1 0,0 1 0 16,0-7-99-16,0 0-20 0,0 0-4 0</inkml:trace>
  <inkml:trace contextRef="#ctx0" brushRef="#br0" timeOffset="50413.292">21991 2411 1516 0,'0'0'64'0,"0"0"-52"16,0 0 110-16,0 0 22 0,0 0 4 0,0 0 0 16,0 0-44-16,0 0-10 0,0 0-2 0,0 0 0 31,0 0-31-31,0 0-6 0,0 5-2 0,3 3 0 0,-3-3-19 0,3 6-4 0,0 2-1 0,-3-5 0 15,3 5-16-15,0 3-3 0,-1 0-1 0,1 0 0 16,3 2-9-16,-3 1 0 16,0 2 0-16,3 0 8 0,-3 0-8 0,0-5 0 0,3 0-10 0,-3 0 10 15,3 2-113-15,-3-7-17 16,3 0-3-16</inkml:trace>
  <inkml:trace contextRef="#ctx0" brushRef="#br0" timeOffset="50934.69">23059 2350 2017 0,'3'-6'42'0,"0"4"10"15,-3-4-42-15,3 4-10 0,0-4 0 0,3 4 0 16,-3-1 87-16,0 1 15 0,3 2 3 0,-6 0 1 16,3 0-43-16,-3 0-9 0,6 0-2 0,-6 0 0 15,6 5-23-15,-3 3-5 0,0-6 0 0,0 4-1 16,0 2-11-16,0 0-3 0,-3 0 0 0,3 5 0 15,-3-5-9-15,0 5 0 0,0-5 9 0,0 8-9 16,-3-8 0-16,3 5 9 0,0 3-9 0,-3-3 0 16,3 3 8-16,-3 0-8 0,0 0 0 0,3 2 0 15,-3-2 0-15,3-3 0 0,0 3 0 0,-3 0 0 16,3-3-8-16,0-2-6 0,3 2-1 0,-3-5 0 16,0 0-177-16,3-3-35 0</inkml:trace>
  <inkml:trace contextRef="#ctx0" brushRef="#br0" timeOffset="51293.617">23419 2381 1721 0,'0'0'72'0,"0"0"-57"16,0 0 102-16,-6-2 21 0,6 2 4 0,0 0 1 15,-6 2-59-15,1 4-11 0,2-6-2 0,-3 8-1 16,3-3-34-16,0-2-8 0,3 5 0 0,-3-1-1 15,3 1-14-15,-3 3-2 0,3-3-1 0,0 0 0 16,3 2-10-16,-3 1 0 0,3 0 0 0,-3 2 0 16,3 0 0-16,0-2 0 0,0-1 0 0,3 1 0 15,-3 2 0-15,2-5 8 0,-2-3-8 0,3 3 0 16,0 0 0-16,0-5 0 0,0 2 8 0,0-5-8 16,3 0 0-16,-3 0 12 0,3-5-12 0,-3 2 12 15,3-2 6-15,0 2 2 0,0-7 0 0,-3 2 0 16,3-3 5-16,0 3 2 0,-3-5 0 0,-1 5 0 15,1-8 6-15,0 6 2 0,0-1 0 0,-3-5 0 16,0 5-7-16,-3 1-2 0,0 2 0 0,-3-3 0 16,0 3-13-16,-3 1-2 0,0-1-1 0,0 0 0 15,-2 2-10-15,-4 4 0 0,0-6 0 0,-3 8 8 16,0 0-91-16,0 0-18 0,-6 0-4 0</inkml:trace>
  <inkml:trace contextRef="#ctx0" brushRef="#br0" timeOffset="62469.982">19449 3538 2225 0,'-6'-6'46'0,"6"6"12"0,-3 0-46 0,3 0-12 0,0 0 0 0,-6 0 0 16,6 0 89-16,-6 6 16 0,-3-6 3 0,3 8 1 15,0-3-63-15,3 3-13 0,-3 2-2 0,0 4-1 16,0-4-15-16,3 3-3 0,-3 1-1 0,0-1 0 16,0 3 0-16,3-6 0 0,0 9 0 0,0-6 0 15,0 3-11-15,3 3 8 0,0-1-8 0,3 1 8 16,0-1-8-16,0 1 0 0,3-1 0 0,0-2 0 16,3 0 0-16,0-3 0 0,3-2 0 0,0-1 0 15,6-2 0-15,0-2 0 0,-1-4 0 16,4-2 8-16,3-2-8 0,0-4 0 0,3-2 9 0,-4-2-9 15,1-1 10-15,0 3-2 0,0-8-8 0,-3 3 12 16,-3-3 0-16,-3 0 0 0,-1 3 0 0,-2-3 0 16,-3 3 13-16,0-5 3 0,-3 2 0 0,-3-3 0 15,-3 6-10-15,0-3-2 0,-3 0 0 0,0 3 0 16,-3-3-4-16,0 3-2 0,-3-6 0 0,-3 9 0 16,3-6-10-16,-5 0-12 0,2 5 2 0,-6 1 1 15,3-1-21-15,-3 3-4 0,-3 6-1 0,0-6 0 16,4 8-131-16,-1-6-26 0,0 6-6 0</inkml:trace>
  <inkml:trace contextRef="#ctx0" brushRef="#br0" timeOffset="63140.056">20767 3445 1824 0,'0'0'38'0,"-3"-3"8"0,3 3-37 0,-3-5-9 0,3 5 0 16,-6 0 0-16,-3-2 123 0,3 2 22 0,-2 0 5 0,-1 2 1 16,-3 3-69-16,3-2-14 0,-3 5-2 0,0 3-1 15,0-3-22-15,0 2-5 0,3 1-1 0,-3 5 0 16,0-6-16-16,3 9-3 0,1-9-1 16,-1 9 0-16,3-9-1 0,-3 4 0 0,3-1 0 0,3 0 0 15,0 0-16-15,3-2 0 0,0-1 0 0,3 1 0 16,0 5 0-16,3-8 0 15,0 2 0-15,3 1 0 0,2-3-20 16,1 0-8-16,3-3-2 0,3 1 0 0,3-4 30 0,3-2 0 0,0 0 0 16,2 0 0-16,1-2 24 0,0-4 12 0,0 4 1 15,0-1 1-15,-7-5-38 0,1 0 0 16,0 3 0-16,-3-3 0 0,0 0 12 0,-6-5-1 0,3 2-1 0,-6-2 0 16,2 0 24-16,-5-3 5 0,3 0 1 0,-3 0 0 15,-3-3-8-15,-3 1 0 0,0-3-1 0,-3 0 0 16,0 5-17-16,0-5-3 0,-6-3-1 15,3 5 0-15,-3 1-10 0,-2 4 0 0,-1-1 9 0,-3 4-9 16,0 0-10-16,0 3-6 0,-6-5-2 0,3 5 0 16,-3 0-86-16,1 3-16 0,-1 2-4 0</inkml:trace>
  <inkml:trace contextRef="#ctx0" brushRef="#br0" timeOffset="65951.922">23175 3276 1970 0,'0'-6'56'0,"3"1"12"16,0 0-54-16,-3 2-14 0,3-2 0 0,0 2 0 15,-3 3 107-15,3-8 18 0,-3 8 4 0,0 0 1 16,0 0-42-16,0 0-8 0,0 0-1 0,0 0-1 16,0 0-22-16,0 0-4 0,0 0 0 0,0 0-1 15,3 8-14-15,-3 0-2 0,3 0-1 0,-3 3 0 16,-3 2-15-16,3 5-3 0,-3 1-1 0,0 2 0 15,0 3-3-15,0 2 0 0,3-2 0 0,-3 3 0 16,3-3-12-16,0-3 8 0,0-3-8 0,0 3 0 16,0-5 8-16,0 3-8 0,3-9 0 0,-3 1 9 15,0 0 1-15,3-4 0 0,-3 4 0 0,0-3 0 0,0-3-10 16,3 1 0-16,-3-6 0 0,0 5 0 16,0-5-56-16,3 3-4 0,-3-3-1 0,6 5 0 15,-6-5-105-15,6 0-21 0,0 0-4 0</inkml:trace>
  <inkml:trace contextRef="#ctx0" brushRef="#br0" timeOffset="66701.611">21925 3453 1313 0,'15'-11'27'0,"-12"4"8"0,3 1-35 0,0-2 0 0,0 0 0 0,0 3 0 15,0-3 122-15,-3 5 18 0,0-4 3 0,0-4 1 16,-3 6-25-16,0-1-5 0,0 1-1 0,0 2 0 16,-3-5-13-16,0 3-2 0,0 3-1 0,-3-1 0 15,0 0-30-15,0 1-7 0,0 2 0 0,-3 0-1 16,0 0-27-16,0 5-6 0,0-2-1 16,-3 4 0-16,0 1-8 0,3 0-1 15,-2 3-1-15,-4 2 0 16,6 3-15-16,0 3 0 0,-3-1 0 0,3 1 0 0,0-1 8 0,3 3-8 15,0-5 0-15,0 3 0 0,3-1 0 0,0 1 0 0,0-6 0 0,3 3 0 16,0-6 8-16,3 1-8 0,0 5 0 0,3-8 0 16,0 2 8-16,0 1-8 0,3-3 0 0,3 3 0 15,0-6 8-15,6 0-8 0,0 3 0 0,-1-8 0 16,4 3 8-16,3-3-8 0,3 0 0 0,0 0 9 16,-4-3-9-16,4 3 8 0,-3-5-8 0,0-1 8 15,-6 1 2-15,3 3 0 0,-7-6 0 0,1 5 0 16,0-5 11-16,-3-5 3 0,-3 5 0 0,-3 0 0 15,0-5-2-15,-3-1 0 0,0 4 0 0,0-6 0 16,-6 3-5-16,3-3-1 0,-3-3 0 0,-3 1 0 16,0 5-6-16,0-9-2 0,-3 7 0 0,0-4 0 15,-3 3-8-15,3 6 8 0,-3-9-8 0,-2 8 8 16,-4-2-8-16,0 3 0 0,0 4 0 0,-6-2 0 16,3 3-16-16,-2 2-6 0,-1 3-1 0,-3 0 0 15,0 3-145-15,-3 2-28 0</inkml:trace>
  <inkml:trace contextRef="#ctx0" brushRef="#br0" timeOffset="69928.917">15478 13817 2112 0,'-6'0'60'0,"6"0"13"0,0 0-58 0,0 0-15 0,0 0 0 0,0 0 0 16,0 0 65-16,0 0 11 0,6-2 1 0,0 2 1 15,3 0-34-15,3 0-8 0,2 0 0 0,-2 2-1 16,6-2-18-16,0 3-3 0,0-3-1 0,0 0 0 16,3 3-13-16,-3-3 8 0,2 0-8 0,-5 2 0 15,3 1-12-15,-6-3-9 0,3 0-2 0,-3 3 0 16,0-1 23-16,0 1 0 0,-3 0 0 0,-4 2 0 16,4 0 0-16,-3-2 0 0,0 5 0 0,0 0 0 15,-3 0 47-15,3 2 13 0,-3 3 4 0,0 3 0 16,0 0-52-16,-3 3-12 0,3 2 0 0,0 0 0 15,-3 3 0-15,3-3 0 0,-3 5 0 0,3-4 0 16,-3 1 0-16,0-1 0 0,0-1 0 0,0 0 0 16,0 3 0-16,0-3 0 0,0 3 0 0,0 5 0 15,0 0 0-15,0 5 0 0,0 1 0 0,3 2 0 16,0-3 13-16,-3-5 0 0,3 3 0 0,0-3 0 16,0 0-2-16,-3 0-1 0,0 0 0 0,3 3 0 15,-3 3 6-15,3-1 0 0,-3 6 1 0,3-1 0 16,0-4-8-16,0-3-1 0,0-3-8 0,0 0 12 15,3 0-12-15,-3-5 0 0,0 0 0 0,3 2 0 0,-3 3 0 0,0 3 0 16,0 2 0-16,0 1 0 0,-3-1 16 16,3 0 1-16,-3 3 0 0,2-2 0 0,-2-3-26 0,0-6-6 15,-2 1-1-15,-1 2 0 0,3 0 26 0,-3 3 5 0,0 2 1 0,0 3 0 16,3-3-16-16,-3 3 0 0,3 0 0 0,0 0 0 16,0-5 0-16,0 0 0 15,0-6 0-15,-3 6 0 0,3 0 0 0,0 2 0 16,0 3 0-16,0 3 0 0,-3-3-18 15,3 0-6-15,-3 0-2 0,0-2 0 0,3-4 26 16,-3-4 0-16,0 2 0 0,0-3 0 0,0 3 18 0,-3 1 6 0,3 1 0 16,-3 4 1-16,3-3-25 0,-3 2 0 0,3 0 0 0,0-2 0 15,0-5 0-15,0-6 0 0,3 0 0 0,-3-3 0 16,3 1 0-16,0-6 0 0,0 0 0 0,0 1 0 16,0-1-10-16,0-3-7 0,0 1-2 0,0 0 0 15,3 2 19-15,-3-3 0 0,3 1 0 0,-3 2 0 16,0-2 12-16,0 2 5 0,0-2 2 0,0 2 0 15,0 3-19-15,0 0 0 0,0-1 0 0,0 4 0 16,-3-3 0-16,3 2 0 0,0 1 0 0,-3-1 0 16,0-2 0-16,3 0 0 0,-3 0 0 0,0-3 0 15,3 0 0-15,0 1 0 0,0-4 0 0,-3 1 0 16,3 2 0-16,-3-5 0 0,3 0 0 0,-3 3 0 16,0-3 19-16,3 2 0 0,0-2 0 0,-3 3 0 15,3-1-19-15,-3 3 0 0,3-2 0 0,-3 2 0 16,3-2 8-16,0-1-8 0,0 4 0 0,-3-1 0 15,3 0-11-15,0 0-9 0,0 1-1 0,0 1-1 16,0-1 22-16,0-1 0 0,3-3 0 0,-6 4 0 16,3-1 0-16,0-5 0 0,0 2 0 0,-3-2 0 15,3 3 0-15,0-3 0 0,0-3 0 0,0 3 0 0,-3-3 14 16,3 3 7-16,0-2 2 0,0-1 0 16,-3 0-37-16,3 1-7 0,0-1-2 0,0-5 0 0,-3 8 43 0,0-3 8 0,3-5 1 0,0 5 1 31,-2 1-18-31,-1-1-3 0,3-5-1 0,-3 5 0 0,0 1 2 0,-3-1 0 0,3 0 0 0,3-5 0 15,-3 5 0-15,-3 1 0 0,6-6 0 0,-6 5 0 16,-3-2 1-16,3 2 0 0,0 0 0 0,-3-2 0 16,0 2-3-16,0-2 0 0,0 2 0 0,-3-2 0 15,0-1-8-15,-2 1 0 0,-1 0 0 0,-6-1 0 16,0 1-18-16,0-3-9 0,-6 0-1 0</inkml:trace>
  <inkml:trace contextRef="#ctx0" brushRef="#br0" timeOffset="74511.801">19547 4551 1997 0,'0'0'56'0,"0"0"13"15,0-5-55-15,0 5-14 0,0 0 0 0,-3-5 0 16,3 5 112-16,-3-3 20 0,0-2 4 0,3 5 1 0,0 0-58 0,0 0-12 15,0 0-3-15,0 0 0 16,0 0-51-16,0 0-13 0,0 0 0 0,-3 5 0 0,0 3 54 0,3 2 8 16,0-2 2-16,3 6 0 0,-3 1-49 0,3 1-15 0,-3 5 8 15,3-2-8 1,0 2 0-16,-3-2 0 0,3 2 0 0,0-3 0 0,0 1 0 0,0-1 0 0,0-2 0 16,0 3 0-16,0-9 0 15,-3 4 0-15,3-1 0 0,0-3 0 16,0 1 0-16,-3 0 15 0,3-1-2 0,0 3 0 0,-3-2-13 0,0 0 0 15,3-1 8-15,-3 6-8 0,0-8 0 16,0 5-15-16,0-2 3 0,0 2 1 0,0-2-100 16,0-1-20-16,0 1-4 0</inkml:trace>
  <inkml:trace contextRef="#ctx0" brushRef="#br0" timeOffset="75699.946">20961 4448 2017 0,'6'-11'85'0,"-3"3"-68"15,0 0 78-15,-3-2 15 0,3 2 3 0,-3-3 1 16,3 6-34-16,-3-3-6 0,0 0-2 0,0 3 0 16,0 0-32-16,0 5-6 0,0 0-2 0,0 0 0 15,0 0-17-15,0 0-4 0,0 0-1 0,0 0 0 16,0 8-10-16,0 2 0 0,0-2 0 0,0 3 0 15,0-1 0-15,0 3 0 0,0 1 0 0,0 4 0 16,0-5 0-16,0 6 0 0,0-1 0 0,0 6 0 16,0 0 0-16,0 3 0 0,0-1 0 0,0 6 0 15,0-6 0-15,0 3 0 0,0-2 0 0,0 2 0 16,0-5 0-16,-3-3 0 0,3-3-12 0,0 1 12 16,0-3-16-16,-3-3 5 0,0 3 1 0,3-8 0 15,-3 2 10-15,3-2 0 0,-3-2-9 0,3 2 9 16,0-8 0-16,0 0 0 0,0 0 0 0,0 0 0 15,0 0 0-15,0 0 0 0,-6-3 0 0,0-2 0 16,3-1 8-16,0 1-8 0,-3-3 8 0,3 0-8 16,-3 3 8-16,0-8-8 0,0 2 8 0,0 1-8 15,-3-4 0-15,0 1 8 0,-3 2-8 0,3 1 0 16,-3-1 0-16,-2 1 0 0,2 2 0 0,-6-3 0 16,3 3-9-16,-3 3 9 0,3 2 0 0,-3 1 0 0,0 2-16 15,4 0 4-15,-1 0 1 0,-3 2 0 16,6 1 11-16,0 5 0 0,3-3 0 0,0 6 0 0,3-3 0 0,0-3 0 15,3 6 0-15,0 2 0 0,3-8 0 0,3 6 0 0,0-1 0 16,0 1 0-16,6-3 0 0,0 2 0 0,3-2 0 0,3 3 0 16,3-6 0-16,3 3 0 15,-1 0 0-15,1 0 0 0,0 0 0 0,3 0 14 0,-3 0-3 0,0 0-1 16,-1 0-10-16,1-3 0 0,0 0 9 0,-3-2-9 16,0 0 0-16,0-3-16 0,0 0 2 0</inkml:trace>
  <inkml:trace contextRef="#ctx0" brushRef="#br0" timeOffset="76536.566">23288 4331 1824 0,'0'0'38'0,"0"0"8"16,0 0-37-16,0 0-9 0,0 0 0 0,0 0 0 16,0 0 96-16,0 0 18 0,0 0 3 0,0 0 1 15,3 3-35-15,0 0-7 0,3 2-2 0,-3 3 0 16,0-3-59-16,0 3-15 0,0 3 0 0,-3 2 0 16,3-8 28-16,0 9 4 0,0-4 0 0,-3 3 0 15,3 3 0-15,-3-5 0 0,3 2 0 0,-3 3 0 16,0 0-32-16,3 2 0 0,-3-2 0 0,0 5 0 15,0-2 0-15,-3 2 0 0,3 6 0 0,0-9 0 16,-3 3 0-16,3-2 0 0,0 2 0 0,-3-5 0 16,3 2 0-16,-3-4 0 0,3-1 0 0,-3 0 0 15,3-2 0-15,-3-3 0 0,3-1 0 0,-3 1 0 16,0-2 0-16,3-6 0 0,0 0 0 0,0 0 0 0,0 0 0 0,0 0 0 16,0 0 0-16,0 0 0 0,-3-3 0 0,-3 0 0 0,3-2 0 15,-3 0 0 1,3-6 0-16,-3 3 0 0,4 0 0 0,-4-2 0 0,3-1 0 0,-3-2 0 15,0 2 0-15,0-2 0 0,-3 0 0 0,0 0 0 0,3 2 0 0,-6-2 0 16,3 8 0-16,-3-6 0 0,3 3 0 0,-3 3 0 16,0 2 0-16,-2 3 0 0,2 0 0 15,-3 3 0-15,3 2 22 0,3 0-2 0,-3 3 0 0,0 3 0 16,3-3-32-16,3 5-6 0,-3-2-2 0,6 2 0 16,-3-3 20-16,3 4 17 0,3-1-3 0,0 3-1 15,0-6-13 1,3 1 0-16,0-3 0 0,0 2-10 0,3-2 1 0,3 0 0 0,0-2 0 0,0-1 0 15,3-2 9-15,0 2 0 0,3-5 0 0,0 0 0 16,3 0 0-16,-1 0 0 0,1 0 0 0,0 0 0 16,0 0 0-16,3-8 0 0,-3 5 0 0,-1-2 0 15,1 2-156-15,-3-2-28 0,3 0-7 0</inkml:trace>
  <inkml:trace contextRef="#ctx0" brushRef="#br0" timeOffset="77403.553">22148 4474 1804 0,'6'-13'37'0,"-3"8"10"15,-3 2-38-15,3-2-9 0,0 2 0 0,0-7 0 16,0 4 110-16,-3 1 20 0,3 0 4 0,-3 2 1 15,3-5-40-15,-3 6-8 0,0 2-2 0,0 0 0 16,0 0-29-16,0 0-7 0,0 0-1 0,0 0 0 16,0 0-20-16,0 0-4 0,0 0 0 0,0 0-1 15,0 10-23-15,0-5 0 0,0 3 0 0,0 3 0 16,0 2 0-16,0 0 0 0,3 3 0 0,-3-2 0 16,0 1 0-16,0 7 0 0,3 1 0 0,-3-4 8 15,0 2-8-15,3 6 0 0,-3-4 0 0,0 1 0 16,3 3 0-16,-3-6 0 0,0 0 0 0,0 3 0 0,0-8 0 15,0 5 11-15,0-8-11 0,0 0 12 0,0 1-12 0,0-4 0 16,0 3 0-16,-3-2 8 0,3-6-8 0,0 3 0 0,0 0 0 16,-3-3 0-16,3-5 0 0,0 6 0 15,0-6 0-15,0 0 0 0,0 0 0 0,0 0 0 0,0 0 0 0,0 0 0 16,0 0 0-16,0 0 8 0,-3-6-8 0,0 1 8 16,0 0-8-16,0 0 12 15,0-3-12-15,0 0 12 0,0-6 0 16,0 4 1-16,3-3 0 0,-3-1 0 0,-3 1-13 0,3 0 9 0,0 0-9 15,-3-1 8-15,1 1-8 0,-4 3 0 0,3 2 0 0,-3-3 0 16,0 3 0-16,0 6 0 0,-3-1 0 0,0 0 0 16,-3 6 0-16,0 0 0 0,0 2-9 0,1 3 9 15,-1 0 0-15,0 0-8 0,-3 2 8 0,3 3 0 16,3-2-10-16,3 2 10 0,0 0-8 0,3 1 8 16,3-4-10-16,0 4 10 0,0-4-12 0,6 1 12 15,0-3-8-15,0 2 8 0,6-2 0 0,0 3 0 16,0-3-8-16,3 0 8 0,0 0 0 0,6-1 0 15,-3-1 0-15,0-1 0 0,-1 0 0 0,4-2 0 16,-3 0 0-16,0-1 8 0,0-2-8 0,0 0 9 16,0 0-9-16,-3 0 0 0,2 0 9 0,-2-2-9 15,3 2-100-15,-3-3-24 0,3 0-4 0</inkml:trace>
  <inkml:trace contextRef="#ctx0" brushRef="#br0" timeOffset="83337.756">19338 4424 1040 0,'0'0'21'0,"0"0"7"0,0 0-28 0,-3-5 0 0,3 5 0 0,0-3 0 15,0 3 76-15,0-5 11 0,0 5 1 0,0 0 1 16,0 0-33-16,0-5-6 0,3-1-2 0,-3 6 0 15,0 0-8-15,6 0-1 0,-3-2-1 0,3 2 0 16,-3 0-6-16,3-3-2 0,0 3 0 0,3 0 0 16,-3 3-5-16,3-3-1 0,0 2 0 0,0 1 0 15,3 0-8-15,3-3-1 0,0 2-1 0,2 1 0 16,1-3-14-16,3 5 11 0,0-5-11 0,3 3 10 16,0-3-2-16,-1 2 0 0,1-2 0 0,3 3 0 15,-3 0 3-15,0-3 0 0,-1 0 0 0,1 2 0 16,-3-2-3-16,3 0-8 0,0 0 12 0,0 0-4 15,2 0 0-15,1 0-8 0,0 0 12 0,3 0-4 16,-1-2-8-16,-2 2 12 0,3 0-12 0,3 0 12 0,-6-3-4 16,-1 3-8-16,1-3 12 0,3 3-4 15,-3-2 0-15,2-1-8 0,1 3 12 0,6-5-4 0,-3 0 0 16,-1 2 0-16,1 0 0 0,3 1 0 16,-3 2 0-16,-4-3 0 0,1 0 0 0,0 1 0 15,0 2-8-15,2-3 10 0,-2 3-10 0,3-5 10 0,0 5-10 16,-1-3 0-16,1 3 9 0,3-5-9 0,-6 2 0 0,-1 1 0 0,1 2 0 0,0-3 8 15,-3 3-8-15,0-3 12 0,-1 3-4 0,1 0 0 16,3-2-8-16,-3 2 0 0,5 0-8 0,-2 0 8 16,-3 0 0-16,3 0 0 0,-1-3 0 0,-2 3 0 15,0 0 0-15,-3 0 0 0,0 0 0 0,-1 0 0 16,1 0 0-16,-3 0 0 0,3 0 0 0,3 0 8 16,-3 0-8-16,-1 0 0 0,4 0 0 0,0 0 0 15,0 0 0-15,-3 0 0 0,2 0 0 0,-2 0 0 16,0 0 8-16,-3-3-8 0,3 3 8 0,-4 0-8 15,1 0 0-15,0 0 0 0,0 0 0 0,0 0 8 16,3 0-8-16,-4 0 0 0,4 0-11 0,3-2 11 16,-3 2 0-16,3 0 0 0,-1-3 0 0,-2 3 0 15,0 0 0-15,0 0 0 0,0-5 0 0,-3 2 0 16,-1 3 0-16,1 0 0 0,0-5 0 0,0 2 0 16,-3 0 0-16,3 3 0 0,2-2 0 0,1-1 0 15,-3 1 19-15,3 2 9 0,3-3 3 0,-4 0 0 16,1 1-21-16,0-1-10 0,-3-2 10 0,3 5-10 15,-3-3 9-15,-4 3-9 0,4-8 8 0,-3 8-8 16,-3-3 9-16,3 1-9 0,0-1 10 0,0 1-10 16,-4 2 8-16,4-3-8 0,0 0 0 0,3 3 0 0,-3-2 0 0,0 2 0 15,3 0 0-15,-4-3 0 0,1 3 0 0,3 0 0 16,-3-5 0-16,0 5 0 0,-3 0 0 0,3-3 0 16,-4 0 0-16,4 3 0 0,-3-2 8 15,0-1-8-15,-3 3 0 0,0-3 0 0,0 1 0 0,0-1 0 0,0 0 0 16,0 1 0-16,-1-3 0 0,-2 2 8 0,3 3-8 15,-3-8 0-15,3 5 0 0,0 1 0 0,-3-4 8 0,3 4-8 16,0-1 0-16,0 0 0 0,-3 1 8 0,3-4-8 16,-1 6 0-16,1-2 8 0,0 2-8 0,0 0 0 15,-3-5 0-15,3 5 0 0,0 0 0 0,0 0 0 16,-3 0 8-16,3 5-8 0,-3-5 0 16,-1 0 9-16,1 0 1 0,-3 2 0 0,3-2 0 0,-3 0 0 15,0 6 2-15,3-6 1 0,-3 2 0 0,0 1 0 16,0-3-3-16,0 5-1 0,0-5 0 0,0 3 0 15,0 2-1-15,3-2-8 0,-3 0 12 0,-3 2-4 16,3-5 0-16,0 3 0 0,0 2 0 0,-1-3 0 16,1 4-8-16,3-4 12 0,-3 4-12 0,0-1 12 15,3 3-12-15,-3-5 12 0,3-1-12 0,-3 6 12 16,3-3-4-16,-3 1-8 0,0 2 12 0,3-3-4 16,-3 0 0-16,0 1 0 0,0-1 0 0,0 0 0 15,-3 3 2-15,3 0 0 0,-1-3 0 0,-2 1 0 16,0 2 0-16,0-3 0 0,0 3 0 0,0 0 0 15,0-3-10-15,-3 3 10 0,0 0-10 0,3 0 10 0,-3-3-10 16,3 3 0-16,-3 0 9 0,0 5-9 0,0-7 0 16,-3 4 0-16,3 3 0 0,-3-2 0 0,3 5 0 0,-3 2 9 0,0-4-9 15,3 7 0-15,-3-3 8 0,3 6-8 0,-3-3 0 16,3 3 0-16,-3-3 0 16,0 0 0-16,3-2 8 0,-2 5-8 0,-1-8 0 15,3-1 0-15,-3 1 0 0,0 3 0 16,0-9 0-16,3 6 0 0,-3-2 0 0,0-1 0 0,0 0 0 0,0 0 0 15,0 0 0-15,0 6 0 0,0-8 8 0,0 7-8 0,0-5 0 0,0 3 0 16,0-3 8-16,0 3-8 0,0 0 0 0,-3-3 0 16,3 3 0-16,0-2 8 0,0-1-8 0,0-3 0 15,0 4 0-15,0-7 0 0,0 4 0 0,0-3 0 16,0 0 8-16,0 0-8 0,0-3 0 0,0 0 0 16,0 3 0-16,0-5 8 0,3-3-8 0,-3 5 0 15,0 1 8-15,0-1-8 0,3-5 0 0,-3 3 0 16,0 2 0-16,3-5 10 0,-6 3-10 0,3-1 8 15,3-2 0-15,-5 5-8 0,-1-5 12 0,-3 0-4 16,3 0-8-16,-3 0 0 0,3 0 0 0,-6 3 0 16,3-3 0-16,-3-3 0 0,-1446 3 0 0,2889 0 0 15,-1446 0 0-15,-2 0 0 0,-1-5 9 0,0 5-9 16,-6 0 0-16,3-2 0 0,-3 2 0 0,4 0 8 16,-4-3-8-16,3 3 0 0,0 0 0 0,-3-3 0 15,3 3 0-15,-2-2 8 0,-1 2-8 0,0 0 0 16,-3-3 0-16,-6 3 0 0,4 0 0 0,-7-3 0 15,3 1 0-15,0 2 0 0,1-3-10 0,-1 0 10 16,0 1 0-16,0 2 0 0,4-3 0 0,-7 0 0 16,0 3 0-16,1 0 0 0,-4 0 0 0,0 0 0 15,0-5 0-15,1 5 0 0,2-3 0 0,-3 3 0 0,4-2 0 16,-1 2 0-16,0 0 0 0,-3 0 0 0,4 0 0 0,-4 0 0 0,-3 0 0 16,4 0 0-16,2 0 0 0,3 0 9 0,3 0 1 15,-2 0 0-15,2 0-10 0,0 0-14 0,-3 0 3 16,1 0 1-16,-1 0 10 0,3 0 0 0,-6 0 0 0,4 0 0 15,2 0 0-15,0 0 16 0,3 0-4 0,-2 0-1 16,5 2-11-16,0-2 0 0,0 0 0 0,0 0 0 16,1 3-14-16,2-3 5 0,-6 5 1 0,3-5 0 15,3 0 8-15,-3 0 0 0,1 3 0 0,-1 0 0 16,3-3 0-16,0 2 9 0,0-2-1 16,1 3-8-16,2-3 0 0,0 3 0 0,3-3 0 0,-3 0 0 15,6 0 0-15,-3 0 0 16,0 0 0-16,3 0 0 0,-2 2 0 0,-1-2 0 0,3 3 0 0,-3-3 0 15,0 3 0-15,-3-3 0 0,3 0-10 0,-3 2 10 16,1-2 0-16,-1 3 0 0,0-3 0 0,-3 0 0 16,3 3 0-16,-3-3 0 0,3 2 0 0,-2-2 0 15,2 5 0-15,0-5 0 0,0 0 0 0,0 0 0 16,3 0 0-16,-3 3 0 0,4-3 0 0,-7 0 0 16,3 0 0-16,0 3 0 0,0-3 0 0,0 0 0 15,-3 0 0-15,1 0 0 0,-1 0 0 0,0 2 0 16,0-2 0-16,3 3 0 0,-3-3 9 0,1 0-1 15,2 0-8-15,-3 3-10 0,3-3 10 0,0 2-13 16,0 1 13-16,3-3 0 0,1 0 0 0,-4 3 0 16,3-3 0-16,0 2 0 0,-3 1 0 0,0-3 0 15,0 3 0-15,-3-3 0 0,4 2 0 0,-7-2 0 16,3 3 0-16,0-1 0 0,0 1 0 0,0-3 0 16,1 3 0-16,-1-1 0 0,0 1 0 0,3 0 0 15,0-3 0-15,3 5 0 0,0-2 0 0,1-1 0 0,-1 4 0 16,3-6 0-16,-3 0 0 0,3 2 0 0,-3 1 0 0,3-3 0 0,0 0 0 15,0 3 0-15,1-1 0 0,-4-2 0 0,3 0 0 16,0 3 0-16,0-3 0 0,0 0 0 16,0 2 0-16,0-2 0 0,0 0 0 0,0 0 0 0,0 0 0 0,1 0 0 15,2 0 0-15,0 0 0 0,0 0 0 0,3 0 0 16,0 0 0-16,0 0 0 0,3 0 0 0,-3 0 0 16,6 0 0-16,-6-2 0 0,0 2 0 0,6 0 0 15,-6 0 0-15,0-3 0 0,3 1 0 0,-3 2 0 16,0-3 0-16,3 3 0 0,-3 0 0 0,0-3 0 15,3 3 0-15,3 0 0 0,-6-2 0 0,1 2 0 16,-1 0 0-16,0 0 0 0,3 0 0 0,-3-6 0 16,6 6 0-16,-6 0 0 0,0-2 0 0,6 2 0 15,-6-3 0-15,0 3 0 0,3-5 0 0,3 5 0 16,-6-3 0-16,3 0 0 0,0 1 0 0,3 2 0 16,-6-3 0-16,3-2 0 0,0 2 0 0,-3-2 0 15,3 0 0-15,3 5 0 0,-3-3 0 0,0-2 0 16,0-1 0-16,3 1 0 0,-3-3 0 0,0 3 0 15,3 0 0-15,-3-3 0 0,3 0 0 0,0 2 0 16,-3-4 28-16,3-1 9 0,0 1 2 0,-3-1 0 16,0-2-25-16,3 0-5 0,-3-3-1 0,0 0 0 15,0-3-8-15,0 3 0 0,0-2 0 0,1-1 0 16,2 4 16-16,-3-1 0 0,0 0 1 0,0 0 0 16,3 0-17-16,-3 3 0 0,0 0 0 0,3-1 0 15,-3 1 0-15,3 0 0 0,3-3 0 0,-3 0 0 0,3 3 0 0,0-3 0 0,0-2 0 16,-3-1 0-16,6-2 0 0,-4 0 0 0,4-3 0 15,-3 3 0-15,3-1 12 0,0-1-4 0,-3 2 0 0,3-1-8 16,0 4 0-16,-3 2 0 0,3-3-12 0,-3 6 3 16,3 0 9-16,-3 0 0 0,0 5 0 0,0-3 0 15,0 3 0-15,0 0 14 0,0 3-3 16,0 0-1-16,0-1-10 0,0 4-14 16,0-1 3-16,0-2 1 15,0 2-43-15,3 1-9 0,0-1-2 0,3 0 0 0,0 3-157 16,5-2-32-16</inkml:trace>
  <inkml:trace contextRef="#ctx0" brushRef="#br0" timeOffset="88475.646">23461 3199 1698 0,'-3'-5'48'0,"0"2"11"16,0-5-47-16,0 3-12 0,-3 2 0 0,3-5 0 15,0 6 80-15,0-1 15 0,0-2 2 0,0 2 1 16,0-2-23-16,0 2-5 0,0-2-1 0,-3 2 0 15,0 1-16-15,1-4-3 0,-1 4-1 0,-3-1 0 16,0-2-16-16,0 2-3 0,-3-2-1 0,-3 2 0 16,0-5-11-16,-3 3-2 0,0 0-1 0,-2 2 0 15,-1-5 5-15,-3 8 0 0,-3-8 1 0,0 3 0 16,4-1-21-16,-1 4-8 0,0-6 0 0,0 8 0 16,6-8 8-16,0 8 11 0,1-8-3 0,-1 8 0 15,3-5-8-15,3 2 0 0,-3 0 0 0,3 1 0 16,3 2 0-16,0 0-12 0,0 0 2 0,0 0 1 15,3 0 9-15,6 0 12 0,0 0-2 0,0 0-1 16,0 0-9-16,0 0-12 0,0 0 2 0,0 0 1 16,0 0 9-16,-3 2 0 0,3 9 0 0,0-11-8 15,-3 3 8-15,3 5 0 0,0-3 0 0,0 3 0 16,0-6 0-16,-3 9 0 0,3-8 0 0,0 5 0 0,0 0 0 0,0-1 0 16,0 4 0-16,0-3 0 0,0 0 0 15,0 3 0-15,0-1 0 0,0 1 0 0,0-3 0 16,0 2 0-16,0 1 0 0,0-1 0 0,0 1 0 0,0 2 0 0,0-2 0 0,0-1 0 15,0 6 0-15,0-3 0 0,0 6 0 0,0-1 0 16,0 6 0-16,0-3 0 0,0 3 0 0,0 0 0 16,0 3 0-16,0-4 16 0,3 1-4 0,-3 3-1 15,0-9-20-15,3 3-4 0,-3 1-1 0,3-1 0 16,0 0 14-16,-3-8 0 0,3 6 0 0,-3-1 0 16,3 6 0-16,-3-6 0 0,0 4 0 15,0 4 0-15,0-2 0 0,0 2 0 0,0 6 0 16,-3-8 0-16,3 2 0 0,-3-2 0 0,3 0 0 0,0-3 0 15,0 0 0-15,0-5 0 0,0 0 0 0,0 0 0 16,-3 3 0-16,3-9 0 0,0 3 0 0,0 3 0 16,0 0 8-16,0 3-8 0,0-6 0 0,0 3 0 15,0 2 14-15,0 1-4 0,0-1-1 0,-3 1 0 16,3-1-9-16,0 1 0 0,0-1 0 0,0-2 0 16,0 3 8-16,0-3-8 0,0-1 12 0,-3-1-4 15,3 2-8-15,0-3 8 0,0 0-8 0,-3-2 8 16,3-1-8-16,0-2 10 0,0 3-10 0,0-3 10 15,0 2-10-15,3-2 12 0,-3 0-12 0,0 0 12 16,3 5-3-16,-3-5 0 0,0-2 0 0,3 1 0 0,-3 4 1 16,0 2 0-16,3-5 0 0,-3 3 0 0,0 2 10 15,3 0 3-15,0 1 0 0,-3-1 0 0,0 3-23 0,3-1 0 0,-3-1 0 16,0 2 0-16,0-3 0 0,3 3 0 0,-3-3 0 16,3 0 0-16,-3 0 0 15,0-2 0-15,3 2 0 0,-3-2 0 16,0-1 0-16,0 1 0 0,0-3 0 0,0 2 0 0,0-2 0 15,3 0 0-15,-3-2 0 0,0 2 0 0,0-3 0 0,0 0 0 0,0 3-10 0,0-3 10 16,0 1 0-16,0-6 0 0,3 5 0 16,-3 3 0-16,0-5 0 0,3 2 0 0,-3 0 0 0,0 0 9 15,3 1-9-15,-3-6 0 0,0 5 0 0,0 3 0 16,3-3 0-16,-3 3 8 0,0-3-8 0,0 6 0 16,0-3 0-16,0 0 0 0,0 3 8 0,0-1-8 15,-3-5 0-15,3 6 0 0,0-3 0 0,0 0 0 16,0 0 0-16,0 0 8 0,0 0-8 0,0 0 0 15,0 2 0-15,0-4 0 0,0-1 0 0,0 3 0 16,3-3 0-16,-3-5 0 0,0 5 0 0,3 1 0 16,-3-6 0-16,0 0 0 0,0 0-9 0,3 2 9 15,0 1 0-15,-3-3 0 0,6 3 0 0,0-3 0 16,-3 0 0-16,3 0 0 0,0 0 0 0,0 0 0 16,0-3 0-16,0 3 0 0,0 0 0 0,0-3 0 15,0 3 0-15,0-2 17 0,-1 2-1 0,4-3-1 16,-3 0-15-16,3 3 0 0,0-8 0 0,3 6 0 15,-3-4-9-15,3 4-5 0,3-3-1 0,0-1 0 16,0 1 15-16,-1 0 0 0,4-1 0 0,0-2 0 16,0 3 0-16,0 0 0 0,3 2 0 0,-3-7 0 15,-1 4 0-15,1 1 16 0,0 0-3 0,0-1-1 16,0 4-12-16,0-6 0 0,-3 3 0 0,0-1 0 0,2-2 0 16,-2 0 0-16,3 3 0 0,0-3-10 0,-3 3 2 15,3 0 0-15,0-1 0 0,-1 1 0 0,1 5 8 0,0-8 0 0,0 5 0 16,-3-2 0-16,-3 5 0 0,0-3 0 0,0 3 0 0,0-2 0 15,-1 2-12-15,-2-3 0 0,0 3 0 0,-3 0 0 16,3 0 12-16,-3 0 0 0,0 0 0 0,0 0 0 16,0 0 0-16,-3 0-8 0,0 0 8 0,3 0 0 15,-6 0 0-15,3 0 0 0,0 0 0 0,-3 0 0 16,6 0 0-16,-6 0 0 0,3 0 0 0,0 0 0 16,-3 0 0-16,6-2 0 15,0-1 0-15,-6 3 0 0,3-3 0 0,0 1 0 0,3-1 0 0,-3-2 0 16,0-1 0-16,0 1 0 0,-1 0 0 0,-2-3 0 15,3 0 14-15,0-3-2 0,0-2 0 0,0 0 0 16,0-3-12-16,0-3 0 0,0-2 0 0,0 0 0 16,3-3 0-16,-3-2-10 0,0-3 2 0,3 0 0 15,-3 2 8-15,0-2 0 0,3 3 0 0,-3-1 8 16,0 3 0-16,3-5 0 0,0 0 0 0,-3-3 0 16,3-2-8-16,0-3 0 0,0-3 0 0,0 1-8 15,3 1 21-15,-3 7 5 0,3-6 1 0,-1 2 0 16,-2 4-6-16,3-1-1 0,0-3 0 0,-3-2 0 15,3 0-4-15,0-5 0 0,0-3-8 0,0 3 12 16,0 5-12-16,-3 5 11 0,0 3-11 0,3 5 10 16,-3-3 1-16,0 4 0 0,0 1 0 0,-3-1 0 0,3-1 0 0,-1 3 0 15,-2-8 0-15,0 2 0 16,0 3-11-16,0 1 0 0,0-1 0 0,0 3 0 0,-3 2 0 0,0 0 0 0,3 4 0 16,-3 1 0-1,0-2 15-15,-3 6 4 0,3-1 1 0,0 3 0 0,-3 0-32 0,3 3-7 0,-3 0-1 16,0 2 0-16,0-2 20 0,3 5 0 15,-3-3 0-15,-3 3 0 0,4-5 14 0,-4 2 6 16,0 1 2-16,0 2 0 0,-3-3-22 0,3 3 0 0,-3 0 0 16,0 0 8-16,0 0-25 0,-3 0-5 0,0 3-1 0,0-3 0 15,0 0 36-15,0 2 7 0,1-2 2 0,-4 0 0 16,3 3-22-16,0 2 0 0,-3-5 0 0,3 0 0 16,0 3-13-16,-3-3-7 0,3 0-2 0,-3 0 0 15,1 0 22-15,-4 0 0 0,3 0 0 16,-6 0 0-16,0-3 0 0,-6 3 0 0,1 0 0 0,-1 0 0 15,0 0 13-15,0-5 7 0,-3 5 2 0,7 0 0 16,-1-3-22-16,0 3 0 0,6 0 0 0,-3-2 8 16,3-1-8-16,4 0 0 0,-1 1 0 0,-3-1 0 15,3-2-17-15,0 2-5 0,0-2-1 0,0 2 0 16,0-2 23-16,1 0 0 0,-1 2 0 0,0-2 0 16,0 2 14-16,0 3 7 0,3-5 2 0,0 2 0 15,0 3-23-15,3 0 0 0,-3 0 0 0,4 0 0 16,2 3-26-16,-3-3-6 0,3 5-2 0</inkml:trace>
  <inkml:trace contextRef="#ctx0" brushRef="#br0" timeOffset="90443.129">18166 6488 1948 0,'-6'-13'40'0,"6"13"11"0,0-3-41 0,0-2-10 0,3 0 0 0,0-1 0 16,0-2 112-16,3 3 20 0,0 0 4 0,0-3 0 31,2 2-41-31,1 1-9 0,0 0-2 0,3-3 0 0,3 3-23 0,0 2-5 0,0-2 0 0,3 2-1 16,-3-2-35-16,-1 5-8 0,4-3 0 0,-3 6-1 15,3-3-11-15,-6 5 0 0,3-2 0 0,-6 5 0 16,0 0 8-16,0 0 0 0,-3 2 0 0,-3 1 0 16,-3-1-8-16,-3 4 0 0,0-4 0 0,-3 6 8 15,-3 0-8-15,-3 0-14 0,-3 5 3 0,0 0 1 16,-3 6 10-16,-3-1 0 0,4 3 0 16,-4 0 0-16,3 0 0 0,0-2 0 0,0-3 0 0,3-1 0 15,3-1-53 1,0-1-9-16,3-5-2 0,1-1 0 0,2-1 52 0,0-4 12 0,3 1 0 0,3-1 0 15,0-2 0-15,0 3 0 0,3-6 0 0,0 3 0 16,3-2 48-16,-3-4 13 0,5 1 3 0,-2-1 0 16,6 1-52-16,-3 0-12 0,3-3 0 0,3-3 0 15,0 3 0-15,3-3 0 0,3 3 0 0,-3-2 0 16,2-1 0-16,4 1 0 0,0 2 0 0,-3-3 0 16,3 0-202-16,-4 1-43 0,4 2-9 0</inkml:trace>
  <inkml:trace contextRef="#ctx0" brushRef="#br0" timeOffset="90738.941">18913 6610 1824 0,'-9'-3'38'0,"3"0"8"0,-3 3-37 0,9 0-9 0,0 0 0 0,0 0 0 15,0 0 121-15,0 0 23 0,0 0 4 0,0 0 0 16,9-5-52-16,-3 5-12 0,3-3-1 0,0 1-1 16,3-1-21-16,0 3-4 0,-1-5-1 0,7 2 0 15,0 1-15-15,3-4-3 0,3 1-1 0,0 0 0 16,2 2-14-16,4-2-3 0,0 2-1 0,-3 0 0 16,0 3-19-16,-4-2 0 0,1 2 8 0,-3 2-8 15,-3-2-16 1,0 3-8-16,0-3 0 0,-7 0-1 0,1 0 17 0,0 3 8 0,-3-3-8 15,-3 5 8-15,0-2-176 0,-3-1-31 0,0 4-5 0</inkml:trace>
  <inkml:trace contextRef="#ctx0" brushRef="#br0" timeOffset="90964.937">19011 6813 2131 0,'-21'8'44'0,"15"-5"11"16,0 0-44-16,6-3-11 0,0 0 0 0,0 0 0 15,0 0 91-15,0 0 16 0,0 0 3 0,0 0 1 16,6 2 13-16,0 1 4 0,0-3 0 0,6 0 0 16,0 0-52-16,3 0-9 0,0-3-3 0,3 3 0 15,2 0-51-15,1-2-13 0,3 2 0 0,0 0 0 0,0-3 22 0,-3 3 2 0,2 0 0 0,-2 0 0 16,0 0-39-16,-3 0-7 0,0 0-2 0,3 0 0 31,-4 0 24-31,1 0 0 0,0 0 0 0,0 0 0 16,3 0-158-16,3-3-27 0,-1 1-6 0</inkml:trace>
  <inkml:trace contextRef="#ctx0" brushRef="#br0" timeOffset="92252.662">19898 6303 1824 0,'0'-11'38'0,"0"3"8"16,0-2-37-16,0 2-9 0,0 0 0 0,0-3 0 15,3 3 104-15,-3 0 20 0,0 0 3 0,3 3 1 16,-3 2 0-16,0 1 0 0,0 2 0 0,0 0 0 15,0 0-103-15,0 0-25 0,0 8 0 0,3 2 0 16,-3 4 0-16,0 1 0 0,0 4 0 0,3-1 0 16,-3 1 0-16,3 0 0 0,0-1 0 0,0-2 0 15,0 0 0-15,0 0 0 0,3-3 0 0,-3 0 0 16,3-2 0-16,3-1 0 0,0 1 0 0,0-3 0 16,2 0 0-16,1-3 0 0,0 0 0 0,3 1 0 15,-3-4 0-15,3 1 0 0,3-3 0 0,-3 0 0 16,0-3 0-16,2 1 0 0,-2-4 0 0,0 1 0 15,-3-3 0-15,0-2 0 0,0-1 0 0,0-2 0 16,-3-1 0-16,-3-1 0 0,3-1 0 0,-3 0 0 16,0-5 56-16,-4 0 7 0,1-3 1 0,0 0 0 15,-3 0-52-15,3 3-12 0,-3 0 0 0,0 0 0 0,0 5 54 16,-3 2 8-16,0 4 2 0,0-1 0 0,1 6-52 0,-1 0-12 16,0-1 0-16,3 6 0 15,0 0 0-15,0 0 0 0,0 0 0 0,-6 8 0 0,0 3 0 0,3 5 0 16,0 2 0-16,0 4 0 0,0 1 0 0,0 4 0 0,3 2 0 15,-3 0 0-15,3 0 0 0,-3-2 0 0,0-1 0 0,0 3 0 16,0-5 0-16,0 2 0 0,-3 1 0 16,0 2 0-16,0 3 0 0,-3-1 0 0,3 4 0 0,-6-1 0 15,3-2 0-15,-3 0 0 0,1-3 0 0,-1 0 0 16,-3-5 0-16,-3-6 0 0,0 1 0 0,0-3 0 16,-3 0 0-16,3-3 0 0,1-3 0 0,-4 4 0 15,3-4 0-15,0 1 0 0,3-1 0 0,0 1 0 16,0-3 0-16,3 0 0 0,1 0 0 0,2-3 0 15,0-2-24-15,3 2-8 0,6-5-2 0,0 0 0 16,0 0-83-16,0 0-17 0,0 0-3 0</inkml:trace>
  <inkml:trace contextRef="#ctx0" brushRef="#br0" timeOffset="92776.099">20249 6768 2025 0,'-3'-7'85'16,"3"1"-68"-16,0-2 98 0,0 3 19 0,3-3 4 0,0-3 1 16,0 4-60-16,3-7-12 0,3 4-3 0,3-4 0 15,0 1 0-15,0 0 0 0,3 2 0 0,3-2 0 16,-1 0 0 0,4 5 0-16,0-3 0 0,0 4 0 15,0 1-51-15,-3 1-13 0,0 0 0 0,-1 2 0 16,-2 0 0-16,0 3 0 0,-3 0 0 0,0 0 0 0,0 0 0 0,-3 3 0 0,3 0 0 0,-6 2 0 15,3 0 0-15,-3 3 0 0,-3 0 0 0,-1 5 0 16,-2 1 0-16,0 1 0 0,-2 1 0 0,-1 0 0 31,0 0-48-31,-3 3-13 0,0-4-3 0,-3 1 0 0,0 0 52 0,0 0 12 0,0-3 0 0,-3 1 0 16,0-1 0-16,0-5 0 0,0 2 0 0,0-2 0 16,1-2 0-16,2 1 0 0,0-1 0 0,3-4 0 15,6-2 0-15,0 0 0 0,0 0 0 0,0 0 0 16,0 0 0-16,6 0 0 0,3 0 0 0,0 0 0 15,2-2 10-15,1-1 5 0,3-2 1 0,0 2 0 16,0-2-5-16,0 2-1 0,-3-2 0 0,3 2 0 16,0 1 6-16,-1 2 0 0,-2 0 1 0,0 0 0 15,0 0-2-15,0 0-1 0,-3 2 0 0,0 4 0 16,-3-4-6-16,0 4-8 0,0 1 11 0,-6-1-11 16,0 2 11-16,-3 0-11 0,-3-3 10 0,-3 6-10 15,0-4 8-15,0 7-8 0,-6-4 0 0,0 4 9 16,0-1-9-16,0 3 0 0,-2-1 0 0,-4 4 0 15,0-3 0-15,-3 2 0 0,0 1 0 0,-5 2-11 16,-1-5-1-16,0 3 0 0,-3-1 0 0,1-2 0 16,5-3-32-16,0 0-8 0,3 1 0 0,0-4-1 15,6-2-183-15,1 0-37 0</inkml:trace>
  <inkml:trace contextRef="#ctx0" brushRef="#br0" timeOffset="93264.564">21136 6803 1580 0,'0'0'67'15,"0"0"-54"1,0 0 92-16,0 0 19 0,0 0 3 0,0 0 1 16,3 3 0-16,6-3 0 0,0 0 0 0,0 2 0 15,6-2-64-15,3 0-12 0,0 0-2 0,6 0-1 16,-4 0-2-16,4 0-1 0,0-2 0 0,3 2 0 16,0 0-10-16,-1-3-3 0,4 0 0 0,0 1 0 15,0 2-33-15,2-3 0 0,4 0 0 0,0 1 0 0,-6 2 0 0,-4-3 0 0,1 0 0 0,-6 3 0 16,0-2 0-16,-3 2 0 15,-3-3 0-15,-1 3 0 0,-2-3 0 0,-3 3 0 16,-3 0 0-16,0-2 0 16,-6 2-168-16,0 0-40 0,0 0-8 0</inkml:trace>
  <inkml:trace contextRef="#ctx0" brushRef="#br0" timeOffset="93541.99">21476 6541 1824 0,'0'-5'76'16,"0"-1"-60"0,0 1 140-16,0 0 29 0,3 2 6 0,-3 3 1 15,3-5-103-15,3 2-20 0,-6 3-4 0,3 0-1 16,3 0 0-16,-1 0 0 0,-2 3 0 0,3 2 0 16,0 3-20-16,-3 3-5 0,3 2-1 0,-3 3 0 15,0 2-19-15,0 6-4 0,0 0-1 0,-3 2 0 16,3 1-4-16,-3-1-1 0,3 1 0 0,-3-3 0 15,0-3-9-15,0 0 0 0,0-3 0 0,0-2 8 16,0 0-8-16,0-3 0 0,0 1 0 0,-3-1 0 16,0-3-10-16,0 4-7 0,3-6-2 0,-3 2 0 15,0-2-72-15,3 0-14 0,-3-3-3 0,0 1-1 16,3-6-118-16,-6 0-23 0</inkml:trace>
  <inkml:trace contextRef="#ctx0" brushRef="#br0" timeOffset="94747.128">19776 5117 1337 0,'0'0'28'0,"0"0"6"0,0 0-34 0,0 0 0 0,0 0 0 0,0 0 0 16,0 0 99-16,0 0 13 0,0 0 2 0,0 0 1 16,0 0-31-16,0 6-5 0,0 2-2 0,-3 2 0 15,3 3-10-15,0-2-3 0,-3 2 0 0,3 3 0 16,0 0-51-16,0 0-13 0,0 0 0 0,3 2 0 15,-3 1 0-15,0 2 0 0,3 3 0 0,0 2 0 16,0 3 0-16,0 3 0 0,0 5 0 0,3 0 0 16,0-2 0-16,0-4 0 0,0 4 0 0,3-4 0 15,-3 1 0-15,0 0 0 0,3-3 0 0,-1 3 0 16,1 2 0-16,-3 1 0 0,3 2 0 0,0 0 0 0,0-6 0 16,0-4 0-16,-3-1 0 0,3-2 0 15,0-3 0-15,-3-5 0 0,0 0 0 0,3-3 0 0,-3 3 0 16,0-5 0-16,0-1 0 0,0 1 0 15,-1-3 0-15,-2 0 0 0,3 0 0 0,-3 0 0 16,3-3-64-16,-3-2-16 0,3-1-4 0</inkml:trace>
  <inkml:trace contextRef="#ctx0" brushRef="#br0" timeOffset="95207.464">19797 5985 1545 0,'-9'-13'32'0,"9"13"8"16,-3-3-32-16,0-2-8 0,3 0 0 0,0 5 0 15,-3-6 104-15,3 1 20 0,0 5 3 0,0-5 1 16,0 5-44-16,0 0-9 0,0 0-2 0,0 0 0 0,0 0-7 0,0 0-2 0,0 0 0 0,0 0 0 16,0 0-51-1,0 0-13-15,0 0 0 0,3 5 0 16,0 3 0-16,0-3 0 0,0 3 0 0,0 3 0 15,0-3 0-15,3 2 0 0,-3-2 0 0,0 3 0 0,3-3 0 0,0 0 0 0,-3-3 0 0,3 3 0 16,3-3 0-16,-4 1 0 0,4-1 0 0,0-2 0 16,0-1 54-16,0-2 8 0,3 3 2 0,0-3 0 15,0 0-52-15,0 0-12 0,3-3 0 16,0 1 0-16,2-1 0 0,-2 0 0 0,3-2 0 16,0 0 0-16,0-1 0 15,0-1 0-15,-3 1 0 0,3-4 0 0,-4-1 0 0,4 0 0 16,-3-2 0-16</inkml:trace>
  <inkml:trace contextRef="#ctx0" brushRef="#br0" timeOffset="97470">22250 6313 1337 0,'0'-5'56'0,"3"0"-44"16,0-1 92-16,-3 1 18 0,3 0 4 0,-1 0 1 31,-2-1-15-31,3 1-4 0,0 0 0 0,-3-1 0 0,0 6-25 0,3-2-6 0,-3 2-1 0,0 0 0 16,0 0-2-16,0 0-1 0,0 0 0 0,3 5 0 15,-3 3-58-15,3 3-15 0,0-1 0 0,-3 3 0 16,3 1 0-16,0 2 0 0,-3-1 0 0,3-1 0 16,0 2 0-16,0-3 0 0,3 0 0 0,-3-2 0 15,3-1 0-15,3-2 0 0,-3 3 0 0,3-3 0 16,0-3 0-16,0 0 0 0,3-2 0 0,-3 2 0 16,3-2 0-16,-1-3 0 0,4 2 0 0,-3-2 0 15,0 0 0-15,0-2-12 0,0-1 3 16,-3-2 0-16,3 2 9 0,-3-5 0 0,0 3 0 0,-3 0 8 15,0-3-8-15,0-3 0 0,-1 3 8 0,-2-2-8 16,-3-1 0-16,3-2 9 0,-3 2-9 0,-3-2 0 16,3 0 51-16,-3 0 3 0,0-1 1 0,1 4 0 15,-1-4-37-15,0 7-7 0,0-4-2 0,0 6 0 16,0-1-9-16,3 6 0 0,0 0 0 0,0 0 0 16,0 0 0-16,-3 11 0 0,0 0 0 0,0 2 0 15,3 3 0-15,-3 2 0 0,3 1 0 0,0 2 0 16,-3-3 0-16,3 1 0 0,0-1 0 0,-3 1 0 15,0-1 0-15,0 1 0 0,0 0 0 0,0 2 0 16,-3 0 0-16,0 5 0 0,0 1 0 0,-3-1 0 0,0 1 0 0,0-1 0 16,-3 1 0-16,0-1 0 0,0-5 0 0,-2 0 0 0,2-5 0 0,-3 3 0 15,0-6-13-15,3-2-5 0,-3 2-1 0,3-5 0 32,-3 2-30-32,3-2-7 0,1 0 0 0,-1 0-1 15,3-3-47-15,3-2-10 0,-3 0-2 0,9-3 0 16,0 0-83-16,0 0-17 0,0 0-3 0</inkml:trace>
  <inkml:trace contextRef="#ctx0" brushRef="#br0" timeOffset="97749.556">22494 6708 1814 0,'18'-16'52'0,"-4"2"10"0,1 4-50 0,-3-1-12 0,0-2 0 0,0 5 0 16,-3-2 125-16,0-1 23 0,3 3 4 0,-6 3 0 16,3-1-46-16,0 1-10 0,-3 0-1 0,2 2-1 15,-2 1-34-15,0 2-6 0,0 0-2 0,0 2 0 16,-3 4-29-16,0-1-7 0,0 3 0 0,0 0-1 15,-3 2-15-15,0 4 0 0,0-1 0 0,-3 0 0 16,0 3 0-16,0 0 0 0,-3 0 0 0,0-1 0 16,0 1 0-16,0 3-10 0,0-3 2 0,-2 0 0 15,2-3 8-15,0 0-13 0,0 0 5 0,0 1 8 16,3-1-9-16,0-5 9 0,3 2 0 0,-3-2 0 16,6-2-9-16,-3-1 9 0,3 0 0 0,3-2-9 15,-3-1 9-15,3 1 0 0,3 0 0 0,0-3 0 16,-1-3 0-16,4 3 0 0,0-3 0 0,3 1 0 15,0-1 0-15,0 0 0 0,3 1 0 0,0-3 0 16,2 2-140-16,-2-5-28 0,3 3-7 0</inkml:trace>
  <inkml:trace contextRef="#ctx0" brushRef="#br0" timeOffset="98304.577">23163 6427 2066 0,'-17'-18'43'0,"11"12"10"0,3-2-42 0,0 0-11 0,3 1 0 0,0-1 0 16,3 0 104-16,-3 0 20 0,3-3 3 0,3 3 1 16,-3 0-52-16,2 3-9 0,1-3-3 0,0 3 0 15,0 2-51-15,0 0-13 0,0 3 0 0,0 0 0 16,0 6 54-16,0-1 8 0,0 6 2 0,0-3 0 15,-3 2-52-15,3 3-12 0,0 1 0 0,0-1 0 16,0 3 0-16,-3-3 0 0,3 0 0 0,0 3 0 16,3-3-48-16,-3-2-13 0,2 2-3 0,1 0 0 15,0-2 0-15,0-1 0 0,3 1 0 0,-3-3 0 16,6-3 0-16,-3-2 0 0,0 0 0 0,-3-1 0 16,3-4 52-16,-3-1 12 0,-3 0 0 0,2-2 0 15,-2 0 0-15,0-1 0 0,-3-2 0 0,3 1 0 16,-3-1 48-16,-3-3 13 0,3 3 3 0,-3-3 0 15,0-2-1-15,0 0 0 0,0 0 0 0,0 0 0 0,0-3-50 16,0 0-13-16,0 0 0 0,0 0 0 0,0 0 49 0,0 3 5 16,0-3 1-16,0 5 0 15,0 4-37-15,0 1-7 0,0 4-2 0,0 2 0 0,0 0-9 0,0 0 0 16,0 5 0-16,3 5 0 0,-3 4 0 0,3-1 0 0,0 3 0 0,0 0 0 16,-3 2 0-1,3-2 0-15,0 3 0 0,-3-1 0 16,0-2 0-16,0 0 0 0,0 0 0 0,0 2 0 0,-3 3 0 0,0 1 0 0,-3 1 0 0,0 1 0 15,0 3 0-15,0-1 0 0,-3 1 0 0,3-1 0 16,-2 1 0-16,-1-4 0 0,-3-1 0 0,0 1 0 16,-3-7 0-16,0 3 0 0,-3-3 0 0,3-3 0 15,-3-3 0-15,1 1 0 0,-1 0 0 0,-3-3 0 16,3-3-152-16,3 3-33 0,0-3-7 16</inkml:trace>
  <inkml:trace contextRef="#ctx0" brushRef="#br0" timeOffset="98557.495">23696 6604 2553 0,'6'-13'53'0,"-6"13"12"16,0 0-52-16,0 0-13 0,0 0 0 0,0 0 0 16,0 0 105-16,0 0 19 0,0 0 3 0,0 3 1 15,3 2-52-15,-3 6-9 0,-3 2-3 0,3 0 0 16,-3 3-51-16,3 3-13 0,-3-1 0 0,0 3 0 15,0-2 0-15,0 2 0 0,0-3 0 0,0 1 0 16,0-3 0-16,0 0 0 0,0 0 0 0,0-1 0 16,0-1 0-16,0 2 0 0,0-3 0 0,1 0 0 15,-1 3 0-15,-3 0 0 0,3 0 0 0,0 0 0 16,-3-3-100-16,0 3-22 0,3-3-5 0,-3-3-1 16,0 1-51-16,0-3-10 0,3-3-3 0</inkml:trace>
  <inkml:trace contextRef="#ctx0" brushRef="#br0" timeOffset="98968.738">23018 6067 2310 0,'0'0'48'0,"0"0"11"15,0 0-47-15,0 0-12 0,6 0 0 0,-1-5 0 16,1 2 84-16,3 1 14 0,0-1 3 0,3 0 1 16,6-2-10-16,0 2-1 0,3-2-1 0,6 3 0 0,-1-4-72 0,1 4-18 15,3-4 0-15,0 4 0 0,-1-1 0 0,-2-2 0 16,0 2 0-16,3-2 0 0,0 2 0 16,-1 0 0-16,4 1 0 0,-3-1 0 15,3 1 0-15,-4 2 0 0,4-3 0 0,-6 3 0 16,0 3-150-16,-4-3-34 0,-2 2-6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55:05.71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8527 15921 1820 0,'-9'11'38'0,"4"-1"8"0,-1 1-37 0,3-1-9 0,3-2 0 0,0 5 0 31,3 1 0-31,0 2-14 0,3-1 3 0,-1 7 1 16,4-4-34-16,0 1-8 0,3 2 0 0,0 0-1 0,3-5 22 0,0 0 5 0,0-3 1 0,0-5 0 16,3 0-11-16,-4-3-3 0,1-2 0 15,3-1 0-15,-3-4 101 0,0-1 20 0,3-2 4 0,0-3 1 16,-3-5 14-16,2-6 3 0,1 1 1 0,3-9 0 15,0-2-5-15,3-5-2 0,-3-3 0 0,8-6 0 16,1 1-54-16,6-6-12 0,3 1-1 0,2-9-1 16,-2 1-8-16,0-6-2 0,2-3 0 0,4-10 0 15,-3 5-32-15,-1-5-6 0,4 0-2 16,3-8 0-16,-7 11-24 0,1 2-4 0,-3 0-2 16,2-5 0-16,-8 13-184 0,-6 0-37 0</inkml:trace>
  <inkml:trace contextRef="#ctx0" brushRef="#br0" timeOffset="384.686">8792 15434 2176 0,'-9'8'62'0,"0"3"13"0,4-3-60 0,-1 0-15 0,3 2 0 0,0 3 0 16,0 1 0-16,3 1 0 0,0 4 0 0,0 2 0 16,3 3 0-16,-3 5 0 0,3 3 0 0,3 0 0 15,-3-3 0-15,2 0 0 0,4-3-12 0,0 1 12 16,0-4-14-16,3-1 4 0,0-1 1 0,0-3 0 15,3 1 9-15,0-6 0 0,0 3 0 0,2-3-8 16,4-5 20-16,0 3 4 0,6-6 0 0,0 0 1 16,3-2 7-16,5 0 0 0,-2-3 1 0,3-3 0 15,-1-2 24-15,1-3 5 0,0-6 1 0,3 1 0 16,2-5-37-16,7-3-7 0,2-3-2 0,7-11 0 16,-3-7 3-16,-1-6 0 0,4-7 0 0,8-14 0 15,1 3-36-15,2-8-6 0,7-3-2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56:23.52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12590 16088 1580 0,'-11'-11'67'0,"-1"1"-54"16,0-1 46-16,0-2 9 0,0 2 1 0,0-2 1 15,0 2-21-15,0-2-4 0,0 0-1 0,-3 0 0 16,-2-1-12-16,-7 4-2 0,3-1-1 0,-6 1 0 15,0-1-7-15,-2 0-2 16,-1 4 0-16,-3-1 0 0,3 0 10 0,1 2 2 0,2-2 0 0,-6 3 0 16,0 0-13-16,1 2-3 0,-4 1 0 0,-6-1 0 15,3 0-3-15,-2 3-1 16,-1-2 0-16,-3 2 0 0,4 0 17 0,2 2 3 0,0-2 1 16,-2 6 0-16,-1-4-33 0,-6 1 0 0,4 2 0 0,-4 0 0 15,6 1-8-15,4-1-9 0,-1 0-2 0,0 3 0 16,1 0 31-16,-7-3 5 0,3 3 2 0,-2 0 0 15,2 3-19-15,0-1-11 0,1-2 2 0,2 6 0 16,3-4 9-16,1 3 12 0,2 1-2 0,-3-4-1 16,0 4-9-16,1-1-12 0,-1-3 2 15,-3 4 1-15,4-4 9 0,5 1 12 0,-3-3-2 0,3 0-1 16,6 2-9-16,1-2-12 0,2 0 2 0,-3 3 1 16,6-3 9-16,-3 0 0 0,0-3 0 0,-2 3 0 15,2 0 0-15,0 0 0 0,3-3 0 0,-3 0 0 16,0 3 0-16,4-3 9 0,-1 1-9 0,3-1 0 15,-3 0 8-15,3 1-8 0,0-1 0 0,0 0 0 16,3 0 8-16,1 1-8 0,-1-1 0 0,-3 3 0 16,6-3 0-16,-3 3 0 0,3-2 0 0,-3 1 0 15,3-1 0-15,3 2 0 0,0-3 0 0,-3 3 0 0,3-3 12 16,0 1-12-16,0-1 12 0,0 0-12 0,1 3 16 0,-1-3-4 0,0 1-1 16,3 2 0-16,0-3-11 0,-3 3 8 0,3 0-8 15,0 0 8-15,0 0-8 0,3 2 0 0,-3-2 0 0,0 3 8 16,3-3-8-16,-3 2 0 0,3 1 0 0,3-1 0 15,-3 1 0-15,3 0 0 0,-3-3 0 0,3 2 0 16,-3 1 0-16,3-3 0 0,3 2 0 0,-3-2 0 16,0 3 0-16,3-3 0 0,-3 2 0 15,3 1 0-15,-3-1 0 0,2 1 0 0,1 0 0 0,-3 2 0 16,0 0-12-16,0 3 3 0,0 2 0 0,0 1 0 16,0 2-2-16,-3 3 0 0,3 0 0 0,0 0 0 15,0 2-1-15,0 0-1 0,0-2 0 0,-3 3 0 16,3-6 0-16,0 0 0 0,-3 0 0 0,3-2 0 15,0-3 4-15,-3 0 1 0,3 2 0 0,0-2 0 16,-3 2-19-16,3 1-3 0,0 0-1 0,-3 2 0 16,3-3 31-16,0 3 0 0,-3 1 0 0,3-1 0 15,0-3 0-15,0 1 0 0,0 2 0 0,3-5 0 16,0 2 0-16,0-4 0 0,0 1 0 0,3-1 0 16,0-4 0-16,-1 1 0 0,4-3 0 0,3 2 0 15,0-4 0-15,0 2 0 0,3-3 0 0,0-2 0 16,0-1 0-16,2 1 18 0,1-3-2 0,3 2-1 15,-3-2-15-15,0 0 0 0,0 0 0 0,-1 3 0 0,4 0-12 16,0 2-1-16,3 0-1 0,3 1 0 0,2-1 22 16,4 0 5-16,6-2 1 0,-4-3 0 0,1 2-14 15,0-2 0-15,-3-2 0 0,-1 2 0 0,4 0-13 0,-3 0 1 0,-1 0 0 16,7 0 0-16,-3-3 12 0,2 1 16 16,1-1-3-16,-3-2-1 0,-1 2-12 0,-2 3 0 15,-3-3 0-15,3 1 0 0,-1-1 0 0,4 3-16 0,3-3 3 0,-1 1 1 16,1-1 12-16,-3-2 16 15,-1 0-3-15,1 2-1 0,0-2-12 16,-3 5-16-16,-1-3 3 0,1 0 1 0,3 1 20 16,2 2 5-16,4-3 1 0,-3 3 0 0,-4-3-14 0,-2 1 8 15,-3-1-8-15,3 3 0 0,-4 0 0 0,4 3-21 0,0-3 3 0,2 2 1 16,-2 1 33-16,0-3 6 0,0-3 2 0,-1 3 0 16,-5-2-24-16,0-1 9 0,-3 0-9 0,-4 1 0 15,1-1-15-15,-3 0-9 0,0 3-3 0,0-2 0 16,-3 2 27-16,3 0 0 0,-1-3 0 0,-2 1 0 15,0-1 22-15,0 3 10 0,0-3 1 0,-3 1 1 16,0-1-26-16,-4-2-8 0,1 2 0 0,0 0 0 16,-3-2 9-16,3 2-9 0,-3-2 0 0,-3 2 9 15,3-2-9-15,-3 0 0 0,3 0 0 0,-3-1 0 16,0-2 0-16,0 3 8 0,-3-3-8 0,3 0 0 16,0-2 0-16,-3 2 8 0,2-3-8 0,-2 1 0 15,3-4 8-15,-3 4-8 0,3-1 0 0,-3-2 8 16,3 0-8-16,-3-1 0 0,0 1 0 0,0-3 8 0,-3 3 0 15,3 3 0-15,0-4 0 0,-3-2 0 16,0 3 0-16,3 0-8 0,-3-3 12 0,0 0-4 16,0-5 24-16,-3-3 4 0,3 0 0 0,0-5 1 15,-3 0-14-15,3-3-3 0,0-2-1 0,-3 2 0 16,3 3-9-16,-3 3-2 0,3-3 0 0,-3 5 0 0,0-3-8 0,0 4 8 0,0-1-8 16,-3-3 8-16,0-2-8 0,0 3 0 0,1-6 9 15,-4 0-9-15,3 3 8 0,0 5-8 0,0-2 8 0,0 2-8 16,0 3 0-16,0 5 8 0,0-3-8 0,0 6 0 15,0-3 8-15,0 3-8 0,3 0 8 0,-3 2-8 16,3-2 8-16,0 2-8 0,-3-2 10 0,3 0-10 16,0 0 0-16,0-3 8 0,0 3-8 15,0-3 0-15,0 0 0 0,0 3 0 0,0-1 0 16,0-1 0-16,0 1 0 0,0 4 8 0,0-3-8 0,1-1 0 16,-4 4 8-16,0 2-8 0,3-3 0 15,-3 3 9-15,0 0-9 0,-3 0 0 0,3 3 0 0,-3 0 0 16,0-1 0-16,-3 4 0 0,3-3 8 0,-3-1-8 15,0 4-23 1,0-4-6-16,-2 1-2 0,-1 0 0 0,3-3 1 0,-3 0 0 16,0 0 0-16</inkml:trace>
  <inkml:trace contextRef="#ctx0" brushRef="#br0" timeOffset="31366.143">15618 13820 1208 0,'0'0'25'0,"0"0"6"16,0 0-31-16,0 0 0 0,0 0 0 0,0 0 0 15,0 0 109-15,0 0 16 0,0 0 3 0,0 0 1 16,0 0-25-16,0 0-6 0,0 3-1 0,0-3 0 15,0 8 25-15,0-3 5 0,-3 0 1 0,-3 3 0 16,3 0-67-16,-6 0-13 0,3 5-2 0,-6 0-1 0,-3 6-9 16,0 2-1-16,-3 6-1 0,-2-1 0 0,-4 3-14 0,0-2-4 0,-3 2 0 0,0 3 0 15,4-6 14-15,-4 0 2 0,3 4 1 16,-6-1 0-16,-6 2-33 0,1 4 0 0,-10 2 0 0,3 3 0 16,4-1 0-16,2-2 8 0,3 0-8 0,-2-2 10 15,8-4-10-15,0-4 0 0,6-1 0 0,0-2 0 16,0-3 0-16,4 1 0 0,-1-4-14 0,0 1 5 31,6-4-83-31,0 1-16 0,3 0-3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1:58:01.30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9310 3781 964 0,'0'0'20'0,"0"0"5"15,0 0-25-15,-6 3 0 0,6-3 0 0,0 0 0 16,-6 5 55-16,6-5 5 0,0 0 2 0,-6 0 0 16,6 0-12-16,0 0-2 0,0 0-1 0,-6 3 0 15,6-3-9-15,0 0-2 0,0 0 0 0,0 0 0 16,0 0-9-16,0 0-3 0,0 0 0 0,0 0 0 16,0 0 0-16,0 0 0 0,0 0 0 0,0 0 0 15,0 0-8-15,0 0-1 0,0 0-1 0,0 0 0 16,0 0 4-16,3-3 1 0,3 3 0 0,0 0 0 0,0 0 2 15,3-5 1-15,0 5 0 0,0-3 0 0,6 3-3 0,-3 0-1 16,6-5 0-16,0 5 0 0,-1 0-2 0,4-3-1 0,0 3 0 16,3 0 0-16,-3 0 1 0,0 3 0 0,2 2 0 15,-2-5 0-15,0 3-4 0,-3 2 0 0,3-5 0 16,-3 3 0-16,2-1-12 0,-2 1 11 0,3-3-11 0,0 3 10 16,0-3-27-16,3 2-6 0,-1 1-1 0,1 2 0 15,0-2 41-15,-3 2 8 0,3-5 2 16,0 3 0-1,-4 2-43-15,-2-2-9 0,0-1-2 0,0 1 0 0,0 0 27 0,0-1 0 0,-3 1 0 0,-1 2 0 16,1-5 0-16,0 0 0 0,-3 3 0 0,3-3 0 16,0-3-16-16,0 3 3 0,0 0 0 0,3-5 0 15,-1 2-133-15,1 3-26 16</inkml:trace>
  <inkml:trace contextRef="#ctx0" brushRef="#br0" timeOffset="750.367">11739 3792 861 0,'0'0'17'0,"0"0"7"16,0 0-24-16,0 0 0 0,0 0 0 0,0 0 0 16,0 0 71-16,0 0 9 0,0 0 3 0,0 0 0 15,0 0-24-15,0 0-5 0,0 0-1 0,0 0 0 16,0 0 9-16,0 0 2 0,0 0 0 0,0 0 0 15,3 0-6-15,3-3-1 0,-3 3 0 0,6 0 0 0,0 0-25 0,0 0-6 0,3-5-1 0,3 5 0 16,0 0-9-16,2 0-3 0,1 0 0 16,3 0 0-16,3 0-1 0,0 0-1 15,0 0 0-15,-1 0 0 0,4 0 8 0,-3 0 1 0,3 0 1 0,0-3 0 16,-1-2-7-16,4 0-2 0,3-1 0 0,0 1 0 16,-1 0-2-16,1 2-1 0,0-2 0 15,0 2 0 1,-4 3-32-16,-5-5-6 0,0 5-2 0,0-3 0 0,-3 1 53 15,-4-1 10-15,1 0 3 0,-3 3 0 0,0-2-26 0,-3-1-9 0,-3 3 0 16,3 0 9-16,-3 0-9 0,0-5 0 0,0 5 0 16,-3 0 0-16,0 5-26 15,-1-5-10-15,-5 0-3 0,3 3 0 0,-3-3-32 0,3 5-6 16,-3-5-2-16</inkml:trace>
  <inkml:trace contextRef="#ctx0" brushRef="#br0" timeOffset="14652.002">13436 10483 1824 0,'0'0'84'0,"0"0"-75"0,0 0-9 0,0 0 0 0,0 0 0 16,0 0 84-16,0 0 16 0,6 0 2 0,-6 0 1 16,0 0-63-16,0 0-12 0,3 6-2 0,-3-6-1 15,3 2 31-15,0 4 7 0,-3-6 1 0,3 8 0 16,-3-3 0-16,3 3 0 0,0 0 0 0,-3 0 0 16,3 0-52-16,-3 0-12 0,3 0 0 0,-3-1 0 15,3 1 0-15,-3 3 0 0,3-3 0 0,-3 3 0 16,0 2 0-16,3 0 8 0,-3 5-8 0,0 1 0 15,0 5 12-15,0 0-4 0,0 2-8 0,-3 1 12 16,3-4-12-16,0 4-13 0,0-3 2 0,0-1 1 16,0-1 10-16,0-4 0 0,0 3 0 0,0 0 0 0,0-2 49 15,0 0 12-15,0-1 3 0,0 3 0 16,0 3-76-16,0 3-14 0,0 2-3 0,0 0-1 16,0 0 30-16,0 0 0 0,-3 0 0 0,3-3 0 15,0-2 0-15,0 0 0 0,0-3 0 0,-3 0 0 16,0 1 0-16,3-1 0 0,-3 0 0 0,0 3 0 15,0 2 25-15,0 3 2 0,0 3 0 0,0 2 0 0,0-2-27 0,0-3 0 16,0 0 0-16,3 3 0 0,-3-5 0 0,-3-4 0 0,3-1 0 0,0 1 0 16,-3 4 0-16,3-3 0 0,0 2 0 0,-3 3 0 15,3 0 0-15,3 3 0 0,-3 0 0 0,0 0 0 16,3-3 24-16,-3-3-1 0,0-2 0 0,3 0 0 16,0 0-23-16,-3-3 9 0,3-3-9 0,-3 4 0 15,3-4-14-15,-3 3-10 0,3 3-1 16,-3-3-1-16,3 6 49 0,0-4 9 0,-3 4 3 0,3-1 0 15,0-2-35-15,0 0 0 0,0 0 0 0,0-3 0 16,0-2 9-16,0-1-9 0,0-5 0 0,0 3 9 16,0-3-9-16,-3 1 0 0,3-4 0 0,0 1 0 15,0-1 0-15,-3 1 0 0,3-3 0 0,0 2 0 16,0-2-36-16,0-2 1 0,0-1 0 16,0-5 0-16,0 0-125 0,0 0-26 15,0 0-5-15</inkml:trace>
  <inkml:trace contextRef="#ctx0" brushRef="#br0" timeOffset="16078.493">13463 10486 1337 0,'0'0'28'0,"0"0"6"0,0 0-34 16,0 0 0-16,0 0 0 0,0 0 0 0,6-3 86 0,-3 3 10 0,3 0 3 15,-1-2 0-15,-2 2-30 0,3 0-5 0,3-3-2 0,-3 3 0 16,3-2-22-16,-3 2-4 0,3 0 0 0,3 0-1 15,0 0-8-15,0 0-2 0,3 0 0 0,-3 0 0 16,5 0-11-16,-2 0-2 0,3 0-1 0,-3 2 0 16,3 1-11-16,-3-3 10 0,3 0-10 0,0 2 10 15,-1-2-10-15,4 0 8 0,0 3-8 0,6-3 8 16,0 3-8-16,2-3 0 0,1 0 9 0,6 2-9 16,-3-2 0-16,-4 0 8 0,4 3-8 0,-3-3 0 15,3 3 0-15,-4-3 8 16,1 0-8-16,6 0 0 0,0 0 0 0,2 0 0 0,4 0 0 15,3 0 8-15,-7 0-8 0,1 0 0 16,-3-3 0-16,2 3 0 0,1-3 0 0,3 3 0 0,0 0 0 0,5-2 0 16,-5 2 0-16,-1-3 8 0,4 0-8 0,-3 3 8 15,-1-2-8-15,-2 2 12 0,0 0-4 0,3-3 0 16,-4 3-8-16,4-2 0 0,3-1 8 0,-1 0-8 16,-5 3 0-16,0-2 9 0,-7-1-9 0,7 0 0 15,-3 3 10-15,-1-2-10 0,7-1 8 0,-3 0-8 16,3 3 8-16,-7-2-8 0,4-1 0 0,0 0 8 15,-7 3-8-15,-2 0 0 0,-3-2 0 0,0 2 8 16,2 0-8-16,-2-3 0 0,6 3 9 0,-3-3-9 16,0 3 0-16,-1-2 8 0,4-1-8 0,0 3 0 15,-6 0 0-15,-1-2 0 0,-2 2 0 0,0-3 0 0,-3 3 0 16,0-3 8-16,0 1-8 0,-4 2 0 0,4 0 0 16,0-3 9-16,0 0-9 0,3 3 0 0,-3 0 0 15,-1-2 0-15,1 2 0 0,0 0 0 0,0-3 8 0,-3 3-8 16,0 0 0-16,-1 0 0 0,-2 0 8 15,-3 0-8-15,0 0 0 0,0 3 0 0,0-3 10 16,-3 0-2-16,0 2 0 0,-3-2 0 0,0 0 12 0,0 3 3 0,-3-3 0 0,3 3 0 16,-3-1-3-16,0-2-1 0,-3 0 0 0,3 6 0 15,-3-6-2-15,3 2 0 0,-3-2 0 0,2 5 0 16,-2-2 1-16,0-3 0 0,3 5 0 0,-3 1 0 16,0-1-1-16,0 0 0 15,0 3 0-15,0-2 0 0,0-1-5 0,3 3-2 0,-3 0 0 0,0 0 0 16,-3 0 1-16,3-1 0 0,0 4 0 0,0 0 0 15,-3-1-1-15,3 1 0 0,0-1 0 0,0 4 0 16,-2-1-10-16,2 3 8 0,-3-3-8 0,3 5 8 16,-3 4-8-16,0-1 0 0,3 3 0 0,-3 2 8 15,0-2-8-15,3 2 0 0,-3-2 0 0,3 3 8 16,-3-6-8-16,3 3 0 0,-3-6 9 0,3 3-9 16,0 0 0-16,-3-2 0 0,3 0 0 0,0 2 8 15,0 3-8-15,0-1 0 0,0 6 0 0,0 1 8 16,0-1-8-16,0 0 8 0,3 3-8 0,-6-3 8 15,3 0-8-15,0-5 0 0,0 2 8 0,-3 0-8 16,3-2 9-16,-3 0-9 0,3 0 12 0,-3 5-12 16,0 0 13-16,3 3-4 0,0 2-1 0,-3 3 0 15,0-5-8-15,3 0-11 0,0-3 3 0,-3 0 0 16,3-3 8-16,0-2 0 0,-3 3 0 0,3-1 0 16,0 1 24-16,-3 4 8 0,3 4 0 0,-3-3 1 15,3 2-21-15,-3-2-12 0,0 2 12 0,3 1-12 16,-3-9 15-16,0 0-4 0,0-2-1 0,0 0 0 15,0 0 4-15,0-3 1 0,-3 0 0 0,3 6 0 16,-3-1-6-16,3 3-1 0,0 0 0 0,-3 0 0 0,3 1-8 0,0-7 10 0,0 4-10 16,0-3 10-16,0-3-10 0,-2-5 0 0,5 0 9 0,-3-3-9 15,0 0 0-15,0 0 9 0,3-2-9 0,-3-1 0 16,0-2 8-16,0 0-8 0,0 0 0 0,0 0 0 16,0-3-12-16,0 1-7 0,0 2-1 0,0-3 0 15,0-2 28-15,-3 2 4 0,3-2 2 0,-3-1 0 16,3-2-22-16,-3 0-5 0,0 0-1 0,-3 0 0 15,3-2-182-15,-3-1-36 16,0 0-7-16</inkml:trace>
  <inkml:trace contextRef="#ctx0" brushRef="#br0" timeOffset="17421.719">13379 12603 1094 0,'0'0'46'16,"0"0"-37"0,0 0 80-16,0 0 16 0,0 0 3 0,0 0 1 15,0 0-21-15,0 0-4 0,0 0 0 0,0 0-1 16,0 5-15-16,0-5-4 0,0 5 0 0,3 1 0 16,-3-6 0-16,0 8 0 0,0-3 0 0,0 3 0 15,3 3 0-15,-3-1 0 0,3 1 0 0,-3 2 0 16,0 3-51-16,3 0-13 0,-3 2 0 0,3 3 0 15,-3 1 0-15,0 1 0 0,3 1 0 0,-3-3 0 16,3 3 0-16,-3-5 0 0,3-1 0 0,-3 3 0 0,3-5 0 16,-3 3 0-16,0-3 0 0,3 2 0 0,-3-5 0 0,0 3 0 15,3-3 0-15,-3 3 0 0,0-2 0 0,3-1 0 0,0 3 0 0,-3-3 0 16,3 3 0-16,0-3 0 0,-3-2 0 0,3 2 0 16,0 0 0-16,0-2-8 0,3-3 8 0,-3 0-13 15,3-3 13 1,3 0 0-16,-3 0 0 0,3-2 0 0,2-3 0 0,-2 0 0 0,3 3 0 15,0-6 0-15,3 3 8 0,0-3-8 0,0 1 0 0,3-1 0 16,-3-2 8-16,2 2-8 0,1-2 0 0,0 2 0 16,-3 1 0-16,3-1 0 0,-3 0 0 0,3 1 0 15,0-1 0-15,-1 0 0 0,4-2 0 0,3 2 0 16,3-2 0-16,0 0 0 0,5 0 0 0,1 2 0 16,0-2 0-16,0 2 0 0,-1 0 0 0,4-2 0 15,-6 2 0-15,0-2 0 0,-1 0 0 0,4-3 0 16,3 3 0-16,3 2 8 0,-1-2-8 0,7-1 0 15,-6 4 0-15,-1-1 0 0,-2-2 0 0,3 2 0 16,-4-2 0-16,4 2 0 0,0-2 0 0,2 2 0 16,1 1 0-16,0-1 0 0,-1 0 10 0,4 1-10 15,-6 2 14-15,-3-3-2 0,-4 0-1 0,7 1 0 16,0-1-21-16,-1 0-4 0,7 1-1 0,-3 2 0 16,-1-3 31-16,-5 3 5 0,3-3 2 0,-1 3 0 15,-5-2-37-15,0 2-7 0,-3 0-2 0,5 0 0 16,-2 0 43-16,3 0 9 0,3 0 2 0,-1 0 0 0,-2 0-23 15,-3 2-8-15,-3-2 0 0,2 3 9 0,-5-3-9 0,0 3 0 16,-3-3 0-16,2 0 0 0,1 0 0 0,0 0 8 0,3 0-8 16,0 0 0-16,-4 0 0 15,4 0 0-15,-3 0 8 0,-3 2-8 0,0-2 0 0,-1 0 0 16,1 3 9-16,-3 0-9 0,-6-3 0 0,3 0 0 0,-6 2 0 0,3-2 0 16,-4 0 0-16,1 0 8 0,0 0-8 15,0 0 0-15,0 0 21 16,-3 0 0-16,3 0 0 0,-3 0 0 0,-3-2-21 0,3 2 0 0,0-3 0 15,-3 3 0-15,0-3 0 0,-1 3-15 0,1-2 3 0,-6 2 0 16,6 0 12-16,-6 0 0 0,6 0 0 0,-3-3 0 16,-3 3 0-16,6-3 0 0,-6 3 8 0,6-2-8 15,-6 2 0-15,3-3 0 0,0 1 8 0,-3 2-8 16,6-3 0-16,-6 3 0 0,3-5 0 0,0 2 0 16,-3 3 0-16,3-5 0 0,3 2 0 0,-6 3 0 15,3-5 0-15,0-1 0 0,0 1 0 0,-3 0 0 16,3 0 0-16,0 2 0 0,0-2 0 0,-3-3 0 15,0 2 11-15,0-2-11 0,3 1 10 0,-3-1-10 16,0-6 8-16,-3 1-8 0,3-3 0 0,0-2 9 16,-3-3-9-16,3-1 0 0,-3-4 0 0,3-1 0 15,0 1 13-15,0 2 11 0,0 0 1 0,0 3 1 16,0 0-42-16,-3 3-8 0,3 2-1 0,0 0-1 16,0 0 47-16,-3 3 10 0,3-1 1 0,-3 1 1 15,0 0-53-15,3 0-10 0,-3 2-2 0</inkml:trace>
  <inkml:trace contextRef="#ctx0" brushRef="#br0" timeOffset="18617.319">14168 10933 1789 0,'0'0'37'0,"0"0"9"0,0 0-37 0,0-5-9 0,0 5 0 0,0 0 0 16,0 0 60-16,0-3 11 0,0 3 1 0,0 0 1 15,0 0-7-15,0 0-2 0,0 0 0 0,0 0 0 16,0 3-51-16,0 8-13 0,0-4 0 0,0 4 0 16,0 2 54-16,0 1 8 0,-3 1 2 0,3 1 0 15,0 3-103-15,0 2-20 16,0 3-4-16,0 0-1 0,0-3 52 0,0 3 12 0,3-1 0 0,-3-1 0 16,0-1 0-16,3-3 0 0,-3-2 0 0,0 0 0 15,0-5 0-15,0-1-11 0,-3 1 11 0,3-3-10 16,0-3 10-16,-3 0 0 0,3-5-9 0,0 0 9 15,0 0 0-15,0 0 8 0,0 0 0 0,0 0 0 16,-3-5 45-16,3 0 9 0,-3-6 2 0,3 1 0 16,-3-6-52-16,3 0-12 0,0-3 0 0,3-5 0 15,-3 1 47-15,3-1 6 0,-3-5 2 0,3 2 0 16,0 1-37-16,0 5-7 0,0-1-2 0,3 1 0 16,-3 5-9-16,0 1 0 0,3-4 0 0,-3 6 0 15,3 0 32-15,-3-1 4 0,3 4 0 0,0-1 1 16,0 1-8-16,0-1-1 0,3 3-1 0,-1 0 0 15,1 0-73-15,0 0-14 0,0 3-4 0,3 2 0 16,-3-2 78-16,3 5 15 0,3-3 3 0,-6 3 1 16,3 3-69-16,0 0-13 0,0-1-3 0,-4 4-1 15,-2-1-198-15,3 3-39 0</inkml:trace>
  <inkml:trace contextRef="#ctx0" brushRef="#br0" timeOffset="18842.854">14174 11089 1997 0,'0'0'56'0,"6"-2"13"16,-3-1-55-16,3 0-14 0,0-2 0 0,0 3 0 16,3-1 61-16,0 0 10 0,-3 1 1 0,6 2 1 15,-1-3-7-15,1 3-2 0,0-3 0 0,0 3 0 16,0 0-30-16,3 0-6 0,0 0-2 0,0 0 0 15,0 0-26-15,0 0 8 0,-1 0-8 0,1-2 0 16,0 4-19-16,0-2-9 0,0 0-1 0</inkml:trace>
  <inkml:trace contextRef="#ctx0" brushRef="#br0" timeOffset="19247.678">14859 10928 2108 0,'-9'-8'44'0,"9"8"10"0,0 0-43 16,-3-3-11-16,3 3 0 0,-6-2 0 0,3-1 84 0,-3 0 16 0,0 1 2 0,-3 2 1 15,3-3-53-15,-3 3-10 0,-3 3-3 0,3-1 0 16,-6-2-15-16,3 3-3 16,1 2-1-16,-4-2 0 15,3 2-6-15,0-2 0 0,0 2-1 0,0 3 0 0,3-3-11 0,0 3 0 0,0-2 0 16,3 2 0-16,3 0 14 0,0 0-2 0,3-3-1 0,0 3 0 15,6 0-11-15,0 2 0 0,3-2 0 0,0 3 0 16,3-1-15-16,3-2-5 0,0 3 0 0,3 0-1 16,-3 2 33-16,-1-3 8 0,1 1 0 0,-3-1 1 15,0 1-33-15,-3 0-8 0,0-3 0 0,-3 0-1 16,-3-1 21-16,0 1 0 0,-3 0 0 0,0 0 0 16,-6 0 8-16,0-2-8 0,-3-1 8 0,-3 3-8 15,0-3 0-15,-6-2 0 0,-2 2-9 0,2 0 9 16,-3-2-10-16,0 2 10 0,-3-2-8 0,3-1 8 15,4 1 14-15,-1 0 8 0,0-3 2 0,3 0 0 16,0 0-55-16,3 0-10 0,0-3-3 0,0 0 0 16,3-2-15-16,3 0-3 0,0 0-1 0,3-1 0 15,1 1-133-15,4-6-28 0</inkml:trace>
  <inkml:trace contextRef="#ctx0" brushRef="#br0" timeOffset="20357.402">15088 10933 1580 0,'3'-2'67'0,"-3"2"-54"16,3-3 92-1,-3 3 19-15,6-3 3 0,-6 3 1 16,0 0 0-16,0 0 0 0,0 0 0 0,0 0 0 0,3 3-103 0,-3-3-25 0,3 5 0 0,-3 1 0 15,3 1 0-15,-3 1 0 0,-3 0 0 0,3 0 0 16,-3 6 0-16,3-4 0 0,-3 1 0 0,3 5 0 16,-3-3 0-16,0 5 0 0,0-2 0 0,3 3 0 15,-3-1 0-15,0-2 0 0,0 3 0 0,-3-3 0 16,3-3 0-16,0-3 0 0,-3 4 0 0,3-4 0 16,0-5 0-16,0 3 0 0,0-2 0 0,3-6 0 15,0 0 0-15,0 0 0 0,0 0 0 0,0 0 0 16,-3-11 56-16,3 1 7 0,0-6 1 15,0 2 0-15,3-4-52 0,0-1-12 16,0 1 0-16,0-3 0 0,3 2 0 0,0 1 0 0,0-1 0 0,3 3 0 16,0-2 0-16,3 2 0 0,-3 3 0 0,3-3 0 15,2 2 0-15,-2-1 0 0,3 1 0 0,-3 1 0 16,3 3 0-16,-3-1 0 0,3 0 0 0,-3 3 0 16,0 3 0-16,0 0 0 0,-4 2 0 0,1 3 0 15,0 0 30-15,0 6 3 0,0-1 1 0,-3 0 0 16,0 3-3-16,0 3-1 0,0-1 0 0,-3 1 0 15,3-1-30-15,-3 1 0 0,0 2 0 0,-3-2 0 16,3-1-27-16,-3 4-11 0,0-4-2 0,-3 1-1 16,3-1 22-16,-3 4 5 0,0-6 1 0,-3 2 0 15,3 1 13-15,0-3-12 0,-3-3 12 0,6-5-12 0,-3 5 12 16,3-5 0-16,0 0 0 0,0 0 0 0,0 0 0 0,0 0 0 16,-3-5 0-16,0 0 0 0,3-3 0 0,0 0 0 0,3-3 0 15,0 1 0-15,0-1 9 0,3-2-1 0,-3 2-8 16,6-2 12-16,-3 0 32 0,0-1 5 0,3 1 2 15,0 0 0-15,0 0-41 0,3 0-10 16,-4-1 0-16,4 4 0 0,0-1 0 0,0 3 0 0,0-2 0 16,0 4 0-16,-3 1 53 0,0 0 9 15,0 2 2-15,0 3 0 0,-3 3-52 0,0 2-12 0,3 0 0 16,-7 3 0-16,4 0 0 0,-3 3 11 0,0-1-11 0,-3 4 10 16,3-4-10-16,-3 3 0 0,0-2-10 0,0 2 10 15,0 0 0-15,0-2 0 16,-3 2 0-16,3 1 0 0,0-1 0 0,-3 3 0 0,3-3 0 0,-3 5 0 15,3-2 0-15,-3 3 0 0,0-1 0 0,1 1 0 16,2-1 0-16,-3 1 0 0,3-1 0 0,-3 1 0 16,3-3-136-16,-3-3-22 0,3-2-4 0</inkml:trace>
  <inkml:trace contextRef="#ctx0" brushRef="#br0" timeOffset="21427.344">14144 11727 1792 0,'0'0'51'0,"0"0"10"0,0 0-49 16,0 8-12-16,3-3 0 0,-3 6 0 15,0-3 68-15,0 0 12 0,0 2 1 0,0 4 1 16,0-1-42-16,-3 3-9 0,3 2-2 0,0 1 0 0,0 5-17 16,0-1-3-16,0 4-1 0,0 2 0 15,0-3-8-15,0 1 12 0,0-1-12 0,0-2 12 16,0-3-12-16,0 0 0 0,3-5 0 0,-3 0 0 0,0 0 0 15,0-5-11-15,0-1 3 0,0-2 0 0,0 0 8 0,0-3 16 16,0-5-4-16,0 0-1 0,0 0-11 0,0 0 0 0,0 0-10 0,0 0 10 16,0 0 0-16,-3-5 0 0,3-3 0 0,0 0 10 15,-3-2 43-15,0-4 9 0,0 1 2 0,0-3 0 16,-3 0-52-16,3-2-12 0,-3-1 0 16,-2-2 0-16,2 3 54 0,-3-1 8 0,3 1 2 0,-6-1 0 15,3 6-52-15,-3 0-12 16,0 5 0-16,-3-3 0 0,0 6 14 0,0 2 0 0,4 1 0 0,-4 2 0 15,0 2-22-15,3 4-5 0,0-1-1 0,0 5 0 16,0 1 14-16,6 2 0 0,-3 0 0 0,3 3 0 16,3 0 0-16,3 3 0 0,-3-1 0 0,6-2 0 15,0 0 0-15,3 0 0 0,0 0 0 0,0-3 10 16,3 0-10-16,3 0-14 0,0-2 3 0,0 2 1 16,0-5-4-16,3 3-1 0,-1-3 0 0,1 0 0 15,3 0 3-15,0-3 0 0,-3 0 0 0,3 0 0 16,-3-2-16-16,0-3-2 0,-1 0-1 0,4-3 0 15,0-2 31-15,3 3 0 0,0-6 0 0,3 2 0 16,-1-2 12-16,1-2 9 0,0-1 2 0,0 3 0 16,0-5-9-16,-3 2-2 0,-1-2 0 0,1 0 0 15,-3 0 14-15,-3-3 2 0,0 0 1 0,-3 0 0 16,-3 0-29-16,-3 3 0 0,0-3 0 0,0 0 0 16,-6 3 57-16,0 0 6 0,0 2 1 0,-3-2 0 15,-3 5-42-15,0-3-8 0,0 4-2 0,-3-1 0 0,-3 2 0 16,0 4-1-16,0 2 0 0,-3 0 0 0,0 2-11 15,0 4 0-15,4-1 9 0,-4 5-9 16,0 4-16-16,6-1-8 0,0 3-2 0,3 0 0 0,0 0 26 0,6 2 0 0,0-2 0 16,3 0 0-16,3 0 0 0,3-3 0 0,0 0 0 15,3-2 0-15,0-1 8 0,2-2 6 0,1 0 2 0,3 0 0 16,-3-3-16-16,3 1 0 0,-3-1 0 0,0-2-10 16,0-3-2-16,-3 0 0 0,-1-3 0 0,1 0 0 31,3-5-144-31,-3 0-28 0,3-5-7 0</inkml:trace>
  <inkml:trace contextRef="#ctx0" brushRef="#br0" timeOffset="21678.024">14832 11701 1660 0,'-3'-16'70'0,"-3"0"-56"16,3 0 119-16,0 3 24 0,-3 0 5 0,3 2 1 16,-3 0-57-16,0 6-11 0,0 0-3 0,3 2 0 15,3 3-31-15,-6 0-6 0,0 5-2 0,3 1 0 16,0 4-14-16,-3 1-3 0,3 2-1 0,0 3 0 15,3 0-12-15,0 0-3 0,0 2 0 0,-3 1 0 16,6-3-20-16,-3 2 0 0,3 1 0 0,-3 2 0 16,3 3 24-16,3 5 1 0,-3 0 0 0,0 5 0 15,3-2-25-15,-3 2 0 0,0-2 8 0,3 0-8 16,-3-3 0-16,0-5 0 0,3 0 0 0,-3-6 8 0,0 1-19 16,0-3-4-16,0-1-1 0,-3 1 0 15,3-5-69-15,-3 0-15 0,0-4-2 0,0 1-1 16,0-8-121-16,0 0-24 0,0 0-4 0</inkml:trace>
  <inkml:trace contextRef="#ctx0" brushRef="#br0" timeOffset="24848.367">14546 11968 1601 0,'0'0'45'0,"0"0"11"0,0 0-45 0,0 0-11 0,0 0 0 0,0 0 0 16,0 0 87-16,-6 2 15 0,6-2 3 0,-6 3 1 15,6-3-26-15,0 0-6 0,-3 3-1 0,3-3 0 16,-3 2-7-16,3-2-2 0,-3 6 0 0,3 2 0 15,0-8-51-15,3 5-13 0,0 0 0 0,0 3 0 16,3-5 54-16,0 2 8 0,3 0 2 0,0-2 0 16,3 2-52-16,3-2-12 0,3 2 0 0,-1-2 0 15,4 0 0-15,3-3 0 0,3 2 0 0,0-2 0 16,0-2 0-16,2-1 0 0,-2 3 0 0,0-3 0 16,0-2 0-16,-4 2 0 0,-2-2 0 0,3 0 0 15,-3-3 0-15,3 0 0 16,0 0 0-16,-1-3 0 0,1 3-16 0,-3 0-7 0,0-2-1 0,0 2 0 15,-3 0 24-15,-4 3 0 0,1-3 0 0,-3 3 0 16,-3-3 0-16,0 5 0 0,0-2 0 0,-6 2 0 16,3 3 0-16,-6 0 0 0,0 0 11 0,0 0-11 15,0 0 13-15,0 0-3 0,0 0-1 0,-3-5 0 16,3 2 0-16,0 3 0 0,-6-5 0 0,3 5 0 16,-3-3-9-16,0 0 12 0,3 1-12 0,-3 2 12 15,0-5 4-15,-3 5 0 0,3-3 1 0,0 0 0 16,0 1-3-16,-2-1-1 0,2 3 0 0,-3-3 0 15,0 1 12-15,0-1 3 0,-3 3 0 0,3 0 0 16,-3 0-28-16,0 0 0 0,0 3 0 0,0-1 0 16,3 1 0-16,-3 2 0 0,1 1 0 0,2 1 0 0,-3 4 0 15,3-3 0-15,3 3 0 0,-3 2 0 0,3 0 14 0,3 3-2 16,-3 0-1-16,3 0 0 0,0 2-11 0,3-2 0 16,0 3 0-16,0-4 0 0,3 1-8 15,3 0 8-15,0 0 0 0,0-3 0 0,3-2 0 16,0-1-9-16,6 1 9 0,-3-3 0 0,2-3-10 0,4 1 10 15,0-4-8-15,3 1 8 0,0-3-18 0,3 0 2 0,-1-3 0 16,1 1 0 0,0-6-124-16,3 0-25 0,-3-3-5 0</inkml:trace>
  <inkml:trace contextRef="#ctx0" brushRef="#br0" timeOffset="25432.691">15525 11849 1579 0,'0'0'32'0,"0"0"10"16,0 0-34-16,0 0-8 0,0 0 0 0,0 0 0 16,0 0 104-16,0 0 20 0,0 0 3 0,0 0 1 15,0 0-22-15,3 8-4 0,-3-8-1 0,3 5 0 16,-3-5-36-16,0 0-7 0,0 0-2 0,0 0 0 16,0 0-16-16,0 0-4 0,0 0-1 0,0 0 0 15,0 0-35-15,0 0 0 0,0 0 0 0,-6 5 0 16,0-2 58-16,-2 0 5 0,2-1 1 0,-3 1 0 15,0 0-52-15,-3 2-12 0,3 0 0 0,-3 0 0 16,0 3 0-16,0-2 0 0,0 2 0 0,0 2 0 16,0 1 54-16,4 2 8 0,-1-2 2 0,0 2 0 0,3 0-52 15,0 0-12-15,0 3 0 0,3-3 0 16,0 3-48-16,3-5-13 0,0 2-3 0,0 3 0 16,0-5 52-16,3-1 12 0,0 1 0 0,0-1 0 15,3-2 0-15,0 0 0 0,0 0 0 0,0-3 0 16,3-2 0-16,-1 0 0 0,1-1 0 0,3-2 0 15,0 0-54-15,0-5-8 0,3 2-2 0,0-2 0 16,3-3-136-16,0-2-27 0,2-1-5 0,1-2-2 16,-3-3-37-16,3 0-7 0,0-3-2 0,0-2 0 0,-4 3 226 0,1-3 45 0,-3 2 9 0,-3-2 0 15,0 2 134-15,-3 1 26 0,-3 2 4 0,0 0 2 16,-3-2 22-16,0 4 4 0,0-2 0 0,-3 3 1 16,0 0-50-16,0 0-11 0,0 0-1 15,-3-1-1-15,3 4-34 0,-3 2-8 16,3-3 0-16,-3 3-1 0,0 6-39 0,3 2-7 0,0 0-1 0,0 0-1 15,0 0-11-15,0 0-3 0,0 0 0 0,0 0 0 16,0 0-25-16,-3 8 0 0,3 2 0 0,0 1 0 16,0-1 0-16,-3 4 0 0,3-1 0 0,0 3 0 15,0 2 0-15,0 3 0 0,0 1 0 0,0 1 0 16,0 1 0-16,0 3 0 0,0-1 0 0,-3-2 0 16,3 0 0-16,0-3 0 0,-3 0 0 0,3-5 0 15,-3 2-97-15,3-4-25 0,0-4-5 16,-3 3-1-16,3-5-116 0,0 0-23 0,-3-2-5 0</inkml:trace>
  <inkml:trace contextRef="#ctx0" brushRef="#br0" timeOffset="25605.633">15695 12045 2392 0,'0'-11'68'0,"0"3"15"0,0 0-67 0,3 0-16 0,-3 0 0 0,3 0 0 31,0 0 69-31,3 3 11 0,-3 0 1 0,3-1 1 0,0 1-55 0,3 0-11 0,-3 2-3 0,0-2 0 16,3 2 41-16,0-2 8 0,-1 0 2 0,1-1 0 15,3 1-52-15,0 0-12 0,0 0 0 0,3-1 0 32,0 4-216-32,0-1-47 0</inkml:trace>
  <inkml:trace contextRef="#ctx0" brushRef="#br0" timeOffset="26199.223">14573 12539 2012 0,'-9'3'57'0,"0"-3"12"0,0 3-55 0,3-3-14 0,0 2 0 0,-3 1 0 16,3-3 58-16,0 3 9 0,0 2 1 0,-3-2 1 15,4 2-4-15,-1-3-1 0,0 4 0 0,0-1 0 16,0 0-51-16,3 1-13 0,-3-1 0 0,3 3 0 16,3 0 24-16,-3-3 1 0,0 3 1 0,3 3 0 15,3-3-42 1,-3 2-8-16,6-2-1 0,-3 3-1 0,3-1 26 0,3 1 0 0,0 2 0 0,0-2 0 16,-1-3 11-16,1 0 7 0,3-3 2 15,0 0 0-15,0-5-32 0,3 0-7 0,0 0-1 16,0-5 0-16,3 0 20 0,-1-3 0 0,1 0 0 15,0 0 0-15,0-3 0 0,-3 1 0 0,0-1 0 0,-3 3 0 16,0-3 41-16,-3 4 12 0,-3-1 3 0,-1 0 0 16,-5 0-3-16,0-3 0 0,0 3 0 0,-3 0 0 15,-2-2-11-15,-1 2-2 0,-3-3-1 0,-3 3 0 16,0-2 4-16,-3 2 1 0,0 0 0 0,0 2 0 16,-3 1-54-16,0 0-10 0,4 0-3 0,-4-1 0 15,3 4 23-15,0 2 0 0,0-3 0 0,3 3 0 16,0 3-17-16,3-1 1 0,-3 1 0 0,3 0 0 15,4 2-111-15,-4 0-21 0,3 3-5 0</inkml:trace>
  <inkml:trace contextRef="#ctx0" brushRef="#br0" timeOffset="26634.386">15040 12547 2030 0,'-6'-2'57'0,"0"2"14"0,0 0-57 0,6 0-14 15,0 0 0-15,-6 0 0 0,6 0 105 0,0 0 19 0,-6 0 3 0,6 0 1 16,0 0-72-16,0 0-15 0,0 0-2 0,-3 5-1 16,3-5-10-16,-2 5-3 0,-1 1 0 0,3-1 0 15,0 3-25-15,0-3 0 0,3 3 0 0,-1 0 0 16,1-3 0-16,0 1 0 0,3-1 8 0,0 3-8 15,0-3 0-15,3 0 0 0,-3 1 0 0,3-1 0 16,3 0 0-16,-3-2 0 0,3 2 0 0,0-2 0 16,0 2 0-16,0-5 0 0,2 3 0 0,-2-3 0 15,0 0 0-15,3 0 0 0,-3-3-10 0,0 0 10 16,0 1 0-16,0-1 0 0,0-2 13 0,-3 2-4 16,0-2 15-16,-3 2 4 0,2-2 0 0,-2 0 0 15,0-3 3-15,-3 2 1 0,0 1 0 0,3-3 0 16,-6 0 0-16,0 0 0 0,0-2 0 0,-3 2 0 15,0 0-10-15,0 0-2 0,0 0 0 0,-3 0 0 16,0 0-8-16,-2-2-1 0,-4 4-1 0,0-2 0 16,-3 0-10-16,-3 3 8 0,0 0-8 0,-3 0 8 15,0-1-16-15,1 4-4 0,-4-1-1 0,0 3 0 16,0 0-134-16,3 0-26 0,-3 3-6 0</inkml:trace>
  <inkml:trace contextRef="#ctx0" brushRef="#br0" timeOffset="30898.012">13567 14923 850 0,'0'0'17'0,"0"0"6"16,0 0-23-16,0 0 0 0,0 0 0 0,0 0 0 15,0 0 87-15,0 0 13 0,0 0 2 0,0 0 1 16,-3-5-14-16,3 5-2 0,-3-5-1 0,3 5 0 15,0-5 2-15,-3 2 1 0,3 3 0 0,0 0 0 16,0 0-7-16,0 0-2 0,0 0 0 0,0 0 0 0,0 0-12 0,0 0-2 16,0 0-1-16,0 0 0 0,0 0-32 15,0 5-6-15,-3 0-2 0,3 6 0 16,-3-3 17-16,0 0 3 0,0 0 1 0,0 2 0 0,-3-2-29 0,3 3-5 16,0 0-2-16,-3-1 0 15,0 1-10-15,3 2 10 0,-3 3-10 0,0 0 10 16,-3 2-10-16,3 3 0 0,0 3 9 0,1 3-9 0,2-1 0 0,-3 3 0 15,3 3 0-15,0-3 0 0,0-2 12 0,0-1-1 0,3-2-1 16,-3 0 0-16,0-1-10 0,3 1-14 0,-3 0 3 0,0 3 1 16,3 2 10-16,-3 5 0 0,3 0 0 0,-3 4 0 15,3-4 0-15,0-2 0 0,0-1 0 0,-3 1 0 16,3-3 0-16,0-2 0 0,0-3 0 0,-3 5 0 16,3-3 0-16,0 6 0 0,-3 0 0 0,3 2 0 15,0-2 49-15,0 0 12 0,0 2 3 0,3-2 0 16,-3-3-52-16,0-3-12 0,3-2 0 0,-3 0 0 15,0-3-11-15,3 0-5 0,-3-2 0 0,0 7-1 16,0 1 17-16,0 2 9 0,3 0-1 0,-3 5 0 16,0-2 1-16,3 0 0 0,-3 0 0 0,0-3 0 15,0-3-9-15,0-2 0 0,0-3 0 0,0 0 0 16,-3 0 0-16,3-2 0 0,-3 2 0 0,0 3 0 16,3-3 0-16,-3 6 0 0,3-1 0 0,-3 0 0 15,3 1 0-15,0-3 0 0,-3 2 0 0,3-2 0 16,-3-3 0-16,3 0 0 0,-3-5 0 0,3 3 0 15,-3-6 24-15,0 0 2 0,3-2 1 0,-3-1 0 16,0 1-43-16,3 0-9 0,-3-4-2 0,0 1 0 16,3-2 27-16,-3 2 0 0,3 0 0 0,-3-3 0 0,3-5 14 15,0 0 8-15,0 5 2 0,0-5 0 0,0 0-39 16,0 0-7-16,0 0-2 0,0 0 0 16,-3-8-96-16,3 0-20 0,-3 0-4 0</inkml:trace>
  <inkml:trace contextRef="#ctx0" brushRef="#br0" timeOffset="32342.969">13591 14868 938 0,'0'0'40'16,"-3"3"-32"-16,3-3 52 0,-6 5 12 0,6-5 1 0,-6 2 1 16,6-2-27-16,-6 3-6 0,6-3-1 15,-6 3 0 1,6-3 20-16,-6 2 3 0,3 1 1 0,3-3 0 15,-6 3 4-15,6-3 0 0,0 0 1 0,-3 5 0 0,3-5-13 0,0 0-4 0,-6 3 0 16,6-3 0-16,-3 5-15 0,3-5-3 0,0 0-1 0,0 0 0 16,0 3-9-16,0-3-1 0,3 7-1 0,0-4 0 15,3 0-6-15,0 2-2 0,0-5 0 0,0 3 0 16,3-3-6-16,0 0 0 0,0 0-8 0,3 0 12 16,-1 0-12-16,1 0 8 0,0 0-8 0,0 0 0 15,0 0 0-15,0 0-21 0,0 0 3 16,0 0 1-16,0 0 17 0,0 0 0 15,-1 0 0-15,4 2 0 0,0 1 14 0,0-3 6 0,3 0 2 0,3 3 0 16,-3-3-22-16,6 0 8 0,-1 2-8 0,1-2 0 16,3 0 0-16,-3-2 0 0,3 2 0 0,-1 0 0 15,-2-3 10-15,0 0-2 0,0 1-8 0,0 2 12 16,2-3-2-16,1 0-1 0,3 1 0 0,0 2 0 16,2-6-1-16,1 4-8 0,0-1 12 0,0-2-4 15,-4 0-8-15,1-3 0 0,-3 2 0 0,0-2 8 16,0 6-8-16,-4-3 10 0,4 2-10 0,0 0 10 15,3 1 2-15,-4-1 0 0,4-2 0 0,3 5 0 16,-3-3 0-16,-3 0 0 0,2 1 0 0,-2 2 0 16,-3 0-12-16,0 0 0 0,-3 0 9 0,2 0-9 15,-5 2-9-15,3 1-7 0,0 0 0 0,0 2-1 0,0-2 32 16,2 2 6-16,4 0 2 0,-3 0 0 0,3 1-23 16,0-4 0-16,-1 4 0 0,1-4 8 15,0 1-8-15,-3 0 0 0,3-1 0 0,-4 1 8 16,1 0 24-16,0 2 4 0,0-3 2 0,3 4 0 15,-1-4-59-15,4 1-12 0,0 0-3 0,3-1 0 0,-4 1 36 0,4-3 0 16,-3 0 0-16,3 0 0 0,-4 0 0 16,-2 0 0-16,-3 0 0 0,6 0 0 0,-3 0 22 0,2 3 11 15,4-3 3-15,0 0 0 0,0 0-57 16,-1-3-11-16,4 3-3 0,0-3 0 0,-6 1 35 0,-1-1 0 16,-2-2 0-16,0 5 0 0,-3-3 21 0,2 3 11 0,-2 0 3 15,0-3 0-15,0 3-54 16,-3 0-10-16,3 0-3 0,-1 0 0 0,-2 0 32 0,0 0 0 0,0 0 0 0,0 0 0 15,-3-2 0-15,-1 2 0 0,-2-3 0 0,0 3 0 16,-3-2 0-16,3 2 8 0,-3-3-8 0,-3 3 0 16,0-3 9-16,-3 3-9 0,0 0 0 0,0 3 9 15,0-3-9-15,-3 0 0 0,-3 0 9 0,0 0-9 16,6 3 16-16,-6-3-2 0,2 5 0 0,1-3 0 16,-3-2 5-16,3 6 1 0,-3-4 0 0,3 4 0 15,-3-6 0-15,3 5 0 0,0 0 0 0,-3 1 0 16,3-1-6-16,0 0-1 0,-3 0 0 0,3 1 0 15,-3-1-2-15,0 0-1 0,3 1 0 0,-3-1 0 16,0 3-10-16,3-3 12 0,-3 3-12 0,0 0 12 16,3 3-12-16,-3-3 0 0,0 2 0 0,0 1 0 15,0 2 16-15,0 3-3 0,0-3 0 0,0 6 0 16,0-1-2-16,3 3-1 0,-3 3 0 0,0 0 0 16,0-3-10-16,3 6 0 0,-3-4 9 0,0 1-9 15,0-3 0-15,0 0 9 0,0 1-9 0,0-1 0 16,-3 0-16-16,3 3-11 0,0-3-1 0,-3 3-1 0,0 2 48 15,0 3 9-15,3 3 3 0,-3-3 0 0,0 3-23 0,3-3-8 16,0 3 0-16,-3-3 9 0,0-3-9 0,3-2 8 0,-3 0-8 16,3 2 8-16,-3-2 0 0,0 3-8 0,0-1 12 0,0 3-4 15,3 3 2-15,-2 0 0 0,-1 0 0 0,3-1 0 16,-3-2-1-16,3-2 0 0,-3-1 0 0,3 1 0 16,-3-6-9-16,0 0 12 0,3 0-12 0,-3 0 12 15,0 1-12-15,0 1 12 0,0 1-12 0,0 3 12 16,3-1-4-16,-3 1-8 0,0-1 12 15,0 3-4-15,3-5-8 0,-3 0 10 16,0 0-10-16,0-1 10 0,0-1-1 0,0-4 0 0,0 1 0 16,0-3 0-16,-3-1-1 0,3 1 0 0,-3 0 0 0,0 0 0 15,0 0-8-15,0 0 8 0,0-3-8 0,-3 3 8 16,3 0-8-16,-3-3 0 0,4 0 9 0,-7 3-9 16,3-5 0-16,0 2 0 0,0-2 0 0,-3-1 8 15,3-2-8-15,0-3 0 0,-3 1 0 0,3-4 0 16,-3 1-38-16,0-6-9 0,1 1-1 0,2-1-1 15,-3-5-63-15,0-3-13 0,0 1-3 0,-3-6 0 16,3 0-102-16,-3-2-21 0</inkml:trace>
  <inkml:trace contextRef="#ctx0" brushRef="#br0" timeOffset="33824.711">13412 16929 1212 0,'-6'8'25'0,"6"-8"6"0,0 0-31 16,-3 5 0-16,0 1 0 0,3-6 0 16,-6 5 81-16,3 0 11 0,3-5 1 0,-6 3 1 15,6-3-22-15,-3 8-4 0,3-8 0 0,-3 5-1 16,0 3-7-16,0-3 0 0,3-5-1 0,-3 8 0 15,3 0 4-15,0-3 1 0,-3 3 0 0,3 0 0 0,0 0-2 0,-3 0 0 0,0 0 0 16,3 0 0-16,-3 0 7 0,3 0 2 0,-3 3 0 0,1-1 0 31,2 1-71-31,-3 2-29 0,3-2 1 0,-3 2 1 0,3 3 27 0,-3 0 0 0,3-1 0 16,0 1 0-16,0 3 0 0,0-3 0 0,0 2 0 0,0 1 0 16,0-6 0-16,3 3 0 0,-3-3 0 0,3 0 0 15,0-2 0 1,-1-1-8-16,1-2 8 0,0 3 0 0,3-6 0 15,-3 1 0-15,3-1 0 0,-3 0-8 0,3 0 30 0,3-2 6 16,-3 0 2-16,0-3 0 0,3 2-75 16,0 1-15-16,0 0-4 0,0-3 0 0,0 0 64 0,3 0 21 0,0 0 0 0,-1 0 0 15,1 0-21-15,3 0 0 0,-3 0 0 0,3 0 0 16,-3-3 0-16,3 3 0 0,0 0 0 0,-3-3 0 16,2 3 0-16,1-2 0 0,0 2 0 0,0 0 0 15,0 2-20-15,3 1 2 0,-3 0 0 0,6-1 0 16,-1 4 18-16,4-4 0 0,3 4 0 0,3-4 0 15,0 1 8-15,-1-1 4 0,4 1 2 0,3-3 0 16,-6 0-14-16,-1 0 0 0,1 0 0 0,0 3 0 16,0-3 0-16,-4 2 0 0,7 1 0 0,0 0 0 15,-3-3 0-15,5 2 0 0,1-2 0 0,0 0 0 16,0 0 0-16,-4 0 0 0,1 0 0 0,0 0 0 16,0 0-13-16,-4 0 1 0,7 0 0 0,-3 0 0 15,2 0 12-15,1-2 16 0,3 2-3 0,-3-3-1 16,-1 0-12-16,-2 1 0 0,0 2 0 0,0-3 0 15,-4 3-12-15,1 0 2 0,0 0 0 0,3 0 0 0,-1 0 18 16,-2 0 3-16,3 0 1 0,0 0 0 0,-1-3-12 16,-2 1 0-16,0 2 0 0,-3-3 0 0,-1 3 0 15,-5-2 0-15,3 2 0 0,0 0 0 0,-3 0 0 0,3 2-17 16,2-2 4-16,-2 0 1 0,0 0 21 16,0 0 5-16,3 0 1 0,-4-2 0 0,1 2-24 0,-3-3-5 15,3 3-1-15,-3-3 0 0,-3 3 24 16,-1-2 5-16,1 2 1 0,0 0 0 0,-3 0-24 0,3 0-5 0,-3 0-1 0,0 2 0 15,0-2 31-15,-1 3 5 0,1-3 2 0,0 0 0 16,0 3-37-16,0-3-7 0,0 2-2 0,0-2 0 16,0 0 32-16,-1 3 7 0,1-3 0 0,0 0 1 15,0 0-27-15,-3 0-6 0,3 0 0 0,0 0-1 16,-3 0 27-16,0-3 6 0,2 3 0 0,-2 0 1 16,0-2-27-16,0 2-6 0,0 0 0 0,-3 0-1 15,3 0 17-15,-3 0 0 0,0 0 0 16,0 0 0-16,-3 0 0 0,3 0 0 0,-3 2 0 0,2-2 0 15,-2 0 0-15,0 3 0 0,3-3 0 0,-3 0 0 16,0 2 0-16,3-2 0 0,-3 3 0 0,0-3 0 16,0 0 0-16,0 0 0 0,0 0 0 0,0 0 0 15,-3 0 0-15,3 0 0 0,0 0 0 0,-6 0 0 16,6-3 0-16,-6 3 0 0,3 0 0 0,-3 0 0 16,6-2 0-16,-6 2 0 0,6 0 0 0,-6 0 0 15,0 0 0-15,6-3 0 0,0 1 0 0,-6 2 0 16,2-3 0-16,-2 3 0 0,3-5 0 0,0 2 0 15,0-2 0-15,-3 5 0 0,3-6 0 0,0 1 0 0,0 0 48 0,-3 5 12 16,3-5 4-16,-3-1 0 16,3 4-103-16,0-4-20 0,0 1-4 0,-3-3-1 0,3 3 103 0,0-3 20 15,0 3 4-15,-3-3 1 16,3-3-103-16,0 3-20 0,0-3-4 0,0 4-1 0,0-4 80 0,0 0 15 0,3 1 3 16,-3-3 1-16,0 2-23 0,3 0-12 0,0 1 12 0,-3-1-12 15,0 1 8-15,3-4-8 0,-3 4 0 0,0-1 0 16,0 3 24-16,0-2-3 15,-3-1 0-15,3 1 0 0,-3 2-30 0,0-3-7 16,0 0 0-16,0 4-1 0,-3-4 17 16,3 3 9-16,-3 0-1 0,0 0 0 0,0-2 1 0,0-1 0 0,0 3 0 0,0 0 0 15,0-3-1-15,-3 1-8 0,3-1 12 0,-3-2-4 16,3 0-8-16,0 0 12 0,-3-1-12 0,3-1 12 16,3-1-4-16,-3 2-8 0,3-1 12 0,3 1-4 15,-3 1-8-15,3 0 12 0,3-3-12 0,-3 3 12 16,3 2-12-16,3-2 0 0,0 0 0 0,-3-1 0 15,3 1-80-15,0 0-20 0</inkml:trace>
  <inkml:trace contextRef="#ctx0" brushRef="#br0" timeOffset="36125.812">14564 15357 2004 0,'0'0'56'0,"0"0"14"15,0 0-56-15,0 0-14 0,0 0 0 0,0 0 0 0,0 0 60 16,0 0 8-16,0 0 3 0,0 6 0 0,0-1-6 0,0 0-1 0,0 3 0 0,0 0 0 16,0 3-28-16,0-3-7 15,0 5-1-15,0-3 0 0,0 6-16 0,0 3-4 0,0-1-8 16,0 4 12-16,0 1-12 0,0 4 0 0,3 2 8 0,-3 0-8 31,0-3-11-31,0-2-5 0,3 0 0 0,-3 0-1 16,0-6-14-16,0-2-2 0,0 0-1 0,-3-3 0 0,3-2 19 0,0-3 4 15,0 0 1-15,-3-3 0 0,3 3 10 16,0-8 0-16,0 0 0 0,0 0 0 0,0 0 0 0,0 0 0 0,0 0 9 0,0 0-9 16,-3-8 27-16,0 0-2 0,-3 0 0 15,3-5 0-15,3-3 3 0,-3-2 1 0,0-3 0 0,3-6 0 16,0 1-2-16,0-4-1 0,0-1 0 0,0-1 0 16,0 0-18-16,3 6-8 0,0-3 0 0,0 5 8 15,3 0 45-15,-3 3 9 0,3 0 2 0,3-3 0 16,0 0-52-16,3 0-12 0,0-2 0 0,3-1 0 15,-1 4 0-15,4-1 0 0,3 0 0 0,0 5 0 16,-3 1-14-16,3 5-6 0,-1-1 0 0,1 6-1 16,-3 3-27-16,-3 0-6 0,0 0-1 0,0 2 0 15,-6 3-151-15,0 3-30 0,0 2-7 0</inkml:trace>
  <inkml:trace contextRef="#ctx0" brushRef="#br0" timeOffset="36347.64">14540 15508 1773 0,'0'0'36'0,"0"0"11"16,0 0-38-16,0 0-9 0,3-2 0 0,3-1 0 0,-3-2 100 0,3 2 17 0,0-2 4 0,3 2 1 15,0-2-51-15,3-1-11 0,-3 4-1 0,6-3-1 16,-1 2-26-16,1-2-6 0,6 2-1 0,-3-2 0 15,3-1-25-15,0-2 0 0,0 3-9 0,2 0 9 16,1-3-163 0,-3 0-25-16</inkml:trace>
  <inkml:trace contextRef="#ctx0" brushRef="#br0" timeOffset="36801.955">15106 15418 2067 0,'0'0'87'16,"0"0"-70"0,0 0 89-16,0 0 18 0,0 0 3 0,-3-5 1 15,3 5-52-15,-3-3-9 0,3 3-3 0,-6-2 0 16,3-1 0-16,-6 0 0 0,3 3 0 0,0 0 0 15,0 0-51-15,-3 3-13 0,0 0 0 0,0-1 0 16,0 4 0-16,0-1 0 0,0 0 0 0,-2 3 0 16,2 3 0-16,0-3 0 0,0 5 0 0,0-3 0 0,3 4 0 15,3-1 0-15,0-3 0 0,0 4 0 0,0-1 0 16,3-2 0-16,3 2 0 0,0-3 0 16,3 1-48-16,-3 0-13 0,6-1-3 0,-3-2 0 15,6 3 52-15,-3-3 12 0,2-1 0 0,-2 1 0 16,3-2-54-16,-3 2-8 0,0-3-2 0,0 3 0 15,-3-3 32-15,-3 0 5 0,0 1 2 0,-3-1 0 16,0 3-11-16,-3-3-3 0,-3 3 0 0,0-2 0 0,-3-1 39 0,-3 0 0 0,0 0 9 16,-2 1-1-16,2-1-8 0,-3 0 9 0,0-2-9 0,0 5 10 15,-3-3 6-15,3 0 0 0,0-2 1 0,-3 2 0 16,1-2-5-16,2 0 0 0,0-1-1 0,0-2 0 16,3 0-11-16,0 0-11 0,0 0 3 0,3-2 0 15,3 2-122-15,6 0-24 0,-3-3-5 16</inkml:trace>
  <inkml:trace contextRef="#ctx0" brushRef="#br0" timeOffset="41676.351">15415 15373 1728 0,'0'0'36'0,"0"0"8"15,0 0-35-15,0 0-9 0,0 0 0 0,-3 6 0 16,3-6 73-16,-3 5 13 0,3-5 2 0,-6 5 1 16,0 0-21-16,3 1-4 0,3-6 0 0,-3 8-1 15,1 0-35-15,-4 2-6 0,3-2-2 0,0 3 0 16,0-1-20-16,0 4 9 0,0-1-9 0,0 3 0 15,0-1 0-15,0 1 0 0,0 3 0 0,0-3 0 16,0 0 0-16,0 2 0 0,0-5 0 0,3 1 0 0,-3-1 0 16,3-3 0-16,-3 1-11 0,3-3 11 0,0 0-13 0,0-8 4 15,0 0 1-15,0 0 0 0,0 0 8 0,0 0-10 0,0 0 10 0,0-5-10 16,3-6 10-16,-3 0-8 0,3-2 8 16,0-3-8-16,0-2 8 15,0-1 0-15,3-2 0 0,0 0 0 0,0 0 0 16,0 2 11-16,0 1-11 0,2-1 12 0,-2 3 14 0,3 0 3 15,0 3 1-15,-3-3 0 0,3 6-1 0,0-3 0 0,0-1 0 16,0 1 0-16,-3 2 5 0,3 1 1 0,0 2 0 0,0 0 0 16,0 3-21-16,-3-1-4 0,3 6-1 0,-4 0 0 15,1 0-9-15,0 6 10 0,0-1-10 0,0 0 10 16,0 3-10-16,-3 3 12 0,0-3-12 0,0 2 12 16,0 1-12-16,0 0 8 0,-3-4-8 0,0 4 8 15,0 0-8-15,0-3 0 0,-3 0-12 0,0-1 12 16,0 1-15-16,0 0 5 0,0 0 1 0,0-2 0 15,3-6 0-15,-6 5 0 0,6-5 0 0,0 0 0 16,0 0 9-16,0 0-8 0,0 0 8 0,0 0-8 16,-3-3 8-16,3-2-10 0,0-3 10 0,3 3-10 15,3-3-13-15,-3 0-2 0,6-3-1 0,-3 1 0 16,3-1 72-16,0 0 14 0,3-2 4 0,0 0 0 16,0 0-52-16,0-3-12 0,-3 0 0 0,2 0 0 15,-2 6 54-15,0-4 8 0,0 4 2 0,-3-1 0 16,0 6-52-16,3 2-12 0,-6 1 0 0,-3 2 0 15,6 2 0-15,-3 4 0 0,-3-1 0 0,3 5 0 16,-3 1 0-16,3 2 0 0,-3 3 0 0,0-3 0 16,0 3 0-16,0 0 0 0,0-3 0 0,0 6 0 15,-3-3 0-15,3 0 0 0,-3-1 0 0,-3 7 0 0,3-4 0 0,-3 1 0 16,3 2 0-16,-3 3 0 0,0-3 0 0,0 3 0 0,3-1 0 16,-3-1 0-1,3-4-48-15,-3 1-13 0,3-3-3 0,0-3 0 16,3 0-51-16,-3-5-10 0,3 3-3 0</inkml:trace>
  <inkml:trace contextRef="#ctx0" brushRef="#br0" timeOffset="43046.932">13954 16037 1780 0,'0'0'50'0,"0"0"12"16,0 0-50-16,0 0-12 0,0 0 0 0,0 0 0 16,-3 6 70-16,0-1 11 0,0 3 3 0,3 0 0 15,-3 0-30-15,3 2-6 0,-3 1 0 0,3 2-1 16,0 0-21-16,0 1-4 0,0 2-1 0,0-3 0 16,0 0-21-16,0 3 9 0,0-3-9 0,3 3 0 15,-3 0 0-15,0 0 0 0,3 5 0 0,-3 0 0 16,3 0-12-16,0 6-10 0,-3-1-2 0,3 1 0 15,0-1-23-15,-3-2-5 0,3-3 0 0,0 3-1 16,0-6-16-16,0-2-3 0,0-3-1 0,-3 1 0 16,3-6 5-16,-3 2 2 0,0-2 0 0,3-3 0 0,-3-5 66 15,0 6 8-15,0-6 4 0,0 0 0 16,0 0 13-16,0 0 3 0,0 0 0 0,0 0 0 0,0 0 22 0,-3-6 5 16,0-1 1-16,-3-1 0 0,3-3 12 15,0-2 2-15,-3 0 1 0,0-1 0 0,0 1-9 16,0-3-2-16,-3-2 0 0,0-1 0 0,0 6-11 0,0 0-2 15,0-1-1-15,-3 4 0 0,3 5-18 0,-2-1-4 0,2 1-1 0,-3 5 0 16,3 0 0-16,-3 5 0 0,3-2 0 16,0 5 0-16,0 2-23 0,3 1 0 0,0 0 0 15,3 2 0-15,0 0 0 0,0 0 0 0,3 1 0 0,0 1 0 16,0-1-28-16,0 2-9 16,3-3-3-16,-3 0 0 0,3 0 4 15,0 0 0-15,3-2 0 0,-3 0 0 16,3-1-6-16,-3 1-1 0,3-3 0 0,0 0 0 15,3 0 7-15,0-3 2 0,0 3 0 0,0 0 0 0,3-6 11 0,-1 4 3 0,1-4 0 0,3 1 0 16,0-3 7-16,3 0 1 0,0-3 1 0,0-2 0 16,0 0 11-16,2-1-8 0,1-1 8 0,0-1-8 15,0-3 8-15,-6 0 16 0,3 1-4 0,0-1-1 16,-4-2 30-16,4 0 7 0,-3 0 0 0,3-1 1 16,-3-2-39-16,0-2-10 0,0-1 0 0,-3-2 0 15,2 3 53-15,-5-1 9 0,0 1 2 0,0-1 0 16,-3 3 0-16,-3 0 0 0,0 3 0 0,-3 3 0 15,0-1 0-15,0 3 0 0,-6 3 0 0,0-3 0 16,0 5-52-16,-3 1-12 0,0-1 0 0,0 3 0 16,-2 0 0-16,2 5 0 0,-3-2 0 0,3 2 0 0,-3 3 54 15,3 3 8-15,3-1 2 0,-3 4 0 0,3 1-52 0,3 1-12 16,-3 0 0-16,3 3 0 0,3-1 0 16,0-2 0-16,0 3 0 0,3-4 0 15,3-1-48-15,0 2-13 0,0-6-3 0,3 3 0 16,3-5 52-16,0 0 12 0,0-2 0 0,3-4 0 15,2 1-54-15,1-1-8 0,0-4-2 0,3-1 0 0,-3 1 33 0,0-4 7 0,0-2 0 16,-1-2 1 0,-2-1-3-16,0-5-1 0,0 0 0 0,0 1 0 0,0-4 12 0,-3-2 3 0,3 0 0 0,-3-1 0 15,-4 1 12-15,4 0 0 0,-3 0 0 0,-3 2 0 16,3 4 0-16,-3-1 0 0,0 0-8 0,-3 3 8 16,0-1 48-16,0 1 13 0,-3 0 3 0,0 2 0 15,0 1 0-15,0 2 0 0,-3-3 0 0,0 3 0 16,3 3-52-16,-3 0-12 0,0 2 0 0,3 3 0 15,0 0 47-15,0 0 6 0,0 0 2 0,0 0 0 16,-3 5-37-16,0 1-7 0,0 2-2 0,0 2 0 16,3 3-9-16,0 1 0 0,0-1 0 0,0 3 0 15,0 5 0-15,0 0 0 0,0 3 0 0,3 2 0 16,-3 3 0-16,3 1 0 0,0 1 0 0,0 1 0 16,0-5-49-16,0-1-12 0,0-2-3 0,0-3 0 15,0-3-51-15,-3 1-10 0,3-6-3 16</inkml:trace>
  <inkml:trace contextRef="#ctx0" brushRef="#br0" timeOffset="43495.368">14552 16426 1976 0,'0'0'83'16,"0"0"-67"-16,0 0 58 0,-3 3 11 0,3-3 3 0,0 8 0 15,0 0-35-15,0-3-6 0,0 3-2 0,3 0 0 16,3 3-16-16,0-3-3 0,0 0-1 0,0-1 0 16,0 1-25-16,6 0 0 0,-3-2-9 0,3-1 9 15,2 0 0-15,1-2 0 0,0-1 0 0,3-2 0 16,0-2 0-16,0-1 0 0,0 1 0 0,3-4 0 16,-4 1 0-16,1-3 0 0,-3 0 8 0,3 0-8 15,-3 0 0-15,-3-2 0 16,3-1 0-16,-3 3 0 0,-1-2 52 0,-2-1 5 0,-3 0 1 0,3 3 0 15,-3 0-28-15,-3-2-6 0,3 2 0 0,-3 0-1 16,-3 0 14-16,0 3 3 0,0-3 1 0,-3 3 0 16,0-1-33-16,0 4-8 0,0-1 0 0,-3 0 0 15,0 3 48-15,0 0 7 0,-3 0 1 0,1 3 1 16,-1 2-37-16,3 1-7 0,-3 2-1 0,0-1-1 16,3 4-11-16,3 0 12 0,-3 2-12 0,3 0 12 15,3 0-12-15,0 1 0 0,0-4 0 0,3 3 0 16,0 1 0-16,0-4 0 0,3 1 0 0,0-1 0 15,3-2-10-15,-3 0 10 0,3-3 0 0,-1 1-9 16,1-4-2-16,0 4 0 0,-3-6 0 0,3 0 0 16,0 0-37-16,-3-3-7 0,3 0-1 0,0-5-1 15,-3 1-115-15,3-4-24 0,0-2-4 0</inkml:trace>
  <inkml:trace contextRef="#ctx0" brushRef="#br0" timeOffset="44244.437">15293 16281 1371 0,'0'0'28'0,"0"0"8"0,0 0-36 0,0 0 0 0,0 0 0 0,0 0 0 16,3 5 51-16,0-2 3 0,0-1 1 0,-3-2 0 16,6 3 6-1,-3 0 2-15,-3-3 0 0,3 0 0 0,3 2 9 0,-3-2 1 0,-3 0 1 0,0 0 0 16,0 0-7-16,3-2-2 0,-3 2 0 0,0 0 0 15,0 0-7-15,0 0-2 0,0 0 0 0,0 0 0 16,-3-3-12-16,-3 0-2 0,0 1-1 0,-3 2 0 16,0 2-11-16,-3 1-2 0,-3 0-1 0,4 2 0 15,-4 0-11-15,-3 3-3 0,3 0 0 0,-3 3 0 16,0-1-13-16,3 4 8 0,0-1-8 0,1 3 0 16,-1 0-12-16,6 2-8 0,-3 1-1 0,3-1-1 15,3 1 22-15,3-3 0 0,0 2 0 0,3-2 0 16,3-3 14-16,0 0 7 0,0 3 2 0,6-5 0 15,0-1-37-15,0-2-7 0,3 0-2 0,3 3 0 16,-4-6-1-16,4 0 0 0,3-2 0 0,0 0 0 16,0-1-20-16,0-4-5 0,0 2-1 0,-1-6 0 15,1 1-130-15,-3-3-27 0,3-2-5 0</inkml:trace>
  <inkml:trace contextRef="#ctx0" brushRef="#br0" timeOffset="44471.973">15668 16085 2040 0,'-3'-11'86'0,"-3"1"-69"16,0 2 107 0,0 0 20-16,1 3 5 0,-1-1 1 0,0 4-62 0,0-1-12 0,0 3-2 0,0 3-1 15,0-1-29-15,3 4-7 0,0 2-1 0,-3 0 0 16,3 2-17-16,3 1-4 0,-3 2-1 0,3 3 0 16,-3-3-6-16,6 3-8 0,-3-3 11 0,3 3-11 15,0 0 8-15,0 0-8 0,0-3 0 0,0 3 0 16,0 2 0-16,0 1 0 0,0-1 8 0,-3 4-8 15,3 4 0-15,0 1-9 0,0 2 1 0,0 2 0 16,-3-4-105-16,0-1-21 0,0 1-4 16</inkml:trace>
  <inkml:trace contextRef="#ctx0" brushRef="#br0" timeOffset="44692.287">15505 16358 2240 0,'0'-8'64'0,"0"2"12"15,3-2-60-15,0 3-16 0,2-3 0 0,1 3 0 16,0 2 61-16,3-2 10 0,0 2 1 0,3-2 1 16,0 2-29-16,0 1-5 0,3-1-2 0,0 3 0 15,0-3-18-15,-3 1-4 0,2-1-1 0,1 3 0 0,-3-3-14 16,0 1 0-16,3-1 0 0,-3 1 0 15,0-1-139-15,0 3-33 0,-3-3-8 0</inkml:trace>
  <inkml:trace contextRef="#ctx0" brushRef="#br0" timeOffset="45250.059">14924 16966 2138 0,'0'0'44'0,"0"0"12"0,0 0-45 0,0 0-11 0,0 0 0 0,0 0 0 16,0 0 76-16,0 0 12 0,0 0 4 0,-6 5 0 16,6-5-9-16,-3 6-2 0,3-6 0 0,-3 5 0 15,3 3-65-15,0-8-16 0,0 5 0 0,0 1 0 16,0 1 0-16,0-1 0 0,0-1 0 0,3 3 0 16,-3-3 0-16,3 3 0 0,-3 0 0 15,3 0 0-15,0 0 0 0,-3 3 0 16,3-1 0-16,0 1 0 0,-3 2 0 0,3-2 0 0,0 2 0 0,-3 0 0 15,3 0 0-15,-3 1 0 0,3 1 0 0,-3 1 0 16,0-2-48-16,3-1-12 16,-3 0-4-16,0 0 0 0,0-2 0 0,0-3 0 15,3 0 0-15,-3-3 0 0,0 0-84 0,0-5-16 0,0 0-4 16</inkml:trace>
  <inkml:trace contextRef="#ctx0" brushRef="#br0" timeOffset="45550.873">15269 16889 1606 0,'6'-10'33'0,"-6"10"9"15,0 0-34-15,0 0-8 0,0 0 0 0,0 0 0 16,0 0 124-16,0 0 22 0,0 0 5 0,0 0 1 16,0 0-49-16,0 0-10 0,0 0-1 0,-3 5-1 15,3-5-26-15,-3 5-5 0,0 1 0 0,0 2-1 0,3-3-19 0,0 0-4 16,0 3-1-16,0-3 0 0,0 3-18 15,3 0-3-15,-3 0-1 0,0 0 0 0,3 0-13 0,-3 0 9 0,3 0-9 16,0 0 8-16,-3 0-8 0,3 0 0 0,-3 0 0 0,3 2 8 16,-3-2-8-16,0 0 0 0,3 0 0 0,-3 0 8 15,0 0-8-15,0 3 0 16,0-1 0-16,0-2 8 0,0 3-8 0,-3-1 0 0,3-2 0 16,-3 3 0-1,3-3-28-15,-3 0 0 0,3-8-1 0,0 5 0 16,0-5-115-16,0 0-24 0,0 0-4 0</inkml:trace>
  <inkml:trace contextRef="#ctx0" brushRef="#br0" timeOffset="48105.047">13355 11693 1824 0,'-5'2'76'0,"-4"1"-60"15,0 0 89-15,-3-3 19 0,3 0 3 0,-6 2 1 16,0 1-52-16,-3 0-9 0,0-3-3 0,-2 5 0 16,-4-5-48-16,0 2-16 0,0 1 10 0,0 0-10 15,0-1 0-15,1-2 0 0,-1 3 0 0,0 0 0 16,3-1 8-16,0 1 10 0,3 0 2 0,-5-1 0 16,-1 1-10-16,0 0-2 0,-3-1 0 0,-5 1 0 15,2 0 7-15,-6 2 1 0,-3-3 0 0,4 4 0 16,2-1 3-16,0 0 1 0,3 3 0 0,1 0 0 15,2-2-20-15,0 1 0 0,3-1 0 0,-3 2 0 16,4 0 0-16,-4 0 0 0,0-1 0 0,3 4 0 16,0 0 8-16,1 2-8 0,5 0 12 0,-3 0-12 15,6 1 0-15,3-1 0 0,0 3 0 0,3 0-12 16,3-3 60-16,3 0 13 0,-3 3 3 0,6-3 0 16,0 0-52-16,6 1-12 0,-3-1 0 0,3 0 0 15,0 0 0-15,0-2 0 0,3 2 0 0,3-2 0 16,-3 2-11-16,3-3-5 0,3 4 0 0,-3-1-1 15,0 0 17-15,-1 3 0 0,1 0 0 0,-3 5 0 16,3 0 0-16,-3 8 0 0,-3 0 0 0,3 6 0 0,-3-3 0 16,3-1 0-16,-3 4 0 0,0 2 0 15,-3-3 0-15,3 1 14 0,0 2-2 0,0 2-1 16,-3 4-2-16,3 2 0 0,-3 2 0 0,-1 4 0 16,4-4-9-16,-3-4 0 0,0 2 9 0,0-1-9 0,0 7 8 15,0-1-8-15,0 6 10 0,0-1-10 0,-3-7 10 0,3-1-10 16,-3-2 10-16,0 6-10 0,0-1 8 0,0 3-8 15,0 2 0-15,0 6 9 0,-3-10-9 0,0-1 10 0,3 0-10 16,-3 3 10-16,0 0-10 0,0 3 10 0,0-1-10 0,0 6 10 16,0-11-10-16,0 1 0 0,0-1 0 0,1 3 0 15,2-3 0-15,-3 3 0 0,3 0 0 0,0 5 0 16,-3-10 0-16,3-3 0 0,0-3 8 0,-3 8-8 16,3-5 0-16,0 3 0 0,0 5 0 0,0-6 0 15,0-2 0-15,-3-5 0 0,0-3 0 0,0 3 8 16,3-3-8-16,-6 5 0 0,3 1 0 0,0 2 0 15,0-8 0-15,0 0 0 0,0 0 8 0,0-3-8 16,0-5 0-16,0 0 0 0,3-2 9 0,-3-1-9 16,0 1 0-16,3 2 0 0,-3 2 0 0,3-1 0 15,-3 1 0-15,3 1 0 0,0 0 0 0,-3 0 0 16,3-6 0-16,0 1 0 0,0-6 0 0,-3 0 0 16,3-3 0-16,0 1 0 0,-3-1 0 0,3 1 8 15,-3-1-8-15,3-2 0 0,0 3 0 0,-3-1 0 16,3 4 0-16,0-1 0 0,-3 0 0 0,0 0 0 15,3 3 0-15,0-6 0 0,-3 4 0 0,3-4 0 16,0 1 0-16,0-6 0 0,0 3 0 0,0-3 0 16,0-2 0-16,0-1 0 0,3 1 0 0,-3-3 0 15,0 0 0-15,0 0 0 0,3-3 0 0,-3 3 0 0,0-3 0 16,0-2 0-16,0 2 0 0,3 0 0 0,-3-5 0 16,0 8 0-16,0-8 0 0,3 3 0 15,-3-3 0-15,0 5 0 0,0-5 0 0,3 5 0 0,-3-5 0 16,3 6 0-16,0-1 0 0,-3-5 0 0,3 3 0 0,-3-3 0 15,3 2 0-15,3 1 0 0,-3 0 0 0,0-1 0 16,3 1 0-16,-3 0-8 0,3-3 8 16,0 2 0-16,0-2 0 0,0 0 0 0,0 0 0 0,0 0-8 15,-1 0 8-15,4 0 0 0,-3 0 0 0,3 0-8 0,0 0 8 0,0-2 0 16,0 2 0-16,3-3 0 16,0 3 0-16,0 0-8 0,3-3-18 0,3 3-3 15,-1-2-1-15,1-1 0 0,3 3 47 0,0-3 10 16,3 1 1-16,0 2 1 0,-1-3-29 0,1 3 0 0,0-3 0 0,-3 1 0 15,0-1 0-15,0 3 0 0,-4-3 0 0,1 1 0 16,0 2-17-16,-3 0-10 0,3 0-1 0,-3 0-1 16,3 0 29-16,-4 0 0 0,4 0 0 0,0 0 0 15,-3 0 18-15,0 0 10 0,3 0 1 0,0 0 1 16,-3 0-30-16,-1 0 0 0,1 0 0 0,0 0 0 16,0 0 0-16,0 0 0 0,0 0 0 0,-3 0 0 15,0 0 0-15,0 0 0 0,-1 0 0 0,-2-3 0 16,3 3 0-16,-3 0 8 0,0-3-8 0,0 3 0 15,0-2 0-15,-3-1-8 0,3 3 8 0,-3-2-13 16,0-1-19-16,3-2-4 0,0 2-1 0,0 0 0 16,0-2-114-16,-1 2-22 0,4-2-5 0</inkml:trace>
  <inkml:trace contextRef="#ctx0" brushRef="#br0" timeOffset="49294.269">10296 13598 1586 0,'0'0'44'0,"0"0"12"0,0 0-45 0,0 0-11 0,3-3 0 0,-3 3 0 16,2-5 45-16,4 2 7 0,-3 1 2 0,-3 2 0 15,6-3 10-15,-3 3 3 0,3-3 0 0,0 1 0 16,0 2-11-16,0 0-1 0,3-3-1 0,-3 3 0 16,3 0-16-16,0 0-3 0,3-3-1 0,-3 3 0 15,0 0-14-15,3 0-4 0,-1 0 0 0,1 0 0 16,-3 0 2-16,3 0 0 0,0 0 0 0,0-2 0 15,0 2-18-15,3-3 10 0,-3 0-10 0,3 3 8 16,2-2 12-16,1-1 3 0,3 0 0 0,3 3 0 16,0 0-9-16,0-2-2 0,-1 2 0 0,4 0 0 15,-3 0-12-15,3 0 11 0,-3 0-11 0,-4-3 10 16,1 3-10-16,-3-2 0 0,0 2 9 0,0 0-9 16,0-3 0-16,0 3 0 0,-1-3 0 0,4 3 0 15,0 0 0-15,3-2 0 0,0 2 0 0,0 0 8 16,2 0-8-16,-2 0 0 0,0 0 8 0,0 0-8 15,-3 0 9-15,-1 0-9 0,-2 0 12 0,0 0-12 16,-3 0 13-16,0 0-4 0,3 0-1 0,-6 0 0 16,0 0-8-16,3 0 0 0,-1-3 9 0,-2 3-9 15,6-3 0-15,-3 3 0 0,3-2 0 0,3-1 0 0,-3 0 12 16,2 1-3-16,1-4 0 0,3 6 0 0,-3-2-9 16,-3-1 0-16,3 0 0 0,-4 3 8 15,4 0-8-15,-6-2 10 0,0 2-10 0,3-3 10 16,-6 3-2-16,0-2-8 0,0 2 12 0,0-3-4 15,-1 0-24-15,-2 1-6 0,0 2-1 0,3-3 0 0,-3 0 70 0,3 3 13 16,0-2 4-16,0 2 0 0,0-3-52 0,0 3-12 0,0-3 0 16,0 3 0-1,-1 0-18-15,4 0-6 0,-3 0-2 0,3 0 0 0,-3 0 26 0,3 0 0 0,0 0 0 0,0 3 0 16,-3-3 0-16,-1 3 0 0,4-3 0 0,-3 2 0 16,-3-2 0-16,3 3 0 0,0-3 0 0,-3 3 0 15,0-3 0-15,0 2 0 0,0-2 0 0,0 0 0 16,-3 0 0-16,3 0 0 0,-4 0 0 0,1 0 0 15,3 0 0-15,-3 0 0 0,0 0 0 0,3 0 0 16,-3-2 23-16,3 2 0 0,-3 0 0 0,0-3 0 16,3 0-23-16,-3 3 0 0,3-2 0 0,-3 2 0 15,3-3 0-15,-3 3 0 0,3-3 0 0,-1 3 0 16,-2 0 0-16,3-2 0 0,0 2 0 0,0 0 0 16,0-3-11-16,0 3-6 0,0-3-2 0,0 3 0 15,0 0 19-15,0-2 0 0,3 2 0 0,-3-3 0 16,-3 3 0-16,3 0 0 0,2-3 0 0,-2 3 0 15,-3 0 0-15,3 0 0 0,0 0 0 0,-3 0 0 16,3 0 16-16,-3 0 1 0,0 0 0 0,-3 0 0 16,3 0-25-16,0 0-6 0,-3 0-1 0,3 0 0 15,0 0 15-15,-3 0 0 0,3 0 0 0,-3 0 0 16,3 0 0-16,-3 0 0 0,0 0 0 0,2 0 0 16,-5 0 0-16,3-2-12 0,-3 2 0 0,3 0 0 15,0-3-39-15,0 3-7 0,3-2-2 0</inkml:trace>
  <inkml:trace contextRef="#ctx0" brushRef="#br0" timeOffset="52551.408">10962 12987 1957 0,'-3'-8'82'0,"0"2"-66"16,0-2 92-16,3 6 17 0,-3-4 4 0,3 6 1 16,-3-5-31-16,3 5-7 0,0 0 0 0,0 0-1 15,0 0-73-15,0 0-18 0,0 0 0 0,0 0 0 16,0 0 55-16,-3 3 7 0,-3 5 2 0,3 0 0 16,1 0-64-16,-1 2 0 0,0 3-14 0,0 1 2 15,3 4 12-15,0 1 0 0,-3 5 0 0,3-1 0 16,0 1 0-16,3 0 0 0,-3 2 0 0,6 1 0 15,-3-3-16-15,2-6 0 0,-2 3-1 0,3-5 0 16,3-3-15-16,0-2-4 0,-3 0 0 0,3-3 0 16,0-3 36-16,0 3 0 0,0-6 0 0,0 4 0 15,-3-4 0-15,3-2 0 0,0 0 0 0,-3-2 0 16,3-1 0-16,-1-2 0 0,1 0 10 0,-3-1-2 16,0-2 6-16,0 0 2 0,0 0 0 0,0-2 0 15,-3-1 4-15,0-2 0 0,3 0 1 0,-6 2 0 16,3-2-1-16,-3 0 0 0,0 0 0 0,0 2 0 15,0 0 16-15,0 3 2 0,-3 3 1 0,3 0 0 16,0 5-11-16,0 0-3 0,0 0 0 0,0 0 0 16,0 8-25-16,0 0 0 0,3 5 0 0,-3 3 0 0,6 0 0 15,-3 2 0-15,0-2 0 0,3 3 0 16,0-4-46-16,3 1-14 0,-3-2-4 0,3-1 0 0,3-3 51 0,-3 1 13 16,2-3 0-16,1 3 0 0,-3-6-18 0,0 0 2 15,3 0 0-15,-6 1 0 0,3-4 16 0,-3 1 0 16,0-3 0-16,-3 0 0 0,3-3 0 0,0 1 9 0,0-1-1 0,-3-2 0 15,0-1 52-15,3-1 11 0,-3-1 1 0,0 0 1 16,0-3-58-16,0 0-15 0,0-2 0 0,0-3 0 16,-1-5 0-16,1 0 0 0,0-3 0 0,0-2 0 15,0-1 0-15,3 1 0 0,-3-1 0 0,3 4 0 16,0 1 0-16,0 4 0 0,0 2 0 0,0 3 0 16,0-3-49-1,0 3-13-15,3 2-2 0,-3-2-1 0,3 0-223 0</inkml:trace>
  <inkml:trace contextRef="#ctx0" brushRef="#br0" timeOffset="64813.644">16564 11552 851 0,'0'0'36'0,"0"0"-36"16,0 0 109-16,0 0 15 0,0 0 4 0,0 0 0 15,0 0-103-15,0 0-25 0,-6 3 0 0,6-3 0 16,-6 3 56-16,6-3 7 0,-6 2 1 0,6-2 0 16,-3 6 0-16,3-6 0 0,-6 2 0 0,1 4 0 15,5-6-52-15,-3 5-12 0,3-5 0 0,-3 5 0 16,3-5 54-16,0 0 8 0,0 0 2 0,-3 5 0 15,3-5-21-15,0 6-4 0,0-6-1 0,0 5 0 16,3 0-10-16,0 1-1 0,2-4-1 0,-2 1 0 16,3 0 30-16,0-1 7 0,0-2 1 0,0 3 0 15,3-3-52-15,0 3-12 0,3-3 0 0,0 2 0 16,0-2 0-16,6 0 0 0,0 0 0 0,5 0 0 16,1 0 12-16,3 0 0 0,3 0 0 0,3 0 0 15,-4-2-2-15,-2 2-1 0,3-3 0 0,3 0 0 16,-4 1-1-16,1 2-8 0,3-3 12 0,3 0-4 15,-1 1-8-15,4 2 12 0,3-6-12 0,-1 4 12 16,-2-1-12-16,-6 3 8 0,0-3-8 0,5 3 8 16,-2 0 3-16,0 0 0 0,5 0 0 0,1 3 0 0,0-3 1 15,-1 0 0-15,1 0 0 0,0 3 0 0,-4-3-2 0,1 0 0 16,-3 0 0-16,2 0 0 0,4 0-1 0,0 0 0 0,2 0 0 16,1 0 0-16,-3 0-1 0,-4 0-8 15,1 0 12-15,0 0-4 0,0 0-8 0,-1-3 0 16,4 3 9-16,3-3-9 0,-7 3 0 0,4 0 0 0,0-2 0 15,-4 2 8-15,1-3-8 0,-6 3 0 0,-3 0 0 16,2 0 8-16,1 0-8 16,0 0 0-16,0 0 0 0,-1 0 0 0,-5 0 0 0,0 3 0 15,0-3 0-15,-4 0 0 0,-2 2 8 0,-3-2-8 0,-3 0 8 0,-3 3-8 16,0-3 0-16,-3 0 9 0,-3 3-9 0,0-1 0 16,-6-2 0-16,0 0 0 0,0 0 0 0,0 0 0 15,0 0-30 1,0 6-10-16,0-1-1 0,-3 0-1 0,-3 3-126 0,0-3-24 15,-3 1-6-15</inkml:trace>
  <inkml:trace contextRef="#ctx0" brushRef="#br0" timeOffset="65835.382">16567 15969 1348 0,'0'0'28'0,"-6"2"7"0,0 4-35 0,6-6 0 0,-6 2 0 0,6-2 0 16,-6 5 68-16,0-2 6 0,6-3 2 0,-5 3 0 16,5-3-22-16,-3 5-4 0,3-5-1 0,-6 5 0 15,6-5 1-15,-3 6 0 0,3-6 0 0,0 5 0 16,0 0-29 0,0 1-5-16,0-1-2 0,3 0 0 0,0 0 3 0,3-2 1 0,-4 2 0 15,4-2 0-15,0 0-29 0,0 2-5 0,3-5-2 0,0 3 0 16,0-1 42-16,0 1 9 0,3-3 2 0,3 3 0 15,-3-3-24-15,6 0-11 0,-1 0 10 0,1 0-10 16,3 0 8-16,0 0-8 0,0 0 0 0,3-3 0 16,-3 3 0-16,2 0 0 0,-2-3 0 0,0 1 0 15,0 2 0-15,3 2 0 0,-4 1 0 0,7 0 0 16,0-3 24-16,6 5-2 0,3-5 0 0,-1 2 0 16,4-2 10-16,0-2 1 0,2-1 1 0,4 1 0 15,-3-1-26-15,-4-2-8 0,-2 2 0 0,6-2 0 16,-1-1 8-16,7 4-8 0,3-4 0 0,-1 1 0 15,-2 0 0-15,-6 0 0 0,-1 2 0 0,4-2 0 16,2-1 0-16,1 4 0 0,3-4 8 0,2 4-8 16,-8-1 0-16,-3-2 0 0,-1-1 0 0,1 4 0 15,3-1 26-15,-1 1-2 0,7-1 0 0,-4 0 0 16,-2 1-24-16,-3-4 0 0,-4 4 0 0,7-1 0 16,-9 0 0-16,0 1 0 0,-4-4 0 0,4 4 0 15,0-1 11-15,-1 0-3 0,1 1-8 0,-3 2 12 16,-3-3-12-16,-4 3 8 0,1-2-8 0,-6 2 0 0,0 0 0 0,-6 0-10 15,0-3 0-15,-6 3 0 0,0-3-12 0,0 1-2 16,-4-1-1-16</inkml:trace>
  <inkml:trace contextRef="#ctx0" brushRef="#br0" timeOffset="67002.74">19782 13029 1337 0,'0'0'28'0,"0"0"6"15,0 0-34-15,0 0 0 0,3-3 0 0,0-2 0 16,3 2 109-16,0 1 15 0,0-1 4 0,0 0 0 16,6 1-63-16,0 2-12 0,2-3-2 0,4 0-1 15,3 3 14-15,3 0 4 0,3 0 0 0,5 0 0 16,1 3-11-16,3 0-1 0,3-3-1 0,-1 2 0 16,4-2-21-16,3 3-4 0,2-3-1 0,4 3 0 15,-3-3-14-15,5 0-3 0,-2 2-1 0,5 1 0 16,-2 0-26-16,-1-3-5 0,4 2 0 0,-3 1-1 0,-7 0 68 15,1 2 13-15,-4 0 4 0,1 0 0 16,-6-2-52-16,-3 2-12 0,-1-2 0 0,-2 2 0 16,-3 1-32-16,-3-1-10 0,-1-2-2 0,-2 2 0 15,-3 0-76-15,-6 0-16 0,-3 1-4 0</inkml:trace>
  <inkml:trace contextRef="#ctx0" brushRef="#br0" timeOffset="67566.496">19797 14180 1552 0,'0'0'44'0,"0"0"10"0,6 0-43 16,3 3-11-16,-3-3 0 0,3 0 0 0,6 0 84 0,-1 2 16 0,4-2 2 0,0 0 1 16,6 0-32-16,3 0-7 0,0 0 0 0,2 0-1 15,1-2-30-15,3 2-5 0,-3-3-2 0,-1 3 0 16,1-3-26-16,0 3 0 0,0 0 0 0,-1-2 0 15,7 2 17-15,-3-3-1 0,3 0-1 0,2 3 0 16,-5-2-24-16,0-1-5 0,-1 0-1 0,-2 1 0 16,0 2 15-16,-6 0 0 0,0-3 0 0,-1 3 0 15,-2 0 0-15,3-3 0 0,0 3 0 0,0 0 0 16,0 0 15-16,2-2 5 0,-2 2 2 0,0 0 0 16,3-3-22-16,-3 1 0 0,-1-1-12 0,1 0 4 15,-3 1-34-15,-3-1-6 16,0 0-2-16,0 1 0 0,-4-1-137 15,-2 0-27-15</inkml:trace>
  <inkml:trace contextRef="#ctx0" brushRef="#br0" timeOffset="68539.109">20764 12616 1579 0,'-12'-5'32'0,"-3"2"10"0,7 1-34 0,-1-1-8 0,3-2 0 0,0 2 0 16,0 0 53-16,6 3 9 0,0 0 2 0,0 0 0 16,0 0 21-16,0 0 5 0,0 0 1 0,0 0 0 15,0 0-43-15,0 0-9 0,0 0-2 0,0 0 0 16,6 3 10-16,0-3 1 0,3 0 1 0,0 5 0 16,2-2-27-16,1 0-6 0,3-1 0 0,0 6-1 15,3-3 13-15,-3 3 4 0,3 0 0 0,-3 0 0 16,2 3-21-16,1 2-11 0,0 0 12 0,-3 1-12 15,0 1 28-15,0 1-2 0,0 0 0 0,-3 3 0 0,0-1-34 0,2 3-8 16,1 1 0-16,0-1-1 0,0-3 27 0,3 1 6 16,0-3 0-16,0 2 1 0,-1 1-17 15,4-3-16-15,0-1 4 0,-3 7 0 0,3-4 12 0,-3 3 0 0,0 0 0 0,-4 6 0 16,1-1 0-16,-3 1 0 0,3 2 8 16,-3 0-8-16,-3 0 0 0,0-5 0 0,3 0 8 15,-6-3-8-15,0 0 0 16,0 0 0-16,0 0 0 0,-3-2 0 0,0-1 0 0,0 1 0 0,0 0 0 0,-3 2 0 15,2 0 9 1,-2 0-9-16,0 3 0 0,0 0 9 0,0-1-9 0,0 1 0 0,3-3 0 0,-3 3 8 16,0-3-8-16,0 1 0 0,0-4 0 0,0 1 0 15,0-1 0-15,-3-2 0 0,3 0 0 0,0 0 0 16,-2 0 0-16,-1-3 0 0,-3 3 0 0,3 0 0 16,-3-3 0-16,0 3 0 0,0 0 0 0,0 2 0 15,-3-2 0-15,0 5 8 0,0-2-8 0,0 2 8 16,0 0-8-16,0-2 0 0,0 2 0 0,0 0 0 15,0-3 0-15,0-2 0 0,1 0 0 0,-1 3 0 16,0-6 0-16,0 0 0 0,0-2 0 0,0 2 8 16,0-2-8-16,0-1 0 0,0 3 0 0,0-2 0 15,0 0 0-15,0 2 0 0,3-3 0 0,-3 1 0 16,-2 2 0-16,2 0 0 0,0 1-12 0,0-1 12 16,3 0 0-16,-3 0 0 0,0 1 0 0,0 1 0 15,0-1 0-15,3 2 0 0,0-3 0 0,0 0 0 16,-3 0 0-16,3 0 0 0,-3 1 0 0,3-4 0 15,1 1 0-15,-4-1 0 0,0 1 0 0,3-3 0 16,-3 0 0-16,-3 0 0 0,3 0 0 0,-3-3 0 16,3 3 0-16,-3-3 0 0,0 1 0 0,0-1 0 0,3 0 0 15,-2 0-9-15,-1-2 0 0,3 2 0 16,-3-2-15-16,0-3-2 0,3 5-1 0,-3-5 0 16,6 3-23-16,-3-3-5 0,0 0-1 0,3 0 0 15,0 0-140-15,0 0-29 0,3 0-6 0</inkml:trace>
  <inkml:trace contextRef="#ctx0" brushRef="#br0" timeOffset="69233.745">20740 14624 1326 0,'6'0'28'0,"-3"0"5"16,3 0-33-16,0-2 0 0,0 2 0 0,3-3 0 15,0 3 64-15,3 0 7 0,0-3 1 0,-3 3 0 0,6 0-20 0,-3-2-3 16,3 2-1-16,-1-3 0 16,1 1-23-16,0-1-5 0,3 0 0 0,-3 1-1 0,3-1-7 0,-3 0-2 15,0 1 0-15,2-1 0 0,1 0-22 0,0 1-5 0,0-1-1 16,3 0 0-16,0-2 36 0,2 3 7 0,1-4 2 16,0 1 0-16,0-3-19 15,-3 3-8-15,3-1 8 0,-4-2-8 0,-2 1 14 0,3-4-2 16,-3 3-1-16,0-3 0 0,-3 1 23 0,-3-1 5 15,-1-2 1-15,4 0 0 0,-3 0 10 16,0-3 2-16,0 0 1 0,3 0 0 0,0 0-17 0,0-2-3 0,0 2-1 16,2 2 0-16,4 1-13 0,-3 0-3 0,6 2-1 15,-3 1 0-15,-3-1 1 0,3 1 0 0,-1-1 0 0,1 0 0 16,-3 4 5-16,0-1 2 0,0-3 0 0,-3 0 0 16,0 3-7-16,-1 1-2 0,1-1 0 0,-3-3 0 15,3 0-1-15,-3 4 0 0,0-4 0 0,3 0 0 16,0 1-4-16,0-6-1 0,2 3 0 0,1-6 0 15,3 3-8-15,0-5 0 0,0 3 0 0,3-4 0 16,-4 4 0-16,1-1 0 0,0 3 0 0,3-2 0 16,-6 5 53-16,-3-1 9 0,3 4 2 0,-4-1 0 15,-2-2-52-15,0 5-12 0,3-2 0 0,-3-1 0 16,-3 3 0-16,0-3 0 0,0 4 0 0,0-1 0 16,0 0 0-16,0 0 0 0,0 2 0 0,-4-2 0 15,4 3 0-15,-3-3 0 0,3 0 0 0,-3 3 0 16,0-3 0-16,0 0 0 0,3 3 0 0,-3-3 0 15,0 0 0-15,0 3 0 0,3-3 0 0,-3 0 0 16,0 0-48-16,0 0-13 0,-3 0-3 0,0 0 0 16,0 0-52-16,0 0-10 0,0 0-2 0</inkml:trace>
  <inkml:trace contextRef="#ctx0" brushRef="#br0" timeOffset="70174.973">20708 12534 1314 0,'6'0'56'16,"0"0"-45"-16,0 0 35 0,0 0 7 0,2 0 2 0,1 0 0 15,3 0 1-15,0 0 0 0,0 0 0 0,3 0 0 16,0 0-5-16,0 0-1 0,3 0 0 0,-1 0 0 16,1 3-9-16,3-3-1 0,-3 2-1 0,3 1 0 15,-3-3-8-15,3 3-2 0,-4 2 0 0,7-2 0 16,0 2-5-16,3-2 0 0,3 2-1 0,5 0 0 16,-2 3-7-16,3-3 0 0,-1 3-1 0,1 3 0 15,-3-3 5-15,0 2 2 0,-4-2 0 0,4 6 0 16,0-1 12-16,3 0 2 0,2 0 1 0,1 6 0 15,-3-3-37-15,-1 2-15 0,1 1 1 0,-3 2 0 16,-3-3 14-16,-3 1 0 0,-4-1 0 0,1 4 0 16,-3-7 13-16,0 1-1 0,3 0 0 0,-1 0 0 15,-2-3-12-15,3 1 0 0,-3-1 0 0,3 0 0 16,-3-2 0-16,-4 2 0 0,4-3 0 0,-3 4 0 16,-3-1 0-16,3-3 0 0,-3 4 0 0,-3-1 0 15,0-2 0-15,-3 4 0 0,-1-1 0 0,1 2 0 16,-3-3 0-16,3 0 0 0,-3 0 0 0,0 0 0 15,0 1 0-15,-3-1 0 0,0-3 0 0,3 1 0 16,-3 0 0-16,3-1 0 0,-3 1 0 0,0-1 0 16,3-2 0-16,-3 3 0 0,3-3 0 0,-3 2 0 15,3-2 0-15,-3 0 0 0,3 0 0 0,0 0 0 16,3-3 0-16,-4 3 0 0,1 0 0 0,0-2 0 16,3 2 54-16,0 0 8 0,-3-3 2 0,3 0 0 15,-3 3-64-15,3-3-15 0,0 1-1 0,-3-1-1 0,3 0 17 0,-3 1 9 16,3-1-1-16,-3 0 0 0,0 0 0 0,0 1 0 0,2-4 0 0,-2 6 0 15,0-2-8-15,0-4 0 0,0 3 0 0,0 3 0 16,0-2 0-16,0-4 0 0,0 4 0 0,0-1 0 16,0 0 0-16,0 1 0 0,0-1 0 0,0 0 0 15,-3 0 0-15,3 1 0 0,0-1 0 0,0 0 0 16,-3 1 0-16,3-4 0 0,-3 4 0 0,0-4 0 16,0 1 0-16,0-1 0 15,-3-2 0-15,3 6 0 16,-3-6-46-16,0 0-14 0,0 0-4 0</inkml:trace>
  <inkml:trace contextRef="#ctx0" brushRef="#br0" timeOffset="70791.947">22488 13561 1094 0,'-3'-6'23'0,"0"4"5"0,3-3-28 16,0-1 0-16,-3 4 0 0,3-4 0 0,0 6 56 0,-3-2 7 0,3 2 1 0,0 0 0 16,0 0 0-16,0 0 0 0,0 0 0 0,0 0 0 15,0 0 0-15,0 0 0 0,0 0 0 0,0 0 0 16,0 0 0-16,0 0 0 0,0 0 0 0,0 0 0 16,6 0-52-16,0 0-12 0,3 2 0 0,0-2 0 15,0 3 54-15,-1 0 8 0,4-3 2 0,0 2 0 16,-3-2-52-16,3 0-12 0,0 3 0 0,0-3 0 15,0 0 0-15,0 0 0 0,3-3 0 0,-1 3 0 16,4-2 54-16,3 2 8 0,3-6 2 0,3 6 0 16,0-2-55-16,2-1-9 0,4 0 0 0,0 1 0 15,-3-1 0-15,-1 0 0 0,-2 1 0 0,3-1 0 16,0-2 0-16,2 2 0 0,1-2 0 0,3 0 0 16,3 2 0-16,2 0 0 0,1 3 0 0,6 3 0 15,-4-3 20-15,1 3 1 0,-1-3 1 0,7 2 0 16,0 4 12-16,2-4 2 0,4 3 1 0,5 3 0 15,-5-2-29-15,-4-4-8 0,-2 4 0 0,3-1 0 16,-4 0 0-16,1 3 0 0,2-3 0 0,-2 3 0 16,-3-2 0-16,-4-4 8 0,-5 4-8 0,3-4 0 15,-4 1 0-15,1 0 9 0,0-3-9 0,-6 2 0 16,-1-2-12-16,-5 0-10 0,-3-2-2 0,-3 2 0 16,-6-3-1-16,-1-2-1 0,-2-1 0 0,-3 1 0 15,-3 0-38-15,-3-3-8 0,0 0-2 0</inkml:trace>
  <inkml:trace contextRef="#ctx0" brushRef="#br0" timeOffset="72115.955">22452 13510 1549 0,'0'0'44'0,"0"0"9"0,0 0-42 0,0 0-11 0,0 0 0 0,0 0 0 16,0 6 65-16,-3 2 11 0,3-3 3 0,-3 0 0 15,3 3-31-15,-3 3-5 0,0-3-2 0,-3 2 0 16,3 1-25-16,-3-3-6 0,3 2-1 0,-3 4 0 16,0-4-25-16,3 1-4 0,-3-3-2 0</inkml:trace>
  <inkml:trace contextRef="#ctx0" brushRef="#br0" timeOffset="72739.864">23583 14005 2030 0,'0'0'57'0,"0"0"14"0,0 0-57 0,0 0-14 0,0 0 0 0,0 0 0 15,6-2 54-15,3-1 8 0,0 0 2 0,0 3 0 16,6-2 0-16,0 2 0 0,5 0 0 0,-2 2 0 15,0-2 0-15,3 0 0 0,-3 3 0 0,0-3 0 16,0 3-52-16,-1-1-12 0,1 1 0 0,0 0 0 16,-3-1 0-16,3 3 0 0,0-2 0 0,0 2 0 15,-1-2 0-15,-2 2 0 0,3-2 0 0,-6 2 0 16,0 1 24-16,-3 2 3 0,0-3 0 0,-6 0 0 16,0 3 8-16,-3 0 1 0,-6-3 1 0,0 3 0 15,-3 3-29-15,-3-3-8 0,-3 2 0 0,0 1 0 16,0 0-50-16,-2 2-11 0,-1-3-3 0,0 4 0 15,0-4 52-15,0 3 12 0,3 1 0 0,-3-1 0 16,1 0 8-16,2 0 4 0,-3 1 0 0,3-1 1 16,3-3-13-16,3 4-18 0,3-4 4 0,0 3 1 15,3-2 13-15,3 0 0 0,3-1 0 0,3 1 0 16,0-1 0-16,3-2 0 0,3 0 0 0,0-3 0 16,0 1 0-16,3-4 0 0,0 1 0 0,-1 0 0 15,1-1 0-15,3-2 0 0,0 0 0 0,3 0 0 16,0 0 0-16,2 0 0 0,1 0 0 0,3 0 0 15,0 0 0-15,-3 0 0 0,2 0 0 0,-2 0 0 16,0 0 0-16,-3 0 0 0,-3 0 0 0,0 0 0 0,-3 0 0 0,-1-2 0 16,-2 2 0-16,-3 0 0 15,0-3-105-15,-3 3-19 0,0-3-3 0</inkml:trace>
  <inkml:trace contextRef="#ctx0" brushRef="#br0" timeOffset="74195.624">19038 11632 1512 0,'0'0'43'0,"0"0"9"16,0 0-42-16,0 0-10 0,-6 5 0 0,6-5 0 15,-3 5 62-15,0 1 10 0,0-4 3 0,0 4 0 16,0-1-10-16,3 0-1 0,-3 3-1 0,0-3 0 15,3 3-50-15,0-2-13 0,0 2 0 0,0 2 0 16,0-2 49-16,3 3 5 0,-3-1 1 0,3 1 0 16,0 2-37-16,-3-2-7 0,0 2-2 0,3 0 0 15,-3 0-9-15,0 6 0 0,3-1 0 0,-3 1 0 0,0 2 0 16,0 3 0-16,3-3 0 0,-3 3 0 0,0 0 0 0,0-3 0 16,3 0 0-16,-3 3 0 15,0-6 0-15,0 1 0 0,0-1 0 0,0-2 0 0,0 0 0 0,0 0 0 0,0 3 0 16,-3-4 0-16,3 1 53 0,0 0 9 0,0 0 2 0,-3 3 0 15,3-1-64-15,-3 1-10 0,3 2-3 0,-3-3-1 16,3 1 22-16,-3-1 5 0,3 4 1 0,0-4 0 16,0-2-14-16,0 0 0 0,0 0 0 0,0 0 0 15,0-3 0-15,0 0 0 0,0-2 0 0,0 2 0 16,0-3 0-16,0 1 0 0,0 0 0 0,0-1 0 16,0 1 0-16,0-3 0 0,0 2 0 15,0 1 0-15,0-1 0 0,0 1 0 0,0-3 0 0,0 3 0 16,0-1 0-16,0 3 0 0,0-2 0 0,0 2 0 15,0-2 0-15,0 2 0 0,0-2 0 0,0 2 0 16,0 0 0-16,3-2 0 0,-3 2 0 0,0-3 0 16,3 1 0-16,-3 2 0 0,0-2 0 0,3-1 0 15,-3 1 0-15,3 0 0 0,0-3 0 0,-3 2 0 16,3-2 0-16,0-3 0 0,-3 3 0 0,3 0 0 16,0-2 0-16,-3 1 0 0,3-1 0 0,0-1 0 15,-3 0 0-15,3 1 0 0,0-1 0 0,0 0 0 16,0-2 0-16,-3-3 0 0,3 5 0 0,0 0 0 15,0-2 22-15,3 2 2 0,-6-5 0 0,2 6 0 0,1-4-39 16,3 4-7-16,-3-4-2 0,3 1 0 0,0 0 24 0,0 2 0 16,0-5 0-16,-3 2 0 0,3 1 0 15,0 0 0-15,0-1 0 0,0 1 0 0,0 0 0 0,0-3 0 0,0 2 0 0,0 1 0 16,0 0 0-16,3-1 0 16,-3 1 0-16,0 0 0 0,3-1 0 15,-4-2 0-15,4 3 0 0,-3-3 0 0,3 0 0 0,0 0 0 0,0 3 0 0,-3-3 0 16,6 0 14-16,-3 0 7 0,0 0 2 15,0 0 0-15,0 0-37 0,0 2-7 0,3-2-2 0,-6 0 0 16,2 0 23-16,1 0 0 0,-3 0 0 0,0 0 0 16,3 0 0-16,-3 0 0 0,3 0 0 0,0 0 0 15,0 0 0-15,-3 0 0 0,3 0 0 0,0 0 0 16,0-2 0-16,3 2 0 0,-3 0 0 0,2-3 0 16,1 3 14-16,-3 0 7 0,3-3 2 0,0 3 0 15,0-2-37-15,3 2-7 0,-3-3-2 0,0 3 0 16,0-3 38-16,2 3 7 0,-2-2 2 0,0 2 0 15,0-3-39-15,3 3-7 0,-6-3-2 0,3 3 0 16,0 0 24-16,-3-2 0 0,0 2 0 0,0 0 0 16,0-3 0-16,-1 3 0 0,1 0 0 0,-3 0 0 15,0 0 0-15,3 0 0 0,-3 0 0 0,-3 0 0 16,3 0 0-16,-3 0 0 0,3 0 0 0,-3 0 0 16,3 0 47-16,-3 0 13 0,-3 0 4 0,3 0 0 15,3 0-52-15,-3 0-12 0,-3 0 0 0,3 0 0 16,-3 0-48-16,6 0-13 0,-6 0-3 0,0 0 0 15,3 0 52-15,-3 0 12 0,0 0 0 0</inkml:trace>
  <inkml:trace contextRef="#ctx0" brushRef="#br0" timeOffset="75929.036">18892 15881 1018 0,'0'0'43'16,"6"0"-35"-1,0 0 72-15,0-2 13 0,0 2 3 0,3-3 1 16,-3 0-33-16,0 3-6 0,0-2-2 0,3-1 0 16,-4 3-12-16,1 0-4 0,3 0 0 0,-3 0 0 0,3 3-12 15,-3-3-2-15,3 2-1 0,0-2 0 0,0 0-6 0,0 0-2 0,3 0 0 16,0 0 0 0,0 0-32-16,0 3-6 0,-1-3-2 0,4 0 0 0,0 0 40 15,0 0 8-15,3-3 2 0,-3 3 0 16,0 0-19-16,0-2-8 0,2 2 8 0,-2-3-8 0,0 0 0 0,-3 3 0 15,0-2 0-15,0-1 0 16,0 0-29-16,0 1 1 0,-3-1 1 0,0 3 0 0,0-2 47 0,-1-1 8 0,1 0 3 0,0 3 0 16,-3 0-7-16,3-2-2 0,-3 2 0 0,0 0 0 15,0 0-9-15,0 0-1 0,0 0-1 0,0 0 0 16,-3 0-11-16,3 0 0 0,0 0-10 0,0 0 10 16,0 0 0-16,0 0 0 0,0 0 0 0,0 0 10 15,3 0-10-15,-4 0 0 0,1 0 0 0,0-3 0 16,3 3 53-16,0-3 9 0,-3 3 2 0,3 0 0 15,-3-2-52-15,3 2-12 0,0-3 0 0,0 3 0 16,0 0 0-16,0-3 0 0,0 3 0 0,0 0 0 16,-1-2 0-16,1 2 0 0,0-3 0 0,-3 0 0 15,3 3 0-15,-3-2 0 0,3-1 0 0,-3 0 0 16,3 1 0-16,-3-1 0 0,0 3 0 0,3-2 0 16,-3-1 0-16,0 0 0 0,0-2 0 0,0 5 0 15,-3-3 0-15,3 1 0 0,0-1 0 0,-3 0 0 16,-1-2 0-16,4 2 0 0,-3 1 0 0,3-3 0 15,-3 2 0-15,0-2 0 0,3 2 0 0,-3-2 0 16,0-1 0-16,0 1 0 0,0-3 0 0,0 0 0 16,0 3 0-16,-3-3 0 0,3-3 0 0,0 1 0 15,-3 2 0-15,3-3 0 0,0 1 0 0,-3-4 0 0,3 1 0 16,0 0 0-16,-3 0 0 0,3-3 0 0,0 3 0 16,-3-3 0-16,3 0 0 0,0 3 0 15,-3-3 0-15,3 3 0 0,0 2 0 0,0-2 0 0,-3 0 0 0,3 2 0 0,0-2 0 16,0 2 0-16,-3 1 34 0,3-1 4 0,-3 0 1 15,3 1 0-15,-3-3-11 0,0 2-3 0,0-2 0 0,3-1 0 16,-3-1-25-16,0-1 0 0,0-3 0 0,0 3 0 16,0-2 0-16,3-1 0 0,-3-2 0 0,0 3 0 15,0-1 0-15,0 1 0 0,0-1 0 0,0 3 0 16,0 3 35-16,0 0 1 0,0 2 1 0,-3-2 0 16,3 2-21-16,-3 1-5 0,0 2-1 0,3-3 0 15,-3 3-2-15,0 0 0 0,3 0 0 0,-3 0 0 16,3 1 0-16,-3-1 0 0,0-3 0 0,3 3 0 15,-3-5-8-15,0 2 0 0,3-2 0 0,-3-3 0 16,3 0 0-16,0 0 0 0,-3-2 0 0,3-1 0 16,0 1 0-16,-3 2 0 0,3 0 0 0,0 0 0 15,0 0 0-15,0 6 0 0,0-3 0 0,0-1 0 16,-3 4 0-16,3-1 0 0,0 1 0 0,0 2 0 16,0 0 0-16,0-3 0 0,0 3 0 0,0 3 0 15,0-3 0-15,0 0 0 0,0 0 0 0,0 0 0 16,0 3 0-16,0-3 0 0,0 3 0 0,0-3 0 15,-3 0 0-15,3 2 0 0,0-2 0 0,0 1 0 16,0-1 0-16,0 2 0 0,0-2 0 0,0 0 0 16,0 0 56-16,0 1 7 0,0-1 1 0,0-3 0 0,0 3-52 15,3 0-12-15,-3-2 0 0,0-1 0 0,0 3 0 16,0-3 0-16,3 1 0 0,-3 2 0 0,0-3 0 16,0 1 0-16,0-1 0 0,0 1 0 15,0-1 0-15,0 3 0 0,0-3 0 0,0 1 0 16,0-1 0-16,0 3 0 0,-3-2 0 0,6 2 0 0,-3 3 0 15,0-3 0-15,3 0 0 0,-3 2 0 0,0-2 0 0,3 6 0 16,-3-3 0-16,3-3 0 0,0 5 0 0,-3-2 0 0,3 2 0 0,-3-2 0 16,3-1 0-16,-3 6 0 0,3-2 0 0,-3 2 0 15,0-3 0-15,0 3 0 0,3-5 0 0,-3 5 0 16,3-3 0-16,-3 3 0 0,0-5 0 0,0 5 0 16,3-5-48-16,0 2-13 15,0-2-3-15,0-1 0 0,0 4-102 0,0-4-21 0</inkml:trace>
  <inkml:trace contextRef="#ctx0" brushRef="#br0" timeOffset="76615.592">20996 14119 1314 0,'0'0'37'0,"0"0"8"16,0 0-36-16,0 0-9 0,0 0 0 0,0 0 0 15,0 0 51-15,0 0 8 0,0 0 1 0,0 0 1 16,0 0 5-16,0 0 1 0,0 0 0 0,0 0 0 16,0 0-31-16,3 5-5 0,3-2-2 0,-6-3 0 15,3 5 11-15,3-2 3 0,-6-3 0 0,6 3 0 16,-3-1-13-16,-3-2-2 0,6 6-1 0,0-4 0 16,0 1-3-16,0-1 0 0,3-2 0 0,-3 3 0 15,0 0-8-15,3-3-1 0,0 0-1 0,3 2 0 16,0-2-6-16,-1 0-8 0,4 3 11 0,0-3-11 0,0 0 10 15,3 0-10-15,-3-3 8 0,3 3-8 16,3 0 0-16,-4-2 8 0,1 2-8 0,-3-3 0 0,0 0-12 0,-3 1-7 16,3 2-1-16,-3-3-1 15,-3 1-35-15,0 2-6 0,-3-3-2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1:49.027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12099 3154 1451 0,'-3'-8'61'15,"3"0"-49"1,-3 0 106-16,3 3 21 0,0-3 4 0,-3 0 1 0,3 3-50 0,0-3-10 16,0 3-1-16,0-3-1 0,-3 5-14 15,3-2-4-15,0 2 0 0,0 3 0 0,0 0 0 0,0 0 0 0,0 0 0 16,0 0 0-16,0 0-51 0,-3 3-13 0,3 10 0 15,-3-5 0 1,1 5 10-16,-1 3-1 0,0-5 0 0,-3 7 0 0,3-2-9 0,-3 0 0 0,3 2 0 0,-3 1 0 16,0 2 0-1,0 3 0-15,-3 2 0 0,3 3 0 0,-3-5 0 0,0 3 0 0,3 4 8 16,-3-1-8-16,0-7 0 16,0-2-16-16,3 1 4 0,-3-4 1 0,4 1 11 0,-1-9 0 0,0 4 0 15,0-1 0-15,0-5 8 0,0 0 4 0,0 0 1 0,3-3 0 16,-3-3-13-16,6-2-18 0,-3 0 4 0,-3 0 1 15,6 0 13-15,-3-2 0 0,0-9 0 0,0 3 0 16,3-2 16-16,3-6 5 0,0 3 2 0,0-11 0 16,6 3-23-16,0-14 0 0,0 4 0 0,3-7 0 15,3 4 0-15,-1 2 0 0,1 3 0 0,3-5 0 16,0 5 0-16,-3 2 0 0,0-2 0 0,0-5 0 16,0 5 0-16,-4-3 11 0,1 3-1 0,3-3 0 15,-3 11 6-15,0-6 0 0,3 4 1 0,-3 7 0 16,0-5 0-16,-3 7 0 0,3 4 0 0,-1-1 0 15,1 3-17-15,-3 6 0 0,0-6 0 0,3 8 0 16,-3 0 0-16,3 2 0 0,-3 4 0 0,3 4 0 16,-3 1 12-16,0 5 0 0,0 5-1 0,0-3 0 15,-1 9-11-15,1-3 0 0,0 2 0 0,0 6 0 16,-3-8 0-16,0 2 0 0,0-5 0 0,-3 3 0 16,0 0 0-16,0-3 0 0,-3 0 0 0,0 8 0 15,0-5 0-15,-3 5 0 0,3 3 0 0,-3 2 0 16,3-5 0-16,-3 1 0 0,0-4 0 0,0-2 0 15,0 0-15-15,0-3-5 0,0-3 0 0,0-2-1 16,0 3-76-16,0-9-15 0,0 1-4 0,0-1 0 16,0-2-90-16,0-2-18 0</inkml:trace>
  <inkml:trace contextRef="#ctx0" brushRef="#br0" timeOffset="246.533">12010 3215 1782 0,'0'0'37'0,"0"0"8"16,0 0-36-16,0 0-9 0,0 0 0 0,6-3 0 15,0 3 96-15,0 0 18 0,3 0 3 0,0 0 1 16,-3 0-48-16,3 0-10 0,0 0-1 0,0 0-1 15,-1 3-40-15,1-3-8 0,3 0-2 0,-3 5 0 16,6-5-8-16,0 0 0 0,3 0 0 0</inkml:trace>
  <inkml:trace contextRef="#ctx0" brushRef="#br0" timeOffset="1396.975">13236 3080 1474 0,'0'-13'31'0,"-3"5"6"0,0-5-29 0,3 5-8 0,-3-3 0 0,1 0 0 15,-4 1 126-15,3-1 24 0,-3 1 5 0,-3 2 1 16,0 0-86-16,0-5-17 0,0 5-3 0,-3-6-1 16,0 4 2-16,0-1 0 0,0 3 0 0,0-2 0 15,0 2-19-15,1 2-3 0,-4-1-1 0,0-1 0 16,0 0 29-16,3 0 6 0,-3 2 1 0,0 1 0 15,3 3-64-15,0-4-10 0,-2 4-3 0,-1-4-1 16,0 1 14-16,0 2 10 0,0-2-2 0,-6 2 0 16,0-5-8-16,-5 3 12 0,2 3-12 0,-6-4 12 15,-3 4-12-15,3-1 0 0,-5 0 0 0,2 3 0 16,3-5 10-16,3 5 0 0,1-3 0 0,-4 3 0 16,3 0-2-16,-3 0-8 0,1-5 12 0,-7 5-4 15,0 0-8-15,0 5 0 0,-5-5 9 0,5 3-9 16,0 2 0-16,7-2 8 0,-1 2-8 0,0 1 0 15,-3 1 0-15,1-4 0 0,-1 5 0 0,-6 0 0 0,3 3 0 16,-2-1 0-16,-4 1 0 0,3 7 0 16,4-2 0-16,2 5 0 0,3 0 0 0,0 3 0 0,-2 3 0 0,2-3 0 15,-3 2 0-15,-6 0 0 0,7 1 0 0,-1-6 0 0,-3 3 0 16,3-3 0-16,4 0-20 0,2 3 0 0,3-3 1 0,3 0 0 16,3 3 19-16,0 0 0 0,1 2 0 0,2 1 0 15,0 2 10-15,3 0 6 0,0 0 0 0,0 3 1 16,3-6-17-16,0 4 0 0,0-9 0 0,3 3 0 15,3-3 0-15,0 0 0 0,0 0 0 16,0 3-9-16,3-6 9 0,3 9 0 0,0-3 0 0,0 2-8 16,3 1 8-16,0-1 0 0,3 3 0 0,-3 0 0 15,3-8 0-15,0 3-10 0,3-3 10 0,-3 1 0 16,3-4 0-16,0-2-8 0,3 3 8 0,-1-6 0 16,1 0 0-16,6-2 0 0,0 2 0 0,6-3 0 15,0 4 0-15,5-4 0 0,4 3-8 0,0 1 8 16,-3-1 0-16,-1 3-10 0,1-6 10 0,3 4-8 15,2-1 8-15,4-5 0 0,0 0 0 0,5 2 0 16,-2 1 0-16,0-9 8 0,-1 6-8 0,4-2 11 16,-3-1-11-16,-1-2 0 0,1-1 0 0,3-2 0 15,-1 3 0-15,4-3 8 0,-1-3-8 0,1 3 0 16,0-5 0-16,-7 2-9 0,4-5 0 0,2 6 0 16,-5-6 9-16,6-3 14 0,-4 3-3 0,4 0-1 15,-6-2-10-15,-4-1-14 0,-2-2 3 0,3 0 1 0,2-3 10 16,-2 5 0-16,6-5 0 0,-4 3 0 0,-2 3 12 0,-3-6 4 15,-7 3 0-15,4-3 1 0,-3 0-27 16,3-3-6-16,-4 3 0 0,7-10-1 0,-6 7 65 16,2-10 12-16,-2 0 4 0,3 0 0 0,-6 5-64 15,-1-2-15-15,-5-1-1 0,0 4-1 0,-3 4 27 16,-3-5 6-16,0 6 0 0,-4-1 1 0,1 1-17 16,-3-1 0-16,3 1 0 0,-6 2 0 0,3-5 0 0,-3 5 0 0,0-8 0 15,-3 3 0-15,-3-6 31 0,3 3 2 0,-3 1 1 0,-3-7 0 16,0 7-18-16,0 1-3 0,-3 1-1 0,0 0 0 15,-3 5-2-15,0-2-1 0,0 7 0 0,-3-5 0 16,0 0-9-16,-3 3 10 0,3-3-10 0,0 3 10 16,-3 0-10-16,0 0 0 0,1-3 9 0,-1 0-9 15,-3 0 0-15,0-3 8 0,0 4-8 0,-6-4 0 16,0 1 0-16,-2-1 8 0,-1 1-8 16,-3-1 0-16,-3 6 0 0,0-6 0 0,1 3 0 0,-1 6 8 15,0-3-8-15,3-1 0 0,-2 4 0 0,-1-1 0 16,-6 3 0-16,-3-2 0 0,1 2 0 0,-7 0 0 15,6 2 0-15,1 1 0 0,-1 3 0 0,0-4 0 16,3 4 0-16,1-4-15 0,2 1 4 0,-3 5 1 16,1-5-38-16,-1 2-8 0,0 3-2 0,-3-3 0 15,10 3-107-15,-1 0-22 0,3 0-4 0</inkml:trace>
  <inkml:trace contextRef="#ctx0" brushRef="#br0" timeOffset="1820.528">12123 3149 1429 0,'0'0'40'0,"0"0"10"15,0 0-40-15,0 0-10 0,0 0 0 0,0 0 0 16,0 0 84-16,0 0 16 0,0 0 2 0,0 0 1 16,0 0-23-16,6 5-4 0,0-5 0 0,-3 0-1 15,3 0-23-15,0 0-4 0,0 0 0 0,0 0-1 16,3 3 0-16,-3-3 0 0,6 0 0 0,-3 0 0 16,2 0-31-16,4 0-7 0,0 0-1 0,0-3 0 15,3 3-19-15,0 0-4 0,3 0-1 0</inkml:trace>
  <inkml:trace contextRef="#ctx0" brushRef="#br0" timeOffset="3986.523">12364 1908 1697 0,'-9'-29'35'0,"6"21"9"0,0 0-35 0,0-5-9 0,3 5 0 0,-3 0 0 15,0 0 87-15,0 0 15 0,-2 0 3 0,2 0 1 16,3 3-34-16,-3-3-6 0,0 8-2 0,3 0 0 16,0 0-26-16,0 0-6 0,0 0 0 0,0 0-1 15,0 0-11-15,0 2-1 0,0 9-1 0,3 0 0 16,-3 2-9-1,3 0-1-15,0 3-8 0,0 5 12 16,-1-5 0-16,1 0-1 0,3 5 0 0,0-5 0 0,-3 5-2 16,3 0 0-16,0-2 0 0,-3 7 0 0,3-5-1 0,0 11-8 0,0 2 12 15,-3-2-4-15,3 3-8 0,0-4 0 0,-3 1 0 0,3 2 0 16,0-10 0-16,-3 3 0 0,3-9 0 0,-3 1 0 16,0-1 0-16,0 1 8 0,3-3-8 0,-6 0 0 15,3-1 8-15,-3 4-8 0,3-3 0 0,-3-3 8 16,0 3-8-16,0-3-11 0,0 3 3 0,0 0 0 15,-3-3-121-15,0-2-24 0,0 2-5 0</inkml:trace>
  <inkml:trace contextRef="#ctx0" brushRef="#br0" timeOffset="4343.11">12257 2651 1824 0,'-3'-5'38'0,"3"0"8"0,0 2-37 15,0-5-9-15,0 3 0 0,3 2 0 16,0-2 104-16,-3 2 20 0,3-2 3 0,0 2 1 16,3 1-52-16,-3-1-9 0,3-2-3 0,-3 5 0 0,3 0-41 0,3 0-9 0,-3 0-2 0,0 5 0 15,3-5-12-15,0 5-16 0,-1 3 3 0,1-5 1 16,-3 5 23-16,3 0 5 0,0 0 0 0,-3 2 1 15,3-2-27-15,0 0-6 0,0-3 0 16,-3 1-1 0,3 4 28-16,-3-7 5 0,3 2 2 0,0-2 0 0,-3 2-18 0,0-5 0 0,0 3 8 15,-1-3-8-15,1-3 39 0,0 3 4 0,0 0 1 16,-3-8 0-16,3 3-28 0,-3 2-4 0,3-5-2 0,-3 0 0 16,0 3-10-16,3-8-14 15,-3 2 3-15,0 1 1 0,3-1 26 0,-3-5 6 0,3 3 1 0,-3 0 0 16,3 0-88-16,0-3-18 15,0 5-3-15</inkml:trace>
  <inkml:trace contextRef="#ctx0" brushRef="#br0" timeOffset="5234.721">12695 1577 1337 0,'0'0'56'16,"0"0"-44"-16,0 0 92 0,0 0 20 16,-6 5 3-16,3 3 1 0,0 0-103 0,0 0-25 0,0 5 0 0,0 1 0 15,0 1 0-15,0 1 0 0,3 6 0 0,-3 1 0 16,3-2 0-16,-3 9 0 0,3-7 0 0,0 4 0 16,0-3 36-16,-3-3 3 0,3 0 0 0,0-2 0 15,0-1-39-15,0-7 0 0,0 2 0 0,0 0 0 16,0-5 23-16,-3 0 3 0,3 0 1 0,0-3 0 15,0-5-27-15,0 0 0 0,0 0 0 0,0 0-11 16,0 0 51-16,0 0 9 0,0 0 3 0,0 0 0 16,0 0-1-16,0-10 0 0,0 2 0 0,0-3 0 15,3-2-16-15,-3-8-3 0,0 0-1 0,3-6 0 16,-3-2-31-16,3 0 0 0,0-8 0 0,3 2 0 16,-3 4 0-16,3 4 0 0,0 3 0 0,0 1 0 15,0 1 33-15,3 1 4 0,-1 5 1 0,1-5 0 16,0 5-22-16,0 0-4 0,0-2 0 0,0-1-1 15,3 6 1-15,-3-3 0 0,3-2 0 0,-3 7 0 16,0-2-12-16,0 0 12 0,0 2-12 0,0 6 12 16,-1 2-12-16,-2-2 0 0,3 0 0 0,0 2 0 15,-3 3 0-15,3 3 0 0,-3 2 0 0,0 0 0 16,-3 3 0-16,3 0 0 0,0 3 0 0,-3-1 0 16,0 6 0-16,0-3 0 0,0-2 0 0,-3 2 0 0,0 0 0 15,0 3 0-15,0-8 0 0,-3 5 0 0,-3 3 0 0,3-8 0 16,0 5 0-16,-3-2 0 15,-3 2-44-15,3-5-2 0,-3 0 0 0,0 5 0 0,-3-5 18 0,0 0 3 16,4 0 1-16,-4 0 0 0,0 0 10 0,-3-3 2 16,3 3 1-16,0 6 0 0,0-6 11 0,0-1 0 0,0 1-9 15,3 0 9-15,0 0 0 0,1 5-11 0,-1-7 11 0,3 2-8 16,0 0 25-16,3 0 6 0,0-3 1 16,0 3 0-1,3-8-41-15,0 8-8 0,0-8-2 0,0 8 0 0,0-8 27 0,0 2 0 0,3 4 0 0,0-1 0 16,3 3 16-16,-3-8 9 0,3 8 2 0,-3-8 0 15,3 2-27-15,2 4 0 0,-2-4 0 0,3 4 0 16,-3-6 0-16,3 5 0 0,3-5 0 0,-3 3 0 16,0 2 0-16,0-5 0 0,0 3 0 0,0 2 0 15,0-5 24-15,0 0 0 0,0 2 0 0,-1 4 0 16,1-6-38-16,3 0-8 0,-3 2-2 0,-3 1 0 16,3 0 24-16,-3 2 0 0,3-5 0 0,-3 3 0 15,3-3 0-15,-3 5 0 0,0-5 0 0,0 3 0 16,0-3 12-16,0 5 6 0,0-5 2 0,0 0 0 15,0 0-206-15,2 0-41 0</inkml:trace>
  <inkml:trace contextRef="#ctx0" brushRef="#br0" timeOffset="6622.216">13031 1892 1579 0,'6'0'32'0,"-3"-5"10"0,3 5-34 0,3-3-8 0,-3 3 0 0,3-5 0 16,0 2 53-16,3 3 9 0,-4-5 2 0,4-1 0 15,0 4 8 1,3-4 3-16,-3 4 0 0,0-3 0 0,3 2-35 0,-3-5-6 0,0 3-2 0,0-3 0 16,0 0-8-16,-4 0-3 0,4 0 0 0,-3-3 0 15,0 3 35-15,-3 0 6 0,0 1 2 0,0 4 0 16,-3-8-40-16,-3 3-7 0,3 0-1 0,-3 6-1 15,0-9 9-15,-3 3 1 0,3 6 1 0,-3-6 0 16,0 2-2-16,0 4-1 0,0-4 0 0,0-1 0 16,-3 7-23-16,0-6 0 0,-3 4 0 0,0 2-12 15,0 0 12-15,1 0 0 0,-4 0 0 0,0 8 0 16,0-6 0-16,-3 3 8 0,3 3-8 0,-3 6 0 16,3-4 0-16,0 3-18 0,3 3 3 0,0 3 1 15,1-3-28-15,2 0-6 0,0 5 0 16,3-8-1-16,3 3 25 0,0 0 6 0,0 0 1 0,3-3 0 15,3 0-27-15,-3-5-4 0,3 3-2 0,2-1 0 16,-2-2 14-16,3-5 4 0,3 2 0 16,-3 3 0-16,3-8 18 0,0 3 4 0,3-3 1 0,-3 5 0 15,3-5-9-15,-3-5-2 0,-1 5 0 0,4-3 0 16,-3-2 20-16,0 2 0 0,-3-5 0 0,3 0 0 16,0-2 49-16,-3 2 14 0,3-3 2 0,-3 3 1 15,0-10-6-15,3 2-2 0,-4 0 0 0,4-5 0 0,-3 5 8 0,-3-5 2 16,3-1 0-16,-6 7 0 15,3-7-55-15,-3 7-13 0,-3 1 0 0,3 4 0 0,-6-3 0 16,3 5 0-16,-3 2 0 0,-3-2 0 0,0 6 32 0,0 2 4 0,0-6 1 16,0 6 0-16,0 6-29 0,6-6-8 0,-6 2 0 15,0 4 0 1,1 2-28-16,2 0-8 0,0-1 0 0,3 1-1 0,0 6 37 0,3-6 0 16,0 5 0-16,2 3 0 0,1-3 17 0,0-3 11 15,3 6 3-15,0 3 0 16,3-9-50-16,-3 4-9 0,0-1-3 0,3 3 0 0,-3-8 31 0,-3 5 0 0,3-5 0 0,-3 0 0 15,0 0 0-15,0 0 0 0,-3 0 0 0,-3-3 0 16,3 3 0-16,-3-3 0 0,-3 3 0 0,3-5 0 16,0-3 0-16,-6 5 0 0,3 3 0 0,-3-8 0 15,3 8 0-15,-3-8 0 0,0 5 0 0,6-5 0 16,-6 0-57-16,0 3-6 0,6-3-1 0,-6 5 0 16,6-5 52-16,0 0 12 0,0 0 0 0,0 0 0 15,0 0 0-15,0 0 0 0,0 0 0 0,0 0 0 16,9 0 0-16,0-5 0 0,0 5 0 0,3-3 0 15,2-2 0-15,1 0 0 0,3 2 0 0,-3-2 0 16,3-3 0-16,0 0 0 0,0 0 0 0,0 0 0 16,-1 0 0-16,-2-5 0 0,0 0 0 0,-3 2 0 15,0-2 48-15,0 5 13 0,-3-8 3 0,0 8 0 16,-3-5-52-16,3 0-12 0,-6 2 0 0,3-2 0 16,-3-1 54-16,-3 4 8 0,3 5 2 0,0-9 0 15,-3 12-52-15,-3-6-12 0,3 2 0 0,-3 1 0 16,3 5 0-16,0 0 0 0,-6 0 0 0,6 0 0 15,-9 5 0-15,0 1 0 0,0 2 0 0,0 2 0 16,0 4 0-16,0-1 0 0,0 8 0 0,0-5 0 0,3 0 0 16,-3 0 0-16,3 2 0 0,0-2 0 0,3 0 0 0,0 0 0 0,3-3 0 15,0 0 0 1,3-2-48-16,0 2-13 0,0-5-3 0,3 0 0 0,0 0 35 0,0-3 6 0,0 3 2 16,3-8 0-16,-3 3-7 0,3-1-2 15,0-2 0-15,0-2 0 0,0 2 6 0,3-3 0 0,0-2 1 0,-3 2 0 16,2-5 15-16,-2 0 8 0,3-5-10 0,0 5 10 15,-3-8 0-15,3 6 0 0,-3-1 0 0,3-5 10 16,-3-5 0-16,3 0 0 0,-3-3 0 0,0 3 0 16,-1-8 43-16,4 5 9 0,-3-5 2 15,0 8 0-15,0-1 0 0,0 1 0 0,0 5 0 0,-3 3 0 16,0 3-52-16,3 2-12 0,-3 2 0 0,-3-2 0 16,3 3 0-16,-3 2 0 0,0 3 0 0,-3 0 0 15,0 0 0-15,0 0 0 0,6 0 0 0,-3 8 0 16,0-5 0-16,-3 8 0 0,3-1 0 0,0 6 0 15,-3 3 0-15,3 4 0 0,-3-1 0 0,2 7 0 16,1 0 0-16,0-5 0 0,0 5 0 0,0 0 0 16,0-8 0-16,0 3 0 0,0-8 0 0,0 5 0 15,-3-8 0-15,3 3 0 0,-3-3 0 0,3-5 0 16,-3 3 8-16,3-3-8 0,-3 2 11 0,0-7-11 16,3 2-15-16,-3-5-9 0,0 0-3 0,0 0 0 15,0 0-8-15,0 0-1 0,0 0-1 0,0 0 0 0,0 0 15 16,0 0 3-16,0 0 1 0,0 0 0 0,-3 0 18 15,-3-8 0-15,3 3 0 0,-3 0 0 0,3-3 0 0,-3 0 0 16,0 5 0-16,-2-5 0 16,2-2 0-16,0 7 11 0,0-5-2 0,3 0 0 0,0 0-9 0,0 3 0 0,3 5 9 15,0-5-9-15,0 5 31 0,3-3 1 16,0-5 1-16,3 8 0 0,0-8-12 16,3 8-2-16,2-5-1 0,-2 2 0 0,3 3 4 0,3-5 1 15,0 0 0-15,-3 2 0 0,3 3-7 0,-3-5 0 0,3 2-1 16,0-2 0-16,-4 2-15 0,7-8 8 0,-3 9-8 0,0-6 0 31,3 0-16-31,0 0-10 0,0-3-2 0,2 3 0 0,-2 1-80 16,0-1-16-16,0 0-3 0</inkml:trace>
  <inkml:trace contextRef="#ctx0" brushRef="#br0" timeOffset="10649.418">20365 577 1579 0,'-6'-5'32'0,"0"2"10"16,1-2-34-16,-1 5-8 0,0-6 0 0,-3 6 0 0,0 0 97 0,0 6 18 0,0-6 3 16,-3 5 1-16,3-2-88 0,-3 2-18 0,0 3-3 0,3 0-1 15,-3 5 44-15,3-5 9 0,1 2 2 0,2 4 0 16,-3 2-52-16,3-3-12 0,0 3 0 0,0 0 0 16,0 2 0-16,3-2 0 0,-3 0 0 0,3 0 0 15,3 2 22-15,0-2 2 0,0 0 0 0,3 5 0 16,0-5-24-16,3-3 0 0,0 3 0 15,0 0 0-15,6-3 0 0,0 0 0 16,-1-5 0-16,7 0 0 0,0 0 11 0,6-8-3 16,0 6 0-16,0-12 0 0,2 1 29 0,1 2 6 0,0-5 1 15,0 0 0-15,-3-5 8 0,-4 5 3 0,4-5 0 0,-6-3 0 16,-3 3-8-16,0 2-2 0,-3-7 0 0,-3 7 0 16,0-7-23-16,-3 2-5 0,0 0-1 0,-3 0 0 15,0-5-16-15,-3 5 0 0,-3-5 0 0,0 0 0 16,0 5 0-16,-3-5 0 0,-3-3 0 0,0 5 0 15,-3 1 55-15,-3 5 7 0,0-3 2 0,0 2 0 16,-6 1-78-16,-2 5-15 0,-1 6-3 0,-3-4-1 16,0 6-3-16,0 6 0 0,4 2 0 0,-4 0 0 15,6 5-111-15,3-3-22 0,0 4-5 0</inkml:trace>
  <inkml:trace contextRef="#ctx0" brushRef="#br0" timeOffset="11139.016">21074 527 1824 0,'-12'-6'76'0,"0"6"-60"16,3 6 38-16,0-6 8 0,-3 5 2 0,0-3 0 15,3 4 0-15,-2 2 0 0,2 0 0 0,-3 5 0 16,0-3-26-16,0 4-5 0,0 2-1 0,0-1 0 16,0 4-12-16,0-3-2 0,3 0-1 0,3 0 0 15,0-3-5-15,3 3 0 0,0-3-1 0,3 0 0 16,0-2-11-16,6 2 10 0,0 3-10 0,3-8 10 15,3 5-10-15,3 0 10 0,0-2-10 0,0 2 10 16,3-5 1-16,3-3 0 0,-1-5 0 0,4 3 0 16,3-3 29-16,3-3 5 0,5-2 2 0,-2 2 0 15,0-2-19-15,-3-3-3 0,2 3-1 0,-5-3 0 16,0 5 13-16,-6-5 3 0,0-5 0 0,-3 5 0 16,-4-5-9-16,-2 0-2 0,-3 2 0 0,-3-2 0 15,0-3-7-15,-3 0-2 0,-3-2 0 0,-3 2 0 16,0 0-9-16,-3 0-3 0,0-5 0 0,-3 5 0 0,-3-5-8 0,-2 8 0 15,-1-3 9-15,-6 0-9 0,0 3 0 0,0 5-15 0,-6 0 3 16,1 2 0 0,-4 6-80-16,0 0-16 0,-3 6-4 0,4-4 0 15,-1 6-83-15,3 3-17 0</inkml:trace>
  <inkml:trace contextRef="#ctx0" brushRef="#br0" timeOffset="11822.594">23143 402 1811 0,'0'-2'37'0,"3"-4"11"0,0 4-39 0,-3-4-9 0,3 1 0 0,-3 5 0 16,0 0 119-16,2-3 21 0,-2-2 5 0,0 5 1 15,0 0-26-15,3-3-6 0,0-2-1 0,-3 5 0 16,0 0-69-16,0 0-15 0,3 0-2 0,-3 0-1 16,6 5-42-16,-3-5-8 0,0 3-1 0,3 2-1 15,-3 3 72-15,0 0 14 0,3 0 4 0,-3 5 0 16,3 3-52-16,-3 5-12 0,0-5 0 0,3 11 0 15,-3-3 0-15,0-1 0 0,3 4 0 0,-3-3 0 16,3 0 0-16,0 2 0 0,0-8 0 0,-3 4 0 16,3-1 0-16,0-5 0 0,0 0 0 0,-3 2 0 15,3-2 0-15,-1-3 0 0,-2 3 0 0,0-3 0 16,3 3 0-16,-3 0 0 0,0-3 0 0,-3 3 0 16,3 0-48-16,0-3-13 0,0-2-3 0,-3 2 0 15,3 0-64-15,0-5-14 0,0-2-2 0</inkml:trace>
  <inkml:trace contextRef="#ctx0" brushRef="#br0" timeOffset="12119.43">23753 429 1877 0,'6'-6'79'0,"0"-2"-63"15,0 0 89-15,-3 1 19 0,0 1 3 0,3 4 1 16,-3-4-31-16,-3 6-5 0,2-8-2 0,-2 8 0 15,0 0-53-15,0 0-10 0,0 0-3 0,0 0 0 16,3 3 25-16,0 2 5 0,0-5 1 0,0 8 0 16,0-2-37-16,-3 4-7 0,3 3-2 0,-3 1 0 15,3 4-9-15,-3 1 0 0,0 4 0 0,3 1 0 16,-3 3 0-16,0-3 0 0,3-1 0 0,-3 4 0 16,3-3 0-16,-3 2 0 0,3-7 0 0,0 2 0 15,-3 0 0-15,3 0 0 0,0-5 0 0,-3 5 0 16,3-5 0-16,0 0 0 0,-3 0 0 0,3 2 0 15,0-2 0-15,0 5 0 0,0-5 0 0,3 0 0 16,0 0-49-16,0 2-12 0,3-7-3 0</inkml:trace>
  <inkml:trace contextRef="#ctx0" brushRef="#br0" timeOffset="20404.893">13716 3307 1552 0,'0'0'44'0,"0"0"10"16,0 0-43-16,0 0-11 0,0 0 0 0,6 0 0 15,0-2 84-15,2 2 16 0,1 0 2 0,0-3 1 16,6 3-63-16,0 0-12 0,3-5-2 0,6 5-1 16,0-3 26-16,5 3 5 0,1 0 0 0,6 3 1 15,-3-3-28-15,2 0-5 0,1 5-2 0,9-5 0 16,2 0 22-16,4 0 4 0,8-5 0 0,7 2 1 15,-1 3-39-15,1-5-10 0,2 2 0 0,10-2 0 16,-4 0 53-16,1 2 9 0,2 0 2 0,9 1 0 16,-8-1-72-16,-1 3-15 0,0-5-2 0,10 5-1 0,-10-3 42 15,-2 3 8-15,2-5 1 0,0 2 1 0,-8 3-26 0,-7-8-19 0,-2 6 3 16,2-4 1-16,-8 4 24 0,-3 2 5 16,2-3 1-16,-5 3 0 0,-10-5-3 15,1 5-1-15,-6-3 0 0,3-2 0 0,-7 2 1 0,1 3 0 0,0-5 0 16,0 5 0-16,-4-3-28 0,1 3-6 15,-3-2-1-15,3 2 0 16,-6 0 23-16,-3 0 0 0,-1 0 0 0,-5 0 0 0,3 0 47 0,-6 0 13 0,3 0 4 16,-3 0 0-1,-3 0-103-15,0 0-20 0,0 0-4 0,-3 0-1 16,-3 0-51-16,0 0-10 0,0 0-3 0</inkml:trace>
  <inkml:trace contextRef="#ctx0" brushRef="#br0" timeOffset="20736.285">16335 3014 1824 0,'-24'-21'38'0,"15"15"8"15,3-2-37-15,0 0-9 0,0 6 0 0,3-9 0 16,-2 6 104-16,2 0 20 0,0-3 3 0,0 2 1 16,0 4-52-16,3 2-9 0,0 0-3 0,0 0 0 15,0 0 0-15,0 0 0 0,0 0 0 0,0 0 0 16,6 2-51-16,0 4-13 0,2-4 0 0,1 4 0 15,3 2 0-15,3 5 0 0,0-5 0 0,3 5 0 16,0 3 54-16,-3 0 8 0,3-3 2 0,-1 3 0 16,-2-3-52-16,0 3-12 0,0-3 0 0,-3 3 0 15,0 0 0-15,-3-5 0 0,0 2 0 0,-3 0 0 16,0-5 0-16,-3 5 0 0,0-5 0 0,-3 3 0 0,0-1 0 16,-3-2 0-16,0-5 0 0,-3 5 0 0,0 0 0 0,-3-6 0 15,0 6 0-15,0-5 0 0,-3 2 0 0,-3-2 0 0,0 2 0 0,0 0 0 31,-2-2-100-31,-1 2-22 0,0 3-5 0</inkml:trace>
  <inkml:trace contextRef="#ctx0" brushRef="#br0" timeOffset="21873.742">17928 2736 1792 0,'0'-8'51'0,"0"5"10"0,0-5-49 16,0-2-12-16,0 2 0 0,-3 0 0 15,3 0 85-15,-3 0 15 0,0 0 2 0,0 0 1 16,-3 0-11-16,0 3-3 0,0-3 0 0,-3 0 0 0,0 3-71 0,-3 2-18 0,3-5 0 16,-3 8 0-16,3-8 55 15,-6 8 7-15,3 0 2 0,1 0 0 0,-1 0-52 0,0 0-12 0,0 3 0 0,-3 2 0 16,0-5 0-16,0 0-12 0,0 3 3 0,-3 2 0 16,1-2 9-16,-4 2 0 0,-3 3 0 0,-3-5 0 15,0 7 0-15,1-2 12 0,-1 3-2 0,-3-1-1 16,6 1-9-16,-3 2 0 0,7-5 0 0,-7 5 0 15,6-5 0-15,-3 3 0 16,3 2 0-16,-3 0 0 0,-2-5 0 0,2 6 0 0,-3-7 0 0,-3 4 0 16,4 0 0-16,-1-1 0 0,0 6 0 0,-3 3 0 15,6-4 0-15,4 1 0 0,-1 6 0 16,0 1 0-16,3 4 0 0,0-6 0 0,0 3 0 0,-3 0 0 16,4-1 0-16,-1 4 0 0,0-6 0 0,-3 0 0 15,0 3 0-15,3-8 0 0,-2 5 0 0,-4 0 0 16,6-5 0-16,0 5 0 0,0-2 0 0,3 7 0 15,0-2 0-15,3 3 0 0,1 2 0 0,2 2 0 16,0-1 0-16,3-7-12 0,3 1 2 0,0 3 1 16,3-6 9-16,0-3 12 0,3 1-2 0,3 2-1 15,0-5-9-15,3 0 0 0,2 0 0 0,4-1 0 16,0-1 0-16,3 2 0 0,3 2 0 0,3 1 0 16,3-3 0-16,-4 5-17 0,4-3 4 0,3 3 1 15,3-2 12-15,-1-3 0 0,1 2 0 0,9-2 0 0,-1-3 0 0,7 3 0 0,3-5 0 16,2 2 0-16,1 0 13 0,-4-5-4 0,4 3-1 15,3-1 0-15,-1-2-8 0,1-2 0 0,2 2 0 16,7 0 0-16,-7-1 0 0,4-7 0 16,-1 3 0-16,4 0 0 0,-7-1 0 0,-2-2 0 0,-4 0 0 15,4 0 0-15,-3 0 0 0,-1-2 0 0,4 2 0 0,-1-3 0 16,-8 0 11-16,-3-4-3 0,-4-1-8 16,4 0 12-16,-3 2-12 0,5-7 9 0,-2 3-9 0,2-4 8 15,-5 1 9-15,0 0 2 0,-1-3 0 0,-2-5 0 16,-3 2-7-16,0-2 0 0,-4-3-1 0,7-2 0 15,-6 5 3-15,2 0 1 0,1 2 0 0,0-2 0 16,-6 5 2-16,-4-5 1 0,1 5 0 0,-3-5 0 16,-3 5 1-16,0-11 0 0,-3 4 0 0,-3-1 0 15,-4-5 2-15,1 2 1 0,-3-5 0 0,-3 3 0 16,0 6-2-16,0-7 0 0,-3 4 0 0,-3-1 0 16,0 6-2-16,0 0-1 0,-3 0 0 0,-3 0 0 15,3 0-5-15,-6-3 0 0,3 0-1 0,-3-2 0 16,0-4-11-16,-2-1 12 0,-1-1-12 0,-3-2 12 15,-3 4-12-15,0 1 8 0,-3 6-8 0,-3-7 8 16,-2 9-8-16,-4 3 0 0,-3-1 0 0,0 3 8 16,1 0-8-16,2-2 0 0,3 2 0 0,-6-2 0 15,1 4 0-15,-1-7 0 0,-3 5 0 0,-3-2 0 0,1-1 0 16,-4 3 0-16,0 3 0 0,1-3 0 0,2 3 0 16,3 0 0-16,1 2 0 0,-4 1 0 15,0 2 0-15,-5 5 0 0,-1-5 0 0,-3 8 0 0,10 0 11 16,-1 0 6-16,0 0 2 0,3 8 0 15,4-5-67-15,-1 5-12 0,3 2-4 0,-3-2 0 16,1 0 24-16,2 5 5 0,-3 3 1 0,3 0 0 16,1 0-150-16,5 0-31 0,0 2-5 0</inkml:trace>
  <inkml:trace contextRef="#ctx0" brushRef="#br0" timeOffset="23003.469">17288 3233 1683 0,'0'0'71'15,"0"0"-57"1,0 0 43-16,0 6 9 0,0 4 2 0,0-2 0 16,0 0-24-16,0 0-4 0,3 5 0 0,0-2-1 15,-3 5-23-15,3 2-4 0,-1 3 0 0,1-2-1 16,0 2-11-16,0 0 0 0,0 3 9 0,0-3-9 15,0-2-12-15,-3-1-6 0,3-2-2 0,-3 3 0 16,0-9 20-16,0 1 0 0,0 0 0 0,0-4 0 16,0 1 0-16,-3-2 0 0,3-6 0 0,0 0 0 15,0 0 45-15,0 0 13 0,0 0 2 0,-3-6 1 16,-3-2-21-16,3-2-4 0,0-1 0 0,0 1-1 16,1-11-7-16,-1-1-2 0,3 1 0 0,-3-5 0 15,6-1 1-15,-3-2 0 0,3 0 0 0,2 3 0 0,1-1-4 16,0 3-1-16,3-2 0 0,0 2 0 15,0 0-3-15,0 3-1 0,3-5 0 0,0 2 0 16,0 3-18-16,3 2 8 0,3 1-8 0,-1-1 0 16,1 6 0-16,0-3 0 0,6 3 0 0,-3 5 0 15,3 0 0-15,-4 8 0 0,4-5 0 0,-3 10 0 0,-3-5 0 16,-3 8 0-16,0 0 0 0,0 5 0 0,-6-2 32 0,-1 4-1 16,1-1 0-16,-3 4 0 0,-3-2-31 0,0 0 0 0,-3 5 0 15,-3-5 0-15,0-3 0 0,-3 3-10 0,-3-5 2 0,-2 2 0 16,-1 0-12-16,0-2-1 0,-6-1-1 0,0 1 0 15,0-1 22-15,0 1 0 0,0-3 0 0,-2 5 0 16,5-8 0-16,-3 6 0 0,3-3 0 0,0 0 0 16,3-3 0-16,3-2 0 0,0 0 10 0,3-1-10 15,6-2 0-15,0 0 0 0,0 0 0 0,0 0-12 16,0 0 12-16,6-5 0 0,0 0 0 0,3-1 0 16,3 1 0-16,3 2 0 0,0-2 0 0,3 0 0 15,-3 2 0-15,2 0 0 0,4 3 0 0,-3-2 0 16,-3 4 0-16,3-2 0 0,0 6 0 0,-3-4 0 15,-3 6 16-15,-1-5 5 0,1 5 2 0,-3-3 0 16,0 3-14-16,0 5-9 0,-3-5 12 0,0 0-12 16,-3 6 16-16,0-4-3 0,0 3-1 0,-3 1 0 15,0-4 3-15,-3 3 0 0,0 1 0 0,-3-4 0 16,0 1-3-16,-3-1-1 0,3 4 0 0,-6-4 0 16,0 1-11-16,1-3 0 0,-1 0 0 0,-3 0 0 15,-3 0 0-15,0-3 0 0,0 3 0 0,0-6 0 0,0 4 0 16,1-4 0-16,-1 1 0 0,-3 2 0 15,6-5 0-15,0 3 0 0,0 0 0 0,3-3 0 16,0 0 0-16,4 5 0 0,-4-5 0 0,3 0 0 16,3-5-160-16,3 5-32 0,3 0-5 0</inkml:trace>
  <inkml:trace contextRef="#ctx0" brushRef="#br0" timeOffset="23995.072">14501 2762 1420 0,'0'-8'29'0,"0"1"8"0,0 1-29 0,0 1-8 0,0 2 0 0,0-5 0 16,0 3 108-16,0 5 20 0,0-3 4 0,0-4 0 15,0 7-31-15,0 0-6 0,0-6-2 0,0 6 0 16,0 0-24-16,0 0-5 0,0 0 0 0,0 0-1 15,0 0-23-15,0 0-4 0,0 0 0 0,0 0-1 16,0 0-19-16,-3 6-3 0,1 1-1 0,2 4 0 16,-3 2-2-16,3-5-1 0,-3 5 0 0,3 3 0 15,-3-2-9-15,0-4 0 0,3 1 0 0,-3 5 0 16,3-6 0-16,0 1 0 0,0 5 0 0,0-6 0 16,3 1 0-16,0-1 0 0,-3 4 0 0,3-6 0 15,0-3 0-15,0 3 0 0,-1 0 0 0,4-6 0 16,-6-2 0-16,3 6 0 0,3-6-12 0,0 0 12 0,-3-6 11 15,3 4 9-15,-3-6 3 0,3 2 0 16,-3-1-23-16,3-1 0 0,-3 0 0 0,3 0 0 16,-3-6 0-16,3 7 0 0,-3-1 0 0,0-6 0 15,-3 6 0-15,3 1 0 0,0-7 0 0,-3 4 0 0,0 4 0 0,3-2 0 16,-3-5 0-16,0 5 0 16,3 0 0-16,-3 3 0 0,0 5 0 0,0 0 0 0,0 0 0 0,0 0 0 0,0 0 0 0,0 0 0 15,0 0 0-15,0 0 0 0,0 5 0 0,3 3 0 16,-3-2 0-16,3 2 0 0,0 2 0 0,3-2 0 15,-3 0 0-15,3 3 0 0,0-3 0 0,0-1 0 16,0-4 0-16,2 8 0 0,-2-9 0 0,3 6 0 16,0-2 0-16,0-4 0 0,0 3 0 0,0-5 0 15,0 0 0-15,0 0 0 0,0 0 0 0,0 0 0 16,-3 0 0-16,0-5 0 0,3 3 0 0,-3-4 0 16,-3 4 56-16,2-6 6 0,-2 0 2 0,0 2 0 15,0 1-52-15,3-3-12 0,-3 6 0 0,0-9 0 16,-3 0 0-16,3 3 0 0,0 1 0 0,0-4 0 15,-3 0 0-15,3 3 0 0,0 0 0 0,0-5 0 16,0 8-116-16,0-3-25 16,0 5-6-16</inkml:trace>
  <inkml:trace contextRef="#ctx0" brushRef="#br0" timeOffset="24238.733">14880 2823 2097 0,'0'0'44'0,"0"0"9"0,2-5-42 16,1 2-11-16,3-2 0 0,0 2 0 0,0-2 101 0,0 2 19 0,0-4 3 0,0 1 1 15,3 1-52-15,0 2-9 0,0-5-3 0,-3 0 0 16,3 3-48-16,3 2-12 0,0-4 0 0,-3 4 0 16,2 0 0-16,1-2 0 0,0 2 0 0,0-2 0 15,-3 5 0-15,3-3 0 0,-3 3 0 0,0 0 0 16,3-5 0-16,-6 5 0 0,0 0 0 0,0 5 0 31,-6-5-253-31,3 3-54 0</inkml:trace>
  <inkml:trace contextRef="#ctx0" brushRef="#br0" timeOffset="24431.661">14954 2850 1516 0,'0'0'64'15,"0"0"-52"1,0 0 98-16,0 0 19 0,0 0 4 0,0 0 1 15,0 0-47-15,0 0-10 0,3 0-1 0,3-3-1 16,-3 0-9-16,3 3-2 0,0-5 0 0,3 3 0 16,-3 2 0-16,0-6 0 0,2 4 0 0,1 2 0 15,0-6-51-15,0 4-13 0,0-1 0 0,0 0 0 16,3 1 0-16,0-1 0 0,0 0 0 0,0 3 0 16,0-8-48-16,0 8-13 0,2-7-3 0</inkml:trace>
  <inkml:trace contextRef="#ctx0" brushRef="#br0" timeOffset="24824.874">15296 2622 2073 0,'-6'0'43'0,"0"-8"11"16,3 8-43-16,-3-8-11 0,3 6 0 0,3 2 0 0,0 0 103 0,0 0 18 0,0 0 4 0,0 0 1 16,0 0-61-16,0 0-12 0,0 0-2 0,0 0-1 15,0 0-29-15,0 0-5 0,-3 10-2 0,0-2 0 16,3 0-14-16,0 3 0 0,0-1 0 15,0 6 0 1,3-8 0-16,-3 5 0 0,3-2 0 0,-3 2 0 0,3 0 0 0,3-5 0 0,-3 3 0 0,3-1 0 16,0 1 8-16,0-3 0 0,0 0-8 0,0 3 12 15,0-9-12-15,0 3 0 0,0-2-12 0,0 2 12 16,0-5 0-16,0 0 0 0,0 0 0 0,0 0 0 16,0 0 0-16,0 0-8 0,0-5 8 0,0 2 0 15,-1-2 0-15,1 3 0 0,-3-4 0 0,3 1 0 16,-3-3 48-16,0 5 12 0,0-5 4 0,0 0 0 15,-3-5-52-15,3 5-12 16,-3-5 0-16,-3 0 0 0,3-3 54 0,-3 3 8 0,3-3 2 0,-6 0 0 16,3 0-52-16,0 3-12 0,-3 0 0 0,3 2 0 15,-2-2 0-15,-1 2-16 0,0 6 3 0,0-3 1 16,0 3 12-16,0 2 0 0,0 3 0 0,0 0 0 16,0 0-44-16,0 0-7 0,0 3-1 0,0 2 0 15,6-5-62-15,-6 3-13 0,6-3-2 0</inkml:trace>
  <inkml:trace contextRef="#ctx0" brushRef="#br0" timeOffset="25138.678">15674 2445 2508 0,'0'0'71'0,"0"-5"16"0,-3 2-70 15,3 3-17-15,0-8 0 0,0 8 0 0,-3-5 55 0,3 5 7 0,0 0 2 0,0 0 0 16,0 0 0-16,0 0 0 0,0 0 0 0,0 0 0 15,0 0 0-15,0 0 0 0,0 0 0 0,0 0 0 16,0 0-52-16,-6 5-12 0,3 3 0 0,0 0 0 16,-3 0 0-16,3 5 0 0,0 3 0 0,-2 0 0 15,-1 0 0-15,0 10 0 0,-3-2 0 0,0 5 0 16,3-5 0-16,-3 2 0 0,0 1 0 16,3-1 0-16,-3-2 0 0,3-3 0 0,0 0 0 0,-3-5 0 15,3 0 0-15,0 0 0 0,0 3 0 16,0-4 0-16,3-1 0 0,-3 2 0 0,4-3 0 0,-1 3 0 15,-3 0-48-15,6-9-13 0,-3 7-3 0,0-4 0 16,3-2-13-16,0-2-3 0,3-1-1 0,-3-5 0 16,6 2-178-16,0-2-35 0</inkml:trace>
  <inkml:trace contextRef="#ctx0" brushRef="#br0" timeOffset="25537.881">15793 2646 2176 0,'-6'0'62'0,"0"5"13"0,6-5-60 0,-6 0-15 0,1 0 0 16,-1 3 0-16,3 2 74 0,-3-2 12 16,3 2 2-16,0-2 1 0,0 2-71 0,3 3-18 0,-3-3 0 0,0 3 0 15,3 0 55-15,0 0 7 0,0 0 2 0,0 0 0 16,0 5-52-16,0-7-12 0,0 4 0 15,3 3 0-15,-3-5 0 0,3 0 0 0,0 0 0 0,0 5 0 16,3-10-17-16,-3 5-7 0,3-3 0 0,-1 1-1 16,1-4 25-16,3 4-8 0,-3-6 8 0,3 0 0 15,3 0 0-15,-3 0 11 0,6 0-1 0,-3 0 0 16,0-6 6-16,0 4 0 0,0 2 1 0,0-6 0 16,-1 1-17-16,1 2 0 0,0-2 0 0,-3 2 0 15,0-2 55-15,0-3 7 0,0 6 2 0,-3-9 0 16,-3 0-52-16,0 3-12 0,0-7 0 0,-3 4 0 15,0-5 0 1,-3 0 0-16,0 0 0 0,0 0 0 0,-3 3 54 0,0-5 8 0,0 7 2 16,-3-5 0-16,0 3-52 0,0 5-12 0,-3 0 0 0,0 0 0 15,1 0 0-15,-1 6 0 0,-3 2 0 0,0 2 0 16,0 6-151-16,0 0-33 0,-3 0-6 0</inkml:trace>
  <inkml:trace contextRef="#ctx0" brushRef="#br0" timeOffset="27190.742">12379 4197 1288 0,'0'-6'54'0,"0"6"-43"15,-3-5 121-15,0 2 25 0,3 3 5 0,0 0 1 16,0 0-44-16,0 0-9 0,0 0-2 0,0 0 0 15,0 0-41-15,-3 3-9 0,-3 5-2 0,3 0 0 16,3 2-25-16,-3 4-6 0,3 2-1 0,0 2 0 16,3 1-3-16,-3-1-1 0,3 1 0 0,0 2 0 15,0-3-1-15,0 1-1 0,0-1 0 0,0 6 0 16,0-5-5-16,-3 2-1 0,3 0 0 0,-3 5 0 16,3 6-2-16,-3 3-1 0,0 2 0 0,3 2 0 15,-3-4 1-15,3-1 0 0,-3-2 0 0,3 0 0 16,0-3-2-16,-3 0-8 0,3 0 12 0,0 0-4 15,0 3 2-15,-3 2 0 0,3 3 0 0,0 0 0 16,0-5-10-16,0 0 8 0,0 0-8 0,0-3 8 16,0-5-8-16,0-1 0 0,0-2 9 0,-3 1-9 15,3-1 0-15,-3 3 8 0,3-6-8 0,-3 3 0 16,0-2 0-16,0 2 8 0,0 3-8 0,0-3 0 16,-3 0 0-16,3-2 0 0,0-1 0 0,-3 1-8 15,3-3-134-15,0-3-26 0,0 0-6 0</inkml:trace>
  <inkml:trace contextRef="#ctx0" brushRef="#br0" timeOffset="27984.565">12162 5400 1682 0,'0'0'35'0,"0"0"9"0,0 0-36 0,0 0-8 0,0 0 0 0,0 0 0 16,0 0 83-16,0 0 14 0,0 0 3 0,0 0 1 16,0 0-40-16,0 0-8 0,6 0-1 0,0 0-1 15,0 6-31-15,0-1-5 0,0 0-2 0,0 6 0 16,3 0-13-16,-1-1 0 0,1 1 0 0,3 5 0 15,-3-3 0-15,3 0 0 0,-3 0 0 0,3 0 0 16,0 1 30-16,-3-4 3 0,3 1 1 0,0 2 0 16,-3-8-23-16,2 3-11 0,1 0 10 0,-3 0-10 15,3-2 32-15,-3-4 0 0,0 1 0 0,0-1 0 16,0 1 11-16,0 0 2 0,0-3 1 0,0 0 0 16,0-3-1-16,0 0 0 0,-1 1 0 0,-2-3 0 15,3-1-17-15,0 1-3 0,-3 0-1 0,3-3 0 16,-3-3-14-16,3 1-10 0,0-1 12 0,-3 0-12 0,3-2 9 0,0-3-9 15,0 3 0-15,0-3 9 16,0 3-31-16,0 0-6 0,-1-3-2 0</inkml:trace>
  <inkml:trace contextRef="#ctx0" brushRef="#br0" timeOffset="28684.043">12760 4747 1963 0,'-6'-13'40'0,"6"13"12"16,0-6-42-16,-3-2-10 0,3 3 0 0,0 0 0 15,0 5 104-15,0-3 20 0,0-2 3 0,0 5 1 16,0 0-81-16,0 0-16 0,0 0-3 0,0 0-1 16,0 0 29-16,3 5 7 0,3 3 1 0,-3 0 0 15,3 5-64-15,0-2-24 0,-3 5 0 0,3-3 1 16,0 0 23-16,-3 3 0 0,3 0 0 0,0 0 0 0,0-3 0 0,0 3 0 15,0 0 0-15,0 0 0 16,0 0 0-16,0-1 0 0,-1 1 0 0,1 0 0 16,0 0 0-16,0-3 0 0,0 1 0 0,0-4 0 15,-3-2 0-15,3 0 0 0,-3-3 0 0,3-2 0 0,-6-3 0 0,0 0 0 16,3 0 0-16,3-3 0 0,-3 1 9 0,0-4-9 0,-3-2 10 0,3 3-10 16,-3-8 18-16,3 2-2 0,-3 1-1 0,0-3 0 15,3-1 9-15,-3 1 3 0,0-3 0 0,3 3 0 16,-3-3-6-16,0 3-1 0,3 0 0 0,-3-1 0 15,0 1-9-15,3 0-3 0,-3 0 0 0,0 2 0 16,3 1-8-16,-3 2 0 0,0 2 0 0,0 6 0 16,0 0 0-16,0 0 0 0,0 0 0 15,0 0 0-15,3 3 0 0,3 5 0 0,-3 0 0 0,0 2-11 16,3-2 11-16,-3 0 0 0,3 3 0 0,0-1 0 16,2-2 13-16,-2 0-1 0,3 3-1 0,0-8 0 15,0 5-11-15,0-6 0 0,0 3 0 0,0-2 0 16,-3 0 0-16,3-1 0 0,0 1 0 0,-3-3 0 15,0 0 0-15,3 0 0 0,-3-3 0 0,0 1 0 16,0-1 0-16,-4-2 0 0,1 0 0 0,3-1 0 16,-3 1 0-16,0 0 0 0,0-3 0 0,0 0 0 15,0 0 0-15,0 0 0 0,0-3 0 0,0 1 0 16,3-1 0-16,-3-2 0 0,3 2 0 0,-3 1 0 16,3-3-120-16,0-1-27 0,0 4-5 0</inkml:trace>
  <inkml:trace contextRef="#ctx0" brushRef="#br0" timeOffset="29433.855">13335 4818 2066 0,'0'0'43'0,"0"0"10"15,0 0-42-15,3-2-11 0,-3-4 0 0,0 6 0 16,3-2 53-16,0-4 9 0,0 4 2 0,3 2 0 15,-1-5 51-15,1-1 10 0,3 4 3 0,0-1 0 16,3 0-103-16,0-2-25 0,3 2 0 0,-3 1 0 16,3 2 0-16,0-6 0 0,2 4 0 0,-2-3 0 15,0 2 0-15,3 3 0 0,-3-3 0 0,0 3 0 16,-3-2-25-16,0 2-11 0,-3 0-1 0,0 0-1 16,-1 2-216-16,-2 1-43 0</inkml:trace>
  <inkml:trace contextRef="#ctx0" brushRef="#br0" timeOffset="29612.381">13376 4911 1507 0,'0'0'31'0,"0"0"9"0,0 0-32 0,0 0-8 0,6-5 0 0,0 2 0 16,0 0 116-16,3 1 23 0,0-1 4 0,0 0 1 16,0-2-62-16,3 3-12 0,-3-4-2 0,3 4-1 15,0-1-3-15,2-2 0 0,-2-1 0 0,3 1 0 16,0 2-54-16,0-2-10 0,0-3 0 15,3 3 0 1,0-3-158-16,-1-3-24 0,-2 3-5 0</inkml:trace>
  <inkml:trace contextRef="#ctx0" brushRef="#br0" timeOffset="29838.964">13817 4546 1824 0,'-6'-5'38'0,"0"-1"8"15,3 1-37-15,-3 2-9 0,3-2 0 0,0 2 0 16,3 3 104-16,0 0 20 0,0 0 3 0,0 0 1 15,0 0 0-15,0 0 0 0,0 0 0 0,0 0 0 16,-3 3-105-16,0 2-23 0,0 1 0 0,3 4 0 16,0 3 0-16,0-5 0 0,0 6 0 0,-3 1 0 15,3 4 0-15,3-1 0 0,-3 4 0 0,0-1 0 16,0 3 0-16,0-8 0 0,0 5 0 0,0-3 0 16,0 1 23-16,0-3-3 0,0-1 0 0,0 1 0 15,-3-5-48-15,3 2-9 0,0 0-3 0,-3-2 0 16,3-3-165-16,-3-3-34 0</inkml:trace>
  <inkml:trace contextRef="#ctx0" brushRef="#br0" timeOffset="30167.262">14240 4432 2067 0,'0'0'87'0,"-3"-5"-70"15,3 5 140-15,0-6 28 0,0 6 6 0,0 0 1 16,0 0-154-16,0 0-30 0,-6-2-8 0,6 2 0 16,0 0 52-16,-6 2 10 0,0 4 2 0,3-1 0 15,-3 0-52-15,0 6-12 0,3-3 0 0,-3 2 0 16,3 6 0-16,-3-2 0 0,0 1 0 0,-3 4 0 16,3 7 0-16,0-4 0 0,-3 4 0 0,3 0 0 15,-3 4 0-15,-3-4-10 0,4 3 10 0,-4-2-8 16,0-4-3-16,-3 1 0 0,0-3 0 0,-3 6 0 15,0-9 1-15,-3 4 0 0,1-1 0 0,-4 3 0 16,3-1 30-16,0 4 5 0,3-1 2 0,-3 1 0 16,4-1-73-16,2-5-14 0,3 1-4 0,0 1 0 15,6-7 52-15,-3-3 12 0,6 1 0 0,0-1 0 16,3-5-170-16,3-3-31 0,0 3-7 0</inkml:trace>
  <inkml:trace contextRef="#ctx0" brushRef="#br0" timeOffset="30673.418">14379 4728 2066 0,'0'0'43'0,"0"0"10"0,0 0-42 0,0 0-11 0,0 0 0 0,0 0 0 16,-6 0 104-16,1 0 20 0,-1 0 3 0,0 6 1 15,0-6-52-15,0 5-9 0,0-2-3 0,0 5 0 16,0-3-51-16,0 3-13 0,0 0 0 0,0 0 0 15,3 2 0-15,-3 1 0 0,3-3 0 0,0 2 0 16,0-2 0-16,3 3 0 0,0-3 0 0,0 0 0 16,3 0 0-16,0 0 0 0,0 0 0 0,3 0 0 15,3-1 0-15,0 1 0 0,3 3 0 0,3-8 0 16,-3 5 0-16,2-6 0 0,1 3 0 0,-3 1 0 16,3-1 0-16,-3-5 0 0,3 0 0 0,-3 0 0 15,0-5 32-15,0 2 4 0,-3 0 1 0,2-2 0 16,-2-3-15-16,-3 3-3 0,0-3-1 0,0 0 0 15,0 0-7-15,-3 0-2 0,0 3 0 0,0-8 0 16,-3 2 44-16,-3 1 9 0,3-6 2 0,-3 2 0 16,-3-1-52-16,3-1-12 0,-3 0 0 0,-3-3 0 15,0 3 0-15,1 1 0 0,-1-1 0 0,0 0 0 0,-3 0 0 0,0 5 0 16,0 1 0-16,0 2 0 16,-3 2-48-16,-3 6-13 0,0 0-3 0</inkml:trace>
  <inkml:trace contextRef="#ctx0" brushRef="#br0" timeOffset="32223.954">13248 5866 1337 0,'0'-13'28'0,"-3"8"6"0,3-1-34 0,-3 1 0 0,3-3 0 0,-3 3 0 16,0 0 109-16,0-3 15 0,0 0 4 0,0 2 0 15,-2-2-52-15,2 1-9 0,0-1-3 0,-3 0 0 16,0 0 0-16,3 2 0 0,-3-2 0 0,0 1 0 16,0-1 0-16,0 2 0 0,0-2 0 0,-3 3 0 15,3 0-51-15,-3-1-13 0,0 1 0 0,0 0 0 16,-3 0 54-16,3-1 8 0,-2 4 2 0,-1-4 0 15,0 4-52-15,-3-1-12 0,0 0 0 0,0 1 0 16,0 2 0-16,0-3 0 0,0 0 0 0,-2 1 0 16,2 2 0-16,0 0 0 0,0-3 0 0,0 1 0 15,0 2 0-15,-3-3 0 0,0 0 0 0,-2 3 0 16,2-2 0-16,-6 2 0 0,3 0 0 0,-3 0 0 16,0 0 0-16,-2 0 0 0,2 2 0 0,-3 1 0 0,3 0 0 0,0-1 0 15,4 1 0-15,-1-1 0 0,-3 4 0 0,3-4 0 0,3 4 0 16,-6-4 0-16,4 4 0 0,-4-1 0 0,0-2 0 15,-3 5 0-15,3-3 0 0,-2 3 0 0,-1 2 0 0,0-4 0 16,0 4 0-16,3 3 0 0,1 1 0 16,-1-1 0-16,3 0 0 0,3 0 0 0,-3 1 0 15,-3-1 0-15,4 0 0 0,-4 3 0 0,0 0 0 0,-3 0 0 16,0 2 0-16,-2-2 0 0,-4 0 0 0,3 0 0 16,0 2 0-16,4-2 0 0,-1-3 0 0,0 3 0 15,3-2 0-15,0-1 0 0,1 0 0 0,2 0 0 16,-3 1 0-16,3-4 0 0,0 1 0 0,-3 2 0 15,1 0 0-15,2 3 0 0,0 0 0 0,0 2 0 16,0 1 0-16,3-1 0 0,3 4 0 0,1 1 0 16,2-1 0-16,0-1 0 0,0 0 0 0,3-3 0 15,0 1 0-15,6 0 0 0,-3-1 0 0,3-2 0 16,0 0 0-16,0 0 0 0,3-3 0 0,0 3 0 16,0-3 0-16,3 3 0 0,0-3 0 0,3 6 0 15,0-1 0-15,3 1 0 0,0-1 0 0,3 6 0 16,3-3 0-16,0 3 0 0,-1 0 0 0,4 0 0 15,6-1 0-15,-3-1 0 0,3-4 0 0,0 1 0 16,2-1-25-16,-2-2-8 0,0-3-2 0,3 3 0 16,0-5 56-16,-1-1 11 0,1-2 3 0,6 3 0 0,0-6-35 15,2 3 0-15,1 0 0 0,3 0 0 16,-4-3-19-16,-2 3-10 0,3-3-3 0,0 3 0 0,-1-5 52 0,4 0 9 16,0-3 3-16,2 0 0 0,1 2-32 15,-3 1 0-15,5-3 0 0,-2 3 0 0,0-3-8 0,-1 0-8 16,1-3-2-16,6 0 0 0,-4 1 29 15,7-1 5-15,3 3 2 0,-1-3 0 16,-2-2-18-16,-4 0 0 0,1 0 0 0,3-1 0 0,-1 1 0 0,-2 0 0 16,5-1 0-16,-2 1 0 0,-3 0 0 0,-7-3 0 0,1 0 0 0,3 0 0 15,-4-3 0-15,4 3 0 0,-3-2 0 0,2-3 0 16,-8-1 55-16,0 1 7 0,-3-3 2 0,-4 0 0 16,-5-2-52-16,0-3-12 0,-3 0 0 0,0-3 0 15,-1 0 8-15,-2-3-8 0,0 1 11 0,0 2-11 16,0 0 0-16,-3 6 0 0,0-1 0 0,0-2-12 15,-4 3 40-15,-2-1 8 0,0 1 1 0,0-4 1 16,0 1-18-16,-3-5-4 0,0 2-1 0,-3-5 0 16,0 0-5-16,0 2-1 0,0-4 0 0,-3 4 0 15,0 3-9-15,-3 3 0 0,0 0 0 0,0 2 8 16,-3 4-8-16,0 1 0 0,0-2 0 0,-3 3 0 16,3 0 12-16,-6 0 0 0,3-3 0 0,-2 0 0 15,-1 0-12-15,-3 0 0 0,3 0 9 0,-3-2-9 16,0 2 8-16,0 0-8 0,3-2 8 0,-3-1-8 15,1 3 0-15,-1-2 0 0,0 2 0 0,-3-3 8 16,0 3-23-16,0 1-4 0,-3-1-1 0,-5 2 0 16,-1 4 33-16,-3-3 7 0,0 5 0 0,-6-3 1 15,4 3-21-15,2 0 0 0,-3 3 0 0,1 0 8 16,-4-3-8-16,0 2-8 0,-3-2 8 0,-2 3-12 16,2 0 0-16,-3 2-1 0,1 1 0 0,-1-1 0 0,3 3-8 15,4-3-2-15,2 3 0 0,0 0 0 16,0 0-17-16,1 0-3 0,2 3-1 0,-3-3 0 15,3 3-67-15,4 2-13 0,2-3-4 0</inkml:trace>
  <inkml:trace contextRef="#ctx0" brushRef="#br0" timeOffset="33051.589">12340 6305 1337 0,'12'-18'28'0,"-9"10"6"15,3 3-34-15,0-3 0 0,-3-3 0 0,3 3 0 16,0 0 109-16,-3 0 15 0,0 0 4 0,3 0 0 16,-3 1-21-16,-3 1-4 0,3-2-1 0,-3 3 0 15,3 0-18-15,-3-3-3 0,0 2-1 0,3 1 0 16,-3 0-14-16,0 0-3 0,0 5-1 0,-3-6 0 15,3 6 11-15,-3-5 3 0,3 0 0 0,0 5 0 16,-6-3-61-16,3 0-15 0,3 3 0 0,-9-2 0 16,0-1 0-16,0 3 0 0,0 3 0 0,0-1 0 15,-5 4 0-15,2-1 0 0,-3 3 0 0,-3 3 0 16,3 4 0-16,-3 1 0 0,3 5 0 0,-3 3 0 16,4-3 0-16,-1 3 0 0,3 0 0 0,3 0 0 15,0-3 27-15,0 0 2 0,3-2 1 0,3-1 0 0,0-2-30 16,3-3 0-16,0 1 0 0,3-4 0 0,0 1 0 0,3-1 0 15,0 1 0-15,0-3 0 16,3 0-20-16,3 0-8 0,0-3 0 0,-1 0-1 0,4 1 29 16,0-4 0-16,3 1 0 0,0 0 0 0,0-1 0 0,3-2 0 0,0 3 0 0,-1-3 0 15,1 0 13-15,0 2 9 0,-3-2 2 0,3 0 0 16,-3 0-219 0,-1-2-43-16</inkml:trace>
  <inkml:trace contextRef="#ctx0" brushRef="#br0" timeOffset="74347.49">19136 2641 1337 0,'-3'-3'28'0,"0"-5"6"0,3 3-34 0,0 2 0 0,0-5 0 0,0-2 0 15,3 2 104-15,0 0 13 0,0 0 3 0,0-3 1 16,3 6-38-16,3-8-8 0,-3 2-2 0,3-2 0 16,3 5-10-16,0-5-3 0,2 5 0 0,1-5 0 15,0 2-14 1,3 0-3-16,3 1-1 0,-3-3 0 0,6-1-5 0,-4 4-1 0,4-6 0 0,6-5 0 15,3 2 13-15,2 1 3 0,7-1 0 0,3 1 0 16,-7-4-42-16,4 1-10 0,-3 5 0 16,6-7 0-16,2 4 0 0,1 1 0 0,2-1 0 0,4 3 0 15,-3 3 0-15,-4 2 0 0,-2 3 0 16,5 3 0-16,-2-3 0 0,3 3 0 0,2 2 0 0,1-5 0 16,-7 8 0-16,-2 0 0 0,-3 3 0 0,2 2 0 15,-5-2 0-15,0 2 0 0,-1-5 0 0,4 3 0 16,-6 7 0-16,3-2 8 0,-4 0-8 0,1 0 8 15,-6 5-8-15,0 3 0 0,-7-5 0 0,1 7 8 16,0-2-8-16,-6-2 0 0,3 1 0 0,-3-1 0 16,-1-4 0-16,4 3 8 0,-3 1-8 0,-3 2 0 15,3-6 0-15,-3 3 8 0,3 1-8 0,-4-6 0 16,-2 5 9-16,0-5-9 0,3 2 10 0,-6 1-10 16,0 0 0-16,0-4 8 0,0 4-8 0,-3 0 0 15,0 2 0-15,-3 0 8 0,0 3-8 0,0 0 0 16,0-3 8-16,-6 6-8 0,3-1 0 0,-3 3 9 15,-3-2-9-15,0 2 0 0,0 0 9 0,-3 0-9 0,-3-2 0 16,0-1 9-16,0 1-9 0,0-1 0 0,-3-2 8 0,-2-3-8 16,-1 3 0-16,0 0 0 0,3-3 9 15,-3 1-9-15,0 2 0 0,0-1 9 0,1-1-9 0,-4-4 0 16,3 3 9-16,-3 3-9 0,-3 0 0 0,0 3 8 0,1-3-8 16,-4 0 0-16,-3 5 24 0,3-5 1 0,0 5 0 15,1-5 0-15,-1 5-25 0,3-8 0 0,0 3 0 16,0-3 0-16,4 3 0 0,-4-8 0 0,3 3 0 15,0-1 0-15,-3 1 0 0,-2-3 0 0,-1 2 0 0,0-2 0 16,0 0-46-16,0-5-14 16,-2 2-4-16,2 0 0 0,0 3 81 0,3-5 16 0,0 2 3 0,1 3 1 15,2-5-59-15,-3-1-12 0,0-2-2 0,0 3-1 16,-3 0 37-16,4-3 0 0,-7 0 0 0,3 2 0 16,0-2 0-16,-2 3 0 0,-1 2 0 0,3-5 0 15,0 3 0-15,3 2 0 0,1-5 0 16,2 3 0-16,0 2 15 0,3-5 10 0,0 0 3 0,-3 0 0 15,4 0-45-15,-1 0-9 16,3 0-2-16,-3 0 0 0,0 0 41 0,0 0 8 0,3 0 2 0,-3 3 0 16,4-3-23-16,-1 0 0 0,0 0 0 0,3 0 0 15,-3 0 0-15,3 0 0 0,0 0 0 0,0 2 0 16,0-2 0-16,3 0 0 0,1 0 0 0,2 0 0 16,-3 3 0-16,3-3 0 0,3 0 0 0,3 0 0 15,-6 0 0-15,6 0 0 0,0 0 0 0,0 0 0 16,0 0-21-16,0 0 1 0,0 0 0 0,0 0 0 15,0 0-81-15,0 0-16 0,0 0-3 0</inkml:trace>
  <inkml:trace contextRef="#ctx0" brushRef="#br0" timeOffset="74789.791">19636 3080 1766 0,'0'0'36'0,"0"0"10"15,0 0-37-15,0 0-9 0,3-5 0 0,-3 5 0 16,3-3 87-16,-3 3 15 0,3-5 3 0,-3 5 1 16,0 0-40-16,0 0-8 0,3 0-2 0,-3 0 0 15,0 0-14-15,0 0-3 0,6 5-1 0,-6-5 0 16,0 3-6-16,0-3-2 0,3 5 0 0,-3 3 0 15,-3-3-14-15,0 0-4 0,0 1 0 0,0 2 0 16,-3 0-12-16,-3 0 8 0,0 0-8 0,0 2 0 16,0-2 8-16,-3 0-8 0,1-3 0 0,-1 6 9 15,0-3-9-15,0 0 0 0,0 0 0 0,0 2 0 16,0-7 0-16,3 5 0 0,0-3 0 0,0 0 8 16,0 3-8-16,3 0 0 0,3 0 0 0,-2-5 0 15,5 2 0-15,0-5 0 0,0 5 0 0,0 1 0 16,0-6 0-16,5 5 0 0,-2 0 0 0,6-2 0 15,-3 2 0-15,3-5 0 0,3 0 9 0,-3 3-9 16,3-3 9-16,3 5-9 0,-3-5 12 0,0 0-12 0,3 0 9 16,-4 0-9-16,4 0 0 0,-3 0 9 15,3 0-28-15,-3 0-5 0,-3 0-2 0,3 0 0 16,-3 0-168-16,0 0-34 0</inkml:trace>
  <inkml:trace contextRef="#ctx0" brushRef="#br0" timeOffset="75488.878">19205 2453 1337 0,'0'0'56'0,"0"0"-44"16,0 0 79-16,0 0 16 0,0 0 3 0,0 0 1 16,0 0-35-16,0 0-8 0,0 0 0 0,0 0-1 15,0 0-43-15,0 0-8 0,0 0-1 0,-6 0-1 16,6 0 26-16,-3 8 6 0,3-8 1 0,-6 2 0 15,3 4-23-15,0-1-4 0,-3-2 0 0,3 2-1 16,-3-2 2-16,3 2 1 0,-3-2 0 0,0 2 0 16,0 3 14-16,0-3 4 0,0 3 0 0,0 0 0 15,0 0-32-15,0 5-8 0,0-5 0 0,-3 3 0 16,3-1 0-16,0 1 0 0,0 2 0 0,0-5 0 16,1 5 0-16,-1-5 0 0,0 3 0 0,3-1 0 15,-3-2 0-15,3 0 0 0,0 0 0 0,0 5 0 16,3-10 0-16,-3 5 0 0,0-3 0 0,3 1 0 15,-3 1 0-15,3-4 0 0,0-3 0 0,0 5 0 16,0 3 0-16,0-8 0 0,0 0 0 0</inkml:trace>
  <inkml:trace contextRef="#ctx0" brushRef="#br0" timeOffset="79739.702">19446 3265 1631 0,'0'0'46'0,"0"0"10"0,0 0-44 0,0 0-12 0,0 0 0 0,0 0 0 16,6 0 85-16,-3 0 15 0,3 0 4 0,-6 0 0 15,5 0-27-15,-2 3-5 0,3-3 0 0,0 2-1 16,-3-2-17-16,3 3-3 0,0 0-1 0,0-1 0 15,0 1-20-15,0 2-4 0,3-2-1 0,0 2 0 16,3 3-4-16,0-5-1 0,0 5 0 0,3 2 0 16,-4-2 1-16,4-2 0 0,0 2 0 0,0-1 0 15,-3 4 0-15,3-3 0 0,-3 0 0 0,0 3 0 16,0-4-10-16,0 4-3 0,-4-3 0 0,1 3 0 16,3-3-8-16,-6-1 0 0,0-1 0 0,0-1 0 15,0 6 0-15,0-9 8 0,-3 4-8 0,3-1 0 16,-3-3 8-16,0 4-8 0,-3-6 0 0,3 2 8 15,0 4-8-15,-3-6 0 0,3 2 0 0,-3-2 8 16,0 0-38-16,3 6-8 0,-3-6-2 0</inkml:trace>
  <inkml:trace contextRef="#ctx0" brushRef="#br0" timeOffset="82097.079">21568 2463 1713 0,'0'0'72'0,"0"0"-57"16,0 0 101 0,0 0 21-16,0 0 4 0,0 0 1 15,0 0-43-15,0 0-9 0,-3-2-2 0,3 2 0 16,0 0-40-16,0 0-9 0,0 0-2 0,-6 0 0 0,0 2-24 0,3 4-5 0,-3 2 0 0,0 0-8 15,3 5 0-15,-3 0 0 16,3 3 0-16,0 5 0 0,0-2 0 0,0-1 0 0,0 3 0 0,0 3 0 16,0-8 0-1,3 5 0-15,3-5 0 0,-3 0 0 0,3-3 0 0,3 0 0 0,0-2 0 0,0 0 0 16,0-4 0-16,3 1 0 0,0 0 0 0,3-5 0 16,-3 2 0-16,0-5 0 0,3 0 0 0,0 0 0 15,-3 0 0-15,2-5 8 0,1 2-8 0,-3 3 0 16,3-8 19-16,-3 0-3 0,-3 1-1 0,3-4 0 15,-3 3 10-15,0-3 3 0,0-2 0 0,0 0 0 16,-3 0-6-16,3-3-1 0,-3 5 0 0,0-2 0 16,0 0-13-16,0 2-8 0,0 3 8 0,-3 3-8 15,3-3 0-15,-3 8 0 0,0 0 0 0,0 0 0 16,0 0 0-16,0 0 0 0,3 8 0 0,0 5-8 16,0-2 8-16,0 2-8 0,-1 0 8 0,4 3-8 15,0-3 16-15,-3 3 4 0,3-2 1 0,0 1 0 16,3-7-61-16,-3 3-13 0,3 2-3 0,-3-5 0 15,3 0 52-15,0 0 12 0,-3-3 0 0,3 1 0 16,0-6 0-16,-3 0 0 0,3 0 0 0,0 0 0 16,-1-6 40-16,-2 1 10 0,3 2 2 0,-3-5 1 15,3 3-33-15,-3-3-8 0,3 5 0 0,-3-10-1 16,3 5 35-16,0-8 7 0,0 3 2 0,0-3 0 16,0-5-37-16,3 5-7 0,-3-10-2 0,2 5 0 15,-2 2-9-15,3-2 0 0,0 5 0 0,-3-5 0 16,3 8 0-16,-3-1 0 0,3 7 0 0,-3-4 0 15,-3 6-152-15,3 2-32 0,-3 3-6 0</inkml:trace>
  <inkml:trace contextRef="#ctx0" brushRef="#br0" timeOffset="82345.044">22157 2762 2066 0,'0'0'43'0,"0"0"10"0,0 0-42 0,0 0-11 0,6-5 0 0,-3 5 0 16,3-3 104-16,0-2 20 0,0 3 3 0,0-1 1 16,0 0-52-16,3-2-9 0,-3 2-3 0,3-2 0 15,0 2-51-15,0 3-13 0,3-5 0 0,-3 2 0 16,2-2 0-16,1 3 0 0,0-1 0 0,3 0 0 16,-3 3 0-16,3-5 0 0,-3 5 0 0,3-3 0 15,-3 3 13-15,2 0 0 0,-2-5 0 0,-3 5 0 16,0 5-105-16,-3-5-22 0,0 0-4 0</inkml:trace>
  <inkml:trace contextRef="#ctx0" brushRef="#br0" timeOffset="82550.635">22217 2837 1580 0,'0'0'67'15,"0"0"-54"-15,0 0 143 16,0 0 29-16,0 0 6 0,0 0 1 0,0 0-103 0,0 0-20 0,0 0-4 0,6 0-1 15,0-6 0-15,0 4 0 0,-3 2 0 0,6 0 0 16,-3-6-51-16,2 4-13 0,4-1 0 16,0 3 0-16,-3-3 54 0,3 3 8 0,3-2 2 0,-3 2 0 15,3 0-64-15,-3-3-20 16,3 3 0-16,-1-3 0 0,1 3-40 16,-3 0-8-16,3-5-1 0</inkml:trace>
  <inkml:trace contextRef="#ctx0" brushRef="#br0" timeOffset="85731.05">22702 2646 1744 0,'0'-5'36'0,"3"-3"8"16,-3 0-35-16,3 5-9 0,-3-5 0 0,0-2 0 15,0 7 104-15,0-5 18 0,0 0 4 0,-3 3 1 16,0 2-43-16,0-2-8 0,3 5-1 0,-3-3-1 15,3 3-22-15,0 0-5 0,-3-2-1 0,3 2 0 16,-6 0-15-16,0 2-3 0,0 6-1 0,0-5 0 16,0 5-12-16,0 0-3 0,0 2 0 0,0 1 0 0,1 2-12 0,-1 0 0 15,0 3 8-15,0-5-8 0,0 7 0 0,3-7 9 16,0 7-9-16,0-7 8 0,3 2-8 0,0 0 0 0,0-2 0 16,3 2-11-16,3 1 11 0,-3-7 0 0,3-4 0 15,3 5 0-15,-1-5 0 0,4 2 0 16,0-2 0-16,0-1 0 0,3-2 8 0,3 0 4 15,0 0 1-15,0-2 0 0,0-1 8 0,-1-2 2 0,4 2 0 16,-3 0 0 0,0-5-3-16,-3 1-1 0,-3 1 0 0,0-2 0 0,0 0-3 15,-6-5-1-15,2 3 0 0,-5-1 0 0,3 0-2 0,-6-4 0 0,0 1 0 0,0-2 0 16,-3 3-13-16,-3-3 0 0,0-5 0 0,1 5 0 16,-4 3 0-16,-3-3 0 0,0 3 0 0,0 0 0 15,-3 2-11-15,0 3-8 0,-3 3-1 0,0 0-1 16,4 2-43-16,-1 3-8 0,0 0-1 0,-3 3-1 15,0-1-134-15,3 1-28 0</inkml:trace>
  <inkml:trace contextRef="#ctx0" brushRef="#br0" timeOffset="86437.535">23327 2463 1235 0,'0'0'52'15,"3"-2"-42"1,-3 2 65-16,3-6 13 0,-3 6 2 0,0 0 1 16,3-2-4-16,-3 2-1 0,6-5 0 0,-6 5 0 15,0 0-35-15,0 0-7 0,0 0-2 0,0 0 0 16,0 0-25-16,0 0-5 0,0 0 0 0,0 0-1 16,0-3-11-16,0 3-16 0,0 0 4 0,0 0 1 15,0 0 56-15,0 0 11 0,0 0 3 0,0 0 0 16,0 0-38-16,0 0-7 0,0 0-2 0,0 0 0 15,0 0-12-15,0 0-8 0,0 0 8 0,0 0-13 16,0 0 39-16,0 0 8 0,0 0 2 0,0 0 0 16,0 0-7-16,0 0-1 0,0 0 0 0,0 0 0 15,0 0-28-15,0 0 0 0,0 0-11 0,-6 0 11 0,6 0 0 0,0 0 0 0,-6 3 9 0,3 2-1 16,-3-3-8-16,3 4 11 0,0-4-11 0,-3 4 12 16,0-1-12-16,3 3 0 0,-3 0-12 0,-3 2 12 31,3 4 0-31,-2 2 0 0,2 2 0 0,-6 3 0 0,0 3 0 0,0-3 0 15,0 6 0-15,0-1 0 0,-3-2 0 0,3 2 0 0,-3-7 0 16,1 2 0-16,-1 0 0 0,0 0 0 0,3-2 0 16,0 2 0-16,0-2 0 15,0 4 0-15,3-7 0 0,0 6 0 0,0-1 0 0,3-3 0 0,0 1 0 0,3-3 0 16,-2 0 0-16,2-3 0 0,0 0 0 0,0 3 0 31,0-8-33-31,3 0 1 0,-3 0 0 0</inkml:trace>
  <inkml:trace contextRef="#ctx0" brushRef="#br0" timeOffset="87439.621">23473 2672 1579 0,'0'0'32'0,"0"0"10"15,0 0-34-15,0 0-8 0,0-5 0 0,0 5 0 16,0 0 104-16,0 0 20 0,0 0 3 0,0 0 1 16,0 0-103-16,0 0-25 0,0 0 0 0,0 0 0 15,3 5 43-15,0 3 3 0,0 0 1 0,-3 3 0 16,0 0-25-16,0-1-5 0,0 3-1 0,0 1 0 15,0 1-16-15,0-4 0 0,-3 2 0 0,3 0 0 16,-3 1 0-16,3 2 0 0,-3-6 0 0,0 1 0 16,3 5 0-16,-3-6 0 0,0 1 0 0,0 5 0 15,0-6 0-15,3 1 0 0,-3-1 0 0,0 4 0 16,3-6 0-16,0 0 0 0,-3-1 0 0,3 1 0 0,0 0 0 0,-3-5 0 16,3-3 0-16,0 0 0 15,0 0-44-15,0 0-16 0,0 0-4 0</inkml:trace>
  <inkml:trace contextRef="#ctx0" brushRef="#br0" timeOffset="87683.074">23506 2699 2030 0,'0'0'57'0,"0"0"14"0,-3-3-57 0,3 3-14 0,0 0 0 0,0 0 0 16,0 0 85-16,-3-5 15 0,3 5 2 0,0 0 1 15,0 0-63-15,0 0-13 0,-6 0-3 0,0 5 0 16,6-5-24-16,-6 3 0 0,0 2 8 0,0 1-8 16,0 1 0-16,0 1 0 0,0-5 0 0,-3 5 0 15,3 0 0-15,0 2 0 0,-3-2-12 0,3 0 12 16,-3 0-54-16,1-2-3 0,2 2-1 0,-3-1 0 16,3-4-78-16,0 2-15 0</inkml:trace>
  <inkml:trace contextRef="#ctx0" brushRef="#br0" timeOffset="88003.436">23381 3016 1586 0,'0'0'44'0,"0"0"12"0,0 0-45 0,0 0-11 0,0 0 0 0,0 0 0 15,0 0 62-15,0 0 10 0,0 0 3 0,0 0 0 16,0 0-25-16,3 6-5 0,3-6-1 0,0 0 0 16,-3 0 16-16,3 0 4 0,-1 0 0 0,1 0 0 15,0-6-1-15,0 6 0 0,3-2 0 0,-3 2 0 16,6-5 1-16,-3 5 1 0,0-3 0 0,3 3 0 15,-3 0-52-15,3 0-13 0,3 0 0 0,-3 0 0 16,-1 0-100-16,4 0-22 0,-3 0-5 16</inkml:trace>
  <inkml:trace contextRef="#ctx0" brushRef="#br0" timeOffset="97766.065">13915 5956 1185 0,'-9'5'24'0,"9"-5"7"0,0 0-31 0,0 0 0 0,0 0 0 0,-6 3 0 16,6-3 89-16,0 0 12 0,0 0 3 0,0 0 0 15,0 0-32-15,0 0-7 0,0 0-1 0,0 0 0 16,0 0-4-16,0 0 0 0,0 0-1 0,3 5 0 16,3-2-43-16,0-3-16 0,3 0 11 0,0 0-11 15,0 0 55-15,3-3 5 0,0 1 0 0,0-1 1 16,2 0-46-16,1-2-15 0,3-3 8 0,0 3-8 16,-3-3 45-16,0-3 6 0,0 1 1 0,3-1 0 15,-4 1-32-15,7-4-7 0,-3 1-1 0,3-3 0 16,3 3-12-16,0-3 0 0,2 3 0 0,4-3 0 15,0 3 22-15,0 0 2 0,-1-1 0 0,1 1 0 16,-3 0-16-16,3 2-8 0,-3-2 10 0,2 0-10 16,1 0 14-16,3-1-3 0,0-1-1 0,5 1 0 15,-2-2-10-15,0 1 0 0,2-1 0 0,1-3 8 16,-3 1-8-16,-3-4 0 0,-1 1 0 0,1 0 8 16,3-3-8-16,2 3 8 0,1-5-8 0,3 2 8 15,-6 5-8-15,2 1 0 0,-2 2 0 0,3 0 0 16,-7 3 0-16,1 0 0 0,-3-6 0 0,3 6 0 15,-1-3 13-15,1 3 4 0,3 0 1 0,0-3 0 16,-4 2-29-16,1-4-5 0,-3 2-2 0,3-2 0 16,-7-1 18-16,1 0 0 0,-3-2 0 0,0 0 0 0,3 0 13 15,-1 0 3-15,1-3 1 0,3 3 0 0,0 2-25 16,-1 6-6-16,1-5-1 0,3 2 0 0,-6 0 15 16,3 3 0-16,-4 2 0 0,1-2 0 0,-3 0 0 0,-3-1 0 15,3 1 0-15,-4 0 0 16,4-3 0-16,0 3 0 0,0-6 0 0,0 3 0 0,2-2 0 0,-2 2 0 15,3-5 0-15,-3 2 0 0,0-2 0 0,0 5 0 0,-4-5 0 0,1 5 0 16,0 0 0-16,-3 0 0 0,-3 1 0 0,3 1 0 16,-4 1 0-16,1 0 0 0,-3 2 0 0,6-2 0 15,-6 2 12-15,3 1 1 0,0-1 1 0,0-2 0 16,0 2-14-16,-1 1 0 0,1-3 0 0,0 2 0 16,0-2 0-16,0 2 0 0,0-2 0 0,0-3 0 15,0 3 0-15,0-3 0 0,-1 0 0 0,1-2 0 16,-3 2 0-16,0 0 0 0,3 0 0 0,-3 3 0 15,-3-6 29-15,3 3 3 0,0 6 1 0,0-9 0 16,-4 9-20-16,1-6-4 0,0 5-1 0,0 1 0 16,0-4-8-16,3 4 12 0,-3-1-12 0,3 1 12 15,-3-1 4-15,3 3 0 0,0-2 1 0,-3 2 0 16,3 0-17-16,-4 0-11 0,4 2 2 0,0-1 0 16,0-4 9-16,-3 6 12 0,6-1-2 0,-6-2-1 15,3 0-9-15,-3 1 0 0,0 1 0 0,-3-2 0 16,3 3 0-16,-3 2 0 0,-1-2 0 0,1 2 0 15,0 1 0-15,-3-1 0 0,-3 3 0 0,0 0 0 16,0 0 0-16,0 0 0 0,0 0 0 0,0 0 0 16,0 0-34-16,0 0-6 0,0 0 0 0,3 8-1 15,0-3-160-15,-3 3-32 0</inkml:trace>
  <inkml:trace contextRef="#ctx0" brushRef="#br0" timeOffset="98587.694">13987 5670 1735 0,'0'0'36'0,"0"0"9"0,0 0-36 0,0 0-9 0,0 0 0 0,0 0 0 16,0 0 84-16,0 0 14 0,0 0 3 0,0 0 1 15,0 0-50-15,0 0-11 0,-6 0-1 0,0 0-1 16,6 0-23-16,-6 6-5 0,0-1-1 0,3 3 0 16,-3 0-10-16,0 0 8 0,3 2-8 0,-6 4 8 15,3-1-8-15,0 5 0 0,-3 4 0 0,3-1 0 16,-3 0 0-16,3 0 0 0,-3 3 0 0,3-3 0 15,0 0 0-15,0-2 8 0,1-3-8 0,2-1 0 16,0-1 0-16,0-4 0 0,0 1-12 0,3-1 12 16,3-2 0-16,0 0 0 0,0-2 0 0,2 2 0 15,1-6 0-15,0 3 0 0,3-2 0 0,0 0 8 16,3-1 5-16,0-2 1 0,3 0 0 0,-3 0 0 16,3 0 9-16,0 0 1 0,2 0 1 0,-2 0 0 15,0-2-4-15,3-1-1 0,-3 3 0 0,0-3 0 16,0 1-20-16,-3 2 0 0,0-3 0 0</inkml:trace>
  <inkml:trace contextRef="#ctx0" brushRef="#br0" timeOffset="99828.558">15448 5496 1579 0,'0'-6'32'0,"-3"1"10"0,3 3-34 15,0-4-8-15,0 1 0 0,0 0 0 0,0 2 104 0,0 3 20 0,0-5 3 0,0 5 1 16,0 0-52-16,0 0-9 0,0 0-3 0,0 0 0 16,0 0-51-16,0 0-13 0,3 5 0 0,0 3 0 15,-3 3 0-15,3-1 0 0,-3 1 0 0,3 2 0 16,0 0 0-16,-3 0 0 0,3 1 0 0,0-4 0 15,0 3 54-15,0-2 8 0,0 0 2 0,3 2 0 16,-3-5-64-16,0 2-26 0,3-2 2 0,0-2 0 16,0 1 24-16,0-1 0 0,-1-1 0 0,1 0 0 15,3-2 0-15,-3 0 0 0,0-3 0 0,0-3 0 16,0 3 0-16,0-3 0 0,0 1 12 0,0-4-4 16,0 4 5-16,0-6 2 0,0 3 0 0,-3-3 0 15,3 0 8-15,0 0 1 0,-3-3 1 0,3 1 0 16,0-1 13-16,-3 0 2 0,0-2 1 0,0 3 0 15,0-4-33-15,0 1-8 0,0 3 0 0,-3 2 0 16,3-3 0-16,-1 3 0 0,1 3 0 0,-3 0 0 16,0 5 0-16,0 0 0 0,0 0 0 0,0 0 0 15,6 5 0-15,-3 3 0 0,0 0 0 0,3 2 0 16,0-2 0-16,0 3 0 0,0 2 0 0,0-2 0 16,0-1 0-16,0 1 0 0,0-3 0 0,0 0 0 0,3 0 0 15,-3 0-17-15,3-3 4 0,-3 3 1 0,0-6 12 0,0 1 0 16,0 0 0-16,0-1 0 15,-1-2 0-15,-2-2 0 0,3 2 0 0,-3-3 0 0,3 0 9 0,-3-2 2 16,0 0 0-16,3 0 0 0,-3-3 27 0,0 0 6 0,0 0 0 16,3-3 1-16,-3 1-21 0,0-4-4 15,3-2 0-15,-3 1-1 0,0-4-19 0,3 1 0 16,0-4 0-16,-3 4 0 0,3-1 0 0,0 1 0 0,0 2 0 0,0 0 0 16,-3 3 0-16,6 2-14 15,-3 1 2-15,0 2 1 16,2 2-153-16,1 1-30 0,0 0-6 0</inkml:trace>
  <inkml:trace contextRef="#ctx0" brushRef="#br0" timeOffset="100042.54">16031 5448 1580 0,'0'0'67'16,"0"0"-54"-1,0 0 92-15,0 0 19 0,3-3 3 0,3-2 1 16,0 3-52-16,0-1-9 0,0-2-3 0,3 2 0 15,-3-2 0-15,3-1 0 0,0 1 0 0,0 2 0 16,0-2-51-16,0 0-13 0,0 0 0 0,-3 2 0 16,3-2 0-16,0 2 0 0,-1 0 0 0,-2 1 0 15,3-1 0-15,-3 3 0 0,0-3 0 0,0 3 0 16,-6 0-172-16,0 0-38 0</inkml:trace>
  <inkml:trace contextRef="#ctx0" brushRef="#br0" timeOffset="100259.981">16064 5594 1579 0,'0'0'32'0,"0"0"10"0,0 0-34 0,0 0-8 0,0 0 0 0,0 0 0 16,0 0 104-16,0 0 20 0,6 0 3 0,0-3 1 16,3 0-54-16,-3 1-10 0,3-4-3 0,-3 4 0 15,3-1-7-15,-3-5-2 0,3 6 0 0,-3-4 0 16,3 1-29-16,-1 0-7 0,1-1 0 0,-3 1-1 15,3-3 39-15,3 3 8 0,-3 0 2 0,3-3 0 16,-3 0-52-16,3 0-12 0,0 0 0 0,3-3 0 16,0 1-161-16,-4-1-35 0,4 0-8 0</inkml:trace>
  <inkml:trace contextRef="#ctx0" brushRef="#br0" timeOffset="100538.698">16517 5207 1941 0,'-3'-2'40'0,"0"-4"10"16,3 6-40-16,-3-2-10 0,3 2 0 0,-6-3 0 16,6 3 80-16,0 0 13 0,-3-3 3 0,3 3 1 15,0 0-4-15,0 0-1 0,0 0 0 0,0 0 0 16,0 0-47-16,0 0-9 0,0 0-3 0,0 0 0 16,0 6-24-16,0-1-9 0,0 3 0 0,0 0 9 0,3 0-9 15,-3 0 0-15,0 0 0 0,3 2 0 16,-3 1 21-16,0-1 3 0,3 4 0 0,-3-1 0 15,0 3-24-15,0 0 9 0,0 0-9 0,0 2 0 0,0-2 8 16,0 2-8-16,0 1 0 0,0 0 0 0,0-4 8 0,-3 1-8 0,3 0 0 16,0 0 0-16,0-3 0 0,0-2-12 15,0-1 1-15,0-2 1 0,0 0-162 16,0-2-33-16</inkml:trace>
  <inkml:trace contextRef="#ctx0" brushRef="#br0" timeOffset="101122.455">16913 5112 1698 0,'0'0'48'0,"0"0"11"0,0 0-47 0,0 0-12 0,0 0 0 0,0 0 0 16,0 0 62-16,0 0 10 0,0 0 3 0,-3 8 0 16,0-3-40-16,3 3-8 0,-3-2-2 0,0 4 0 15,0 1-25-15,0-1-12 0,0 4 0 0,-3-1 1 16,0 3 32-16,-3-1 7 0,3 1 0 0,-6 3 1 16,3-3-20-16,0 5-9 0,-3 0 8 0,0 3-8 15,0 0 0-15,3 5 0 0,-2-3 0 0,-1 1 0 16,0-3 0-16,3-1 0 0,0-1 0 0,0-1 0 15,3-5-10-15,0 2-1 0,0-7 0 0,0 2 0 16,3-2-58-16,0-1-12 0,0-2-3 0</inkml:trace>
  <inkml:trace contextRef="#ctx0" brushRef="#br0" timeOffset="101823.781">17097 5297 1751 0,'0'0'36'0,"-6"-2"9"16,6 2-36-16,-6 0-9 0,0 0 0 0,0 0 0 16,0 0 68-16,0 0 12 0,3 2 3 0,-3 1 0 15,0 0-18-15,1 2-3 0,2 0-1 0,-3 3 0 16,0 3-46-16,0-1-15 0,3 1 8 0,-3 2-8 15,0 0 0-15,3 6 0 0,0-6 0 0,0 6 0 0,0-4 0 0,3 1 0 0,0 0 0 0,0 0 0 16,3 0 0-16,-3-3 0 0,3-2 0 0,0 2 0 16,0-2 0-16,3-3 0 15,-3 2 0-15,3-5 0 0,0 1 0 0,3-4 0 16,-3 1 0-16,2 0 0 0,1-3 0 16,3-3 0-16,-3 0 0 0,3 1 0 15,0-4 41-15,0 4 5 0,0-6 1 0,3 0 0 0,-3 0-8 0,0-3-2 0,2 1 0 0,-2-3 0 16,0-1 6-16,-3-2 1 0,3 1 0 0,-3-4 0 15,0 3-3-15,-3 0 0 0,0 0 0 0,-3-2 0 16,0 5-14-16,0-1-3 0,-3-1-1 0,0 4 0 16,0 0-9-16,-3 1-2 0,0-1 0 0,0 3 0 15,-3 0-12-15,0 3 0 0,0-3 0 0,-3 5 0 16,0 1-11-16,0-1-8 0,-3 1-1 0,0-1-1 16,0 3-177-16,-2 3-35 0</inkml:trace>
  <inkml:trace contextRef="#ctx0" brushRef="#br0" timeOffset="109061.929">12983 6946 1337 0,'0'0'28'0,"0"0"6"15,0 0-34-15,0 0 0 0,0 0 0 0,0 0 0 16,0 0 58-16,0 0 5 0,0 0 1 0,0 0 0 16,0 0 0-16,0 0 0 0,0 0 0 0,3 5 0 15,0 3 8-15,0-3 3 0,3 1 0 0,-3 1 0 16,6 4-38-16,-3 0-7 0,6-1-2 0,-3 6 0 15,3 0-12-15,3 3-2 0,0-1-1 0,0 3 0 16,-1-2-5-16,4 2 0 0,0 0-8 0,0 3 12 16,0-3-12-16,0-2 11 0,-3-1-11 0,2 6 10 15,-2-6 3-15,-3 4 1 0,-3-1 0 0,3 3 0 0,-3-1-14 0,0 7 11 16,-3-1-11-16,0 2 10 0,0-2-23 16,0 3-5-16,0-3-1 0,-3 3 0 0,3-5 41 15,-3-1 8-15,0-2 2 0,0 0 0 16,-3 2-23-16,0-2-9 0,0 2 8 0,0 6-8 0,0-3 8 0,-3 0-8 0,0 3 0 15,0-3 8-15,0 0-8 0,0 0 0 0,3-2 9 0,-6-1-9 16,3-2 8-16,-3-3-8 0,0 0 10 0,-3-2-10 16,3 0 8-16,-6 2-8 0,3-3 0 0,0 3 9 15,-3 1-9-15,0-1 8 0,3 0-8 0,-5 3 8 16,2-6-8-16,-3 3 0 0,0-2 9 0,0-1-9 16,0-2 0-16,-3 0 9 0,0-3-9 0,1 1 0 15,2-4 8-15,-6 1-8 0,3-1 0 0,0-2 0 16,3 0 8-16,-3-2-8 0,3-1 0 0,-2 0 0 15,-1 0 0-15,3-2 0 0,-3-3 0 0,0 3 0 16,0-1 0-16,-3-2-11 0,4 0 11 0,-4 0-13 16,0-2 2-16,0-1 1 0,0 0 0 0,0 1 0 15,4-4 10-15,-4 1-12 0,3 0 12 0,0 0-12 16,0-6-21-16,3 3-5 0,0-5-1 0,3 0 0 16,-2-1 39-16,2-4 0 0,3-1 0 0,-3-2 0 15,0 3 14-15,3-6 10 0,0 3 3 0,-3 0 0 16,0-1-43-16,0 1-9 0,0 0-2 0,1 0 0 15,-4 2 51-15,0-2 9 0,0 0 3 0,0-3 0 16,0-2-22-16,0-1-4 0,-3-2-1 0,1 0 0 16,2-3 0-16,0 1 0 0,3-4 0 0,-6 3 0 0,6 3 1 0,0 3 0 15,0 2 0-15,-3 0 0 0,6 0-10 0,-2-2 0 16,2 2 0-16,3-5 0 0,-3 0 36 0,3-6 6 0,0-2 1 16,0 3 0-16,3 2-21 15,0 1-4-15,0 1-1 0,0 4 0 0,3 2-17 0,0 0 10 16,0 3-10-16,0 3 8 0,0-1-8 0,0 3 0 15,0 0 0-15,0-2 0 0,0 2 0 0,0-3 0 16,0 1 0-16,0 2 0 0,0 0 0 0,0 0 0 0,0 0 0 16,0 3 0-16,-3 3 0 0,3-1 0 15,0 0 0-15,0 4 0 0,-3-1 0 0,3 2 0 16,0 1 0-16,0 2 0 0,0 3 0 0,0 0 0 0,0 0 0 0,0 0 0 16,0 0-203-16,0 0-42 15</inkml:trace>
  <inkml:trace contextRef="#ctx0" brushRef="#br0" timeOffset="109614.719">12174 6975 1552 0,'0'0'44'0,"0"0"10"16,0 0-43-16,-6 0-11 0,0 0 0 0,0 2 0 15,6-2 53-15,-6 3 9 0,0 0 2 0,-3 2 0 0,3-2 0 0,0 2 0 0,-3 3 0 0,0 0 0 16,0 0-52-16,0 2-12 0,1 1 0 0,-4 2 0 15,0 0 0-15,0 3 0 0,-3 0 0 0,0 3 0 16,0-3 0-16,0-3 0 0,0 3 0 0,0-3 0 16,1 0 0-16,2-2 0 0,0-1 0 0,-3-2 0 15,6 0 28-15,0-2 2 0,3 1 1 0,0-4 0 16,0 0-50 0,6-3-9-16,0 0-3 0,0 0 0 0,0 0 44 0,0 0 9 15,9-3 2-15,0 0 0 0,0-4-39 0,3-1-7 16,3 0-2-16,0-3 0 0,3-2 24 0,-4 2 0 0,4-5 0 15,0 3 0-15,-3-3 0 0,0 3 0 0,0-3 0 0,0 3 0 16,-3 0 10-16,2 2 6 0,-2-2 2 0,-3 2 0 16,3 1-1-16,-3 2 0 0,0-3 0 0,0 6 0 15,0-3 10-15,-3 3 1 0,3 2 1 0,-3 0 0 16,0 3 28-16,-3 0 6 0,3 3 1 0,-3 2 0 16,3 1-52-16,0 2-12 0,-1 2 0 0,1 3 0 15,3 1 32-15,0 1 4 0,-3 1 1 0,3 3 0 16,0-3-26-16,3 2-11 0,0-2 8 0,0 0-8 15,0-3 0-15,0 0 0 0,3 1 0 0,-1-4 0 16,1 4-53-16,0-4-16 0,3 1-3 0</inkml:trace>
  <inkml:trace contextRef="#ctx0" brushRef="#br0" timeOffset="110659.363">13302 8557 1907 0,'-3'-8'40'0,"3"8"8"0,0 0-38 0,0 0-10 0,0 0 0 0,-6-2 0 16,6 2 80-16,-6-3 15 0,0 0 2 0,6 3 1 16,-6 0-43-16,6 0-9 0,-6 6-2 0,0-4 0 15,0 6-28-15,3 0-5 0,0 0-2 0,-3 5 0 16,3 0-9-16,0 3 0 0,0 3 0 0,0-1 0 16,3 4 0-16,0-1 0 0,0 0-12 0,0 0 12 15,0-2-40-15,3-4-1 0,0 4 0 0,0-6 0 16,3-2-10-16,-3-1-1 0,3-2-1 0,0 0 0 15,3-2 25-15,-3-4 4 0,0 1 2 0,3 0 0 16,-3-3 22-16,-3-3 16 0,3-2-2 0,0 2-1 16,-3-5-13-16,0 3 0 0,3-3 0 0,-3-3 0 0,0 1 54 15,0 2 8-15,0-6 2 0,-3 4 0 0,3-3 0 16,-3 2 0-16,0-2 0 0,0 0 0 0,0 5 0 0,0-3 0 16,0 3 0-16,0 3 0 0,0 0-52 15,0 5-12-15,0 0 0 0,0 0 0 0,0 0 0 0,0 0 0 16,0 7 0-16,3 1 0 0,-3 3 0 15,3 0 0-15,-3 2 0 0,3-3 0 16,2 1-48-16,-2 0-13 0,3 2-3 0,3-5 0 0,-3 0 52 16,3 0 12-16,0-3 0 0,0 0 0 0,0 0 0 0,0-2 0 15,0 0 0-15,0-3 0 0,0 0 0 0,0-3 0 0,-3 0 0 0,3-2 0 16,-1 0 0-16,1 0 0 0,0-3 0 0,0 0 0 16,-3-3 48-16,0 1 13 0,0-4 3 0,0 1 0 15,0-3 0-15,-3 0 0 0,0 0 0 0,0 1 0 16,0-4-52-16,0 3-12 0,0-2 0 0,-3 2 0 15,3 3 0-15,0-1 0 0,0 1 0 0,0 3 0 16,0-1 0-16,0 3 0 0,0-3 0 0,0 3 0 16,0 3-16-16,3-3-5 0,0 6-2 0,0-4 0 15,-1 4-219-15,1-1-44 0</inkml:trace>
  <inkml:trace contextRef="#ctx0" brushRef="#br0" timeOffset="110842.704">13716 8557 2030 0,'0'0'57'0,"0"0"14"0,0 0-57 0,3-2-14 0,3-1 0 15,0 0 0-15,-1 1 105 0,1-1 19 0,0 0 3 0,0 1 1 16,0-1-103 0,3 0-25-16,-3-2 0 0,3 5 0 0,0-3 56 0,0 1 7 0,0-1 1 15,0 3 0 1,0 0-77-16,-3-3-15 0,3 3-4 0,0 0 0 15,-3 3-72-15,-1-3-14 0,1 0-3 0</inkml:trace>
  <inkml:trace contextRef="#ctx0" brushRef="#br0" timeOffset="111077.077">13728 8785 1845 0,'0'0'38'0,"0"0"10"0,0 0-38 0,0 0-10 0,0 0 0 0,0 0 0 16,0 0 111-16,0 0 20 0,6-3 4 0,-4 0 1 16,4 1-69-16,-3-1-14 0,3 0-2 0,0 1-1 15,0-3 11-15,0 2 3 0,0-2 0 0,3 2 0 16,-3-2-52-16,3-1-12 0,0 4 0 0,3-4 0 16,-3-1 0-16,3-1 0 0,3 0 0 0,-4 0 0 15,4 0-88 1,0-3-20-16,3 1-4 0</inkml:trace>
  <inkml:trace contextRef="#ctx0" brushRef="#br0" timeOffset="111409.931">14156 8409 1925 0,'0'0'40'0,"-6"-3"10"0,6 3-40 0,-6 0-10 0,6 0 0 0,0 0 0 15,-3-2 83-15,3 2 14 0,0 0 3 0,0 0 1 16,0 0-29-16,0 0-7 0,0 0-1 0,0 0 0 15,0 0-51-15,0 0-13 0,0 0 0 0,0 0 0 16,-6 2 54-16,6-2 8 0,0 0 2 0,0 0 0 16,-3 6-64-1,3-6-21-15,-3 5 0 0,3 3 0 0,-3-3 33 0,3 0 8 0,0-5 0 0,0 8 1 16,0-2-21-16,3 2 0 0,-3-3 0 0,0 5 0 16,0-2 56-16,3 0 6 0,-3 0 2 0,0 0 0 15,0 0-56 1,0 3-8-16,0-3 0 0,0 2-10 0,0 1 10 0,0 2 0 0,-3-2 10 0,3 5-10 15,0-3 9-15,-3 3-9 0,3 2 8 0,0 1-8 16,-3-3 0-16,3 2 8 0,0 1-8 0,-3-1 0 16,3-2 0-16,0 0 0 0,-3-6 8 0,3 4-8 15,0-4-56-15,0-2-12 0,0 0-4 0</inkml:trace>
  <inkml:trace contextRef="#ctx0" brushRef="#br0" timeOffset="112103.277">14594 8287 1789 0,'0'0'76'0,"0"0"-61"16,0 0 92-16,0 0 18 0,0 0 4 0,-6 0 1 15,0 3-70-15,0 2-13 0,0 3-3 0,0 3-1 16,0 2-20-16,0 0-4 0,3 3-1 0,-3 0 0 16,0 2-18-16,0 1 0 0,3 2 0 0,-6 0 0 15,3 0 0-15,-3-2 0 0,3 2 0 0,-2 3 0 16,-4 0 0-16,3 0 16 0,-3-1-3 16,0 7-1-1,0-4-60-15,0 3-13 0,0 0-3 0,-3 0 0 0,3-2 52 16,1-6 12-16,2 0 0 0,-3-5 0 15,0 3-105-15,3-6-19 0,3 3-3 0</inkml:trace>
  <inkml:trace contextRef="#ctx0" brushRef="#br0" timeOffset="114562.609">14757 8517 1523 0,'0'0'32'0,"0"0"7"15,0 0-31-15,0 0-8 0,0 0 0 0,0 0 0 0,-3-2 116 0,1-3 21 0,2 5 5 0,-3-3 1 16,3 3-63-16,-3-5-13 0,3 5-3 0,-3-3 0 15,3 3 0-15,0 0 0 0,-3-5 0 0,3 5 0 16,0 0 0-16,0 0 0 0,0 0 0 0,0 0 0 16,0 0-51-16,0 0-13 0,0 0 0 0,0 0 0 15,0 0 0-15,0 0 0 0,0 8 0 0,0-3 0 16,0 3 0-16,3 0 0 0,-3 0 0 0,3 2 0 16,-3 1 0-16,3 2 0 0,-3 3 0 0,0 2 0 15,3 4 54-15,-3 1 8 0,0 1 2 0,0 3 0 16,0-1-52-16,0-2-12 0,0 0 0 0,-3 0 0 15,3-6 0-15,0 1 0 0,0-3 0 0,-3 2 0 16,3-5 0-16,0 1 0 0,0-4 0 0,-3 3 0 16,3-2 0-16,-3-3 0 0,3 0 0 0,0 0 0 15,-3-3-48-15,3 3-13 0,0-3-3 0,0-2 0 16,0-3 52-16,0 0 12 0,0 5 0 0,0-5 0 16,0 0-208-16,3 3-38 0</inkml:trace>
  <inkml:trace contextRef="#ctx0" brushRef="#br0" timeOffset="120519.697">13793 6596 1094 0,'0'0'46'15,"0"0"-37"1,6 3 95-16,0 0 20 0,0-1 3 0,3 1 1 16,0 2-52-16,0 1-11 0,3-1-1 0,0 3-1 15,-1 0-40-15,4 0-8 0,0 0-2 0,6 0 0 16,-3 2 5-16,3-2 1 0,0 3 0 0,2-1 0 15,1-2 9-15,0 3 1 0,0-1 1 0,0-2 0 16,5-2-22-16,1 2-8 0,3-3 0 0,0 0 9 16,2 0 11-16,-2 1 1 0,3-1 1 0,0-2 0 15,-4 2-12-15,-2-2-2 0,0 2-8 0,0-2 12 0,-1-1 18 0,4 4 3 16,0-4 1-16,3 1 0 0,-1-1-15 0,4-2-3 0,3 3-1 16,-1 0 0-1,1-3 4-15,-3 2 1 0,-1-2 0 0,7 0 0 0,3 0-6 0,-1-2-1 0,7 2 0 0,-4-6 0 16,-2 4-5-16,0-1 0 0,-7 1-8 0,7-4 12 15,-3 4-1-15,2-4-1 0,1 1 0 0,2 0 0 16,-8-3-10-16,0 2 0 0,-3-1 0 0,-1-1 0 16,-2 0 0-16,3-3 0 0,-4 0 0 0,4 1 0 15,-3-1 0-15,0 3 0 0,-1-5 0 0,1 5 0 16,-3-2 0-16,-4-1 0 0,-2 3 0 0,0 0 8 16,0-2-8-16,-3-1 0 0,2 0 0 0,1 1 0 15,0-1 0-15,3 1 0 0,0-1 0 0,-1 0 0 16,1 4 0-16,0 1 12 0,-3-2-2 0,-1 3 0 15,1 0-10-15,-3-3 0 0,0 0 0 0,3 3 0 16,-4-3 0-16,1-3-14 0,3 3 3 0,0-2 1 16,-3 2 10-16,5-3 0 0,-2 0 0 0,3 1 0 15,-3-1 19-15,0-2 5 0,-1 2 2 0,-2-2 0 16,0 0-16-16,-3-3-10 0,3 0 12 0,-4-2-12 16,1 2 32-16,0-3 0 0,0 1 0 0,3-1 0 15,-3 1-32-15,2 2 0 0,1 0 0 0,0 0 0 16,0 3 0-16,-3 0-22 0,0-1 3 0,-1 4 1 15,-2-1 18-15,0-2 16 0,-3 5-4 0,0-5 0 0,0 2-4 16,-3-2 0-16,3-3-8 0,-4 0 12 0,1 0-12 16,0 1 11-16,-3-4-11 0,3 0 10 0,-3-2-10 0,0 0 0 0,3 0 0 15,0-3 0-15,-3 3 0 0,3-3 0 0,-1 3-12 0,1 0 12 16,-3 2 0-16,3 3 0 16,0 1 0-16,0 1 0 0,0-4 0 15,0 2 0-15,0 3 0 0,0-3 0 16,0 0 0-16,-4 0 0 0,4 0 0 0,0-2 0 0,0-3 0 15,-3-1 0-15,3-1 0 0,-3-1 0 0,3 3 0 0,-3-3 0 0,3 0 0 16,-3 0 0-16,0 6 19 0,-3-1 11 0,2 1 2 0,1-1 1 16,-3 3-22-16,3 0-11 0,0 0 10 0,-3 1-10 15,0-1 13-15,3-3-3 0,-3 1-1 0,0-1 0 16,-3-2 4-16,3-3 1 0,0-2 0 0,0 2 0 16,0-3-14-16,0 6 0 0,0-11 8 0,0 9-8 15,0-1 0-15,2 3 9 0,-2 2-9 0,0 1 8 16,0-1-8-16,0 3 0 0,0 0 9 0,0 3-9 15,3 0 0-15,-3-6 0 0,0 3-10 0,0 1 10 16,0-1 0-16,0-5 0 0,0-1 0 0,0 1 0 16,0 0 0-16,0-3 0 0,0 0 0 0,0 1 0 15,0 4 0-15,0-2 0 0,-3 2 0 0,2-2 0 16,1 5 0-16,-3 0 0 0,0 3 0 0,3 0 0 16,-3 2 0-16,0 1 0 0,0-1 0 0,0-2 0 15,0 2 0-15,0 1 0 0,0-3 0 0,0 2 0 16,0-5 0-16,0 3 0 0,0 0 0 0,-3-1 0 15,0-1 0-15,3-4 0 0,0 3 0 0,-3 0 0 16,3 0 0-16,0 1 0 0,-3-4 0 0,3 6 0 16,0-3 0-16,-3 5 0 0,3-4 0 0,0 4 0 0,0 0 0 15,0 1 0-15,0-1 0 0,-3 1 0 16,3 2 0-16,0 0 0 0,0 0 0 0,-3 2 0 0,3 1 0 0,0 3 0 0,0-6 0 16,0 2 0-1,-3 1 18-15,0 5 10 0,0 0 3 0,0-3 0 0,0 3-22 0,0 0-9 0,3-5 8 16,-3 5-8-16,0 0 0 0,0 0 0 0,0 0 0 0,0 0 0 15,0 0 0-15,0 0 0 0,0 0 0 0,0 0 0 16,-6-3 0-16,6 3 0 0,-6-2 0 0,0 2 0 16,-3 0 0-16,3 0 0 0,-3 2 0 0,0 1 0 15,-3-3 0-15,0 3 0 0,0-1 0 0,-3 1 0 16,1 2 0-16,-1 1 0 0,-3 2 0 0,3-6 0 16,0 6 0-16,0-3 0 0,0 3 0 15,0 0 0-15,0 0 0 0,4 0 0 0,2 3 0 0,0-9 0 16,0 6 0-16,0-2 0 0,3-1 0 0,0 0 0 15,0-2 0-15,3 5 0 0,3-8 0 0,0 0 0 16,-6 0 0-16,6 0 0 0,0 0 0 0,0 0 0 16,0 0-8-16,0 0 8 0,0 0 0 0,0 0 0 15,0 0 0-15,0 0 0 0,0 0 0 0,3-5 0 16,0-1 0-16,0 1 0 0,0-3 0 0,3 3 0 16,-3-3 0-16,3 0 0 0,0-3 0 0,3 3 0 15,-3 0 0-15,3 3 0 0,0-3 0 0,2 0 0 16,-2 0 0-16,3 0 0 0,3 3 0 0,-3 0 0 15,0-1-8-15,0 1 8 0,0 3 0 0,0-4 0 16,0 4 0-16,0-4 0 0,-1 4 0 0,1 2 0 0,-3 0 0 16,0 0 0-16,3 0 0 0,-3 0 0 0,0 0 0 0,-3 0 0 15,3 2 0-15,-3 4 0 0,0-6 0 0,0 2 0 0,0 4 9 16,0-4-9-16,-3 1 29 0,3 2 2 16,-3 3 0-16,-1-3 0 0,1 3-31 0,0-2-10 15,0 1 0-15,-3 4 0 0,3 0 10 16,0-3 9-16,-3 0-1 0,3 5-8 0,0-5 8 0,-3 2-8 15,3 1 0-15,0-1 0 0,-3 1 8 16,3 0-8-16,0 2 0 0,0-3 0 0,0 1 0 0,0 0-17 0,3 2 3 16,-3-3 1-1,0 4-143-15,3-4-28 0,-3 3-5 0</inkml:trace>
  <inkml:trace contextRef="#ctx0" brushRef="#br0" timeOffset="121535.083">16529 6933 1884 0,'0'0'80'16,"0"0"-64"0,0 0 82-16,0 0 17 0,0 0 3 0,0 7 1 0,-3 1-61 0,3 0-12 0,-3 0-2 15,3 3-1 1,-3 2-28-16,0-2-6 0,3 2-1 0,-3 3 0 16,0 0-8-16,3 0 0 0,0-1 0 0,0 4 8 15,0-3-8-15,3 0 0 0,-3-3 0 0,3 0 8 0,0 0-8 16,3-2 0-16,-3 0 0 0,0-4 0 15,2 1-9-15,1-2 9 0,-3-4-12 0,3 1 12 0,0-3 0 0,0-3 9 0,3 1 1 0,-6-4 0 16,3 1-10-16,3-3 0 16,-3-2 0-16,0-1 0 0,0 0 0 0,0-2 0 0,-3 0 0 0,3-3 0 15,-6 0 53-15,3 0 9 0,0-2 2 0,-3 2 0 16,3 3-52-16,-3-1-12 0,0 1 0 0,0 3 0 16,0 2 0-16,-3 0 0 15,3 0 0-15,0 3 0 0,0 5 54 0,0 0 8 0,0 0 2 0,0 0 0 16,0 0-52-16,0 0-12 0,0 7 0 0,3 1 0 15,-3 3 0-15,3 2 0 0,3 0 0 0,-3 1 0 16,3-1-48-16,0 3-13 0,2 0-3 0,1-3 0 16,3 0 52-16,-3-2 12 0,3-1 0 0,0-2 0 15,0 0 0-15,0-3 12 0,0-2-3 0,0 0 0 16,0-3-9-16,-1 0 8 0,-2-3-8 0,3-2 8 16,-3 2-16-16,-3-5-4 0,3 0-1 0,-3-2 0 15,0-1 61-15,0-2 13 0,0 0 3 0,0-1 0 16,-3 1-52-16,3 0-12 0,-3 0 0 0,0-3 0 15,3 3 39-15,-3-1 5 0,0-1 0 0,3 4 1 16,-3-2-35-16,0 0-10 0,3 2 0 0,-3 3 0 16,0-3-10-16,2 1-6 0,-2 2-2 0,3 3 0 15,0-3-91-15,-3 2-19 0,3 1-3 0,0 2-1 16,-3 3-80-16,3-2-17 0,0 2-3 0</inkml:trace>
  <inkml:trace contextRef="#ctx0" brushRef="#br0" timeOffset="121732.365">17014 6901 1782 0,'0'0'75'0,"0"0"-60"16,0 0 99-16,0 0 20 0,3-6 4 0,3 4 1 16,0-3-9-16,0 2-2 0,2-2 0 0,1 2 0 15,0-2-51-15,3-1-10 0,-3 1-3 0,3 0 0 16,3 2-51-16,-3-2-13 0,3 2 0 0,-3-2 0 16,0 2 0-1,2-2 0-15,-2 2 0 0,0 1 0 0,0-4 12 0,0 6-1 0,-3-2 0 0,3-1 0 31,-3 3-69-31,-3-3-14 0,0 3-2 0,0 0-1 0,-6 0-118 0,3 6-24 0,-3-6-5 0</inkml:trace>
  <inkml:trace contextRef="#ctx0" brushRef="#br0" timeOffset="121944.566">17088 6985 1824 0,'-12'6'38'0,"12"-6"8"16,0 0-37-16,0 0-9 0,0 0 0 0,0 0 0 15,0 0 104-15,0 0 20 0,0 0 3 0,0 0 1 16,0 0 0-16,6 0 0 0,0 0 0 0,0 0 0 16,0-3-84-16,3 0-17 0,0 1-3 0,0 2-1 15,0-3 14-15,0 0 3 0,0 1 1 0,0 2 0 16,-1-3-33-16,4 1-8 0,-3 2 0 0,3-3 0 16,-3 3-15-16,3 0-5 0,0-3 0 0,-3 1-1 15,3-1-108-15,0 3-22 0,0-3-4 0</inkml:trace>
  <inkml:trace contextRef="#ctx0" brushRef="#br0" timeOffset="122604.601">17490 6753 1580 0,'-6'2'67'0,"-3"4"-54"16,3-1 41-16,0 0 8 0,-3 0 2 0,3 1 0 15,0 2 0-15,0 0 0 0,0 0 0 0,1-1 0 16,2 1-8-16,0 3 0 0,0 0-1 0,-3-1 0 16,6-2-38-16,0 3-7 0,0-3-2 0,0 0 0 15,0-1-8-15,3 1 0 0,0 3 0 0,3-3 0 16,-3-3 0-16,2 3 0 0,1-3 0 0,3 3 0 16,3-2 0-16,-3-1 0 0,3-2 0 0,0 2 0 15,3-5 0-15,-3 0 0 0,6 0 9 16,-6-3-9-16,2 1 22 0,1-1 0 0,-3-2 0 15,3 2 0-15,-3-2 14 0,0-3 4 0,0 3 0 0,-3-1 0 16,0 1 19-16,-3-3 4 0,0 3 1 0,0-3 0 16,-3 0 0-16,-1 0 0 0,-2 0 0 0,0 0 0 15,0-3-52-15,-2 1-12 0,2-1 0 0,-6-2 0 16,3 2 54-16,-3-2 8 0,0 0 2 0,-3 0 0 16,0 0-64-16,0-1-24 0,-3 4 0 0,0-1 1 15,0 3 14-15,0-2 9 0,0 4-12 0,-3 1 12 16,4 0-42-16,2 2-2 0,-3 3 0 0,0 0 0 15,6 0-131-15,-3 0-26 0,3 0-6 0</inkml:trace>
  <inkml:trace contextRef="#ctx0" brushRef="#br0" timeOffset="122889.878">17910 6514 2508 0,'0'0'71'0,"-6"-2"16"0,3-3-70 0,3 5-17 0,-3-3 0 0,0-2 0 15,3 5 106-15,0 0 18 0,-6-3 3 0,6 3 1 16,-6 0-103-16,6 0-25 0,-6 0 0 0,6 0 0 16,-6 3 0-16,0 2 0 0,3 0 0 0,-3 3 0 15,3 0 56-15,0 5 7 0,0 0 1 0,-3 3 0 16,3 6-52-16,-3 1-12 0,0 1 0 0,3 3 0 16,-3-1 0-16,0 3 0 15,3-2 0-15,-2-1 0 0,-1 1-16 0,0-4-5 0,3-1-2 0,-3 1 0 16,0-1 23-16,0-1 0 15,0 0 0-15,0 3 0 0,0-3 0 0,3 3 0 0,0-3 0 0,-3 3 0 16,3-6-21-16,0 3 3 0,3-2 1 16,-3-1 0-16,0-2-78 0,3-5-15 15,0 2-3-15</inkml:trace>
  <inkml:trace contextRef="#ctx0" brushRef="#br0" timeOffset="123598.464">18059 6776 1824 0,'2'-15'38'0,"1"9"8"15,-3 1-37-15,0 0-9 0,3-3 0 0,-3 2 0 16,0 1 104-16,0 5 20 0,3-5 3 0,-3 5 1 0,0 0 0 0,0 0 0 0,0 0 0 0,0 0 0 31,0 0-103-31,0 0-25 0,0 8 0 0,0 2 0 16,0-2 0-16,0 6 0 0,0-4 0 0,0 3 0 15,0 1 0-15,0 1 0 0,-3-1 0 0,3-1 0 0,0 0 24 0,-3 0-1 0,3-2 0 16,0 2 0-16,-3-2-37 0,3 2-7 0,0-2-2 16,-2-1 0-16,2 3 23 15,0-2 0-15,-3 2 0 0,3-2 0 0,-3 2 0 0,0-2 0 0,0 2 0 0,3-3 0 16,-3-2-107-1,0 0-17-15,0 0-3 0</inkml:trace>
  <inkml:trace contextRef="#ctx0" brushRef="#br0" timeOffset="123711.161">18100 6832 850 0,'-3'-19'17'0,"0"17"6"16,0-3-23-16,3-1 0 0,-3 1 0 0</inkml:trace>
  <inkml:trace contextRef="#ctx0" brushRef="#br0" timeOffset="124230.491">18064 6800 1824 0,'0'0'38'0,"0"0"8"0,-5 6-37 0,2-1-9 0,0 0 0 16,-3 3 0-16,3-3 53 0,-3 3 9 0,3 0 2 0,0 3 0 15,0-3-52-15,0 2-12 16,0 1 0-16,0-3 0 0,0 2 0 0,0 4 0 0,3-4 0 0,-3 3 0 16,3 1 0-16,0-1 0 0,3 3 0 0,-3 0 0 15,3 0 0-15,0-1 0 0,3 1 0 0,-3 0 0 16,3 0 0-16,-3-3 0 0,3 1 0 0,3-1 0 16,-3-5 54-16,-1 0 8 0,1-3 2 0,3 0 0 15,-3-5-52-15,3 3-12 0,0-6 0 0,0 3 0 16,0-5 54-16,0-3 8 0,0 0 2 0,0 0 0 15,0-5 0-15,3 0 0 0,-3-3 0 0,0 0 0 16,-1 0 0-16,1 0 0 0,3-2 0 0,-3 2 0 16,-3 0 0-16,3 0 0 0,-3 0 0 0,0 3 0 15,0 0-52-15,-3-1-12 0,0 4 0 0,0-3 0 16,-3-1 0-16,0 4 0 0,-3-3 0 0,-3 2 0 16,3 0 0-16,-3 1 0 0,-3-1 0 0,3 3 0 15,-3 0 0-15,0 0 0 0,0 0 0 0,-3 3 0 16,4 3 0-16,-1-1 0 0,-3 0 0 0,0 3 0 15,-3 0-48-15,3 3-13 0,-3 2-3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5:03.07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11614 13672 1728 0,'-12'3'36'0,"0"-3"8"0,3 0-35 0,0 0-9 0,1-3 0 0,-1 0 0 16,0 1 37-16,-3-4 6 0,0 4 1 0,0-4 0 31,-3 1 1-31,0 0 1 0,0-3 0 0,0 0 0 0,-2 0-4 0,2 0-1 0,-3 0 0 0,0-3 0 16,0 1-15-16,0-1-3 0,0 1-1 0,1-3 0 15,-4-1 22-15,0 1 4 0,-3 0 0 0,0 0 1 16,-3-1-25-16,-2 4-6 0,-1-1-1 0,-3 1 0 15,3 2-7-15,1-3-2 16,-1 3 0-16,3 3 0 0,0-3-8 0,3 3-14 0,1-1 3 16,-1 1 1-16,-3 0 25 0,0-1 5 15,1 4 0-15,-1-1 1 0,0 3-9 0,0-2-1 16,0 2-1-16,-2-3 0 0,5 3-10 0,-3-3 0 0,3 3 9 0,0 0-9 16,4 3 0-16,-1-3 0 0,3 3 0 0,-3-3 8 15,0 2-8-15,-3 1 11 0,1-1-11 0,-4 1 12 16,0 0-12-16,-3-1 12 0,0 1-12 0,-2 2 12 15,2-2-12-15,3 2 10 0,-3-2-10 0,4 2 10 16,-1 1-10-16,-3-4 12 0,6 3-12 0,-6-2 12 16,1 2-2-16,-1-2 0 0,-3 2 0 0,0 1 0 15,4-4-10-15,-4 6 0 0,3-3 0 0,0 3-11 16,4-2 11-16,2 2 0 0,0 0 0 0,3-3 0 16,-3 0 0-16,3 0 0 0,1 1 0 0,-7 2 0 15,3-3 17-15,-3 0 6 0,-3 1 1 0,1 2 0 16,2-1-24-16,-3 1 8 0,0 0-8 0,1 3 0 15,2-3-16-15,0 2-8 0,6-2-2 0,-6 6 0 16,4-4 45-16,-7 1 9 0,3-1 1 0,-3 1 1 0,1 0-22 0,-4-4-8 16,3 1 0-16,-3 3 9 15,1-3-9-15,5-3 8 0,0 3-8 0,0 0 8 16,3 0 16-16,3 0 2 0,1 0 1 0,-4 0 0 16,0 0-39-16,0 0-7 0,3 2-1 0,-5-2-1 0,5 3 21 0,-3-3-9 15,0 2 9-15,0 1 0 0,6 0-8 0,1-1 8 0,-1 1 0 16,0 2 0-16,6 0 14 0,0 0 10 0,0 3 1 0,3 0 1 15,0-3-26-15,3 3 0 0,0 0 0 0,3 0 0 16,-3 0-21 0,6 0-10-16,-3 0-1 0,3-1-1 0,-2 1 1 15,2-2 1-15,2-1 0 0,-2 0 0 0,3 0 31 0,3-2 0 0,-3-1 0 16,3 4 0-16,0-4 0 0,0 3 0 0,0-2 0 0,3 2 0 16,0-2 10-16,0-1 8 0,0 1 2 0,0 0 0 15,3-1-20-15,0 1 0 0,3 2 0 0,-4-2 0 16,4 2 0-16,-3 0 0 0,3 0 0 0,0 3 0 15,-3-3 0-15,3 1 0 0,0-1 0 0,-3 0 0 16,2-2-20-16,-2 2 3 0,0-2 0 0,0 2 0 16,0-3 17-16,0-2 0 0,0 3 0 0,0-3 0 15,0 2 0-15,0-2 0 0,0 0 0 0,-1 0 0 16,4 0 8-16,0-3 4 0,0 3 2 0,3-2 0 16,0-1-14-16,0 0 0 0,0 1 0 0,2 1 0 15,1-4 0-15,-3 2 0 0,0-2 0 0,3 2 0 16,-3 1 0-16,-1-1 0 0,1 0 0 0,-3 0 0 15,0 1 0-15,0-1 0 0,0 0 0 0,-3-2 0 16,0 2-11-16,0 1-1 0,-3-4-1 0,2 4 0 0,1-4 13 16,0 1 0-16,0-1 0 0,3 1 0 0,0 2 8 0,0-2 4 15,3 0 0-15,-3-1 1 16,2 4-13-16,4-4 0 0,-3 4 0 0,3-4 0 16,0 4 0-16,0-1 0 0,-1 3 0 0,4-3 0 0,-3 3 0 0,0 0 0 0,0 0 0 15,0-3 0-15,2 0-12 0,-2-2 0 0,3 0 1 16,0-1 0-16,0-2 19 0,5 0 4 0,-2 0 1 15,0-2 0-15,0 2-13 0,0 0 9 16,-1-3-9-16,-2 3 8 0,0-3 0 0,-3 1-8 0,0 2 12 16,-3-3-4-16,-1 1-8 0,-2-1 10 0,0 0-10 15,0 1 10 1,3-1-31-16,-3 0-7 0,3 1 0 0,0-1-1 0,-4 0 50 0,4 3 11 0,3-2 1 0,-3 2 1 16,0-3-22-16,0 3-12 0,0-3 12 0,-1 3-12 15,1 0 8-15,-3 0-8 0,3 0 0 0,-3 0 0 16,3 0 0-16,-3 0 0 0,0 0 8 0,-1 0-8 15,-2 0 20-15,0 0 1 0,0 0 0 0,0 0 0 16,0 3-33-16,0-3-6 0,0 0-2 0,3 3 0 16,-3-3 20-16,2 0 0 0,4 2 0 0,-3-2 0 15,3 3 0-15,0 0 0 0,0-3 0 0,0 2 0 16,-1 1 0-16,-2 0 0 0,3-1 0 0,0-2 0 16,-3 3 0-16,0 0 0 0,0-1 0 0,0 1 0 15,-1-3 0-15,1 0 0 0,-3 2 0 0,0-2 0 16,0 3 0-16,-3-3 0 0,3 3 0 0,-3-3 0 15,0 0 0-15,3 0 0 0,-3 0 0 0,3-3 0 16,-4 0 0-16,4 3 0 0,0-2 0 0,0-1 0 16,0 1 0-16,0-4 0 0,3 4 0 0,0-1 0 15,0 0 0-15,0 1 0 0,-1-1 0 0,4 0 0 16,-3 1 0-16,0-4 0 0,0 4 0 0,-3-1 0 16,3 0 0-16,-3-2 0 0,2 3 0 0,-2-1 0 0,0 0 0 15,0-2 0-15,0 2 0 0,0 1 0 0,-3-4 0 0,0 1 0 16,3 2 0-16,0-2 0 0,-3 2 0 0,0-2 0 0,2 0 0 0,-2 0 0 15,0-1 11-15,0-2-11 0,3 3 12 0,-3 0-12 16,0-1 0-16,3-1 0 0,-3 1 0 0,0 1 0 16,0-3 0-16,0 3 0 0,0-1 0 0,-1 1 0 15,1-3 0-15,-3 0 0 0,3-2 0 16,0-1 0-16,0 1 0 0,-3-1 0 0,3-2 0 16,-3-1 0-16,0-1 0 0,3-1 0 0,-3 0 8 0,0-3-8 15,0 1 0-15,3-1 0 0,-3 1 0 0,0-1 0 16,0 1 9-16,-1 2-9 0,1 3 0 0,0-3 9 15,-3 3-9-15,3-3 8 0,-3 2-8 0,0 4 8 16,0-3 1-16,-3-1 0 0,3 4 0 0,0-3 0 16,-3 2 1-16,0-2 0 0,3 0 0 0,-3-1 0 15,0-2-2-15,3 1-8 0,-3-4 12 0,0 0-4 16,0-2 0-16,0 0-8 0,0 0 12 0,0 0-4 16,0 0 5-16,0-1 1 0,-3 4 0 0,3-1 0 15,-3 1 2-15,3 2 0 0,-3-2 0 0,0 4 0 16,0-2-8-16,0 3 0 0,0 3-8 0,0-4 12 15,-3 4-12-15,3-1 9 0,-3 1-9 0,1-1 8 16,-1 0-8-16,0 1 8 0,0-3-8 0,-3 2 8 16,0 0-8-16,0 1 0 0,0-3 0 0,0 2 0 15,0-2 0-15,0 2-16 0,-3-2 3 0,3 0 0 16,0 2 13-16,0-2 0 0,1 2 0 0,-1-2 0 16,0 3-47-16,3-1-16 0,-3-2-3 0</inkml:trace>
  <inkml:trace contextRef="#ctx0" brushRef="#br0" timeOffset="14306.727">12251 15818 1592 0,'-6'2'67'0,"0"1"-54"31,0 0 77-31,0-1 15 0,0 1 3 0,0 2 1 16,0 1-23-16,1-1-5 0,-1 0-1 0,0 3 0 0,0 0-20 0,0 3-5 0,0-3-1 0,0 2 0 15,0 6-35-15,0 3-7 16,0 2-2-16,0 0 0 0,0 5 29 0,-3 1 5 16,6 2 2-16,-6 0 0 0,0 0-30 0,0-2-5 0,0-1-2 15,0 6 0 1,-2-3-9-16,-4 5 8 0,0 3-8 0,0 3 8 0,-3 0-8 16,0-1 10-16,0 1-10 0,-2 2 10 0,2-5-10 15,0-7 0-15,0-1 0 0,0 0 0 0,0-3 0 0,3 1 0 16,0-1 0-16,1 1 0 0,5-1 0 0,-3-2 0 15,3 0 0-15,3-3 0 16,3 0-100-16,0-5-23 0,0-3-4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5:28.61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14912 4892 1094 0,'0'0'46'0,"0"0"-37"16,0 0 80-16,0 0 16 0,0 0 3 0,0 0 1 15,0 0-36-15,0 0-7 0,0 0-2 0,0 0 0 16,0 0-16-16,0 0-3 0,0 0-1 0,0 0 0 16,3-5-12-16,3 3-4 0,0 2 0 0,0-3 0 15,0 0-12-15,3 3-2 0,0 0-1 0,0-2 0 16,3 2-13-16,3-3 9 0,-1 3-9 0,1-5 8 16,3 5-8-16,3-3 0 0,-3 0 0 0,3 3 8 15,-3-2-8-15,-1 2-11 0,1 0 3 0,0 0 0 16,-3 0-46-16,0 0-9 0,-6 0-1 0</inkml:trace>
  <inkml:trace contextRef="#ctx0" brushRef="#br0" timeOffset="292.557">14927 5070 1306 0,'0'0'27'0,"0"0"7"0,0 0-34 15,0 0 0-15,0 0 0 0,0 0 0 16,0 0 76-16,3-3 9 0,0 0 2 0,0 1 0 0,3-3-29 0,0 2-6 0,0 0 0 0,3-5-1 16,0 3-24-16,3 0-5 0,0-1-1 0,-1-2 0 15,4 3-10-15,0 0-3 0,0 0 0 0,3-3 0 16,0 2-8-16,0 1 0 0,0 0 0 0,-1 2 8 15,-2-5-8-15,3 3 0 0,-3 2 0 0,0 1 0 32,0-4-33-32,-3 4-9 0,3-1-2 0</inkml:trace>
  <inkml:trace contextRef="#ctx0" brushRef="#br0" timeOffset="599.521">15490 4720 1386 0,'0'0'28'0,"0"-5"8"15,0 5-28-15,0-5-8 0,0 5 0 0,0 0 0 16,0 0 92-16,0 0 18 0,0 0 3 0,0 0 1 16,0 0-39-16,0 0-8 0,0 0-2 0,0 0 0 15,0 0-17-15,0 0-4 0,0 8-1 0,-3 2 0 16,3 1-14-16,0-3-2 0,0 3-1 0,0 2 0 0,0-3-11 15,0 1-3-15,0-1 0 0,0 1 0 16,0 2-12-16,0-2 9 0,0-3-9 0,-3 2 8 0,3 4-8 0,-3-1 0 16,3 0 0-16,-3 3 0 0,0 0 8 15,3 0-8-15,0 2 8 0,-3 1-8 0,3-3 9 16,0 2-9-16,0 1 10 0,0-1-10 16,-3-2-19-16,6 3-9 0,-3-6-3 0,0 0 0 15,3 0-142-15,0 1-29 0</inkml:trace>
  <inkml:trace contextRef="#ctx0" brushRef="#br0" timeOffset="4909.099">15796 3982 1989 0,'-6'-8'56'0,"0"0"13"16,0 0-55-16,3-2-14 0,-2-1 0 0,2 3 0 16,-3 0-8-16,-3-8-5 0,3 6-1 0,-6-1 0 15,-3-5 14-15,0 3 0 0,-3-5 0 0,-6 2 0 16,-2 0 20-16,-4 0 3 0,-6 0 1 0,0-2 0 16,-2 7-11-16,-1-2-1 0,0 5-1 0,-5-5 0 15,-1 2 11-15,-3 1 2 0,1-1 1 0,-7-2 0 16,4 5 3-16,-4 0 0 0,0 0 0 0,-8 3 0 0,5-3-28 15,-5 0-11-15,-4 2 1 0,-5-2 0 0,5 6 10 16,1-9 0-16,-4 6 10 0,-5 0-10 0,6-1 8 0,-7 4-8 16,4-4 0-16,-13 4 0 0,10 2 0 15,-6-5 0-15,-1 2 0 0,-11 3 0 0,15 0 0 16,-7 0 0-16,4 0 0 0,-12 0 0 0,8 3 0 16,4 2 8-16,-3-5-8 0,-10 2 0 0,16 4 0 0,-1-4 9 0,-2 4-9 15,0-1 8-15,5 0-8 0,1 1 0 0,2-1 0 16,-8 3 0-16,12-3 0 0,-4 3 0 0,-2-3 0 0,-4 6 0 15,10-8 0-15,-4 4 0 0,1-4 0 0,-3 5 0 16,11 0 0-16,4-5 0 0,-1 5 0 0,-2 0 0 16,2-1 0-16,0 4 0 0,1 0 0 0,-4 2 0 15,10 0 0-15,-1 0 0 0,4 1 0 0,-7 4 0 16,7-5 0-16,-7 6 0 0,3 2 0 0,-2 0 0 16,5 0 12-16,-2-2 8 0,5 2 0 0,-9 0 1 15,10 0-33-15,-4-5-8 0,1 3 0 0,-4 5-1 16,6-11 21-16,4 5 0 0,-1-2 0 0,-5 5 0 15,5 1 0-15,-3 4 0 0,-2 0 0 0,2 4 0 16,3-1 14-16,7 0 7 0,-4 0 2 0,0 3 0 16,1-6-23-16,-4-2 0 0,-3 0 0 0,1 2 0 15,5 3-19-15,0-5-1 0,4 8-1 0,-4 0 0 16,0 2 33-16,4 0 8 0,-4 6 0 0,-3-3 1 16,7 0-33-16,-4-5-8 0,6 2 0 0,-2 1-1 15,2-1 21-15,3 1 0 0,0 4 0 0,4 1 0 16,-4 0 19-16,3-1 8 0,0 4 1 0,-2 2 1 15,5-8-21-15,0-3-8 0,0 0 0 0,0 6 0 16,4-3 0-16,2 8 8 0,3 0-8 0,-3 5 0 16,6-7-23-16,0-1-7 0,3-2-2 0,-2 2 0 0,2-2 32 0,0 2 0 15,3 0 0-15,-3 6 0 16,0-3 0-16,0 0 0 0,0 0 0 0,0 3 0 0,3-6 19 0,0 0 9 0,-3-2 3 0,4 5 0 16,-1 0-31-16,3 3 0 0,0 2 0 0,0 0 0 15,3-5 0-15,0-3 0 0,3-2 0 0,0 3 0 16,0 1 0-16,3 4 0 0,0 5 0 0,0-3 0 15,3-5-19-15,-3-2-9 0,3-6-3 16,3 5 0-16,-3 0 31 0,2 1 0 0,-2 4 0 0,3 4 0 16,3-9 17-16,-3 3 10 0,3-3 1 0,3-2 1 15,-3 0-46-15,3-1-10 0,0-2-1 0,-1 6-1 16,4-4 29-16,3 4 0 16,6 2 0-16,-3-3 0 0,6-2 19 0,-1-6 9 0,4-2 3 0,0 5 0 15,-6-3-31-15,5 3 0 0,-5 0 0 0,6 3 0 16,-3-3-19-16,2 0-9 0,1 0-3 0,3-2 0 15,3-4 48-15,2-2 10 0,1-5 1 0,0 5 1 16,-1-2-46-16,-2 2-10 0,0-3-1 0,2 4-1 16,1-1 46-16,6 2 10 0,2 1 1 0,1 0 1 15,-1-3-29-15,-5-5 0 0,0 2 0 0,5-2 0 16,1-3-17-16,0-2-10 0,5-3-1 0,1 2-1 16,-4-2 46-16,-2 3 10 0,-1-6 1 0,7 5 1 15,-3-2-29-15,2 3 0 0,4-1 0 0,2 3 0 16,-2-2 0-16,-4-1 0 0,-2 1 0 0,5 0 0 15,-2-1 8-15,-1-2-8 0,1 0 0 0,8-3 0 0,-2 0 0 0,0 0 8 16,-1-2-8-16,6 0 0 0,-5-3 0 0,-3 2 0 16,-1-2 0-16,7 0 0 0,-4-3 0 0,4 1 0 15,2-1 8-15,3 3-8 0,-2-6 0 16,-1 1 0-16,1-3 0 0,2 0 0 16,-5 0 0-16,-1-3 0 0,1 1 0 0,5-1 0 0,-5 1 0 0,-1-4 0 0,4 1 8 15,8 0-8-15,-12-1 0 16,7-2 8-16,-4 1-8 0,7-4 0 0,-10 0 0 0,-2-2 0 0,-1 0 0 15,4-6 0-15,-4 1 0 0,4-3 0 0,-1-3 0 0,7 0 0 16,-7 0 0-16,-2-2 0 0,2-1 0 0,4 1 0 16,-10-1 0-16,1 4 0 0,2-4 0 0,1-5 0 15,-4-2 8-15,4-6-8 0,2-2 0 0,4-3 9 16,-10 3-9-16,-2 2 0 0,-1-2 9 0,7-6-9 16,-7 3 0-16,1-3 8 0,-3-5-8 0,8-2 0 15,-8 5 8-15,-1 2-8 0,1-2 8 0,2-6-8 16,-8 3 0-16,3-2 9 0,-1-6-9 0,1 0 0 15,-4 3 15-15,-2 2-4 0,3 1-1 0,-1-9 0 16,-2 6-10-16,0-3-9 0,2-2 9 0,1-9-13 16,-6 6 13-16,-4-6 0 0,-2 4 0 0,6-9 0 15,-4 11 0-15,1 2 10 0,3 1-10 0,-4-3 12 16,-2 2-12-16,-3 1 0 0,0-6 0 0,-1-5 0 16,-8 8 0-16,0-6 10 0,0 1-1 0,-3-6 0 0,-1 11-9 0,-2 2-9 15,0 1 9-15,0-3-13 0,-6 2 13 16,3-2 0-16,-3-3 0 0,-3-5 0 15,0 8 0-15,-6 0 0 0,0 0 0 0,-1 0 0 16,-4 7 0-16,-1-2 0 0,0 6 0 0,-3-9 0 16,-3 6 27-16,-3-3 8 0,0-5 1 0,0 0 1 15,-3 10-21-15,0 1-5 0,0 7-1 0,-3-7 0 0,1 2 6 0,-4 0 0 16,3-5 1-16,-9 2 0 0,0 6-17 0,-2 5 0 0,-4 2 0 16,-6-1 0-16,3 1 0 0,1-4 0 0,-4-1 0 0,-6 3 0 15,4 5 0-15,-7 1 0 0,0 2 0 0,-8 2 0 16,2 6 0-16,1 0 0 0,-4 0 0 0,-11 0 0 15,2 2 0-15,-5 3 0 0,-4 1 0 0,-11-4 0 16,3 11-48-16,-4 3-12 0,-5 2-4 16</inkml:trace>
  <inkml:trace contextRef="#ctx0" brushRef="#br0" timeOffset="10188.802">18398 7843 1644 0,'3'-19'34'0,"0"14"9"15,-3 0-35-15,0-1-8 0,3-2 0 0,-3 3 0 16,0 0 80-16,0 5 13 0,0-3 3 0,0 3 1 16,0 0-27-16,0 0-6 0,0 0 0 0,-6 3-1 15,3-1-31-15,-3 6-5 0,3-2-2 0,-3 4 0 16,3 4-11-16,0 1-2 0,0 1-1 0,0 5 0 16,3-2-11-16,0 2 0 0,-3 0 0 0,3 0 0 15,0 1 0-15,0-4 0 0,0 3 0 0,0-2 0 0,0-1 0 16,0-2 0-16,0 0 0 0,0 0 0 15,-3 0 0-15,3 0 0 0,-3 0 0 0,3-1 0 0,-3 1 0 0,3 0 0 16,-3 0-12-16,0-3 12 16,3 1-32-16,-3-1 2 0,0 0 0 0,0-2 0 15,3-1-109-15,-3-2-21 0,0-3-5 0</inkml:trace>
  <inkml:trace contextRef="#ctx0" brushRef="#br0" timeOffset="10424.868">18419 7848 1933 0,'-9'0'55'0,"3"0"12"16,-3 0-54-16,3 0-13 0,0 0 0 0,-3 3 0 16,0-1 75-16,0 4 12 0,3-1 2 0,-3 0 1 15,0 3-55-15,0 0-11 0,1 0-3 0,-1 0 0 16,0 3-21-16,3-1 0 0,-3 1 0 0,0 2 0 15,3-2 0-15,-3-1 0 0,3 1 0 0,0-1 0 16,0 1-13-16,0-1-1 0,3 1 0 0,-3-3 0 16,0 3-130-16,-3-4-25 0</inkml:trace>
  <inkml:trace contextRef="#ctx0" brushRef="#br0" timeOffset="10614.767">18207 8330 1698 0,'0'0'72'15,"6"-3"-58"-15,0-2 118 16,0 2 23-16,0-2 5 0,6 2 0 0,-3-2-62 0,6-1-13 0,-3 1-2 0,3 0-1 16,0 2-57-16,2-2-11 0,-2 2-2 0,3 1-1 31,0-1-32-31,-3 3-7 0,3 0 0 0</inkml:trace>
  <inkml:trace contextRef="#ctx0" brushRef="#br0" timeOffset="12192.461">17853 9179 1516 0,'-9'-11'32'0,"6"6"6"0,3 2-30 16,-3-2-8-16,3 0 0 0,0 2 0 0,-3-2 66 15,3 2 12-15,0 3 2 0,0 0 1 0,0-5-13 0,0 5-4 0,0 0 0 0,0 0 0 32,3-3-4-32,0-2 0 0,-3 5-1 0,6 0 0 0,0-3-43 0,3 3-16 0,-3 0 11 0,3 0-11 15,0 0 57-15,3 3 6 0,0-3 1 0,0 0 0 16,2 3-64-16,4-1-26 0,0-2 2 0,3 6 0 15,0-6 38-15,0 2 8 0,3 1 2 0,-1 0 0 16,-2-3-39-16,0 0-7 0,0 0-2 0,3 0 0 16,-4 0 24-16,1 0 0 0,0 0 0 0,3-3 0 15,0 3 0-15,-3-3 0 0,-4 3 0 16,4-2 0-16,-3 2 0 0,-3-3 0 0,0 0 8 0,-3 3-8 16,-3 0 20-16,0 0 0 0,-3-2-1 0,0 2 0 15,-6 0-30-15,0 0-5 0,0 0-2 0,0 0 0 16,0 0 29-16,0 0 5 0,0 0 2 0,0 0 0 15,0 0-30-15,0 0-5 0,0 0-2 0,0 0 0 16,0 0 19-16,-6 2 0 0,0 1 0 0,0 0 0 16,-3-3 8-16,-3 0-8 0,3 2 11 0,-3-2-11 15,-3 3 16-15,0-3-4 0,-3 3-1 0,1-3 0 16,-1 2-11-16,0-2 0 0,0 0 0 0,-3 3 0 16,0-3 0-16,3 3 0 0,-2-3 0 0,-1 2 0 15,-3-2 0-15,0 0 0 0,-3 3 0 0,1-1 8 16,-1-2 2-16,3 3 0 0,0-3 0 0,0 3 0 15,4-1 1-15,2-2 0 0,3 0 0 0,3 3 0 16,3-3 5-16,0 3 2 0,9-3 0 0,0 0 0 0,0 0-1 16,0 0 0-16,0 0 0 0,0 0 0 0,0 0-9 15,6 0-8-15,3 0 12 0,3 0-12 16,3 0 15-16,3-3-4 0,2 3-1 0,1 0 0 0,0-3-2 0,3 3-8 16,0 0 12-16,0 0-4 0,-1 0-8 0,-2 0 0 0,3 0 0 15,-3 0 8-15,3 0-8 0,2 0 0 0,-2 0 0 16,3 0 0-16,3 3 0 0,-3-3 0 0,2 0 0 15,-2 0 0-15,0 3 0 0,-3-3 8 0,0 2-8 0,-7-2 0 16,1 3 0-16,-3-3 0 0,-3 3 0 0,0-3 0 16,-3 0-17-1,-3 2-3-15,0-2 0 0,0 0 0 0,-3 0 20 0,-3 0 0 0,0 0 0 16,0 0 0-16,0 0 0 0,0 0 0 0,0 0 0 0,0 0 0 16,0 0 0-16,0 0 0 0,0 0 0 0,0 0 0 15,0 0 0-15,-6-2 0 0,0-1 0 0,0 3 0 16,-3-3 0-16,-3 1 0 0,0 2 0 0,-3-3 0 15,-3 0 0-15,1 3 0 0,-4-2 0 0,-3 2 0 16,0-3 0-16,-3 3 0 0,0 0 0 0,4 0 0 16,-1 0 0-16,0 0 0 0,3 0 0 0,-3 0 0 15,7 0 21-15,-4 3 8 0,0-1 2 0,3 1 0 16,3 0-22-16,0-1-9 0,0-2 8 0,3 6-8 16,1-6 8-16,2 2-8 0,3 1 0 0,6-3 8 15,0 0-8-15,0 0 0 0,0 0 0 0,0 0 0 16,3 3 0-16,6-1 0 0,-3 3 0 0,5-5 0 0,1 3 12 15,3-3-4-15,3 0 0 0,0 0 0 0,3 0-8 16,0 0 0-16,2 0 0 0,4 0 8 0,3 0-8 16,3-3 0-16,5 1 9 0,-2-1-9 15,0 1 0-15,-3-1 9 0,-1-2-9 0,-2 2 0 16,-3 0 8-16,-6 1-8 0,-3 2 0 0,-1-3 0 16,-2 0 0-16,0 3 8 0,-3 0-8 0,-3 0 0 0,0 0 11 0,-3 0-11 15,0 0 10-15,0 3-10 0,-6-3 0 0,0 0 0 0,0 0 0 16,0 0 0-16,0 0 0 0,0 0 9 0,0 0-9 0,0 0 8 15,0 0-8-15,-6 5 0 0,0-2 0 0,0 0 0 16,0-1 0-16,0 1 0 0,0-3 0 0,0 3 8 16,0-3-8-16,0 0 0 0,0 0 0 15,0 0-11 1,-3 0-20-16,3 0-4 0,1 0-1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6:00.43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8242 8113 1698 0,'0'0'48'0,"0"0"11"0,0 0-47 0,0 0-12 0,0 0 0 0,0 0 0 15,0 0 68-15,0 0 11 0,0 0 2 0,0 5 1 16,3 0-51-16,-3 3-11 0,0 0-1 0,0 5-1 16,-3 1-10-16,3 4-8 0,0 1 12 0,-3 2-12 15,0 3 9-15,3 2-9 0,-3 3 0 0,0 0 9 16,3 0-23-16,-3-5-5 0,3 3-1 0,-3-4 0 15,3-1 20-15,-3-4 0 0,3 1 0 0,-3-1 0 16,0-2 0-16,3 3 0 0,-3-1 0 0,0-2 0 16,0 0 0-16,0 0 0 0,0 0 0 0,0-3 0 31,0 0-55-31,0-2-7 0,0 2-2 0</inkml:trace>
  <inkml:trace contextRef="#ctx0" brushRef="#br0" timeOffset="243.26">8271 8176 1831 0,'0'-8'38'0,"0"0"9"0,0 0-38 16,0 3-9-16,0 0 0 0,0 5 0 0,0-6 100 0,-3 4 19 0,0-3 3 15,-2 2 1-15,-1 3-63 16,0 0-12-16,0 0-2 0,-3 3-1 0,-3-1-18 0,3 1-4 0,-6 2-1 0,3 0 0 15,0 3-22-15,0 3 0 0,-3-1 0 0,4 4 0 16,-1-1 0-16,0 3 0 16,-3 0 0-16,6 0 0 15,-3 2-180-15,3-2-41 0</inkml:trace>
  <inkml:trace contextRef="#ctx0" brushRef="#br0" timeOffset="446.505">8090 8647 2191 0,'6'-10'45'0,"0"4"12"0,0 1-45 0,0 0-12 0,3-3 0 0,3-3 0 16,-1 3 92-16,4 3 16 0,0-3 3 0,0 0 1 15,3 3-69-15,0-1-14 0,0 1-2 0,2 3-1 16,-2-4-26-16,3 4 0 0,0-1 8 0,-3 0-8 15,3 3-30-15,-3-2-8 0,2 2-2 0</inkml:trace>
  <inkml:trace contextRef="#ctx0" brushRef="#br0" timeOffset="2258.328">7646 8941 1268 0,'-18'2'26'0,"13"1"7"16,-1-3-33-16,-3 3 0 0,3 2 0 0,0-2 0 16,-3 2 72-16,3 0 7 0,0 1 1 0,0-1 1 0,0 0-23 15,3 3-5-15,-3-3-1 0,3 3 0 16,0-2-31-16,3-6-6 0,0 5-2 0,0-5 0 15,3 5 41-15,3 1 8 0,-3-1 2 0,3-3 0 16,0 1 0-16,0-3 0 0,3 0 0 0,-3 0 0 0,3-5-24 0,-3 2-5 16,3-2-1-16,0 0 0 15,-4-1-10-15,4 1-3 0,-3 0 0 0,0-1 0 16,0-2-9-16,-3 3-3 0,0 0 0 0,-3-3 0 16,0 5 20-16,0-2 4 0,0 5 1 0,-6-5 0 0,0 2-10 0,0 0-3 0,-3 1 0 15,0-1 0-15,1 3-13 0,-4 0-8 0,0 0 8 0,0 0-8 16,0 0 8-16,-3 3-8 0,0-1 10 0,0 1-10 15,3 0 0-15,3 2 0 0,-2-2 0 0,2 2 0 16,3 0 0-16,6-5-16 0,0 6 1 0,0-6 1 16,0 5 6-16,6 3 8 0,0-3-13 0,0-2 5 15,2-1 8-15,1-2 0 0,3 0-9 0,0 0 9 16,-3 0 0-16,6-2-9 0,-3-1 9 0,0 0 0 16,0-2 0-16,0 0 0 0,-3 2 0 0,-1-2 0 15,-2 0 0-15,0-1 0 0,-3 1 0 0,0 0 0 16,0 2 0-16,-3 3 9 0,0-5-9 0,-3-1 8 15,3 6 10-15,-6-5 2 0,3 3 0 0,-3-1 0 16,-2 0-11-16,2 3-1 0,-3-2-8 0,-3 2 12 16,3 2-12-16,-3-2-8 0,0 3 8 0,3 0-13 15,-3-1 13-15,3 1 0 0,3 2 0 0,0 0 0 16,0 1 0-16,3-1 0 0,0 0 0 0,3 3 0 16,0 0 0-16,6-3 0 0,0 1 0 0,0-1-9 15,3 3 9-15,0-3-8 0,3-2 8 0,-3 2-8 16,3-2 8-16,0-3 8 0,0-3-8 0,0 3 11 15,0-5-11-15,-4 2 0 0,4-2-10 0,-6-3 10 16,3 3 0-16,-3-1 10 0,0-1 0 0,0 1 0 0,-3 1-2 16,0-3 0-16,-3 3 0 0,0 2 0 0,0 3 2 0,-3-8 0 15,-3 5 0-15,0-2 0 0,3 3-26 16,-3-1-6-16,-3 0-1 0,3 1 0 0,-3-1 48 16,-2 3 10-16,2 0 1 0,-3 0 1 0,3 3-29 0,-3-1-8 15,0 1 0-15,3 0 0 0,0-1 0 0,0 1 0 0,3 2 0 0,3-2 0 16,3-3 0-16,-3 5 0 15,3-5-12-15,-3 8 4 0,3-8 8 0,3 5 0 0,0 1 0 0,0-4-8 16,3 1-17-16,0 2-3 16,0-5-1-16,0 3 0 0,3-3 45 0,0 2 8 0,-3-2 3 0,3 0 0 31,0 0-43-31,0 0-9 0,0 0-2 0,-1-2 0 0,1-1-139 0,3 1-28 16,0-1-6-16</inkml:trace>
  <inkml:trace contextRef="#ctx0" brushRef="#br0" timeOffset="15747.045">7611 15775 1082 0,'0'0'22'0,"0"0"6"0,0 0-28 0,-6-2 0 0,6 2 0 0,-3-3 0 15,3 3 77-15,-3-5 10 0,3 5 1 0,0 0 1 16,-3-3 10-16,3 3 1 0,0-5 1 0,0 5 0 15,0 0-25-15,0 0-6 0,0 0-1 0,0 0 0 16,0 0 23-16,0 0 5 0,0 0 1 0,0 0 0 16,0 0-54-16,0 0-12 0,0 0-1 0,3 5-1 15,0-2-30-15,0 5 0 16,0-3 0-16,0 3 0 0,0 0 57 0,0 0 6 0,0 2 1 0,0 1 0 31,0 0-77-31,-1 2-15 0,1 0-4 0,0 6 0 0,-3-3 52 0,3 5 9 0,0 0 3 0,0 3 0 31,-3-3-77-31,0 0-15 0,3 3-4 0,-3-3 0 0,0-2 29 0,3-1 6 0,-3 1 1 16,0-4 0-16,0-1-7 0,0-1-1 0,-3 0 0 0,3-2 0 16,-3-1-17-16,3 1-4 0,0-3-1 15,0-3 0-15,-3 3-26 0,3-3-6 0,0 1-1 0</inkml:trace>
  <inkml:trace contextRef="#ctx0" brushRef="#br0" timeOffset="16126.698">7634 15746 1398 0,'-6'-10'29'0,"6"10"7"15,-2-3-36-15,-4-2 0 0,3 0 0 0,0 2 0 0,3 3 96 0,-6-5 13 0,6 5 3 0,0 0 0 16,-6-3-39-16,3 3-7 0,-3 0-2 0,0 0 0 16,3 3 0-16,-3-1 0 0,3 1 0 0,-3 2 0 15,0 3-51-15,3-3-13 0,-3 3 0 0,3 0 0 16,0 0 28-16,-3 0 2 0,3 0 1 0,0 3 0 15,-3-3-31-15,3 2 8 0,-3 1-8 0,3-1 0 16,-3 4 0-16,3-4 0 0,-3 3 0 0,1 3 0 16,-1-2-39-1,3-1-7-15,0 3-2 0,-3-3 0 0,3 0-101 16,0 0-21-16,0-2-4 0</inkml:trace>
  <inkml:trace contextRef="#ctx0" brushRef="#br0" timeOffset="16499.434">7498 16331 1501 0,'2'-5'63'0,"1"0"-51"16,3-1 100-16,0 1 19 0,0 2 4 0,0-2 1 16,3 0-56-16,-3-1-10 0,3 1-2 0,0 0-1 15,3 0-23-15,-3-1-4 0,3 1 0 0,-3 2-1 16,3-2-11-16,-3 2-3 0,-1-2 0 0,1 2 0 15,0 1-12-15,-3-1-2 0,3 0-1 0,-3 1 0 16,3 2-10-16,0 0 0 0,0-3 0 0,0 3 0 16,0 0 0-16,0 0 0 0,0 0 0 0,0 0 0 31,3 0-49-31,-1 0-12 0,1-2-3 0</inkml:trace>
  <inkml:trace contextRef="#ctx0" brushRef="#br0" timeOffset="25609.128">7602 16739 1018 0,'-3'2'43'0,"-3"4"-35"16,6-6 43-16,-3 2 8 0,-3 3 1 0,6-5 1 15,0 0-30-15,-3 3-7 0,3-3 0 0,0 0-1 16,0 0 33-16,-6 5 6 0,6-5 2 0,-3 6 0 15,3-6 29-15,-6 5 7 0,3-2 0 0,0 2 1 16,0 0-59-16,0 1-12 0,-3-1-2 0,3 0-1 16,0 3 29-16,-3 0 7 15,0 0 1-15,3 2 0 0,-3 1-64 0,0 0 0 0,0 2 0 0,3 0-10 16,-3-2 22-16,4 5 4 0,-4-3 0 0,3 0 1 16,-3 3-5-16,3-3 0 0,-3 0-1 0,3-2 0 15,0 2-26-15,0 0-5 0,3-2 0 0,-3 2-1 16,0-2 21-16,3 2 0 0,0-2 0 0,-3 2 0 15,3 0 13-15,0-2 7 0,3 2 2 0,-3 0 0 16,3 0-22-16,0 1 0 0,0-4 0 0,0 6 0 16,3-3-16-16,-3 1-4 0,3-1 0 0,0 3-1 15,0-6 21-15,-1 3 18 0,4-5-3 0,0 3-1 16,-3-3-22-16,3 0-5 0,0-3-1 0,0 0 0 16,0 1 14-16,3-6 13 0,0 2-2 0,-3-2-1 15,3-2-10-15,-3-1 0 0,0-2 0 0,-1-1 0 16,1-1-13-16,0-1 5 0,0-3 8 0,-3 0-13 15,3-2 13-15,0-3 0 0,0 0 0 0,0 1 0 16,0-4 0-16,0 3 0 0,3-2 0 0,-3 2 0 16,-3 0 0-16,2 3 0 0,-2-3 0 0,0 0 0 15,-3 3 48-15,0-1 13 0,-3 1 3 0,3 3 0 16,-6-4 0-16,3 1 0 0,-3 0 0 0,-3 2 0 16,3-2-16-16,-3 0-2 0,1 2-1 0,-1 1 0 0,0-1-21 0,-3 1-4 15,3 2 0-15,-3 0-1 0,3 0 0 0,-3 2 0 16,0 4 0-16,3-3 0 0,-3 2-10 0,0 0-1 0,0 3-8 15,0 0 12-15,0-2-12 0,-3 2 0 0,1 0 0 0,-1 0 0 16,0 2 0-16,-3-2-18 0,3 0 4 0,-3 3 1 31,3 0-91-31,0 2-17 0,3-3-4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7:22.77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20639 7417 1789 0,'0'0'37'0,"6"0"9"0,3 0-37 0,0 0-9 0,3 2 0 0,0 1 0 0,0 2 60 0,3 3 11 15,0 3 1-15,-1-1 1 16,4 4 5-16,0-1 1 0,0 5 0 0,3 1 0 0,-3-3-35 0,0 5-8 0,-1-3 0 0,-2 1-1 16,3 0-14-16,-3-1-2 0,0-2-1 0,-3 2 0 15,0-2-10-15,0 0-8 0,-3 0 9 0,2 0-9 16,-2 0 0-16,0 0-8 0,0 0-1 0,0-1 0 31,-3 1-37-31,3-5-7 0,-3 0-2 0</inkml:trace>
  <inkml:trace contextRef="#ctx0" brushRef="#br0" timeOffset="188.696">21413 7541 2067 0,'-3'-5'87'0,"-3"0"-70"15,3-1 106-15,3 6 21 0,-6-2 4 0,0 2 0 16,3 2-55-16,-3 1-11 0,0 5-2 0,1 0-1 16,-4 0-44-16,0 5-9 0,0 0-2 0,-6 3 0 15,0 0-16-15,-3-3-8 0,-3 3 0 0,0 0 8 16,-5 0-22-16,-1 0-5 0,0 0-1 0,-3 2 0 16,4 1-172-16,2-1-34 0,0 3-7 0</inkml:trace>
  <inkml:trace contextRef="#ctx0" brushRef="#br0" timeOffset="433.166">21065 7710 2066 0,'6'-5'43'0,"0"0"10"16,0 0-42-16,-3-1-11 0,-3 6 0 0,0 0 0 16,0 0 156-16,0 0 28 0,0 0 7 0,0 0 1 15,0 0-108-15,0 0-20 0,0 8-5 0,-3 3-1 0,0-1-42 0,0 6-8 0,-3 0-8 0,3 5 12 16,-3 6 41-16,3 7 9 0,0 3 2 0,-3 3 0 15,3-6-47-15,0 1-9 0,0-4-8 0,0 4 12 16,0-3-12-16,3-3 0 0,-3 2 0 16,0 4 0-16,3-3 0 0,0 5 0 15,0 0-12-15,0-3 12 0,0-5 0 0,0-2 0 0,0-6 0 16,0 0 0 0,3-5-142-16,0-3-21 0,0 0-4 0</inkml:trace>
  <inkml:trace contextRef="#ctx0" brushRef="#br0" timeOffset="903.766">21238 8195 2067 0,'-3'-6'87'16,"3"1"-70"-1,3 0 119-15,0-1 23 0,-1 1 5 0,4 0 0 16,0 0-76-16,3 2-16 0,0-2-4 0,0 2 0 16,3 0-23-16,-3 1-5 0,3-1 0 0,0 3-1 15,0 0-12-15,0-3-3 0,0 3 0 0,-4 0 0 0,4 3-12 0,-3-3-2 16,0 3-1-16,0-1 0 0,0 1-9 16,-3 0 0-16,0 2 0 0,0 3 0 15,-3 0-35-15,0 2-12 0,-3 1-2 0,0 2-1 0,-3 3 40 16,0-3 10-16,-3 3 0 0,0 0 0 15,-3 0-53-15,3 0-9 0,0-3-2 0,-3 0 0 16,3 1 35-16,-3-4 6 0,6-2 2 0,-3 0 0 0,1 0 33 16,2-3 8-16,3-5 0 0,0 0 1 0,0 0-21 0,0 0-10 0,3 3 1 15,0 0 0-15,2-1 25 0,1-2 6 0,3 0 1 0,0 0 0 16,3 0 6-16,0-2 2 0,3-1 0 0,-3 3 0 16,3 0 1-16,0 3 0 0,0-3 0 0,-1 2 0 15,-2 1 15-15,-3 2 3 0,3-2 1 0,-6 2 0 16,0 3-41-16,0-3-10 0,-6 3 0 0,0 0 0 15,0 0 0-15,-6 0 0 0,0 0 0 0,-3 0 0 16,0 0 0-16,0 2 0 0,-6-2 0 0,4 0 0 16,-4 3-49-1,0-3-12-15,0 2-3 0,-3 1 0 0,0-3-54 0,0 0-11 16,-3 2-3-16</inkml:trace>
  <inkml:trace contextRef="#ctx0" brushRef="#br0" timeOffset="1413.495">22023 8142 2258 0,'0'0'64'0,"0"0"14"0,0 0-62 16,0 0-16-16,0 0 0 0,6 0 0 0,0-3 86 0,0 3 14 0,0 0 4 0,0 0 0 15,3 0-44-15,3 3-8 0,0-3-1 0,0 2-1 16,0-2-21-16,3 3-4 0,-1 0-1 0,4-3 0 16,3 2-3-16,-3-2-1 0,6 0 0 0,3 0 0 15,-1 0-10-15,10 3-2 0,0-3-8 0,0 3 12 16,-4 2-12-16,1-2 0 0,-3 2 8 0,3 0-8 15,-10 0 0-15,1-2 0 0,0 0 0 0,0-1 0 16,-3 1-9-16,-1-3-2 0,-2 3 0 0,3-3 0 16,-6 0-93-1,3 0-20-15,-6 0-3 0,0 0-1 0,0 0-51 16,-6 0-10-16,0-3-3 0</inkml:trace>
  <inkml:trace contextRef="#ctx0" brushRef="#br0" timeOffset="1669.022">22654 8052 1436 0,'-12'-13'60'0,"1"2"-48"16,2 0 132-16,3 3 27 0,-3 0 5 0,3 3 0 0,0 0-48 0,3 0-9 16,0 2-3-16,3 3 0 15,0 0-40-15,0 0-9 0,0 0-2 0,0 0 0 0,3 5-19 0,3 3-4 0,0-3-1 0,0 3 0 16,3 0-14-16,0 3-3 0,0-3-1 0,2 2 0 16,1-2-23-16,0 3 0 0,0-3 0 0,0 3 0 15,3-4 0-15,-3 4 0 0,-3 0 0 0,3-1 0 16,-3 1 0-16,-3-1 0 0,3 1 0 0,-7 2 0 15,1 0 0-15,-3 3 0 0,0-2 0 0,-5 1 0 16,2 1 0-16,-6 0 0 0,0-3 0 16,-3 3 0-16,0-3 0 0,0 1 0 0,-3-1 0 0,0-2 0 15,0-4 0-15,0 1-15 0,4 0 3 0,-1-2 0 16,-3-1-158-16,3-2-31 0,-3-1-7 0</inkml:trace>
  <inkml:trace contextRef="#ctx0" brushRef="#br0" timeOffset="2407.39">23035 7806 1579 0,'3'-6'32'16,"3"1"10"-16,3 0-34 0,0-3-8 0,0 0 0 0,3 3 0 16,0-3 104-16,0 0 20 0,3 2 3 0,3 1 1 15,-4-3-26-15,4 3-5 0,0 0-1 0,0-1 0 16,-3 1-46-16,0 0-10 0,0 2-1 0,0-2-1 16,-6 2-22-16,2 1-4 0,-5-1 0 0,3 0-1 15,-6 1-3-15,-3 2-8 0,0 0 12 0,0 0-4 16,0 0 4-16,0 0 1 0,0 0 0 0,-6 2 0 15,0 1 11-15,-3 2 3 0,1 1 0 0,-1-1 0 16,0 3-41-16,0 2-8 0,0 1-2 0,0 5 0 16,0 0 24-16,3 2-9 0,0 3 9 0,3 1 0 0,0 1 15 0,3 4 9 15,0-1 3-15,3 1 0 16,0-3-47-16,0-1-10 0,0-2-2 0,3 1 0 0,0-6 17 0,-3-1 3 0,3 1 1 0,-3-2 0 16,0-4-11-16,-3 1-2 0,3 2-1 0,-6-5 0 15,3 2-17 1,-3-2-3-16,-3 0-1 0,0 0 0 0,0 0 9 15,-3-3 1-15,-3 1 1 0,0 2 0 0,0-3 45 0,-3-2 9 0,1 2 1 0,-1 0 1 16,0 1-21-16,0-4 0 0,0 1 0 16,3-1 0-16,0 1-47 0,3-3-13 15,3 0-4-15,-3 0 0 0,3-3-72 0,0 1-14 0</inkml:trace>
  <inkml:trace contextRef="#ctx0" brushRef="#br0" timeOffset="2951.706">23402 8134 1948 0,'0'0'40'0,"0"0"11"0,0 0-41 0,0 0-10 0,0-5 0 0,0 5 0 15,0-6 107-15,3 1 19 0,2 0 4 0,-2 2 1 16,3-2-50-16,0 2-9 0,3 0-3 16,-3 1 0-16,3-1-37 0,3 0-7 0,-3 1-1 0,3 2-1 15,0-3 33-15,3 3 6 0,-3 0 2 0,0 3 0 16,-1-3-52-16,1 2-12 0,-3-2 0 0,0 6 0 16,-3-4 0-16,0 1 0 0,0 0 0 0,-3 2 0 31,-3-5-25-31,-3 8-8 0,0 0-2 0,-3 0 0 15,0-3 5-15,-3 3 1 0,0 0 0 0,-3 3 0 16,0-4-28-16,1 4-6 0,-4-3-1 0,3 0 0 0,0 3 44 16,0-4 8-16,3 1 1 0,0 0 1 0,0-2 10 0,0-1 0 0,6 0 0 0,3-5-8 15,0 0 8-15,0 0 0 0,0 0 0 0,0 0 0 16,0 0 0-16,0 0 14 0,3 3-3 0,3 0-1 16,3-3-10-16,0 2 0 0,0-2 0 0,3 0 8 15,-3 0-8-15,3 0 0 0,0 3 0 0,-3-3 0 16,2 2 53-16,-2 1 9 0,0 0 2 0,0 2 0 15,-3-2-52-15,0 5-12 0,0-3 0 0,-3 3 0 16,0 2 0-16,-3-2 0 0,0 3 0 0,-3 0 0 16,-3 2 0-16,0 0 0 0,0 0 0 0,-3 0 0 15,-3 1-48-15,3-4-13 16,-2 4-3-16,-1-4 0 0,0 3 52 0,0-2 12 0,0-1 0 0,0 1 0 16,0-3-54-16,0 3-8 0,3-6-2 0,-3 3 0 15,0-3-140-15,4-2-28 0</inkml:trace>
  <inkml:trace contextRef="#ctx0" brushRef="#br0" timeOffset="3501.262">23881 7718 2508 0,'0'-8'71'0,"0"1"16"0,-3 1-70 0,3-2-17 0,0 3 0 0,0 5 0 15,0 0 55-15,0 0 7 0,0 0 2 0,0 0 0 16,0 0-52-16,0 0-12 0,0 0 0 0,0 0 0 16,0 8 0-16,0 0 0 0,0 0 0 0,3 5 0 15,-3 3 0-15,0 2 0 0,-3 6 0 0,3 0 0 16,-3 5 0-16,3 3 0 0,-3 2 0 0,0 1 0 16,3-4 0-16,-3-4 0 0,3-1 0 0,-3-2 0 15,3-3 0-15,-3-2 0 0,0-3 0 0,0-3 0 16,0 0 0-16,0 0 0 0,0-2 0 0,0 0 0 15,3-3 0-15,-3-3 0 0,3-5 0 0,0 0 0 16,0 0 0-16,0 0 0 0,0 0 0 0,0 0 0 16,6-5 0-16,0-1 0 0,0-4 0 0,0 2 0 15,3-3 0-15,0 1 0 0,0-4 0 0,3 4 0 16,0-6 32-16,2 0 4 0,1-3 1 0,0-2 0 16,0 0-21-16,0-3-5 0,3-2-1 0,-3-1 0 15,-3 6 6-15,-1 0 0 0,1 3 1 0,-3-1 0 16,-3 6-17-16,0 0 0 0,0 5 0 0,-3 0 0 15,0 2 0-15,-3 4 0 0,0 2 0 0,0 0 0 0,-6 5 0 16,-3 0 0-16,0 3 0 0,-3 6 0 16,1 4 0-16,-1 1 0 0,-3 4 0 0,-3 1 0 0,3 0 0 15,0-3 0-15,3 0 0 0,-3 0 0 0,3-5 0 0,0 0 0 0,4 3 0 16,-1-6 0-16,0-2 0 0,3 2 0 16,3-5 0-16,0 2 0 0,3 1 0 15,0-6 0-15,0 1 0 0,3 1 0 0,3-1 0 0,3-4 0 0,0 1 0 16,2 0 0-16,1-1 0 0,3 1 0 15,0-3 0-15,3 0 0 0,0 0 0 0,0 0 0 0,-3 0 0 0,2 3 0 16,-2-3-48 0,0 0-12-16,-3 0-4 0</inkml:trace>
  <inkml:trace contextRef="#ctx0" brushRef="#br0" timeOffset="4013.691">24345 8322 2066 0,'-9'-14'43'0,"6"9"10"15,0-3-42-15,3 0-11 0,-3 0 0 0,3 0 0 16,0-2 104-16,0 2 20 0,0-3 3 0,0 1 1 16,3 2-39-16,3-3-7 0,-3 1-2 0,3 2 0 15,3 0-35-15,0-3-7 0,0 3-2 0,3 0 0 16,3 3-12-16,0-3-4 0,2 3 0 0,-2 2 0 15,3 0-6-15,0 1-2 0,-3-1 0 0,3 3 0 16,-3 0-3-16,0 0-1 0,-1 3 0 0,1-1 0 16,-3 1-8-16,-3 0 0 0,0 2 0 0,0 0 0 15,-3 1 0-15,-3 2 0 0,0-1 0 0,0 4 0 16,-6 0-28-16,0 2-2 0,0 0 0 0,-3 3 0 16,-3 0-24-16,0-3-5 0,0 3-1 0,-3-3 0 15,0 0-3-15,1 1-1 0,-1-1 0 0,0 0 0 0,0-2 52 0,3-1 12 0,-3-2 0 0,3 3 0 16,0-6 27-16,6 3 8 0,0-3 1 0,3-2 1 15,3 2-9-15,3-2-1 0,3 2-1 0,3-2 0 16,0-3-2-16,0 3 0 0,3-1 0 0,-1 1 0 16,1-1-2-16,0 1-1 0,-3 0 0 15,3-1 0-15,0 1 8 0,-3 2 2 0,0-2 0 0,-3 2 0 16,0-2 2-16,-3 2 1 0,2 0 0 16,-5 1 0-16,0-1-14 0,-3 0-4 0,0 1 0 0,-3 2 0 15,-3 0-16-15,1-1 8 0,-4 1-8 0,0 3 0 16,-3 0 0-16,0 2 0 0,-3-3 0 0,-3 4 0 15,0-1 0-15,-3 0 0 0,1 0 0 0,-7 3 0 16,0 0-44-16,-6 3-16 0,1 2-4 0,-4 0 0 16,3-3-122-16,-3 1-25 0</inkml:trace>
  <inkml:trace contextRef="#ctx0" brushRef="#br0" timeOffset="4752.524">20865 9317 1759 0,'6'-6'74'16,"0"4"-59"0,0-4 104-16,-3 4 21 0,3-1 4 0,-3 0 0 15,3 1-12-15,-3 2-4 0,3 0 0 0,-3-3 0 16,3 3-102-16,-3 0-26 0,3 0 0 0,-3 3 0 15,0-1 56-15,3 4 7 0,0-1 1 0,0 3 0 16,-3 0-43-16,3 2-8 0,0 1-1 0,0 2-1 16,0 0-11-16,0 6-16 0,2 0 4 0,-2 2 1 15,3 3 11-15,3 2 0 0,0-2 0 0,0 5 0 0,0-5 13 16,3 0 5-16,0-3 1 0,0 0 0 0,2-5-31 0,-2-3-5 0,3 0-2 16,-3-2 0-16,3-3 3 0,-3 0 1 15,3-3 0-15,0-2 0 16,-4-3-159-16,4-3-32 0,3 0-6 0,-3-5-2 15,0 0-46-15,0-2-10 0,0-3-2 0,-1-3 0 0,16-19 237 0,-12 4 47 0,-9 17 10 0,-3-4 2 16,-3 2-24-16,3-5 0 16,0 2 0-16,0-2 0 0,-3 3 130 0,0-1 22 15,-1 3 4-15,-2 3 0 0,-3 0 29 0,3 2 6 0,-3 1 1 16,-3 4 0-16,3 1-103 0,-3 0-20 0,-2-1-4 16,2 4-1-16,3 2 0 0,-6 0 0 0,0 0 0 0,0 2 0 15,0 4-51-15,-3 2-13 0,3 0 0 0,-3 2 0 16,0 6 0-16,-3 3 0 0,0 2 0 0,0 5 0 15,0 1 8-15,0-1-8 0,-2 3 11 0,-1 0-11 16,-3-2-116 0,-3-3-29-16,0-1-7 0</inkml:trace>
  <inkml:trace contextRef="#ctx0" brushRef="#br0" timeOffset="5022.721">21288 9637 2560 0,'6'-3'72'0,"-3"0"17"16,3-2-71-16,-6 5-18 0,0 0 0 0,0 0 0 16,0 0 94-16,0 0 15 0,3 8 3 0,-3 0 1 0,0 0-38 0,0 3-8 0,0-1-2 0,-3 3 0 15,3-2-37-15,-3 2-8 0,0 0-2 0,0 3 0 16,0 5 22-16,0 1 5 0,0 1 1 0,-3 7 0 16,3 1-37-16,3 6-9 15,-3 6 0-15,3-4 0 0,0-2 0 16,0-2 0-16,0-3 0 0,3 2 0 0,0-2 0 15,0-1 0-15,0 4 0 0,0-1 0 0,3-2-17 0,0 0-6 16,-3-1-1-16,3-1 0 16,0-7-64-16,-3-1-12 0,3-7-4 0,0-1 0 15,0-4-95-15,0-4-19 0,0-1-4 0</inkml:trace>
  <inkml:trace contextRef="#ctx0" brushRef="#br0" timeOffset="5307.355">21452 10089 2283 0,'3'-10'96'0,"0"4"-76"16,0-2 92-16,6 3 18 0,-3 0 4 0,6 0 1 16,-1 2-57-16,1-2-11 0,3 5-3 0,3 0 0 15,-3 0-15-15,3 5-3 0,0-2-1 0,-3 4 0 16,-1-1-15-16,-2 2-3 0,0 2-1 0,-3 1 0 16,-3-1-17-16,0 1-9 0,-3 2 10 0,0 0-10 15,-6 3 0-15,0 0 0 0,0 0 0 0,-3 5 0 16,0 3 0-16,-3 0 0 0,0 2-11 0,-3 3 11 15,4 1-17-15,-1-7 4 0,-3 4 1 0,3-3 0 16,3-6 12-16,0 1 0 0,0-6-10 0,3-2 10 16,3-1 0-16,0-2 0 0,3 0-9 0,3-3 9 15,0-2 0-15,6 0 0 0,0-3-8 0,3 0 8 16,-1-3 0-16,7-2 0 0,-3-1-8 0,3-2 8 16,0-2-93-16,0-1-15 0,-1-2-4 0</inkml:trace>
  <inkml:trace contextRef="#ctx0" brushRef="#br0" timeOffset="5665.635">22148 10055 2166 0,'0'0'45'0,"6"0"10"16,0 0-44-16,3-3-11 0,0 3 0 0,3-2 0 16,0-1 76-16,0 3 14 0,6-3 2 0,0 1 1 15,2 2-16-15,7 0-3 0,3 0-1 0,0 0 0 16,2 0-32-16,1 0-6 0,0 2-2 0,3 1 0 15,-4 0-14-15,-2 2-3 0,3-3-1 0,3 4 0 16,-1-4 1-16,7 4 0 0,3-4 0 0,-1 4 0 16,-5-1-16-16,0-2 0 0,-4 2 0 0,1-3 0 15,-6 1-100-15,-3-3-22 0,0 0-5 0,-4 0-1 16,-2-3-72-16,-3 1-16 0</inkml:trace>
  <inkml:trace contextRef="#ctx0" brushRef="#br0" timeOffset="5935.569">22773 9811 1968 0,'-5'-5'83'16,"2"2"-67"-16,3 3 60 0,0 0 11 0,3-5 2 0,2 2 1 15,1 3 11-15,3 0 3 0,3 0 0 0,3 3 0 16,0 2-28-16,0 1-6 0,3 2-1 0,0 2 0 16,-1 3-30-16,-2 1-7 0,3 2 0 0,-3-1-1 15,0 4-19-15,-3-1-3 0,0 4-1 0,0-4 0 16,-3 1-8-16,0 2 0 0,0-3 9 0,-1 1-9 15,-5-3-14-15,3 0-7 0,-3 0-2 0,-3-3 0 16,0 0 23-16,-6 0 0 0,3-2 0 0,-6 2 0 16,1-2 0-16,-4-1 0 0,0 1 0 0,-3-3 0 15,-3 0 0-15,0-3 8 0,-3 0 0 0,-3 1 0 16,1-1-48 0,-1-3-11-16,-3 4-1 0,0-4-1 0,0 1-229 15,4-3-46-15</inkml:trace>
  <inkml:trace contextRef="#ctx0" brushRef="#br0" timeOffset="6552.623">23333 9743 1706 0,'9'-6'72'0,"0"-2"-58"16,0 0 42-16,0 0 8 0,0-2 1 0,0-1 1 15,0 3-30-15,2-2-5 0,1 2-2 0,0-3 0 16,0 3-29-16,3 0 0 0,3 0 0 0,-3 0 0 16,3 1 0-16,0-1 0 0,-1 0 0 0,4 0 0 15,-3 2 0-15,0 1 0 0,0-3 0 0,0 3 0 16,-6 2 0-16,2-2 0 0,-2 0 0 0,-3 5 0 15,0-3 28-15,-3 3-1 0,-3-3 0 0,-3 3 0 16,0 0-15-16,3 6-4 0,0-1 0 0,-3 3 0 16,0 0-8-16,0 0 10 0,0 2-10 0,-3 1 10 15,0 2-10-15,0 0 0 0,0-2 9 0,-3 5-9 16,3-3 9-16,-3 0-9 0,0 1 12 0,0-1-12 16,0 0 19-16,1 3-3 0,-1-3-1 0,0 3 0 15,0 0-15-15,0 2 0 0,0 1 0 0,-3 2 0 16,3 0 0-16,0 0 0 0,0 3 0 0,-3-3 0 0,3 1 0 15,0-1 0-15,0-3 0 0,0 1 0 16,-3-3 15-16,3-3 0 0,-3-2 0 0,0 2 0 0,4-5-24 16,-4 2-5-16,0-2-1 0,3 0 0 0,-3-3 15 0,3 1 0 0,-3-1 0 15,3-2 0-15,0-1 0 0,0 1 0 0,0 0 0 0,6-3 0 32,-6 0-70-32,6 0-11 0,-6-3-3 0</inkml:trace>
  <inkml:trace contextRef="#ctx0" brushRef="#br0" timeOffset="6928.134">23666 10084 2038 0,'6'0'58'0,"3"-3"12"16,-3 1-56-16,0-1-14 0,3 0 0 0,-3 1 0 15,0-1 84-15,0-2 13 0,0 2 3 0,0-2 1 16,0 0-9-16,0 2-3 0,0 0 0 0,0-2 0 15,3 2-20-15,-3-2-4 0,0 2-1 0,3-2 0 16,-1 2-51-16,1 1-13 0,0-1 0 0,0 3 0 16,0-3 0-16,0 3 0 0,3 0 0 0,0 0 0 15,0 3 0-15,0 0 0 0,-3-1 0 0,3 1 0 16,-6 2 0-16,2 1 0 0,-2 2 0 0,0 0 0 16,-6-1 0-16,0 4 0 0,-3-3 0 0,-3 5 0 0,0-2 0 15,-5 2 0-15,-1-2 0 0,0 2 0 16,0 0-24-16,0 3-8 0,0-3-2 0,0 3 0 0,0-3 14 0,3 0 2 0,-3 1 1 15,6-1 0-15,0-2 17 0,1-1-8 0,2-2 8 16,0 0 0 0,3-3-10-16,3 3 10 0,0-2-8 0,2-4 8 0,1 1 0 15,0-3 0-15,3 0 0 0,3-3 0 0,3 1 0 16,0-4 0-16,3-2 0 0,6 0 0 16,-1 0-110-16,4 0-20 0,3-2-4 0</inkml:trace>
  <inkml:trace contextRef="#ctx0" brushRef="#br0" timeOffset="9943.975">24437 9743 1862 0,'-9'-14'39'0,"6"9"8"0,1-3-38 0,2 3-9 0,-3 0 0 0,0-1 0 16,3 1 106-16,0 5 19 0,0-5 4 0,0 5 1 15,0 0-44-15,0 0-9 0,0 0-1 0,0 0-1 16,0 0-32-16,0 0-7 16,0 0 0-16,0 5-1 0,-3 3-13 0,3 0-2 0,-3 0-1 0,0 5 0 15,0 0-19-15,0 3 8 0,-3 5-8 0,3 3 0 16,-3 3 0-16,3 4 0 0,0 4 0 0,-3-1 0 16,3-2 0-16,0 0-17 0,3-3 1 0,-3-3 1 15,3-2-3-15,0-3-1 0,0-2 0 0,-3-1 0 16,3-2 19-16,0-3-12 0,0 1 12 0,0-1-10 15,0-3 10-15,0-2 0 0,0 0 0 0,0-8 0 16,0 0-10-16,0 0 10 0,3 0-12 0,3 0 12 16,0-5-12-16,3 2 12 0,-3-2-12 0,6-3 12 15,-3 0 0-15,0 0 0 0,2-2 0 0,1-1 0 16,-3 0 16-16,3-2 0 0,0-3 0 0,-3 0 0 16,3 1 8-16,0-4 3 0,-3-2 0 0,3 0 0 15,-3 2-3-15,0 1 0 0,-1-1 0 0,-2 3 0 16,3 0 1-16,-3 3 0 0,3 3 0 0,-3-4 0 15,0 6-8-15,-3 3-1 0,3 0-1 0,-3 0 0 0,0 2-15 16,-3 3 8-16,0 0-8 0,0 0 0 16,0 0 8-16,0 0-8 0,0 8 0 0,-3 0 9 15,0 2-9-15,-3 1 0 0,3 2 0 0,-3 0 0 0,0 3-11 0,0-3-1 16,-3 3 0-16,0 0 0 0,3-3-9 0,-2 3-3 0,-1-2 0 16,3 1 0-1,0-1-20-15,-3-1-4 0,3-3 0 0,3 1-1 16,0 0-11-16,0-1-1 0,3-2-1 0,0 0 0 15,3 0 4-15,3 0 1 0,0-3 0 0,0 3 0 16,3-5 20-16,3 2 4 0,-4 0 1 0,4-2 0 0,0 0 18 0,0-1 4 16,0-2 1-16,3 3 0 0,-3-6 9 0,0 1 0 0,3 2 0 0,-3-3-8 15,2-2 8-15,-2 2 12 0,0 1-2 0,0-1-1 16,0 0 27-16,-3 1 6 0,0-1 1 0,-3 0 0 16,3-2 21-16,-3 2 4 0,0 1 0 0,0-1 1 15,0 0-10-15,3 1-3 0,-3-1 0 0,2-2 0 16,-2 5-14-16,3-3-3 0,0 3-1 0,0-2 0 15,-3 2-12-15,3-3-2 0,0 3-1 0,0 0 0 16,-3 3-11-16,0-3-1 0,0 2-1 0,-3 1 0 16,-3-3-10-16,3 5 0 0,-3 0 9 0,-3 1-9 15,0 4 0-15,-3-2 0 0,-3 3 0 0,0-1 0 16,-3 6-23-16,-3 3 1 0,0-1 0 0,-3 6 0 16,1 0-10-16,2 5-3 0,-3-3 0 0,0 4 0 15,6-4-4-15,-3-2-1 0,3 0 0 0,3-3 0 16,3-5 22-16,3 0 4 0,0-3 1 0,3 0 0 15,3-2 25-15,0-3 6 0,6-3 1 0,0 0 0 16,3-2 9-16,6-1 3 0,0-2 0 0,3 3 0 16,0 0-3-16,2-3-1 0,1 0 0 0,0 0 0 15,0 0-13-15,0 0-2 0,-1 0-1 0,-2 0 0 16,-3 0-11-16,3-3 0 0,-3 0 0 0,0 3 8 0,0-2-8 0,-4 2-17 16,4-3 4-16,-3 3 1 15,0 0-128-15,-6 3-24 0,0-3-6 0</inkml:trace>
  <inkml:trace contextRef="#ctx0" brushRef="#br0" timeOffset="10512.963">21020 11399 2310 0,'-3'-5'48'0,"0"-3"11"0,3 2-47 15,0 1-12-15,0 0 0 0,0 0 0 0,0 5 88 0,0-6 15 0,0 6 3 0,0 0 1 32,0 0-33-32,0 0-6 0,0 0-2 0,0 0 0 0,0 0-23 0,0 0-5 0,6 3-1 0,-3 2 0 15,3 3-16-15,-3 0-3 0,0 0-1 0,3 8 0 16,-3 0-6-16,3 5-2 0,0 3 0 0,0 2 0 16,0 3-9-16,3 0 0 0,0 1 0 0,3 1 8 15,0-7-8-15,2 0 0 0,4-3 0 0,-3 0 8 16,3-2-8-16,0-3-9 0,-3-3 9 0,6 0-13 15,-4-2-23-15,-2-1-5 0,3-2-1 0,-3 0 0 16,0-3-170-16,0-2-35 0,0 0-6 0</inkml:trace>
  <inkml:trace contextRef="#ctx0" brushRef="#br0" timeOffset="10664.837">21601 11582 2169 0,'0'-14'45'0,"0"1"11"16,-3 2-45-16,3-2-11 0,0 5 0 0,-3-2 0 15,0 4 95-15,0 1 17 0,0 0 3 0,-3 2 1 16,0 3-36-16,-3 3-8 0,3 0 0 0,-6 2-1 16,3 3-23-16,-3 2-5 0,0 1-1 0,-3 2 0 0,4 0-34 15,-4 3-8-15,0 0 0 0,0 3 0 16,0-3-123-16,0-1-26 0,3-1-6 0</inkml:trace>
  <inkml:trace contextRef="#ctx0" brushRef="#br0" timeOffset="10936.389">21241 11738 2158 0,'8'-3'45'0,"1"0"10"0,3 1-44 0,-3-4-11 0,3 4 0 15,-3 2 0-15,0 0 101 0,0 0 19 0,0 0 3 0,-3 2 1 16,0 4-40-16,0-4-8 0,-3 4-2 0,3 2 0 16,-3 0-14-16,0-1-2 0,0 4-1 0,-3 0 0 15,3 2-18-15,-3 3-4 0,0 0-1 0,-3 2 0 16,3 3-15-16,-3 3-3 0,3 3-1 0,-3 2 0 15,3 0-15-15,0 0 8 0,-3 0-8 0,3 0 0 16,0 0 0-16,0-5 8 0,0-3-8 0,0 0 0 16,0 1 0-16,0-4 0 0,0 3 0 0,0-2 0 15,0-1 0-15,0 1 0 0,3-1-8 0,-3-2 8 16,0 0-39-16,3-5-1 0,-3 2 0 0,3-5 0 16,0 0-111-16,2-6-22 0,-2 4-5 0</inkml:trace>
  <inkml:trace contextRef="#ctx0" brushRef="#br0" timeOffset="11163.098">21645 12121 2516 0,'6'-8'72'0,"-3"0"14"0,0 3-69 15,-3-3-17-15,3 0 0 0,-3 3 0 0,0 5 97 0,0 0 16 0,0-3 3 0,0 3 1 16,0 0-42-16,0 0-9 0,0 0-2 0,0 0 0 16,0 0-25-16,0 6-6 0,-3 2-1 0,3 2 0 15,0-2-12-15,-3 3-2 0,3-1-1 0,0 3 0 16,0-2-9-16,-3 2-8 0,0-2 9 0,3 2-9 15,-3 3 8-15,0 0-8 0,0 0 0 16,0 2 0 0,0 3 0-16,0 1 0 0,0 1 0 0,0 1 0 15,1 0-27-15,2-3-5 0,-3 0 0 0,3-2-1 0,0-3-103 16,0 0-20-16,3-3-4 0</inkml:trace>
  <inkml:trace contextRef="#ctx0" brushRef="#br0" timeOffset="11525.796">22134 12108 2306 0,'0'0'65'0,"5"0"15"16,1 0-64-16,3 0-16 0,0 0 0 0,0 0 0 15,3 0 84-15,3-3 12 0,-3 3 4 0,6 0 0 16,0 0-66-16,2 0-13 0,7 0-2 0,0 0-1 16,0 0 37-16,3 0 7 0,2 0 2 0,-2 0 0 0,0 0-55 0,-3 0-9 0,-4 3 0 15,4-3 0-15,-6 3 0 0,3-1 0 0,0-2 0 0,0 3 0 16,-4 0 0-16,4-1 0 0,0-2 0 0,-3 0 0 15,0 3 0-15,-3-3 0 16,-1 0 0-16,1 0 0 16,-3 0-37-16,-3-3-13 0,0 1-2 0,0-1-1 15,-3 0-136-15,-3-2-27 0,0 2-6 0</inkml:trace>
  <inkml:trace contextRef="#ctx0" brushRef="#br0" timeOffset="11809.546">22648 11918 2310 0,'-20'-8'48'0,"14"5"11"0,0-2-47 16,0 2-12-16,3-2 0 0,3 5 0 0,0-3 100 0,0-2 19 0,3 0 3 0,0 2 1 15,3 0-51-15,0 1-11 0,0 2-1 0,5 0-1 16,1 2-39-16,0 1-8 0,3 0-2 0,3 4 0 16,3 1 43-16,0 3 9 0,0 0 2 0,-4 2 0 15,4 3-52-15,-3 0-12 0,-3-1 0 0,0 1 0 16,-3 0 0-16,0 0 0 0,-3 0 0 0,0 0 0 15,-6 0 0-15,0-3 0 0,-1 0 0 0,-4 0 0 16,2 1 0-16,-6-4 11 0,0 3-11 0,0-2 10 16,-6 0-18-16,0-3-4 0,-3 2-1 0,-3-2 0 15,0 3-7-15,0-3-2 0,-2 0 0 0,2-1 0 16,0 1-18-16,0 0-4 0,0 0-1 0,3-2 0 16,3-1-182-16,0 0-36 0</inkml:trace>
  <inkml:trace contextRef="#ctx0" brushRef="#br0" timeOffset="12380.529">23464 11828 1957 0,'6'-8'82'15,"0"0"-66"1,3 2 62-16,3-1 12 0,0-1 2 0,0 2 1 15,2 1-23-15,4 0-5 0,3-3-1 0,-3 2 0 16,3 4 0-16,-3-6 0 0,3 3 0 0,-1-1 0 16,1 1-51-16,-3 0-13 0,0 2 0 0,-3-2 0 15,0 2 0-15,0-2 0 0,-3 2 0 0,-4 1 0 16,1 2 0-16,-3-3 0 0,0 3 0 0,0 3 0 16,-6-3 0-16,0 0 0 0,0 7 0 0,0 1 0 15,-3 0 0-15,0 3 0 0,0 0 0 0,-3 2 0 0,-3-3 0 0,0 4 0 0,1-1 0 16,-1 3 0-16,-3 2 0 0,3 3 0 0,-3 1 0 15,3 4 0-15,3-2 0 0,-3 5 0 0,3-3 0 16,3 6 0-16,0-8 0 0,0 2 0 16,0-4 0-16,3-1 0 15,0-3-48-15,0-2-13 0,0 0-3 0,3-3 0 0,-3 0 52 0,0 1 12 16,0-4 0-16,0 1 0 0,0-3 0 0,-3 2 0 0,0-2 0 0,0-2 0 16,-3 2 0-16,-3-6 0 15,3 3 0-15,-5 1 0 0,-1-4 0 0,0 1 0 16,-3-3 0-16,0 3 0 0,0-3 0 0,0 0 0 0,-3 0 0 15,3-3 0-15,1 3 0 0,2-3 0 0,0 1 0 0,0-1 0 32,3 0-77-32,3-2-13 0,0 0-2 0</inkml:trace>
  <inkml:trace contextRef="#ctx0" brushRef="#br0" timeOffset="12651.029">24021 12103 2553 0,'0'0'53'0,"0"0"12"0,0 0-52 0,0 0-13 0,0 0 0 0,0 0 0 15,0 0 105-15,0 0 19 0,0 0 3 0,0 5 1 16,-3 3-52-16,3 0-9 0,0 0-3 0,-3 0 0 0,3 2-51 0,0-2-13 0,-3 3 0 16,3 0 0-16,-3-1 0 0,0 1 0 15,3 2 0-15,-6 0 0 0,3 3 0 0,-3 3 0 0,3 2 0 16,-3 0 0-1,-3 0 0-15,3 3 0 0,0 0 0 0,0 0 0 16,0-1-48-16,0-4-13 0,0 2-3 0,0-2 0 16,0-6-102-16,0 3-21 0,3-6-4 0</inkml:trace>
  <inkml:trace contextRef="#ctx0" brushRef="#br0" timeOffset="13319.965">24530 11754 2310 0,'0'0'48'0,"0"0"11"15,0 0-47-15,0 0-12 0,0 0 0 0,0 0 0 16,0 0 59-16,3 5 9 0,3 3 3 0,-3-3 0 16,0 3-11-16,-3 3-3 0,3-3 0 0,-3 5 0 0,3 0-45 15,-3 5-12-15,0 1 0 0,0 5 0 16,0 0 0-16,-3 2 0 0,3 3 0 0,0 0 0 0,0-2 0 0,-3-1 0 0,3-2 0 15,0 0 0-15,0-3 0 0,-3 0 0 0,3-2 0 0,0-3 0 32,0-1 0-32,-3-1 0 0,3-1 0 0,0-2 0 15,-3-4-49-15,3 1-12 0,0 0-3 0,0-2 0 0,0-6 52 0,0 0 12 16,0 0 0-16,6 0 0 16,0 0-54-16,-1-3-8 0,1-2-2 0,0-1 0 0,3-2 52 0,-3-2 12 0,3-1 0 0,0 1 0 15,0-4 48-15,3-1 13 16,-3-1 3-16,0-3 0 0,3 1 0 0,0-3 0 0,0-1 0 15,2-4 0-15,1 2-52 0,0 0-12 0,-3 0 0 0,3 1 0 16,0 1 54-16,-3 4 8 0,0 2 2 0,-3 3 0 16,0 0-35-16,-4 2-6 0,4 3-2 0,-6 3 0 15,3-1-6-15,-6 4-2 0,0-3 0 0,0 5 0 16,0 0-13-16,-6 0 11 0,0 0-11 0,-2 5 10 16,-1-3-10-16,0 9 0 0,-6-3 0 0,3 3 0 15,0 4 22-15,-3 1 2 0,0 3 1 0,0 2 0 16,3-2-25-16,0 2 0 0,1-3 0 0,2 1 0 15,3-1-46-15,0-2-14 0,0 0-4 0,3-3 0 16,0 1 52-16,3-1 12 0,0-3 0 0,0 1 0 16,3-3 0-16,0 0 0 0,3 0 0 0,3-3 0 15,0 0 0-15,3 1 0 0,-1-4 0 0,1 1 0 16,6 0 0-16,0-1 0 0,0-2 0 0,3 0 0 16,-3 0 13-16,2 0 6 0,1 0 1 0,0 0 0 15,-3 0-135-15,0-2-26 0,0 2-6 0</inkml:trace>
  <inkml:trace contextRef="#ctx0" brushRef="#br0" timeOffset="13591.141">25060 12047 2310 0,'0'0'97'16,"0"0"-77"-16,0 0 86 0,0 0 18 0,0 0 3 0,2 8 1 15,1-3-52-15,-3 3-9 0,3 3-3 0,0-3 0 16,-3 3 0-16,3-1 0 0,0-2 0 0,0 5 0 15,0-2-51-15,0 2-13 0,0 0 0 0,0 1 0 16,-3-1 54-16,0 3 8 0,0-3 2 0,0 5 0 16,0 1-52-16,0 5-12 0,0 0 0 0,0-1 0 15,0 4 0-15,0-3 0 0,0-1 0 0,0 4 0 16,3-9 0-16,0 4 0 0,0-4 0 0,0-2 0 16,0 0 0-16,0-3 0 0,3-2 0 0,-3-3 0 15,3 2-48 1,0-2-13-16,-3-3-3 0,3 1 0 0,3-4-153 0,0 1-31 15</inkml:trace>
  <inkml:trace contextRef="#ctx0" brushRef="#br0" timeOffset="21517.352">20976 13611 1990 0,'-6'-3'41'0,"6"3"11"0,0 0-42 16,0 0-10-16,0 0 0 0,0 0 0 15,0 0 94-15,0 0 17 0,0 0 3 0,0 0 1 0,-3 8-33 0,3 0-6 0,0 0-2 0,3 0 0 16,0 3-22-16,0 2-5 16,0-2-1-16,3 4 0 0,-1-1-16 0,1-1-3 0,3 3-1 0,3 0 0 31,0-3-10-31,0 3-1 0,3 0-1 0,0 2 0 15,3 1-14-15,0 2 0 0,2 0 0 0,4 0 0 0,-6 3 0 0,3 0 0 0,0 0 0 16,3-1 0 0,-7-4 0-16,4-3 0 0,-3-3 0 0,0-2 0 15,-3-3-199-15,0-6-45 0</inkml:trace>
  <inkml:trace contextRef="#ctx0" brushRef="#br0" timeOffset="21737.664">21735 13619 2310 0,'-9'-13'48'0,"9"13"11"0,-6 0-47 0,3-3-12 0,3 3 0 0,-6 0 0 15,0 0 91-15,0 3 16 0,0 2 3 0,-3 0 1 16,0 3-46-16,0 3-9 0,0 2-1 0,-3 0-1 16,-3 3-25-16,4 0-5 0,-7-3 0 0,0 3-1 15,0 0-14-15,0 0-9 0,0 0 12 0,-3 2-12 16,1 1 0-16,2-1 0 0,0 4 0 0,0-1 0 15,0 0-204-15,0 0-42 0,0 3-8 0</inkml:trace>
  <inkml:trace contextRef="#ctx0" brushRef="#br0" timeOffset="22003.439">21374 13929 2066 0,'-3'10'43'0,"1"1"10"0,-1 2-42 0,3 3-11 0,-3 0 0 0,0 5 0 16,3-3 104-16,-3 4 20 0,3-1 3 0,0 0 1 16,-3 3-52-16,3-3-11 0,0 0-1 0,0 3-1 15,0 2-50-15,0 1-13 0,3 2 0 0,-3 3 0 16,3 2 0-16,-3 3 0 0,3 0 0 0,0 3 0 16,0-6 0-16,-1-5 0 0,1 0 0 0,-3-2 0 15,3-3 36-15,-3 2 3 0,3-2 0 0,-3 2 0 16,0-2-39-16,3 0 0 0,-3 0 0 0,0 0 0 15,3-3-28-15,-3-5-8 16,3 0 0-16,-3-3-1 16,3-3-227-16</inkml:trace>
  <inkml:trace contextRef="#ctx0" brushRef="#br0" timeOffset="25318.825">22324 14582 2066 0,'0'0'43'0,"0"0"10"16,0 0-42-16,0 0-11 0,0 0 0 0,3 0 0 16,3-3 53-16,6-2 9 0,0 3 2 0,3-1 0 15,5-2 0-15,1 2 0 0,3-2 0 0,3-1 0 16,0 1 0-16,-3 0 0 0,2-1 0 0,4-1 0 0,0 1-64 0,3 1 0 0,2-3-9 15,7 5 0 1,-3-5 9-16,-1 3 12 0,7 0-2 0,-6 0-1 16,-7 2-9-16,1 0 0 0,-9 3 0 0,3-2 0 15,-6 2-16-15,2 0-6 0,-2 0-1 0,-3 0 0 16,3 0-14-16,-3 0-3 0,0 0-1 0,-3 0 0 16,-1 0-19-16,1 0-3 0,-3 0-1 0,3-3 0 15,-3 3-102-15,0 0-21 0</inkml:trace>
  <inkml:trace contextRef="#ctx0" brushRef="#br0" timeOffset="25646.237">22982 14299 2310 0,'-12'-5'48'0,"3"2"11"0,0 0-47 0,0 1-12 0,6 2 0 0,3 0 0 16,0 0 53-16,0 0 9 0,0 0 2 0,0 0 0 15,0 0 0-15,6-3 0 0,3 3 0 0,-3 3 0 16,3-1 0-16,0 4 0 0,0-1 0 0,0 0 0 16,3 1-52-16,-3 1-12 0,5 4 0 0,-2 0 0 15,3 2 0-15,0 0 0 0,3 0 0 0,0 3 0 16,0 0 0-16,0 0 0 0,-1 0 0 0,-2 0 0 16,0 0 0-16,-3-1 0 0,-3-1 0 0,-3-1 0 15,0 0 0-15,-3 0 0 0,-3-2 0 0,-3 0 0 16,0-1 0-16,-6-2 0 0,0 3 0 0,0-3 0 15,-3 2 0-15,-3-2 0 0,3 3 0 0,-5-3 0 16,2 0-48-16,0 0-13 0,3-1-3 16,-3 1 0-16,3-2-111 0,0-1-22 0,3 0-5 15</inkml:trace>
  <inkml:trace contextRef="#ctx0" brushRef="#br0" timeOffset="26039.587">23628 14222 1579 0,'-6'-2'32'0,"6"2"10"15,0 0-34-15,3-6-8 0,0 1 0 0,3 2 0 16,3 1 73-16,3-4 13 0,2 6 2 0,1-2 1 16,3-1-5-16,0 3-2 0,0-3 0 0,6 3 0 15,-3 0-2-15,-1 0-1 0,1 0 0 0,6 0 0 16,3 0-7-16,3-2-2 0,2 2 0 0,1 0 0 15,0-3-56-15,-4 1-14 0,4 2 0 0,-6-3 0 16,-3 0 0-16,-6 1 0 0,-1 2 0 0,-2-3 0 16,-3 0 0-16,-3 3 0 0,0 0 0 0,-3 0 0 15,-3 0-48-15,0 0-13 0,-6 0-3 0,0 0 0 16,0 0-74-16,0 0-15 0,0 0-3 0</inkml:trace>
  <inkml:trace contextRef="#ctx0" brushRef="#br0" timeOffset="26338.91">23937 14233 2115 0,'0'0'44'0,"0"0"11"15,0 0-44-15,0 0-11 0,0 0 0 0,0 0 0 16,0 0 91-16,3 5 16 0,0 0 3 0,0 1 1 15,0 2-30-15,0 0-5 0,0 0-2 0,0 5 0 16,-3 0-26-16,3 0-6 0,0 6-1 0,0-1 0 16,-3 6-16-16,3 0-3 0,-3 5-1 0,0-3 0 15,3 1-11-15,-3-3-2 0,0-3-8 0,0 5 12 16,0-4-12-16,-3-1 0 0,3 0 8 0,-3 0-8 16,3 3 0-16,-3 0 0 0,0-1-12 0,3 4 12 15,-3-3-52-15,0 0-4 0,0-3-1 0,0 0 0 16,0-3-166-16,0-2-33 0</inkml:trace>
  <inkml:trace contextRef="#ctx0" brushRef="#br0" timeOffset="27284.083">21181 15741 1948 0,'0'0'40'0,"3"8"11"0,0-3-41 0,3-2-10 0,0 2 0 0,3 1 0 16,3-1 76-16,3 0 14 0,-1-2 2 0,1 2 1 15,0 0-25-15,3 1-4 0,0-1-2 16,0 3 0-16,3-3-46 0,-4 3-16 0,4 0 9 0,3 3-9 15,3-3 21-15,3-1-1 0,2 1 0 0,1 0 0 16,0 0-32-16,0-2-6 0,-1 2-2 0,-2-1 0 16,-6-1 20-16,0-1 0 0,-6 0 8 15,0 1-8 1,-4-4-124-16,1-2-30 0,-6 3-6 0</inkml:trace>
  <inkml:trace contextRef="#ctx0" brushRef="#br0" timeOffset="27501.254">21851 15805 2146 0,'0'0'60'0,"0"0"15"0,0 0-60 0,-3-6-15 0,3 6 0 0,0 0 0 16,0 0 72-16,-6-2 12 0,6 2 3 0,-9 2 0 16,9-2-11-16,-6 0-1 0,0 6-1 0,0-4 0 15,3 6-59-15,-3-3-15 0,3 3 0 0,-6 0 0 16,3 3 0-16,0 2 0 0,-3 0 0 0,-3 6 0 15,1-1-16-15,-4 4-7 0,-3-1-1 0,0 3 0 16,-3-1-192-16,-3-1-40 0</inkml:trace>
  <inkml:trace contextRef="#ctx0" brushRef="#br0" timeOffset="27787.576">21630 15897 2032 0,'12'-5'42'0,"-12"5"10"0,6 0-41 0,-6 0-11 0,0 0 0 0,0 0 0 16,0 0 112-16,0 5 20 0,0 3 4 0,0 3 0 16,-3-3-6-16,0 5-2 0,-3 0 0 0,3 6 0 15,0-1-102-15,0 6-26 0,3 2 0 0,0 1 0 16,0-1 0-16,0 1 0 0,0-3 0 0,0-1 0 16,3-1 0-16,0-1 0 0,0 0 0 0,0 3 0 15,0 2 0-15,0 1 0 0,3 4 0 0,-3 1 0 16,0-3 0-16,3 3 0 0,-3 2 0 0,3-2 0 15,-3-5 0-15,0-4 0 0,3-1 0 0,-3-1 0 16,0-5-46-16,0 0-14 0,0-1-4 16,0-1 0-16,-3-1 0 0,3-3 0 0,0 4 0 15,0-6 0-15,0 0-256 0</inkml:trace>
  <inkml:trace contextRef="#ctx0" brushRef="#br0" timeOffset="28518.557">22616 16286 1885 0,'0'0'53'0,"0"0"12"0,6 0-52 0,0 0-13 0,3 0 0 0,-1 0 0 15,1 3 65-15,6-3 11 0,0 0 1 0,3 2 1 16,3 1-25-16,6 0-5 0,-4-1 0 0,7 1-1 16,0 0-20-16,0-1-4 0,-3 1-1 0,2 2 0 15,-2-5-22-15,-3 3 9 0,0-3-9 0,0 3 0 16,-1-3 20-16,4-3-2 0,0 3-1 0,3-3 0 15,-3 1-59-15,2-1-12 0,-2 3-2 16,3-3-1-16,-6 3-20 0,-1-2-4 0,-2-1-1 16,-3 3 0-16,0-3-19 0,-6 1-4 0,0-1-1 15</inkml:trace>
  <inkml:trace contextRef="#ctx0" brushRef="#br0" timeOffset="28839.353">23208 16056 1846 0,'-9'0'78'0,"3"0"-62"15,0 0 86-15,6 0 18 0,0 0 3 0,0 0 1 16,0 0-52-16,0 0-9 0,0 0-3 0,0 5 0 16,3 3 5-16,3 0 1 0,3 3 0 0,0-3 0 15,3 2-38-15,0 1-7 0,3-1-1 0,0 1-1 16,-1 0 2-16,1-1 1 0,3-2 0 0,-3 3 0 0,0-3-13 0,-3 2-9 0,-3-2 12 0,3 3-12 15,-3-1 12-15,-3 1-12 0,3-1 12 0,-6 1-12 32,2 2 8-32,-2-2-8 0,0 2 0 0,-3 0 0 0,-3 1 0 0,3 1 0 15,-3 1 0-15,-2 3 0 0,-1-1-16 0,-3 3-8 0,0-2 0 0,-3 2-1 32,-3 0-18-32,-3-2-3 0,-3-1-1 0,-3 4 0 0,1-7-15 15,-1-1-3-15,-3-1-1 0,3-3 0 0,3-2-140 0,3 0-28 0</inkml:trace>
  <inkml:trace contextRef="#ctx0" brushRef="#br0" timeOffset="29191.158">23821 15921 1820 0,'0'0'38'0,"0"0"8"0,0 0-37 0,3-5-9 0,3 2 0 0,0-2 0 16,0 2 54-16,3 0 9 0,3 1 1 0,3-1 1 31,3 1-1-31,0-1 0 0,5 0 0 0,4 1 0 0,3-1-51 0,0 0-13 0,-1 1 0 0,4-4 0 16,-6 4 54-16,0-4 8 0,-3 1 2 0,-4 0 0 31,1 0-73-31,-3-1-15 0,3 1-2 0,-6 2-1 16,0-2-59-16,-3 2-12 0,-1 1-2 0,-2-1-1 15,-3 3-73-15,-6 0-14 0,0 0-4 0</inkml:trace>
  <inkml:trace contextRef="#ctx0" brushRef="#br0" timeOffset="29438.029">24116 15865 2030 0,'-9'3'57'0,"0"2"14"0,3 1-57 0,0-4-14 0,0 1 0 0,3 2 0 16,0 1 92-16,0-1 15 0,0 3 3 0,0 0 1 15,3 2-31-15,0 1-5 0,-3 2-2 0,3 3 0 16,0 0-17-16,0 5-4 0,3 0-1 0,-3 3 0 15,3 0-19-15,0-3-4 0,-3 3-1 0,3-3 0 16,-3 0-18-16,3-2-9 0,-3 2 10 0,3-3-10 16,-3 1 8-16,3-3-8 0,-3 2 0 0,0 1 0 15,3 2 0-15,-3 0 0 0,0 3 0 0,3-3 0 16,-3 0-20-16,0 0-8 0,0-2 0 0,0-3-1 16,0-3-111-16,0-2-23 0,0-1-4 0</inkml:trace>
  <inkml:trace contextRef="#ctx0" brushRef="#br0" timeOffset="30392.73">21806 17292 1337 0,'0'0'28'0,"0"0"6"0,-3-3-34 0,3-2 0 0,-3-3 0 0</inkml:trace>
  <inkml:trace contextRef="#ctx0" brushRef="#br0" timeOffset="32282.403">21875 16794 608 0,'-18'19'12'0</inkml:trace>
  <inkml:trace contextRef="#ctx0" brushRef="#br0" timeOffset="32672.725">21300 17128 2086 0,'0'0'59'0,"0"0"13"0,0 0-57 15,-6-6-15-15,6 6 0 0,0 0 0 16,0 0 42-16,0 0 6 0,0 0 0 0,0 0 1 0,0 0 12 0,6 0 3 0,0 3 0 0,0 0 0 16,3-1-14-16,0 3-2 0,3 3-1 0,-3 0 0 15,3 0-28-15,-4 0-6 0,4 5-1 0,3-2 0 16,0 2-12-16,3 3 11 0,3 0-11 0,6 3 10 15,-4-4-10-15,7 4 0 0,3-3 0 16,-3 0 0-16,-3 0-9 0,2-3 9 16,-5-3 0-16,0 1 0 15,-3 0-54-15,0-1-4 0,-7-2-1 0,1 0 0 0,0-3-4 16,-3 1-1-16,-3-1 0 0,3 0 0 0,-3 0-96 16,-3-2-20-16,3 0-4 0</inkml:trace>
  <inkml:trace contextRef="#ctx0" brushRef="#br0" timeOffset="32936.729">21988 17098 2269 0,'0'0'64'0,"0"0"15"15,0 0-63-15,-6 0-16 0,3 0 0 0,3 0 0 16,-6 3 54-16,-3 0 8 0,3-1 2 0,3 4 0 15,-3-4 0-15,0 4 0 0,3-4 0 0,-3 4 0 16,3 1-52-16,-3-1-12 0,0 2 0 0,0 0 0 16,0 2 0-16,0 3 0 0,0 1 0 0,-3 2 0 15,3 2 0-15,-2 1 0 0,-1-1 0 0,0 1 0 16,0 2 0-16,0-3 0 0,3 1 0 0,-3-1 0 16,0-2-151-16,0 0-33 0,0-3-6 0</inkml:trace>
  <inkml:trace contextRef="#ctx0" brushRef="#br0" timeOffset="33439.527">21797 17366 1659 0,'0'0'34'0,"0"0"10"16,0 0-36-16,0 0-8 0,0 0 0 0,0 0 0 15,0 0 82-15,0 0 14 0,0 0 4 0,3 5 0 16,-3 3-24-16,0-3-4 0,0 3 0 0,0-3-1 16,0 3-6-16,0-2-1 0,0 2 0 0,0 2 0 15,0-2 0-15,0 0 0 0,0 3 0 0,0-1 0 16,3 3-51-16,-3 1-13 0,0-1 0 0,3 5 0 0,-3 4 0 0,0 1 0 16,3 1 0-16,-3 5 0 0,3 0 0 0,-3 1 0 15,3-1 0-15,-3 2 0 0,3-4 0 0,0-3 0 0,-3-3 0 16,3 3 0-16,-3-1 0 0,0-1 0 0,3 1 0 15,-3 4 0-15,0-3 0 0,0 0 0 0,0 5 0 0,0-3 0 16,0-2 0-16,0 0 0 16,0-3 0-16,0 0 0 0,0-5 0 15,0 0 0-15,3-3 0 0,-3 0 0 16,0-5 0-16,0 0 0 0,0-3 0 0,0-5 0 16,0 0-48-16,0 0-13 0,0 0-3 0,0 0 0 15,0 0 0-15,3-5 0 0,0-3 0 0</inkml:trace>
  <inkml:trace contextRef="#ctx0" brushRef="#br0" timeOffset="36125.396">21732 14635 1580 0,'0'0'67'0,"0"0"-54"15,0 0 92-15,3-5 19 0,0 2 3 0,0-2 1 16,3-1 0-16,-1 4 0 0,4-3 0 0,-3 2 0 16,3 0-52-16,0 1-9 0,0-1-3 0,0 3 0 15,3 0-51-15,0-3-13 0,0 3 0 0,3 0 0 16,0 0 54-16,-4 0 8 0,7 3 2 0,-6-3 0 15,0 3-52-15,0-1-12 0,0 4 0 0,-3-4 0 16,-3 3 0-16,0 3 0 0,0-2 0 0,-6 2 0 16,-3 0-48-16,0 2-13 0,-3-2-3 0,-3 5 0 15,0 1 28-15,-3-1 4 0,0 3 2 0,0 2 0 16,-3-2-3-16,3 3-1 0,1-1 0 0,-1-2 0 16,0 0 34-16,3-3 0 0,3-2 0 0,0-1 0 15,0-2 0-15,0 0 0 0,3-3 0 0,3-5 0 16,0 0 0-16,0 0 0 0,3 6 0 0,-3-6 0 15,3 2 44-15,3 1 16 0,0-3 4 0,3 0 0 0,0 0-52 16,0 0-12-16,6 0 0 0,-4 0 0 16,1 3 0-16,3-3 0 0,-3 0 0 0,3 2 0 0,-3 1 39 0,-3 0 5 15,3 2 0-15,-3 0 1 0,-3 0-21 0,0 3-4 0,-3 0 0 16,-3 0-1-16,0 0-19 0,-3 3 0 0,-3-3 0 16,0 2 0-16,-3 1 0 0,-3 0 0 0,0-1 0 15,0 1 0-15,-3 2 0 0,3 0 0 0,-3-2 0 0,1 2 0 16,2 0 0-16,0 0 0 0,3 3 0 0,-3-2 0 15,6-1 0-15,-3 0-11 0,3-2 2 0,0-1 0 32,0-2-204-32,0-5-41 0</inkml:trace>
  <inkml:trace contextRef="#ctx0" brushRef="#br0" timeOffset="39736.857">24143 14831 1199 0,'0'0'24'15,"0"0"8"-15,0 0-32 0,0 0 0 0,0 0 0 0,0 0 0 16,0 0 73-16,0 0 8 0,0 0 2 0,0 5 0 15,0-5 8-15,0 0 1 0,0 0 1 0,0 0 0 16,0 0-5-16,0 0 0 0,3 5-1 0,-3-5 0 16,0 0-22-16,3 3-4 0,3-3-1 0,0 0 0 15,0 0-21-15,-1 0-5 0,1-3-1 0,0 3 0 16,3-2 25-16,0-1 5 0,0 0 1 0,-3 3 0 0,6-2-52 16,-3 2-12-16,3-3 0 0,0 3 0 0,0-2 0 15,0 2 0-15,2 0 0 0,-5 2 0 0,3-2 16 0,-3 3 1 16,3-1 0-16,-6 1 0 0,0 0-17 15,0 2 8-15,-3 0-8 0,0 1 0 0,-3 2 9 16,-3 0-9-16,0-1 0 0,-3 4 9 16,0-3-25-16,-3 0-6 0,0 0-1 0,0 2 0 0,0-2 23 0,0-2 0 15,-2 2 0-15,2 0 0 0,0-1-13 0,0-1 1 0,3-1 1 0,-3 0 0 16,3 1-1-16,3-1 0 0,3-5 0 0,0 0 0 16,0 0 2-16,0 0 0 0,0 0 0 0,0 0 0 15,0 3 2-15,0-3 0 0,6 5 0 0,-3-2 0 16,3-1-12-16,0 1-3 0,3-3 0 0,-3 2 0 15,3 1 32-15,2-3 7 0,-2 0 0 0,0 3 1 16,0-1-9-16,0 1-8 0,0-3 12 0,-3 3-12 16,0 2 16-16,0-2-3 0,0-1-1 0,-6-2 0 15,0 0 4-15,3 6 1 0,-3-6 0 0,-3 8 0 16,0-3-5-16,0 3-2 0,-3 0 0 0,0 0 0 16,-3 0-10-16,0-1 10 0,0 4-10 0,-3-3 10 15,3 5-10-15,-2-2 0 0,2-1 0 0,0 1 0 16,-3 2-59-16,3-2-4 0,0-1-1 0,0 1 0 15,3-3 21-15,-3 2 4 0,3-2 1 0</inkml:trace>
  <inkml:trace contextRef="#ctx0" brushRef="#br0" timeOffset="40964.799">21934 16448 1051 0,'0'0'21'0,"0"0"7"16,0 5-28-16,0-5 0 0,0 5 0 0,0 0 0 15,0 1 68-15,0-1 8 0,0-5 2 0,0 8 0 16,0-3-26-16,-3 3-4 0,3-8-2 0,0 5 0 16,-1450 3-25-16,2894-2-5 0,-1444-1 0 0,-3 0-1 15,0 1 24-15,-3-4 5 0,3 3 0 0,3-5 1 16,-6 3-21-16,3 2-4 0,3-5 0 0,-6 3-1 0,6-3 20 16,0 0 4-16,0 0 1 0,0 0 0 15,0 0-20-15,0 0-3 0,0 0-1 0,0 0 0 16,0 0 13-16,0-5 3 0,0-3 0 0,0 3 0 15,3-3-8-15,0 0-2 0,0 0 0 0,3 0 0 16,0 0-10-16,-3 0-1 0,3 0-1 0,0 0 0 16,0 0-4-16,0 3-1 0,0 0 0 0,3-1 0 0,-3 1-9 15,3 0 10-15,-3-1-10 0,0 4 10 0,3-1 0 0,0 0 0 0,-4 1 0 16,4 2 0-16,0-3 5 0,-3 3 1 0,3 0 0 0,-3 0 0 16,3 3-8-16,-3-3-8 0,0 0 11 0,3 2-11 15,-6 1 10-15,3 0-10 0,-3 2 8 0,0 0-8 16,0 1 10-16,0 2-10 0,0-1 12 0,-3 1-12 15,0 0 12-15,0 3-12 0,-3 0 12 0,0-1-12 16,3 1 10-16,-6-1-10 0,3 1 8 16,-3 2-8-16,3-2 0 0,-3-3 0 0,0 2-12 15,3-2 12-15,-3 3-15 0,0-3 5 0,0 0 1 0,0 0 0 16,0-1 9-16,0-1-13 0,0 2 5 0,-3 0 8 16,4 0-10-16,-1-1 10 0,0-1 0 0,0 2-9 15,0-3 9-15,3 3 0 0,-3-3 0 0,3 1-8 16,3-1 8-16,0-5 0 0,-3 2 0 0,3-2 0 15,0 6 0-15,0-6-8 0,0 5 8 0,0-5 0 16,3 5 0-16,0 1 0 0,3-4 0 0,0 1 0 16,0 0 0-16,3-3 0 0,-1 2 0 0,1-2 0 15,0 3 0-15,3-3 11 0,0 0-11 0,-3 3 12 16,3-3-12-16,0 0 0 0,3 2 9 0,-6 1-9 16,3-3 0-16,0 0 8 0,-1 2-8 0,1-2 0 15,-3 0 0-15,3 0 0 0,-3-2 0 0,3-1 0 16,0 1-151-16,-3-4-28 0</inkml:trace>
  <inkml:trace contextRef="#ctx0" brushRef="#br0" timeOffset="41857.724">24229 16564 1172 0,'0'0'33'0,"0"0"7"0,0 0-32 0,0 0-8 0,0 0 0 0,0 0 0 16,0 0 84-16,0 0 14 0,0 0 3 0,0 0 1 15,0 0 5-15,-6 3 1 0,6-3 0 0,0 0 0 16,0 0-33-16,0 0-7 0,0 0 0 0,0 0-1 16,0 0-40-16,0 0-8 0,0 0-2 0,0 0 0 15,0 0 39-15,0 0 8 0,3-6 2 0,0 4 0 16,3-4-54-16,0 4-12 0,0-4 0 0,0 4 0 15,3-4 28-15,0 4 8 0,3-3 1 0,-3 2 1 16,2 0-28-16,1 1-10 0,-3-1 0 0,3 0 9 16,-3 1-9-16,3 2 0 0,-3 0 0 0,-3 0 8 15,0 2 11-15,-6-2 1 0,6 6 1 0,-3-1 0 16,-3 3-31-16,0 0-6 0,-3 2-2 0,-3 1 0 16,0 0-22-16,-3 2-5 0,-3-3-1 0,0 4 0 15,0-1-31-15,-3 3-7 0,0-3 0 0,1 3-1 16,2 0 18-16,0 0 4 0,0-1 1 0,3 4 0 15,0-6 35-15,0 3 7 0,3-3 2 0,0 1 0 16,3-1 18-16,0-5-10 0,0 2 10 0,3-2-8 16,3 0-12-16,0 0-3 0,0-5 0 0,0 2 0 0,3-2 59 15,0-1 12-15,3-2 3 0,3 0 0 0,0 0-31 16,0-2-5-16,3-4-2 0,2 4 0 0,1-4 35 0,0 1 8 0,0 0 0 16,0 2 1-16,0-2-40 15,0 0-8-15,-3 2-1 0,-4-2-8 0,1 5 0 16,-3-3 0-16,-3 3 0 0,0 3 0 15,-6-3-96-15,0 0-25 0,0 0-6 0</inkml:trace>
  <inkml:trace contextRef="#ctx0" brushRef="#br0" timeOffset="42434.612">22107 17908 2062 0,'0'0'43'0,"0"0"10"0,0 0-42 0,0 0-11 0,0 0 0 0,0 0 0 16,0 0 54-16,0 0 9 0,0 0 1 0,0 0 1 16,-3 5-4-16,3 3-1 0,-3-2 0 0,3 2 0 15,0-3-44-15,0 3-16 0,0 0 9 0,3 0-9 16,-3 0 21-16,3 2-1 0,0 1 0 0,0 2 0 15,0 0-20-15,0 6 9 0,0-1-9 0,0 3 0 16,0 1-12-16,0-1-8 0,0 0-3 0,-1 0 0 16,1 0 23-16,-3 0 15 0,3-2-3 0,0 0 0 15,0-4-43-15,-3 1-9 0,3 0-1 0,0 0-1 16,-3-3-45-16,3-2-9 0,0-3-1 0,-3 0-1 16,0 0-109-16,0-8-21 0</inkml:trace>
  <inkml:trace contextRef="#ctx0" brushRef="#br0" timeOffset="42843.526">22687 17810 1580 0,'0'0'67'16,"0"0"-54"-1,6 0 41-15,0 0 8 0,0 0 2 0,3 0 0 16,0 0 23-16,0 3 5 0,3-3 0 0,3 3 1 15,-1-3-37-15,4 0-7 0,3 2-1 0,0-2-1 16,0 0-22-16,3 0-4 0,-1 0-1 0,4 0 0 16,-6 0-12-16,0 0-8 0,0 3 8 0,3-3-8 15,2 2 0-15,-2 1 0 0,3 0 0 0,0-3 8 16,0 2-8-16,-1 1 0 0,1 0 0 0,0-1 0 16,-3 1 0-16,0 0 0 0,2-3 0 0,-5 2 0 15,0 1-17-15,-3-3-5 0,-3 0-1 0,-3 0 0 16,0-3-150-16,-1 3-31 0,-2-2-5 0</inkml:trace>
  <inkml:trace contextRef="#ctx0" brushRef="#br0" timeOffset="43186.647">23297 17554 1949 0,'-6'-3'82'15,"0"3"-66"-15,6 0 53 0,0 0 11 0,0 0 1 0,0 0 1 16,0 0-32-16,0 0-6 0,0 0-2 0,0 0 0 16,0 0-9-16,0 0-1 0,6 0-1 0,0 3 0 15,0 2 6-15,0-3 2 0,3 4 0 0,0-1 0 16,0 3-12-16,3 0-3 0,-3-3 0 0,0 6 0 16,0-3-16-16,0 2-8 0,0-2 8 0,-3 6-8 15,2-4 0-15,-2 3 0 0,0 1 8 0,0 1-8 16,-3 1 0-16,0-2 0 0,0 1 0 0,0 1 0 15,-3-2 0-15,-3 1 0 0,3-1 0 0,-3-4 0 16,-3 3-20 0,3 1-5-16,-3-4-2 0,-3 3 0 0,4 1-8 0,-4-4-1 0,0 4-1 0,-3-4 0 15,3 1-22-15,-3 2-4 0,-3-5-1 0,3 2 0 16,3 1 32-16,0-6 5 0,0 1 2 0,3-1 0 16,6-5-153-16,0 0-30 0</inkml:trace>
  <inkml:trace contextRef="#ctx0" brushRef="#br0" timeOffset="43543.694">23893 17434 1789 0,'0'0'76'0,"0"0"-61"16,6 0 39-16,3 0 8 0,-3 3 2 0,2-3 0 15,4 0-13-15,0 0-3 0,0 0 0 0,3 0 0 16,3 0-18-16,0 0-4 0,0 0-1 0,2 0 0 15,-2 0-25-15,3 0 0 0,0 0 0 0,-3-3 0 16,0 3 0-16,0-2 0 0,-4 2 0 0,4 0 0 16,-3 0 0-16,-3 0 0 0,0 0 0 0,0 0 0 15,0 0 0-15,-3 0-12 0,0 0 0 0,0 2 1 16,-6-2-137-16,-3 0-27 0,0 0-5 0</inkml:trace>
  <inkml:trace contextRef="#ctx0" brushRef="#br0" timeOffset="43799.574">24140 17445 1824 0,'-12'8'38'0,"6"-5"8"16,6-3-37-16,0 0-9 0,-3 5 0 0,3-5 0 16,-6 5 88-16,3 1 15 0,0-1 3 0,3 0 1 0,-3 0-39 0,3 3-8 0,0 0-2 0,0 0 0 15,3 0-25-15,-3 3-5 0,0 2 0 0,3 0-1 16,-3 0 5-16,3 3 0 0,0 3 1 0,0-1 0 15,0 4-18-15,0-4-4 0,0 3-1 0,0 0 0 16,0-2-10-16,3-1 0 0,-3 1 0 0,0-1 0 16,0-4 0-16,0 2 0 15,0-3 0-15,0-3 0 16,-3 1-37-16,3 0-3 0,0 2-1 0,0-5 0 0,0 0-19 16,-3 0-3-16,2-3-1 0</inkml:trace>
  <inkml:trace contextRef="#ctx0" brushRef="#br0" timeOffset="44093.982">24345 17747 1792 0,'0'0'51'0,"0"0"10"15,0 0-49-15,0 5-12 0,0-5 0 0,3 5 0 16,-3 1 99-16,0-6 17 0,3 5 3 0,0 0 1 15,-3 0-61-15,3 1-12 0,0-1-3 0,-3 0 0 16,3 3-16-16,0-2-3 0,-3 2-1 0,3-1 0 16,-3-1-12-16,3 2-4 0,-3-3 0 0,3 3 0 15,-3 0-8-15,3-3 0 0,-3 3 0 0,3 0-11 16,-3 0 11-16,0 0 0 0,3 0 0 0,-3 2 0 0,0-2 0 16,0 0 9-16,0 0-1 0,0 0-8 15,0-3-15-15,0 3-9 0,0-2-3 0,0-6 0 16,0 0-155-16,0 0-31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06T21:04:34.40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9682 14294 486 0,'0'0'10'0,"-6"-3"2"0,6 3-12 0,-3-3 0 0,3 3 0 0,0 0 0 16,-6-2 12-16,3-4 0 0,3 6 0 0,-2-2 0 31,2 2 4-31,0-5 1 0,-3-1 0 0,3 6 0 0,0-5 9 0,0 5 2 0,0-5 0 0,0 5 0 16,0-6-17-16,0 6-3 0,0 0-8 0,0 0 12 15,0-5 13-15,0 5 3 0,0 0 0 0,0 0 0 16,0 0 19-16,0 0 4 0,0 0 1 0,0 0 0 15,0 0-16-15,0 0-2 0,0 0-1 0,0 0 0 16,0 0-10-16,0 0-3 0,0 0 0 0,0 0 0 16,0-3-2-16,0 3-1 0,0 0 0 0,0 0 0 15,0 0 19-15,0 0 3 0,0 0 1 0,0 0 0 16,0 0 4-16,0 0 0 0,0 0 1 0,3-5 0 16,-3 5-1-16,0 0 0 0,0 0 0 0,0-5 0 15,0 5-28-15,0-5-5 0,0 2-2 0,0-2 0 16,0-1 30-16,-3 1 5 0,3 0 2 0,-3-1 0 15,3-2-19-15,-3 3-4 0,0-3-1 0,0 3 0 16,0-3-3-16,0 0-1 0,0-2 0 0,-3 2 0 0,0-3 19 16,0 0 4-16,0-2 1 0,-3 3 0 15,0-6-42-15,0 2 0 0,0-4 0 0,0-1 0 16,-3 4 0-16,0-7 0 0,1 1 11 0,-4 0-11 0,3 3 0 0,-3-4 0 0,0 4 0 0,0-1 0 16,-3-2 8-16,3 3-8 0,0-4 0 0,1 1 0 15,-1 0 0 1,0 0 0-16,0-5 0 0,-3 2 0 15,3-3 0-15,0 1 0 0,0-3 0 0,-2 0 0 0,-4 2 0 0,3-2 0 16,-6 0 0-16,3 0 0 16,-6 2 44-16,4 1 16 0,-4-1 4 0,3 1 0 0,-3-3-52 0,0-3-12 0,4 0 0 0,-1-2 0 15,3 2 0-15,-3-2 0 0,3 2 0 0,-3-2 0 16,1 5 0-16,-1-1 0 16,-3 4 0-16,-3-3 0 0,1 0 54 15,-1-3 8-15,-3 0 2 0,3-2 0 0,1-1-52 0,-1 1-12 16,6-3 0-16,-3 0 0 0,0 0-12 0,1 5-4 0,2-2-2 15,-3-1 0-15,-3 1 18 0,0 0 0 0,-2-3 0 16,-1-3 0-16,0 3 0 0,3 0 0 0,1-3 0 0,-4 0 0 16,6 3 11-16,3 0 5 0,1 3 2 0,-4-6 0 15,0 1-29-15,0-1-5 0,0-3-2 0,-2-2 0 16,-1 6 18-16,0-1 0 0,0 3 0 0,-2-5 0 16,2 5 0-16,3-6 0 0,3 4 0 0,-3-6 0 15,7 2 0-15,-1 1 0 0,3-3 0 0,-3 0 0 0,0 3 0 0,0-1 0 16,-2 1 0-16,-1-3 0 0,0 3 0 15,-3-6 0-15,3 0 0 0,-2 1 0 0,2 5 0 16,-3-1 0-16,3 6 0 0,0-5 0 0,0-1 11 0,1 1 5 0,5-3 2 16,-3 0 0-1,0 3-18-15,3-1 0 0,0 4 0 0,-5-4 0 0,2 6-11 16,0 0-5-16,-3 0-2 0,-3-2 0 16,4-1 18-16,-1 0 0 0,0-5 0 0,-3 3 0 15,6 5 0-15,0 0 0 0,1 2 0 16,-1 1 0-16,3 0 0 0,0-1 0 0,0-2 0 0,3 0 0 0,0 3 13 0,3-3 3 0,-2 0 1 15,-1 2 0-15,0 1-17 0,-3 2 0 0,0 0 0 0,0 1 0 16,0 2 0 0,1-3-19-16,-1 0 4 0,0 0 1 0,0 3 14 15,3-5 0-15,-3 2 0 0,3 0 0 0,0 3 0 16,1 3 0-16,2-1 0 0,-3 3 0 16,3 1 8-16,3 1 5 0,-3 4 1 0,3-3 0 0,-3 2-14 15,3 1 0-15,0-3 0 0,0-1 0 0,0 4 0 0,4-1-12 0,-1-2 3 0,-3 3 0 16,3 2 9-1,0-3 0-15,0 3 0 0,0 3 8 0,0-3-8 0,-3 3 0 0,3 2 0 16,0 1 0-16,-3-1 0 0,3 3 8 0,-3-2-8 0,0 2 0 16,0 3 0-16,0-3 0 0,3 2 0 0,1 1 8 15,-4 0-8-15,3-1 8 0,0 1-8 0,0 0 8 16,0 2-8-16,3 1 0 0,-3-1 0 0,3 0 0 16,-3-2 0-16,3 2 0 0,3 3 0 0,-6-2 0 15,6 2 0-15,0 0 0 0,0 0 0 0,-3-3 0 16,3 3 0-16,-3-3-8 0,3 3 8 0,0 0 0 15,0 0 0-15,0 0 0 0,-6-2 0 0,6 2 0 16,0 0 0-16,0 0 0 0,0 0 0 0,0 0-8 0,0 0 8 0,0 0 0 0,0 0 0 0,0 0-8 16,0 0 8-16,0 0 0 15,0 0 0-15,0 0 0 16,-6-3 0-16,6 3 0 0,0 0 0 0,0 0 0 16,0 0-10-16,-3 0 10 0,3 0-12 0,0 0 12 0,0 0-23 0,-6 0 3 0,6 0 0 0,0 0 0 31,0 0-98-31,-6 0-19 0,6 0-4 0</inkml:trace>
  <inkml:trace contextRef="#ctx0" brushRef="#br0" timeOffset="813.319">6298 8893 1137 0,'0'0'50'0,"0"0"11"0,0 0-49 15,0 0-12-15,0 0 0 0,0 0 0 16,0 0 90-16,-3 0 15 0,3 0 3 0,-6 3 1 0,6-3-38 0,-6 2-8 0,0 1-2 0,0 0 0 15,3 2-27-15,0 0-6 0,-3 1 0 0,3 2-1 16,0 0-15-16,-3-1-2 0,3 1-1 0,0 3 0 31,0 0-9-31,0 2 0 0,0 0 0 0,-2 0 8 16,2 3-8-16,0 0 0 0,0 3 0 0,0-1 0 0,0-2 0 0,0 2 0 0,0-2-12 0,0 0 12 16,0-3-38-16,0 1 0 15,3-1 0-15,-3-3 0 0,0 1 58 0,0-3 12 0,3 0 3 0,-3 0 0 31,3-3-56-31,0 0-11 0,0-5-3 0,0 0 0 0,0 0 79 0,0 0 16 16,0 0 4-16,0 0 0 0,0 0-103 0,0 0-20 0,0 0-4 0,0 0-1 16,0 0 83-16,0 0 16 0,0 0 3 0,-3-7 1 15,0-4-31-15,3 0-8 0,0-2 0 0,-3-3 0 16,3-2 15-16,0-1-2 0,0-2 0 0,0 0 0 16,0 0-1-16,3 2-1 0,0 1 0 0,0-1 0 0,0 3-11 15,3 3 0-15,0 0 0 0,-3 0 0 16,3 2 0-16,0-2 0 0,3 5 0 15,-4-3 0-15,1 3 0 0,3 3 0 0,-3-3 0 0,3 3 0 0,0 2 0 0,-3-2 0 16,3 0 0-16,0 2 0 16,0-2 53-16,-3 2 9 0,3 0 2 15,0 1 0-15,-3-1-54 0,3 3-10 0,3-3 0 0,-4 1 0 16,1 2 0-16,0-3 0 0,0 3 0 0,0 0 0 0,-3 0 0 16,3 0 0-16,-3 0 0 0,0 0 0 15,0 0 0-15,0 0 0 0,0 3 0 0,0-3 0 16,-3 0 0-16,3 2 0 0,0-2 0 0,-3 3 0 0,3-3 0 0,-3 0 0 0,0 0 0 0,2 0 0 15,1 0 0-15,-3 0 0 0,3 0 0 0,0 0 0 32,0-3-156-32,0 3-36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21T20:47:17.06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7685 14322 1036 0,'0'0'23'0,"0"0"5"0,0 0 0 0,0 0 1 0,0 0-29 0,0 0 0 0,0 0 0 0,0 0 0 16,0 0 57-16,0 0 6 0,6 5 1 0,-6-5 0 15,0 0-17-15,0 0-3 0,0 0-1 0,0 0 0 0,0 0-18 16,0 0-3-16,0 0-1 0,0 0 0 0,0 0 35 0,0 0 6 15,0 0 2-15,0 0 0 0,0 0-37 0,0 0-7 16,-6-8-2-16,6 3 0 0,0 5 8 0,0-5 2 16,-3-1 0-16,3-2 0 0,6 0-4 0,-3 3 0 15,-15 0 0-15,6-3 0 0,12 0-2 0,-6 0-1 16,-3 0 0-16,-3 3 0 0,-3-3-2 0,1 3-1 16,-1-3 0-16,3 0 0 0,-3 0 1 0,3-3 0 15,-3 6 0-15,0-8 0 0,-9 2-19 0,6-5 0 16,6 3 0-16,-3-3 0 0,-9 6 0 0,6-4 0 15,4 1 0-15,-1-5 0 0,0 2 23 0,-3 0 1 16,0 3 0-16,3-1 0 0,3-4-24 0,-6 2 8 16,-3 0-8-16,0 0 0 0,3-2 0 0,0 2 0 15,-8 0 0-15,5 0 0 0,3 0 0 0,0 0 0 16,-6-2 0-16,-3 2 8 16,-6 0-28-16,7 0-6 0,11-2-1 0,-6-1 0 0,-6 3 43 0,-3-5 9 15,3 0 2-15,3 0 0 16,-2-3-43-16,2 3-9 0,0 0-2 0,0-1 0 0,-3 1 45 0,3 0 9 15,-2-5 1-15,-1 5 1 16,3-1-46-16,-3 4-10 0,0-3-1 0,0-1-1 0,0-4 48 0,1 0 9 0,-1 2 3 0,0-3 0 16,-3 3-21-16,0-2-10 0,1 2 10 0,5 6-10 15,0-1 9-15,0-2-9 0,-3-3 8 0,0 0-8 16,3 1 8-16,-2-4-8 0,-1 1 8 0,-6-9-8 16,6 4 0-16,-3-1 0 0,3 3 8 0,-2 2-8 15,-1 1 17-15,3-1 2 0,-3 3 0 0,0-2 0 16,-2 0-29-16,5-4-6 0,6 4 0 0,-9-6-1 15,0 3 17-15,0 0 0 0,1 0 0 0,2 2 0 0,0 1 0 16,0 0 8-16,0-4-8 0,0 4 0 0,1 0 0 16,2 2 0-16,-3 0 0 0,0 0 0 0,3-2 0 0,-6-1 0 15,4 1 0-15,-4-1 0 0,0-2 0 0,9 3 0 16,-6-1 0-16,0 1 0 0,6 2 0 0,-2 0 0 16,-4 0 0-16,3 1 0 0,-3-1 0 0,-6-8 0 15,3 3 0-15,1-3 0 0,2 0 0 0,3 3 0 16,-3 0 0-16,0-3 0 0,0-2 0 0,1 5 0 15,2 0 0-15,-3 0 0 0,3 0 0 0,-3 2 0 16,3 1 0-16,-5-1 0 0,2 1 0 0,3 7 0 16,-3-2 0-16,9-3 0 0,-6 0 0 0,0-2 0 15,3-3 0-15,-5 0 0 0,2 0 0 0,-3-8 0 16,-3 2 0-16,6 1 0 0,-3 2 0 0,7 0 0 16,-1 3 0-16,-6 0 0 0,6 0 0 0,0 3 0 15,-6-1 0-15,6 1 0 0,0-1 0 0,-5 1 0 0,-1-3 0 16,6 5 0-16,0-5 0 0,-6 0 0 0,3 5 0 0,6-3 0 15,-8 1 0-15,5-1 0 0,-6 4 0 0,-3-6 0 16,3-1 0-16,0 4 0 0,1-1 0 0,-1 1 0 16,6 2 0-16,-3-2 0 0,-3-1 0 0,0 1 0 15,6 5 0-15,-5 0 0 0,2-3 0 0,0-3 0 16,0 1 0-16,-3 2 0 0,3 3 0 0,0-3 0 16,-8 3 0-16,5 0 0 0,0-1 0 0,-3-1 0 15,0 2 0-15,3-1 0 0,7 1 0 0,-1 0 0 16,0 2 0-16,3-2 0 0,-6-2 0 0,6 1 0 15,-3 1 0-15,0 0 0 0,1-3 0 0,-1 3 0 0,3-3 0 16,0 3 0-16,0 0 0 0,-3 0 0 0,3 0 0 16,-3-1 0-16,6 4 0 0,-3-1 0 0,-2 3 0 15,2 1 0-15,0 1 0 0,-3 1 0 0,3 0 0 16,-3 0 0-16,3-3 0 0,0 5 0 0,0 3 0 0,-3-2 0 16,4-1 0-16,-4 1 0 0,6-4 0 0,-9 4 0 15,6-4 0-15,0-1 0 0,3 1 0 0,-3-1 0 16,3 1 0-16,3 1 0 0,-3 2 0 0,0-2 0 15,-2 3 0-15,-1-1 0 0,3 0 8 0,6 1 6 16,-9-1 1-16,6 1 0 0,-3 4-24 0,3-1-5 16,0-1-1-16,3-3 0 0,-6 3 15 0,3 0 0 15,-3-2 0-15,6-1 0 0,0 3 0 0,-6 0 0 16,6-3 0-16,-3 4-9 0,3-4 9 0,-3 3 0 16,4 0 0-16,-4 0 0 0,0-2 0 0,3 2 0 15,-3 0 0-15,6 0 0 0,-9 2 0 0,6-1 0 0,-3-1 0 16,3 2 0-16,-3 1 0 0,3 0 0 0,3-1 0 15,-9 1 0-15,6 0 0 0,-3 0 0 0,3-1 0 16,-3-2 0-16,3 3 0 0,-3-6 0 0,0 1 0 16,6-1 0-16,-9 9 0 0,3-4 0 0,0-2 0 0,3 3 0 15,0-3 0-15,0 3 0 0,-2 0 0 0,5 5 0 16,0 0 0-16,-6-3 0 0,0 3 0 0,6 0 8 16,0 0-8-16,0 0 0 0,-3-3 0 0,3 3 8 15,-6-5-8-15,6 5 0 0,0 0 0 0,-3 0 8 16,-3 0-8-16,6 0 0 0,0 0 0 0,0 0 0 15,-6 0 0-15,6 0 0 0,0 0 0 0,-9 0 0 16,3-3 0-16,3 3 0 0,3 0 0 0,0 0 0 16,0 0 0-16,-6 0 0 0,3 0 0 0,0 0 0 0,-3 3 0 0,6-3 0 15,-3 0 0-15,3 0 0 0,0 0 0 0,-9 5 0 16,6 1 0-16,-3-1 0 0,3 0 0 0,3 0 0 16,-6 1 0-16,0-1 0 0,3 0 0 15,0 3 14-15,0 0-2 0,3 0 0 0,-6-3-25 0,3 3-6 16,3 3-1-16,0-3 0 0,0 0 10 0,-5 0 2 15,2 2 0-15,3-4 0 0,0-6-2 0,-3 5 0 16,3 3 0-16,0-3 0 0,0-5 1 0,3 5 0 16,-3 1 0-16,0-6 0 0,0 0-7 0,0 0 0 15,0 5-1-15,3 0 0 0,-3-5 17 0,0 0 0 16,0 0 0-16,0 0 0 0,0 0 0 0,0 0 0 16,0 0 8-16,0 0-8 0,0 0 0 0,0 0 0 15,0 0 0-15,0 0-10 0,0 0 10 0,0 0 0 16,5-8 8-16,-2 6-8 0,-3 2 0 0,0-6 0 0,0 6 0 15,6-7 0-15,-6-1 0 0,3 0 0 0,-3 2 0 0,3-2 0 16,0 3 0-16,-3-3 0 0,0 0 0 0,0-2 0 16,0 2 0-16,3-3 0 0,-3 3 0 0,0 0 8 15,0 0-8-15,0 3 0 16,0 0 0-16,3-1 8 0,-3 1-8 0,0 5 0 0,6-5 8 0,-3 0-8 16,3-1 0-16,-6 1 8 0,0 5-8 0,3-5 0 15,0-1 0-15,3 1 0 16,-6-3 0-16,0 3 0 0,9 0 0 0,-9-1 9 0,3 1-9 0,0 2 0 15,-3-2 10-15,3 2-10 0,0 1 8 0,-3 2-8 16,0 0 0-16,0 0 0 0,0 0 0 0,0 0 0 0,0 0 0 16,0 0 8-16,0 0-8 0,0 0 0 0,0 0 0 15,12 2 0-15,-3 1 8 0,-9-3-8 0,0 0 0 16,9 3 0-16,-9-3 0 0,9 5 0 0,-9-5 0 0,9 3 0 16,2-1 0-1,-8 1 0-15,3 2 0 0,-6-5 0 0,6 6 0 0,3 1 0 0,-3-1 0 16,-6-6 0-16,0 0 0 0,0 0 8 15,0 0-25-15,6 5-6 0,0-5-1 0,3 3 0 0,-9-3 37 0,0 0 7 16,6 2 2-16,-6-2 0 0,0 0-22 0,9 3 8 16,-3 0-8-16,3-1 0 15,-9-2 0-15,3 0 0 0,3 0 0 0,0 0 0 16,-6 0-73-16,6 0-10 0,-3 0-1 0,3-2-838 0</inkml:trace>
  <inkml:trace contextRef="#ctx0" brushRef="#br0" timeOffset="3332.87">10763 14248 748 0,'0'0'33'0,"0"0"7"0,0 0-32 15,0 0-8-15,-3 0 0 0,3 0 0 0,-6-5 71 0,3 2 12 16,3-5 2-16,-6 5 1 0,3 1-46 0,0-4-8 16,3-2-3-16,0 8 0 0,0 0-3 0,-6-5-1 15,6-3 0-15,-3 0 0 0,3 0-6 0,0 0-2 16,-3 0 0-16,0-2 0 0,3-1 7 0,0 3 0 0,0-2 1 0,0-3 0 15,0 2 1-15,3-2 0 0,3 2 0 16,0-2 0-16,0-3 4 0,-6 0 1 0,0 0 0 0,3 0 0 16,-3-2-3-16,3-3 0 15,0 0 0-15,0-1 0 0,0 1-18 0,-3 0-10 0,3 0 10 16,3-3-10-16,-6 3 0 0,3-3 0 0,0 0 0 16,3 0 0-16,-3-2 36 0,3 2 0 0,-3 0 1 0,0-5 0 15,3 3-18-15,-6-3-4 0,-3 0-1 0,3-3 0 16,6 3 2-16,0 0 1 0,-6 0 0 0,6-3 0 15,0 0-1-15,0 0 0 0,0 6 0 0,0-9 0 16,-3 4-7-16,2-4-1 0,1-2-8 0,0 0 12 16,-3 0-12-16,6 0 0 0,-3 3 0 0,0-3 0 15,0 2 0-15,-3 9 0 0,3-1 8 0,0-2-8 16,0-5 0-16,0-1 0 0,0 1 0 0,0-6 0 16,0-2 0-16,3-8 0 0,-3 0 0 0,3 2 0 0,0 3 0 15,-3 5 0-15,-1 1 0 0,1-1 0 0,0 5 0 0,0-4 0 16,0-4 0-16,-3-4 0 0,3 2 0 15,0 0 0-15,0 5 0 0,-3-5 0 0,0 5 0 16,0-2 0-16,3 2 0 0,-3-2 0 0,0 0 0 0,0 2 0 16,3 3 0-16,-3 0 0 0,3 3 0 0,-3-1 0 15,0 1 8-15,3-1-8 0,-3 6 0 0,0-2 0 16,0 1 0-16,3-4 0 16,-3 2-22-16,0 3-7 0,0 3-2 0,0-3 0 0,-1 0 31 15,4-1 0-15,-3 4 0 0,0 0 0 0,3-1 0 0,-3 1 0 16,0 2 0-16,3 0 0 0,-3 0 19 0,3 0 9 15,0 1 3-15,0-4 0 0,-3 3-31 0,3-2 0 16,0 2 0-16,0-2 0 16,-3-4-24-16,6 1-4 0,-3 6 0 0,0-1-1 0,0 0 29 15,3 3 0-15,-3-3 0 0,0 3 0 0,2 0 17 0,-5-1 10 0,-3-1 1 16,3 1 1 0,3-1-46-16,3 1-10 0,-6-4-1 0,3 2-1 0,0-2 29 0,0-1 0 0,0 3 0 15,0-2 0-15,3 0 0 0,-3 2 0 0,0-3 0 0,0 1 0 16,0 2 0-16,0 0 0 0,0 0 0 0,3 1 0 15,0-1 16-15,-3-5 8 0,2 2 3 0,-2-2 0 16,3 5-27-16,-3-2 0 0,3-1 0 0,-3 1 0 16,3 2 0-16,0-2 0 0,-3-1 0 0,0 1 0 15,3-1 0-15,0 3 0 0,-3 9 0 0,0-7 0 16,0 1 0-16,0 0 0 0,0 3 0 0,0-1 0 16,-1-2 0-16,-2 2 0 0,3-2 0 0,-3 3 0 15,0-1 0-15,0 1 0 0,3 2 0 0,0 0 0 0,-3 0 0 16,0 3 0-16,-3 0 0 0,3-1 0 0,0 1 0 15,3 0 0-15,-6 0 0 0,3-1 0 0,0 1 0 0,3-3 0 16,-6 3 0-16,3-3 0 0,3 3 0 0,-3 2 0 16,-3 1 0-16,6-1 0 0,-3-2-24 0,-3 2 0 15,3 1 0-15,0-1 0 0,-3 3 24 0,0 0 0 16,3 0 0-16,0 0 0 0,-3 1 0 0,3 1 0 16,-3 6 0-16,3-8 0 0,0 3 0 0,-3 5 0 15,0 0 0-15,0 0 0 0,0 0 0 0,0 0 0 16,3-5 0-16,-3 5 0 0,0 0 0 0,0 0 0 15,0 0 0-15,0 0 0 0,0 0 0 0,0 0 0 16,0 0 0-16,0 0 0 0,0 0 0 0,0 0 0 16,0 0 10-16,0 0-10 0,0 0 0 0,0 0 0 15,0 0 0-15,0 0-12 0,0 0 12 0,0 0 0 0,0 0 0 16,0 0 0-16,0 0 0 0,0 0 0 0,-3 5 0 16,3-5 0-16,0 0 0 0,-6 5 0 0,0-5 0 15,3 6 0-15,0-4 0 0,0 1 0 0,-3 0 0 16,0 2 0-16,0-5 0 0,3 2 0 0,-6 1 0 0,3 0 0 15,0-1 0-15,-3 1 0 0,3 5 0 0,0-5 10 16,-6-1-10-16,3 1 0 0,4 2 0 0,-4 1 0 16,0-4 0-16,0 1 0 0,0-1 0 0,3 4-11 15,-3-1 23-15,0-2 4 0,3 2 0 0,0-2 1 16,-3-1-27-16,6 1-6 0,-6 0 0 0,3-1-1 16,3 1 34-16,-3 0 7 0,0-3 2 0,3 2 0 15,3-2-15-15,-6 0-3 0,4 3-8 0,-4-1 12 0,6-2-12 16,0 0 8-16,-3 3-8 0,-3-3 0 15,3 0 8-15,3 0-8 0,0 0 0 0,0 0 0 0,0 0 0 16,0 0 0-16,0 0 0 0,0 0 0 0,0 0 0 0,0 0 0 16,0 0 0-16,0 0 0 0,0 0 0 0,0 0 0 15,0 0 0-15,0 0 0 0,9 0 8 0,-3-3-8 16,-6 3 0-16,8-2 0 0,-2-3 10 0,3-1-10 16,0 4 10-16,-3-4-10 0,3-2 10 0,0 3-10 15,-3 0 10-15,3-1-10 0,-3 1 11 0,3-3-11 16,0 3 12-16,0 0-12 0,0-1 9 0,-3 1-9 15,3 0 0-15,-1-3 9 0,1 5-9 0,0 1 0 16,-3-4 9-16,3 1-9 0,-3 5 0 0,3-3 8 16,-9 3-8-16,6 0 0 0,3 0 8 0,-3-2-8 15,-3-1 10-15,3 3-10 0,0 0 0 0,-3 0 0 0,-3 0 0 16,0 0-10-16,0 0 19 0,6 0 4 0,3 0 1 16,-6 0 0-16,-3 0-22 0,6 0-5 0,0 3-1 15,0-1 0-15,-6-2 14 0,0 0 0 0,5 3 0 0,-2 2 0 16,0 1 0-16,3-4 0 0,-6-2 0 15,3 5 0-15,0 1 0 0,0-1 0 0,0 3 0 0,-3-3 0 16,3 3 24-16,-3 0 8 0,3-3 2 0,0 3 0 16,-3-2-25-16,0 2-9 0,3 2 0 0,-3-2 9 15,0-3-9-15,0 6 0 0,0-3 9 0,0 0-9 16,3 0 8-16,0 0-8 0,-3 2 8 0,0-4-8 16,0-6 0-16,3 8 0 0,-3 2 0 0,3-2 8 15,-3-8-8-15,0 0 0 0,0 8 0 0,0 0 0 16,0 0 0-16,3 0 0 0,-3-8 0 0,0 5 0 0,3 3 16 15,0 0 3-15,-3-8 0 0,0 5 0 16,0-5-72-16,0 0-15 0,0 0-2 0,0 0-604 16,0 0-121-16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36.48792" units="1/cm"/>
          <inkml:channelProperty channel="Y" name="resolution" value="378.54889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4-22T22:08:49.50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15716 12881 1892 0,'-6'-6'40'0,"-3"1"8"0,3 2-39 0,0-2-9 0,0 3 0 0,0-4 0 16,3 4 43-16,0-4 6 0,3 6 2 0,0-2 0 16,0 2-9-16,0 0-2 0,0 0 0 0,0 0 0 15,0 0-11-15,0 0-2 0,0 0-1 0,3-3 0 16,3 0-6-16,-3 6 0 0,3 0-1 0,0-1 0 16,0 1 1-16,3 2 1 0,-3 3 0 0,0 0 0 15,3 0-6-15,0 3-2 0,0-3 0 0,3 2 0 16,-3 3-13-16,2-2 9 0,1 2-9 0,3-2 8 15,0 2 2-15,0 0 0 0,3 0 0 0,-3 1 0 0,3 2-10 16,-1-3 10-16,-2 3-10 0,3 0 10 16,-3-1-10-16,-3 1 0 0,3 3 0 0,-3-1 8 0,0-2-20 0,-3 0-4 15,0 0 0-15,-1 0-1 0,1-3 28 16,0-2 5-16,-3 2 2 0,0-5 0 0,0 2-30 0,0-2-5 0,-3 0-2 16,3-2 0-1,-3-1-23-15,0-2-5 0,3-1-1 0,-3 1 0 16,3-1-116-16,-3 1-24 0,0-3-5 0</inkml:trace>
  <inkml:trace contextRef="#ctx0" brushRef="#br0" timeOffset="1001.789">15755 12899 1773 0,'0'0'50'0,"0"0"11"16,0 0-49-16,0 0-12 0,0 0 0 0,0 0 0 16,0 0 58-16,0 0 9 0,0 0 1 0,0 0 1 15,3 0-4-15,3 6-1 0,0-4 0 0,-4 3 0 16,4 1-51-16,0 2-13 0,-3 2 0 0,3 4 0 16,3-1 0-16,-3 0 0 0,0 3 0 0,3 0 0 15,0 5 26-15,0 0 2 0,0 3 1 0,3 5 0 16,0-5-29-16,3 5 0 0,-4-3 0 0,7 1 0 15,-3-3 0-15,3-3 0 0,-3-5 0 0,0 0 0 16,3-6-26-16,-3-2-2 0,-1 0 0 0,1-3 0 16,0-2-11-16,-3-3-2 0,3 0-1 0,-6-3 0 15,3-2 6-15,-3 0 2 0,0-6 0 0,0 1 0 0,0-4 19 16,0-4 4-16,-4 2 1 0,1-5 0 0,0 0 27 16,0-3 6-16,-3 0 1 0,3-2 0 0,-6 2 83 0,3 0 17 15,0 3 3-15,-3-3 1 0,0 5-58 0,0-2-11 0,-3 5-3 16,3-2 0-1,-3 2-8-15,0 3-3 0,0-3 0 0,0 3 0 0,-3-1-17 16,3 4-3-16,0-1-1 0,0 6 0 0,0 0-16 0,0-1-8 0,3 6 0 0,0 0 8 16,0 0 16-16,0 0 2 0,-5 6 1 0,-1 2 0 31,6-1-43-31,-3 4-9 0,3 2-2 0,0 3 0 0,0 3 41 0,0-1 8 0,0 3 2 0,0 6 0 16,0-1-39-16,3 3-7 0,-3 3-2 0,0 3 0 15,0-1 24-15,0 3 0 0,-3-3 0 0,3 1 0 16,-3-3 0-16,0-6 0 0,-3 3 0 0,0-2 0 15,0-1-26-15,-6-2-1 0,3 0 0 0,-6 2 0 16,0 1-9-16,-3-4-1 0,-3 4-1 0,1-1 0 16,-1-2 13-16,-3 0 2 0,0-6 1 0,0 4 0 15,1-6 36-15,-1-3 7 0,3 0 2 0,0-5 0 16,0 3-23-16,3-6 0 0,4 3 0 0,-1-6 0 16,0 1-19-16,0 0-8 0,-3-1-1 0,6-2-1 15,0 0-13-15,0-2-2 0,3-1-1 0,0 0 0 16,3-2-59-16,1-5-11 0,2 2-2 0</inkml:trace>
  <inkml:trace contextRef="#ctx0" brushRef="#br0" timeOffset="1320.054">16225 13365 2124 0,'0'0'89'0,"0"0"-71"16,0 0 74-16,0 0 16 0,0 0 2 0,0 0 1 15,3-3-36-15,0 1-7 0,-3 2-2 0,6-3 0 16,-6 3-2-16,6 0 0 0,0 0 0 0,-6 0 0 16,6 3-64-16,0-1 0 0,-3 1-11 0,3 2 1 15,-3 3 10-15,0-3 11 0,-3 3-3 0,3 3 0 16,-3 0-8-16,0-1 8 0,0 6-8 0,-3 0 8 15,0 2-8-15,0 4 0 0,-3-1 0 0,3 3 8 16,-3-1-8-16,0 1 0 0,0 0 0 0,0 0 0 16,0-3 0-16,0-5 0 0,3 0 0 0,-3-3-11 15,3-2-42-15,-3-1-9 0,3-2-2 0,0-3 0 16,3-5-204-16</inkml:trace>
  <inkml:trace contextRef="#ctx0" brushRef="#br0" timeOffset="2265.287">17567 12873 1824 0,'0'0'38'0,"6"2"8"15,3-2-37-15,0 3-9 0,0-3 0 0,3 3 0 0,0-1 53 0,0-2 9 16,0 3 2-16,3 2 0 0,-3-2 0 16,-1 2 0-16,4 1 0 0,0 1 0 15,-3 4 0-15,3 2 0 0,0 1 0 0,-3-1 0 0,3 0-52 16,3 3-12-16,-4-3 0 0,7 6 0 0,-3-4 0 0,0 4 0 0,0 0 0 16,0 2 0-16,3 0 0 0,-4-3 0 15,1 4 0-15,0-4 0 0,-3 1 0 16,0-4 0-16,0-1 0 0,-3-1 0 15,3-2 0-15,-4-4-13 0,-2-1 2 0,0-1 1 16,0-5-194-16,-3 0-40 0</inkml:trace>
  <inkml:trace contextRef="#ctx0" brushRef="#br0" timeOffset="2473.836">18568 12846 1957 0,'0'0'82'0,"0"0"-66"15,0 0 62-15,0 0 12 0,0 0 2 0,0 0 1 16,0 0-23-16,-6 0-5 0,0 6-1 0,0-4 0 16,0 6-8-16,-3 0-3 0,3 3 0 0,-6-1 0 15,0 4-30-15,0-1-7 0,-3 0 0 0,-3 3-1 16,1-3-15-16,-4 3 0 0,-3 2 8 0,0 1-8 16,-3 2 0-16,3 3 0 0,-2 0-12 0,-1 0 12 15,3-1-169-15,3-1-27 0,0-1-6 0</inkml:trace>
  <inkml:trace contextRef="#ctx0" brushRef="#br0" timeOffset="2772.819">18133 13148 1782 0,'0'0'37'0,"0"0"8"0,0 0-36 0,0 0-9 0,0 0 0 0,0 0 0 31,0 0 94-31,0 0 17 0,0 0 3 0,-6 3 1 0,6-3-33 0,-6 2-6 0,3 4-2 0,-3 1 0 16,3 1-48-16,3 3-10 0,-3 0-1 0,3 2-1 16,0 0 22-16,0 3 4 0,3 2 0 0,-3 1 1 15,3-3-29-15,0 2-12 0,-3 1 11 0,3-1-11 16,0 1 20-16,-3 2-1 0,3-2-1 0,0 4 0 16,0-1-26-16,-3 1-6 0,3 4-1 15,0-1 0-15,-3 1 15 0,3-3 0 0,0 2 0 0,0-2 0 16,0-3 0-16,-3-2 0 0,3-1 0 0,-3 1 0 15,0-6 0-15,3 0-16 0,-3-2 5 16,3-1 1-16,-3-2-130 0,0 0-27 16,3-3-5-16</inkml:trace>
  <inkml:trace contextRef="#ctx0" brushRef="#br0" timeOffset="3087.316">18538 13399 2211 0,'0'0'93'16,"0"0"-74"-1,0 0 57-15,0 0 11 0,0 0 2 0,0 0 1 0,0 0-15 0,0 0-3 0,0 0-1 16,0 0 0-16,-3 8-38 16,3-2-7-16,0 2-2 0,-3 2 0 0,3 1-9 15,0-1-3-15,-3 3 0 0,3 6 0 0,0 0-12 16,-3 2 9-16,0 3-9 0,0 2 8 15,3-2-8-15,-3 2 8 0,0-2-8 0,0 3 8 0,0-4-8 16,0 1 0-16,0-3 0 0,0 3 0 0,0 0 0 16,-3 0 8-16,3 0-8 0,0 2 0 0,0-2 0 0,0 5 0 0,0 0 8 15,0 0-8-15,0-5 0 0,0 2 0 0,3-4 0 0,-3-4 0 16,0 1 0-16,0-3 0 0,3-3 0 0,0-3 0 16,-3-2-88-16,3 0-11 15,0-2-1-15</inkml:trace>
  <inkml:trace contextRef="#ctx0" brushRef="#br0" timeOffset="4764.429">16028 14561 2030 0,'-14'8'57'0,"5"-3"14"0,-3 0-57 0,3 1-14 0,0-1 0 0,3 0 0 16,-3 3 54-16,0 0 8 0,3 0 2 0,0 0 0 16,0 0-22-16,0 3-4 0,0-1-1 0,0 3 0 15,6 3-20-15,-3 0-4 0,3 3-1 0,6 5 0 47,9 5-12-47,3 2 0 0,6 4 0 0,3-3 0 31,-6-11-19-31,2-5-9 0,-5-11-3 0,-3 0 0 0,3-2 21 16,-3-6 10-16,0-2-10 0,-3 0 10 0,2-6-17 0,1-2 2 0,-3-3 1 0,3-5 0 16,-3 2 68-16,3-5 14 0,-3 1 2 0,0-1 1 15,0 3-21-15,-3-1-4 0,0 1-1 0,-4 0 0 16,-2 5-5-16,-3-2 0 0,0 2-1 0,-3 0 0 16,-5 3-11-16,-1-3-3 0,-3 0 0 0,0 0 0 15,-3 0-10-15,0 3-3 0,0 0 0 0,0 2 0 16,-3 3-4-16,1 3-8 0,-1 5 11 0,-6 0-11 15,0 5 0-15,-3 3 0 0,-2 3 0 0,-4-1-12 16,6 4-144-16,0-1-29 0,0 0-6 0</inkml:trace>
  <inkml:trace contextRef="#ctx0" brushRef="#br0" timeOffset="5506.836">17814 14635 2030 0,'0'0'57'0,"-6"5"14"0,6-5-57 15,-5 3-14-15,-1 0 0 0,0-1 0 0,3 4 54 16,-3-1 8-16,0 0 2 0,3 0 0 15,-3 3-2-15,3 0 0 0,0 0 0 0,0 3 0 0,0 2-36 16,0 0-7-16,0 3-2 0,3 0 0 0,-3 0-17 0,3 2 0 0,0 1 0 0,3-1 0 16,0 1-8-16,-3 0-6 0,3-4-1 0,3 1 0 15,-3-3 15 1,3 1 0-16,0-4 12 0,0 1-12 0,0-3-12 16,3 0-8-16,-3 0-3 0,2-3 0 0,1-2 7 0,3 2 0 15,0-2 1-15,3-1 0 16,-3-2-13-16,3 0-4 0,0-2 0 0,0-1 0 0,3-2 49 0,-1 2 10 15,1-5 1-15,0 0 1 0,0-2-10 0,-3-1-3 0,3-2 0 16,-3-3 0-16,-4 3 8 0,1-6 2 0,-3 1 0 0,0-4 0 16,-3 4 20-16,0-3 4 0,-3 0 1 0,0 2 0 15,0 1 0-15,-6-1 0 0,0 3 0 0,0 3 0 16,-3 0-23-16,-3-1-4 0,0 4 0 0,-3-1-1 16,-2 3-12-16,-4 3-3 0,-3-3 0 0,0 5 0 15,0 1-8-15,0-1 8 0,-5 0-8 0,2 3 8 16,3 0-8-16,0 0-12 0,3 0 2 0,-3 3 1 15,6 0-152-15,1-1-31 16,-1 4-5-16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21T20:47:27.88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7602 15457 115 0,'3'-5'10'0,"-6"-1"-10"0,3 6 0 0,0 0 0 0,0 0 207 0,0 0 39 16,-3-2 8-16,3 2 2 0,6-6-154 0,-6 6-30 16,-6-2-7-16,6 2-1 0,0 0-5 0,0 0-2 15,0 0 0-15,-9 2 0 0,-6-2-4 0,9 0-1 16,12 0 0-16,-6 0 0 0,-6 3-16 0,0 2-4 16,6-5-1-16,0 0 0 0,-6 0-31 0,6 0-13 15,0 0 1-15,0 0 0 0,0 0 44 0,0 0 10 16,0 0 2-16,0 0 0 0,3 0-25 0,-3 0-5 15,0 0-1-15,0 0 0 0,6-2-5 0,-6 2 0 16,-6-3-8-16,3 0 12 0,0-5 6 0,0 3 1 16,0 0 0-16,-3 0 0 0,-3-1-31 0,3 1-5 15,6-3-2-15,-2 0 0 0,-7 0 44 0,3-2 9 16,6 2 2-16,-3-6 0 0,-6 1-22 0,3 3-4 16,3-4-1-16,-3 1 0 0,3-3-1 0,-3 0-8 15,-3 1 12-15,3-1-4 0,3 0-8 0,-3-3 8 0,-3 1-8 16,0-3 8-16,6-1-8 0,-6 4 0 0,-6-3 0 0,4 0 0 15,-4 2 0-15,3-2 0 0,0 0 0 0,-6-3 0 16,-3 0 0-16,3-2 0 0,6-3 0 0,-5-1 0 16,-10-1 0-16,6 2 0 0,15-1 0 0,-6-1 0 15,-6 2 0-15,0 0 0 0,3-1 0 0,-2-1 0 16,2 4-8-16,-3-2 8 0,-3 0-10 0,0-5 10 16,3 5 0-16,0-6 0 0,-2 3 0 0,-1-2 0 15,3 2 0-15,-3 0 0 0,-3-2 0 0,0 0 0 16,1 2 0-16,-1 0 0 0,-3 3 0 0,0-3 0 15,6 1 0-15,-2-4 0 0,-4 1 0 0,0-1 0 0,6 1 0 16,-3 0 0-16,1-1 0 0,-1 1 0 0,0-1 0 0,0 1 0 16,0 2 0-16,0-2 0 0,1 2 0 15,-4-2 0-15,0-1 0 0,-3-2 0 0,3 0 0 0,1 0 0 16,2 3 0-16,6 5 0 0,-6 0 0 0,0-1 0 16,-2-1 0-16,5-1 0 0,-3-2 0 0,0 2 0 15,0 0-9-15,-8-10 9 0,5-3 0 0,-3 5 0 16,0-2 0-16,0-1 0 0,4 9 0 0,2 2 0 15,-3 1 0-15,0-1 0 0,6-3 0 0,-2-2 0 16,-4 3 0-16,3-3 0 0,-3-3 0 0,-2-7 0 16,-1 2 0-16,3 0 0 0,-3 2 0 0,3 4-8 15,4-1 8-15,2 0 0 0,-6 3 0 0,3-2 0 16,-9-1 0-16,7-3 0 0,-1 1 0 0,3 2 0 16,3 1 0-16,0-4 0 0,0 4 0 0,-2 2 0 15,-1 0 0-15,0 0 0 0,3 0 0 0,3 0 0 16,-2-3 0-16,-1 0 0 0,3 0 0 0,-3 3 0 0,0 0 0 0,0 0 0 15,0-2 0-15,1 4 0 0,-4 4 0 0,3-4 0 16,0 1 0-16,-3-1 0 0,-2 1 0 16,2-3 0-16,3 0 0 0,3 2 0 0,3 4 0 0,-3-4 0 15,0 4 0-15,4 7 0 0,-1 0 0 0,0 0 0 16,0-2 0-16,0 2 0 0,-3-3 0 0,0 1 8 16,3-3-8-16,-5-6 0 0,-1 6 0 0,0 3 0 15,3-3 0-15,-3 0 0 0,0 2 0 0,-2 1 0 16,5-1 0-16,0 3 0 0,0 3 0 0,-6-2 0 15,0 1 0-15,9 1 0 0,4 0 0 0,-4 0 0 0,0 0 0 0,-3 0 0 16,3 2 0-16,3 0 0 0,0 1 0 16,3 2 0-16,-3 0 0 0,-3 0 8 0,7 3-8 15,-4-3 8-15,3 0-8 0,-3 0 8 0,0 1-8 16,0-1 0-16,3 2 0 0,3 1-8 0,-9 0 8 0,6 0 0 16,3 0 0-16,-9 2 0 0,10-2 0 0,-7 2 0 15,3 1 0-15,0 2 0 0,0-3 0 0,0 0 0 16,0 4 0-16,0-4 8 0,-3 0-8 0,0 3 0 15,3-2 0-15,6 2 0 0,-9-3 0 0,3 1 0 16,1-1 0-16,-1 3 0 0,3 3 0 0,0-3 0 16,-6-3 0-16,3 3 0 0,3 1 0 0,-3-1 0 15,3-3 0-15,0 3 8 0,3 0-8 0,-6-2 0 16,9 2 0-16,-3-3 0 0,-3 3 0 0,3 0 0 16,-3 0 0-16,3 0 0 0,-9 0 0 0,9-2 8 15,3 2-8-15,-3 0 8 0,0-3-8 0,-2 3 0 16,-1-2 0-16,3 2 0 0,0 0 0 0,0 0 0 0,-3 3 0 0,3-1 0 15,3-2 0-15,-6 3 8 0,3-5-8 0,0 4 0 16,0 1 0-16,0 0 0 0,0-3 0 0,3 2 0 16,-6 4 9-16,0-3-9 0,3-3 12 0,0 2-12 15,0 1 0-15,3 0 0 0,-6 2 0 0,6 3-12 16,-3-3 12-16,3 1 0 0,0 2 0 0,-6-5 0 16,3-1 0-16,0 1 16 0,0 0-3 0,0-1-1 15,0 1-12-15,3 0-16 0,-6 2 3 0,3-2 1 16,0 2 30-16,3 3 6 0,-6-5 2 0,3 2 0 15,-3 1 10-15,6 2 1 0,-2-8 1 0,-4 5 0 16,0 0-82-16,6 3-16 16,-3-5-3-16,-3 2-1 0,0 1 81 0,6 2 16 0,-6-3 3 0,3-2 1 15,-3 2-8-15,6-2-1 0,-6 2-1 0,6 3 0 0,-3-2-27 0,-3-4 0 16,0 4 0-16,6 2 0 0,0 0-8 0,-3-6-8 16,-3 4 0-16,6 2-1 0,0 0 27 0,-6-3 6 15,0 0 0-15,3-2 1 0,-3 3-17 0,6 2 0 16,0 0 0-16,0-3 0 0,-6 0 0 0,6 3 0 15,0 0 0-15,0 0 0 0,-3-2 0 0,3 2 0 16,0 0 0-16,0 0 0 0,-9-3-8 0,9 3-6 16,0 0-1-16,0 0 0 0,0 0 24 0,0 0 5 15,-6 3 1-15,6-3 0 0,0 0-15 0,0 0 0 16,-3 5 0-16,3 0 0 0,0 0 0 0,0 3 0 16,0-8 0-16,0 8 0 0,0 0 0 0,0 3 0 15,-3-3 0-15,3 2 0 0,0-4 0 0,0 2 0 16,3 0 0-16,-3 2 0 15,0-2-48-15,0 0-13 0,0-8-3 0,0 11 0 0,0-3 52 0,0-3 12 0,0 3 0 16,0-3 0-16,-3 3 14 0,3-3 6 0,0-5 0 0,0 8 1 16,0 0-33-16,0-8-8 0,0 0 0 0,-5 11-1 15,5-3 33-15,-3 0 8 0,3-8 0 0,0 0 1 16,-3 2-21-16,3-2 0 0,0 0-10 0,0 0 10 16,0 0-19-16,0 0 3 0,0 0 1 0,-3 3 0 15,-3 0 15-15,6-3 16 0,0 0-3 0,0 0-1 16,0-6-12-16,-6 4 0 0,6-4 0 0,0-2 0 15,0 3-8-15,-3-3 8 0,3-2 0 0,0-1 0 16,0 0 0-16,0 1 0 0,0 2 0 0,0-3 0 0,3-2 0 16,-3 0 0-16,0 0 0 0,0-1 0 0,0 1 0 15,0 3 0-15,0-4 0 0,0 6 0 0,6-2 0 0,-6-1 0 16,0 1 0-16,0 2 0 0,0 0 0 0,0 2 0 16,3-1 8-16,0 1-8 0,-3 1 0 0,3-3 0 15,-3 3 8-15,3-3-8 0,-3 8 0 0,0 0 0 16,0 0 0-16,0 0 0 0,8-3 0 0,-8 3 0 15,0-3 0-15,0 3 0 0,0 0 9 0,6 3-9 16,3 0 8-16,-3 2-8 0,-6-5 8 0,9 3-8 16,-9 2 0-16,6 0 8 0,-6-5-24 0,6 3-4 15,3 2-2-15,-6-2 0 0,-3-3 38 0,3 5 8 16,3 0 2-16,-6-5 0 0,9 6-26 0,-9-4 0 16,0-2 0-16,9 6 0 0,-6-1 0 0,-3-5 0 15,6 3 0-15,0 2 0 0,0 3 0 0,0-3 0 16,-3-2 0-16,3-1 0 15,0 1-16-15,2 2-8 0,-8-5-1 0,3 0-635 0,3 3-128 0</inkml:trace>
  <inkml:trace contextRef="#ctx0" brushRef="#br0" timeOffset="2435.9">9525 15314 172 0,'0'0'16'0,"0"0"-16"0,0 0 0 0,0 0 0 0,3 3 144 0,0 2 25 15,-3-5 6-15,3 5 1 0,0 1-99 0,-3-6-19 16,0 0-4-16,0 5-1 0,3 0-4 0,-3-5-1 16,0 0 0-16,0 0 0 0,0 0-16 0,0 0-4 15,0 0-1-15,0 0 0 0,0 0 11 0,0 0 2 16,0 0 1-16,0 0 0 0,0 0-12 0,0 0-2 15,0 5-1-15,0-5 0 0,0 0 11 0,0 0 3 16,0 0 0-16,0 0 0 0,0 0-14 0,0 0-2 16,-3-2-1-16,0-3 0 0,-3-1-2 0,3 1 0 15,-3-3 0-15,3 0 0 0,-3 0 5 0,3-2 1 16,0-1 0-16,-3 0 0 0,0 1-4 0,0-3-1 16,0-1 0-16,0 1 0 0,6 3-3 0,-3-6-1 15,-6 2 0-15,3-1 0 0,-3-1-3 0,1-3-1 16,2-2 0-16,-3 0 0 0,-3-3 0 0,3 0 0 15,0 0 0-15,0-2 0 0,-3-3-3 0,3 2-1 16,0-2 0-16,-3-2 0 0,3 1 3 0,0 1 1 0,-2 0 0 16,-1 0 0-16,0-3-22 0,-3 3-5 0,3 0-1 0,-3-3 0 15,0 3 26-15,0-2 6 0,0-1 1 0,0-5 0 16,-2 2-31-16,-1-2-5 0,0 0-2 0,-3 0 0 16,0 3 33-16,0-3 6 0,1 2 2 0,2-2 0 15,0 3-35-15,0 2-7 0,-3-2-2 0,3-3 0 16,-3 2 22-16,4-4 0 0,-4 2 0 0,3 0 0 15,0 2 0-15,0-2 0 0,-3 0 0 0,0 0 0 16,4 3 15-16,-4 2 7 0,-3 0 2 0,0 0 0 16,-3-2-24-16,1 2 8 0,-1-5-8 0,3 0 0 15,6 3 0-15,0 2 0 0,-6-2 0 0,1 2 8 16,-1-2-8-16,0 2 0 0,0 0 0 0,-3-2 0 0,7-1 0 16,-4 3 0-16,0-2 0 0,0-3 0 0,-3 3 0 15,1 2 9-15,2-3-9 0,-3 1 10 0,-3 0-10 16,0 2 8-16,4-2-8 0,5-1 8 0,0-2-8 0,3 3 0 15,-6-3 0-15,9 10 0 0,3-2 0 0,-2 0 0 16,-10-3 0-16,6 1 0 0,0-4 0 0,0 3 8 16,-3 3-8-16,-5-13 0 0,2 0 0 0,9 10 0 15,-6 0 8-15,-3-2-8 0,0-1 0 0,4-2 0 16,-1 3 0-16,3-1 8 0,-6 1-8 0,0-8 0 16,6-1 0-16,-5 4 8 0,-1 7-8 0,-3-2 0 15,9 2 0-15,0-3 0 0,-3 4 0 0,4-1 8 16,-7 0-8-16,6-2 0 0,3 2 8 0,-3 0-8 15,-6 3 0-15,3-3 8 0,7 1-8 0,-4 2 8 0,0-1-8 16,-6 4 8-16,3 0-8 0,0-1 0 16,1-2 0-16,-1 0 0 0,-3-3 0 0,3 3 8 0,3 0-8 15,-3 0 0-15,-2 2 0 0,5 1 0 0,3-1 0 0,-3 1 0 16,-3 0 0-16,3-1 0 0,3 1 8 0,-2-1-8 16,2 3 0-16,-3 1 0 0,3-1 0 0,0 3 0 15,0 2 0-15,3-2 0 0,-3 0 0 0,-3-3 0 16,7 0 0-16,-7 0 0 0,3 0 0 0,-6-5 0 15,0 0 0-15,3 3 0 0,3 2 0 0,1-2 0 16,-4 4 0-16,3-1 0 0,0-1 0 0,-3 0 0 16,6 3 0-16,-3-3 10 0,3 3-2 0,0-3-8 15,1 0 0-15,-1 6 0 0,0-4-10 0,3 1 10 16,-3 0 0-16,3 0 0 0,-3 2 0 0,3 1 0 0,0 2 0 16,0-2 0-16,3-1 0 0,-3 3 0 0,0 0 0 0,6 0 0 15,-8 3 0-15,5 0 0 0,0 0 0 16,0-1 0-16,-3 1 0 0,3 3 0 0,0-4 0 15,0 1 0-15,-3 3 0 0,3-4 0 0,0 4 0 0,0-3 0 16,0-1 0-16,0 4 0 0,0-3 0 0,0 2 0 16,0-2 0-16,0-1 8 0,0 4-8 0,3 2 0 15,-5 0 0-15,2 0 0 0,0-5 0 0,3 2 0 16,-9 1 0-16,6-1 0 0,0 1 0 0,0-1 0 16,3-2 0-16,-3 5 0 0,0-3 0 0,0 1 0 15,0-1 0-15,3 3 0 0,0 0 0 0,-3-2 0 16,-3 2 0-16,0 0 0 0,9 2 8 0,-3-2-8 15,-3 3 0-15,6-3 8 0,0 0-8 0,0 0 0 16,0 3 0-16,0-3 8 0,-6 3-8 0,6 0 0 16,-6-3 0-16,3 2 8 0,-2 1-8 0,-1 0 0 0,3-1 9 15,0 1-9-15,0 0 0 0,3 5-10 0,0 0 1 0,-3-3 0 16,0-2 9-16,3 5 0 0,-6-3 0 0,6 3 0 16,0 0 12-16,-3-2 5 0,-3 2 1 0,6 0 0 15,0 0-29-15,0 0-5 0,0 0-2 0,0 0 0 16,0 0 18-16,0 0 0 0,-6 2 0 0,6-2 0 15,-6 6 8-15,3-1 6 0,3-5 1 0,0 8 0 16,-6-3-15-16,6 3 0 0,0 0-12 0,0-8 12 16,0 0-12-16,0 8 4 0,-3 2 8 0,3 1-13 15,3 0 13-15,-3-1-12 0,0 1 12 0,0-3-12 16,3 2 1-16,-3-2 1 0,0 0 0 0,0 3 0 16,-3-1-1-16,3 1 0 0,-3-3 0 0,3 0 0 0,0 0 11 15,0 0-10-15,0-8 10 0,-3 5-10 0,0 3 10 16,0-3 0-16,3-5 0 0,0 0 0 0,0 0 0 0,0 0 0 15,0 6 0-15,0-6 0 0,0 0 0 0,0 0 0 16,0 0 0-16,0 0-8 0,0 0 8 0,0 0 0 16,0-6 0-16,-3 1 0 0,3-3 0 0,0 3 0 15,-3-1 0-15,3-2 0 0,0 1 0 0,0-1 0 16,-3-3 0-16,3 0 0 0,0 1 28 0,-3-1 2 16,3-2 0-16,0 0 0 0,0-3-40 0,3 3-8 15,-3-3-2-15,0 3 0 0,3-1 20 0,-3 1 0 16,3 0 0-16,0 2 0 0,0 1 15 0,0-1 3 15,3 3 1-15,0 0 0 0,-3 0-19 0,3 0 0 16,-3 3 0-16,0 0 0 0,3 0 0 0,-6 5-12 16,3-6 1-16,3 1 1 0,0-3 10 0,0 5 0 0,-6 3 0 15,6-2 0-15,-6 2 0 0,6 0 0 0,-6 0 0 16,0 0 8-16,0 0-8 0,0 0 0 0,0 0 0 0,0 0 0 16,0 0 8-16,11 0-8 0,-11 5 8 0,6 0-8 15,-6-5 0-15,9 6 0 0,-3-4 0 0,3 4 8 16,0-1-8-16,-3 0 0 0,0-2 0 0,0 2 8 15,3 3-8-15,-3-5 0 0,0 2 0 0,0-2 0 16,3 2 0-16,0 0 0 0,-6-2 0 0,3-1 0 16,2 4 0-16,-2-1 0 0,0-2 0 0,3-1 0 15,-3 4 0-15,3-4-15 0,0 1 4 0,0 2 1 16,-3-2-98-16,3-1-19 16,0 1-4-16</inkml:trace>
  <inkml:trace contextRef="#ctx0" brushRef="#br0" timeOffset="9200.6">11585 15756 921 0,'-6'8'82'0,"6"-8"-66"0,0 0-16 0,0 0 0 16,-3 5 56-16,3-2 7 0,0-3 1 0,0 0 1 15,0 0-27-15,0 0-6 0,0 0 0 0,0 0-1 16,0 5 32-16,0-5 6 0,0 0 2 0,0 0 0 15,6 3-63-15,-6-3-8 0,3 5-9 0,3-2 9 16,-6-3 28-16,6 2 14 0,-6-2 2 0,9 3 1 16,0-3-34-16,-1 0-11 0,-2 0 0 0,3-3 0 15,-3 3 20-15,6-2-2 0,-3-1-1 0,0-2 0 16,-6 2-27-16,6-2-6 0,0-3 0 0,0 0-1 16,3 0 17-16,0 0 0 0,3-3 0 0,-4 1 0 15,4-1 0-15,-3-2 0 0,0 2 8 0,0-2-8 0,3 0 0 0,-3 0 9 16,0 2-9-16,0-5 8 0,0 0-8 0,-1-2 12 15,1-3-12-15,0 5 12 0,-3-3-4 0,3-2-8 16,0 3 12-16,-3-3-4 0,3-1 0 0,-3 1 0 16,3-3 0-16,-3-2 0 0,0 2-8 0,-4-2 8 15,7-1-8-15,-3 3 8 0,0 1-8 0,0-1 0 16,0 0 0-16,3-3 8 0,0 1-8 0,0-3 8 16,0 5-8-16,-3-2 8 0,3-1-8 0,-3-2 0 15,-1 3 0-15,1-3 0 0,-3-3 0 0,3 3 0 16,-6-3 0-16,6 0 0 0,3 3 0 0,-3 0 8 0,0 0-8 15,0 0 0-15,3 5 0 0,0 0 8 16,-3 0-8-16,0-2 0 0,-4 2 0 0,4-2 0 0,3-1 0 0,0-2 0 16,-3 0 0-16,0 2 0 0,0-2 0 0,-3 3 0 31,3-1-16-31,0 1-9 0,0 0-2 0,-3-1 0 0,3 1 43 0,-3-1 9 16,0 1 2-16,0 2 0 15,2 3-43-15,1 0-9 0,-3-3-2 0,0 0 0 0,0-3 50 0,0 4 9 0,0-4 3 0,0-2 0 16,0 3-23-16,-3-1-4 0,3 3 0 0,0-2-8 15,0-1 12-15,-3 1-12 0,0 0 12 0,3-1-12 16,0 1 9-16,0 2-9 0,-3 0 0 0,3 0 9 16,-3-2-9-16,3 2 0 0,-3-5 0 0,0 2 0 15,2-2 0-15,1 0 0 0,-3 0 0 0,0 0 8 16,6 0-8-16,-3 0 0 0,-6 2 0 0,3 1 0 16,0-1 0-16,3 1 0 0,-3 2 0 0,3 0 8 0,-3-2-8 15,3-3 0-15,-3 2 0 0,6-5 8 0,-6 1-8 16,3 2 0-16,-3-3 0 0,0 5 0 0,0-2 0 0,0 0 0 15,3 3 0-15,0-3 0 0,0 0 0 0,-3 2 0 16,0 3 0-16,0-2 0 0,3-3 0 0,-4 2 0 16,-2-2 0-16,3 0 8 0,3 3-8 0,-3-4 0 15,0 1 0-15,0 3 0 0,0-1 0 0,0 4 0 16,0-4 0-16,0 1 0 0,-3 2 0 0,0 3 0 16,3-3 0-16,0 0 0 0,-3 3 0 0,3 0 0 15,0 0 0-15,0-3 8 0,-3 0-8 0,3 0 0 16,-3 0 0-16,3 1 0 0,0-1 0 0,0 3 0 15,-3-3 0-15,0 3 8 0,3-1-8 0,-3 1 0 16,0-3 0-16,0 3 0 0,0 0 0 0,0 3 8 0,0-1-8 16,-3 1 0-16,3-1 0 0,-3 1 0 0,3-4 0 15,-3 1 0-15,0-3 0 0,0 3 8 0,3-3-8 16,-3 1 0-16,3-1 0 0,0-3 0 0,0 6 0 16,-3-3 0-16,3 1 0 0,0-1 0 0,-3 0 0 0,3 3 0 15,-3-3 0-15,0 0 0 0,0 3 0 0,3 0 0 16,0 0 0-16,0-1 0 0,0-1 0 0,0-1 0 15,0 0 0-15,0-2 0 0,-3-1 0 0,3 3 0 16,0 0 0-16,0-2 0 0,0 2 0 0,0 0 0 16,0 3 0-16,0-3 0 0,-3 3 0 0,3 0 0 15,-3 0 0-15,3 0 8 0,0 2-8 0,-3 1 0 16,3-3 0-16,0 2 0 0,-3-2 0 0,0 2 0 16,3-2 0-16,0 0 0 0,-3 0 0 0,3 0 0 0,0-1 0 15,0 1 8-15,0 0-8 0,0 5 0 0,0 0 0 0,0-2 0 16,-3 2 0-16,3-3 0 0,-3 4 56 15,3-1 7-15,-2 0 1 0,-1-3 0 16,3 3-103-16,-3 1-20 0,0-1-4 0,0 2-1 16,0 1 104-16,3 3 20 0,-3-4 4 0,3 4 0 15,-3-3-100-15,3 2-21 16,0-2-4-16,3 2-1 0,-6 1 53 0,3-1 9 0,0 0 0 0,-3 4 8 0,3-7-8 0,0 4 0 16,-3-1 0-16,0 3 8 0,0 0-8 0,3-2 0 15,-3 2 8-15,0 0-8 0,0-3 0 0,0 3 8 16,0 0-8-16,3 0 0 0,-3-2 0 0,3 2 0 15,-3-3 0-15,3 3 0 0,0-2 0 0,0 2 0 16,0 0 0-16,0-3 0 0,-3 3 0 0,3 0 0 0,-3 1 0 16,3-1 0-16,-3 2 0 0,3-2 8 0,-3 0-8 15,3 0 0-15,0 1 0 0,-3-1 0 0,0 0 0 0,3 2 0 16,-3-2 0-16,3 1 0 0,0 1 0 0,0-2 0 16,-3-2 0-16,0 4 8 0,3-4-8 15,-3 2 0-15,0 0 0 0,0 0 0 0,3 3 0 0,-3-3 8 16,3-3-8-16,-3 3 8 0,3 3-8 0,0-3 8 15,0 3-8-15,0-1 0 0,-3-1 0 0,3-1 0 16,0 0 0-16,0 0 0 0,-3-3 0 0,3 3 0 16,0 0 8-16,-3 0 0 0,0 0 0 0,0 3 0 15,3 5-8-15,0 0 0 0,0-8 0 0,-3 3 0 16,0 2 0-16,-3-2 0 0,6-3 10 0,-3 0-10 16,-2 0 9-16,5 0-9 0,-3-2 8 0,3 2-8 15,0 0 0-15,0 2 8 0,-3-2-8 0,3 3 0 16,-3 3 0-16,3-4 0 0,-3 1 8 0,3 5-8 0,0 0 0 15,0-5 0-15,0 2 0 0,0 3 8 0,0 0-8 16,0 0 0-16,-3-5 9 0,3 5-9 0,0 0 0 0,0 0 0 16,0 0 0-16,-3-6 8 0,0 4-8 15,3 2 0-15,0 0 0 0,0 0 0 0,0 0 0 0,0 0 0 16,0 0 0-16,0 0 0 0,0 0 0 0,0 0 0 16,0 0 0-16,0 0 0 0,-3 8 0 0,-3 0 0 15,3-3 0-15,3 0 0 0,0 3 0 0,0 3 0 16,-3 2 0-16,3 0 0 0,0 0-8 0,0-2 0 15,0-3 0-15,-3 3 0 0,3 2 8 0,0 0-10 16,-3 0 10-16,3-2-10 0,-3 2 10 0,0-2 0 16,0-1 0-16,0 1-8 0,0-3 8 0,0 0 0 15,3-8 0-15,0 8-8 0,-3 0 8 0,3-8 0 0,0 0 0 16,0 5 0-16,0-5 0 0,0 0 0 0,0 0 0 16,0 0 0-16,0 0 0 0,0 0 0 0,0 0 0 0,0 0-8 15,0 0 8-15,0 0 0 0,0 0 0 0,0 0 0 16,0 0 0-16,0 0 0 0,0 0 0 0,0 0 0 15,0 0 0-15,0 0 0 0,0 0 0 0,0 0 0 16,0 0 0-16,0-5 0 0,0-1 0 0,0 6 0 16,0-5 0-16,0 0 0 0,3-1 0 0,-3 1 0 15,0 0 0-15,3-3 0 0,-3 0 0 0,0 0 0 16,3 3 0-16,0-3 8 0,-3 0-8 0,0 0 0 16,3 0 0-16,0 3 8 0,-3-3-8 0,0 0 0 15,3 0 0-15,-3 0 0 0,3-3 0 0,-3 6 8 0,3 0-8 16,-3-3 0-16,3 0 0 0,0 0 0 15,-3 0 0-15,0 5 0 0,0 3 0 0,6-5 8 0,-3 0-8 16,0-1 0-16,-3 6 0 0,3-5 8 0,3 0-8 0,-6 5 0 16,3-3 8-16,-3 3-8 0,6-5 0 0,-6 5 8 15,0 0-8-15,0 0 0 0,5 0 8 0,-5 0-8 16,0 0 10-16,0 0-10 0,9 0 10 0,-3 0-10 16,-6 0 10-16,0 0-10 0,0 0 22 0,6 3-2 15,3-1 0-15,0 1 0 0,-9-3-20 0,0 0-18 16,9 3 3-16,-3 2 1 0,0 0 14 0,0 0 0 15,3 1 0-15,0-4 0 0,-9-2 11 0,3 6-11 16,3-1 10-16,0 0-10 0,0 1 8 0,0 1-8 16,-6-7 0-16,3 6 0 0,3-1 0 0,0 0 8 15,-4 1-8-15,4-1 0 0,-6-5 0 0,3 8 0 16,3-6 8-16,0 4-8 0,-6-6-17 0,3 8-7 0,3 0 0 16,0 0-1-1,0 0-143-15,-3-1-28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21T20:47:42.98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7673 17619 172 0,'-3'-14'16'0,"0"9"-16"0,0-3 0 0,0 3 0 0,9-3 157 0,-6 5 29 16,-6-2 6-16,3 0 0 0,12 2-98 0,-6-2-20 15,-9 2-4-15,6 3-1 0,0 0-21 0,0 0-5 16,0 0-1-16,0 0 0 0,0 0 18 0,0 0 3 15,0 0 1-15,-6-3 0 0,-5-2-56 0,8 3-8 16,3 2 0-16,0 0-10 0,-12-6 24 0,9 1 5 16,9 2 1-16,-6 3 0 0,-6-5-28 0,0-3-6 15,6 3-1-15,6-3 0 0,9-3 50 0,-9 3 9 16,-12 0 3-16,6-2 0 0,9 2-24 0,-9-3-5 16,-6-2-1-16,3 0 0 0,3 0-17 0,3-1 0 15,-6-4 0-15,-3 2 0 0,-6 0 0 0,3 0 0 16,9-2 0-16,-6-1 0 0,-6 1 0 0,3-4 0 15,9-1 0-15,0-4 0 0,-3 3 28 0,-3-2 3 16,-6-3 0-16,0 2 0 0,-3 1-23 0,3-1-8 16,4-2 0-16,5 0 0 0,0-3 0 0,-3 3 0 15,-6-2 0-15,3 2 0 0,0-6 0 0,0 3 0 0,-6-2 0 16,3-3 0-16,0 3 8 0,3-1-8 0,-3 1 0 0,-2-1 0 16,-4 1 0-16,3 0 0 0,3-1 0 0,-3 1 0 15,-6-1 0-15,0-2 0 0,6-2 0 0,1-1 0 16,-4 0 8-16,3 1-8 0,-3 4 0 0,0-2 0 15,3-3 0-15,-3 3 0 0,-5 3 0 0,-1 0 0 16,6-1 0-16,-3 1 0 0,0-6 0 0,-3 3 0 16,6-3 0-16,-2 3 0 0,5 0 0 0,-6 3 0 15,-3 0 0-15,3 2 0 0,-3-3 0 0,1-2 0 16,-4 3 0-16,3 0 0 0,0-6 0 0,0 0 0 16,1 1 0-16,-1 1 8 0,0 4-8 0,0-3 0 0,3 5 0 15,0 1 9-15,-2-7-9 0,2 1 8 0,0 6-8 16,0-6 8-16,0 2-8 0,0-2 8 0,-2 0-8 0,2 0 0 15,0 0 0-15,-3 0 8 0,-3 0-8 0,4 3 10 16,-4-1-10-16,0 1 10 0,9-1-10 0,-3 4 8 16,0-6-8-16,1-3 8 0,-4 3-8 0,3 0 0 15,0 0 0-15,0 2 0 0,0 1 0 0,1 2 0 16,2-5 0-16,-6 0 0 0,3 3 0 0,0 2 0 16,-3-2 0-16,1-1 0 0,-1-4 0 0,0 4 0 15,0-2 0-15,0 0 0 0,4 3 0 0,-4-1 0 16,0 4 0-16,3-1 8 0,0 0-8 0,0 0 0 15,-2 3 0-15,2 0 0 0,0 0 0 0,0 0 10 0,0 0-10 16,0-3 10-16,4 6-10 0,-4-6 0 0,0 0 0 16,0 3 0-16,0 0 12 0,0 0 1 0,-2 0 0 15,-1 0 0-15,3 2 0 0,0 1 0 16,0-3 0-16,0 2 0 0,1-2-3 0,-1 3-1 0,3-4 0 16,-6 1 0-16,3-2-1 0,3 4-8 0,1-2 12 0,2 3-4 15,-3 2 12-15,6-3 1 0,-6 3 1 0,3-2 0 16,0 0-22-16,0 2-15 0,0-3 3 0,-5 3 0 15,5 1 12-15,0 1 16 0,-6-4-3 0,6 2-1 16,0-2-12-16,-6-1 0 0,7 1-9 0,-1 2 9 16,-3 0 0-16,6 0 0 0,-3 1 0 0,-3-1 0 15,3 0 0-15,0 3 0 0,6 2 0 0,-8-5 0 16,2 3 0-16,3 0 0 0,-3 0 0 0,3 0 0 16,0 0 0-16,0-1 0 0,0 1 0 0,3 0 0 15,-3 0 0-15,4 0 0 0,-4-3 0 0,-3 3 0 0,6 2 0 16,-3-2 0-16,0 0 0 0,6 0 0 0,-9 5 0 15,9-3 0-15,-9 1 0 0,3-3 0 0,0 0 0 0,1-1 0 16,-1 4 8-16,3-1-8 0,-6 1 0 0,3 5 0 16,0-6 0-16,0 3 0 0,3 0 0 15,-6-2 0-15,3-1 8 0,3 1-8 0,-2-1 0 0,2 1 0 16,0-1 8-16,3-2-8 0,0 2 0 0,-3 1 0 16,-3 2 0-16,0-2 0 0,0 2 0 0,3 0 0 15,-3 0 0-15,0 0-9 0,1 3 9 0,5 0 0 16,-6-6 10-16,3 3-10 0,-3 0 0 0,3 0 0 15,0 1 0-15,-6 1-10 0,9-2 10 0,-9 3 9 16,3 0-1-16,-3 0-8 0,7 0 0 0,-4-1 0 16,-3 1-10-16,3-3 10 0,0 0 0 0,0 0 0 15,-3 1 0-15,0-4 0 0,6 3 0 0,-9 0 0 0,7 0 9 16,-7 1-1-16,6-1-8 0,0 0 0 0,3 3 0 16,-6-3 0-16,3 3 0 0,0 2 0 0,0-2 0 15,0-1 0-15,3 1 0 0,-2 0 0 0,2-3 0 0,0 3 0 16,-6 0 0-16,9-1-10 0,0 1 10 0,-3 0-13 15,3 0 13-15,-3 2 8 0,-3 1 0 0,6-4-8 16,3 4 0-16,-9-3 0 0,3-1 0 0,3 4 0 16,-2-3 0-16,2-1 0 0,0 1-10 0,3 0 10 15,-3 2 0-15,0-2 0 0,0 2 0 0,3-2 8 16,3 0-8-16,-6 2 0 0,3 1 0 0,-3-1 0 16,3 1 0-16,0 2 0 0,0 0-10 0,3 0 10 0,-3 0 0 15,0 0 0-15,3 0 0 0,-6 0 10 16,6 3-10-16,-3-3 0 0,3 3 0 0,-3-1 0 0,0 1 0 15,3 0 0-15,-3-1-10 0,0 1 10 0,3 0 0 0,0 5 0 16,0-8 0-16,0 3 10 0,0-1-10 0,0 1 0 16,0 0 0-16,-6-1 0 0,6 6 0 0,0-5 0 15,0 5 0-15,0-8 0 0,-3 3 0 0,3-3 0 16,0 8 0-16,0-5 0 0,-6-1 0 0,6 1 0 16,0 0 0-16,0-1 0 0,0 1 0 0,0 5 0 15,-3-5 0-15,3 2 0 0,0-2 0 0,-3 0 0 16,3-1 0-16,-3 4 0 0,6-4 0 0,-3 1 0 15,-3 0 0-15,3 2 0 0,0-5 0 0,-3 6 0 16,3-4 0-16,-3 1 0 0,3 0 0 0,0 2 0 16,0-2 0-16,-5 0 0 0,5 2 0 0,-3-2 0 15,0-1 0-15,3 1 0 0,-3 2 0 0,-3-2 0 16,6 0 0-16,0-1 0 0,-6 1 0 0,6 3 0 0,-3-4 0 16,3 1 8-16,0 2-8 0,-6-2 0 15,0 2 0-15,6 1 0 0,0-4 0 0,0 1-9 0,-9 3 9 16,9-1-13-16,0 3 13 0,-6 0 13 0,6 0-2 0,-3-3-1 15,0 1-10-15,3 2-14 0,0 0 3 0,0 0 1 16,-6 0 19-16,6 0 4 0,0 0 1 0,0 0 0 16,-3 2-14-16,3-2 0 0,0 0 0 0,0 8 0 15,0-8 0-15,-6 8 0 0,3-3 0 0,3 6 0 16,0-3 0-16,0 0 0 0,-6 2 0 0,6-2 0 16,0 3-13-16,0 0 1 0,-3-1 0 0,3 1 0 15,0 2 12-15,3-2 0 0,-3 2-10 0,0-3 10 16,0 1-14-16,0 2 2 0,0-2 0 0,0 2 0 15,-3 0 12-15,0-2 0 0,6 2 0 0,-3-2 0 0,0-3 0 16,0 2 0-16,3-5 0 0,-3 3-9 0,0 0 9 16,0-2 0-16,-3-1 0 0,3-5 0 0,0 0 12 0,0 8 4 15,0-8 0-15,0 0 1 0,0 0-27 0,0 0-6 16,0 0 0-16,0 0-1 0,0 0 27 0,0 0 6 16,0 0 0-16,0 0 1 0,0 0-27 0,0 0-6 15,0 0 0-15,0 0-1 0,3-6 17 0,-3 1 0 16,6-3 0-16,-3 0 0 0,-6 0 0 0,3 0 11 15,3-2-11-15,-3-3 10 0,0-1-10 0,0 4 0 16,0-3 9-16,0 2-9 0,0-2 0 0,6 2 0 16,-6-2 0-16,0 0 0 0,3 2 10 0,0-2-2 15,0 2-8-15,3-2 12 0,-6 3-12 0,0-4 0 16,6 1 0-16,-6 0 0 0,0 2 14 0,3 1 0 0,3-1 0 16,-6 1 0-16,0-1-14 0,3 6 11 0,0-3-11 15,3 2 10-15,-6 1-10 0,0 0 0 0,3 2 9 0,-3 3-9 16,6-2 8-16,-6 2-8 0,0 0 10 15,0 0-10-15,3 0 8 0,3 2-8 0,-6-2 0 0,6 0 0 16,-1 3 8-16,1-1-8 0,0 4 0 0,3-1 9 16,0-2-9-16,-9 5 0 0,6-3 0 0,-3 0 8 15,3 3-8-15,0-3 0 0,-3 3 0 0,3 0 0 16,0 0 0-16,0 0 0 0,3 0 0 0,-3 0 0 16,3 0-15-16,-3 3 2 0,0-3 0 0,3-1 0 15,-1 1-127-15,-2 0-26 16,9 8-5-16,-6-5-1 0</inkml:trace>
  <inkml:trace contextRef="#ctx0" brushRef="#br0" timeOffset="2722.61">9695 17600 345 0,'0'0'31'0,"0"0"-31"0,0 0 0 0,0 0 0 16,0 0 116-16,0 0 18 0,0 0 3 0,0 0 1 16,0 0-57-16,0 0-11 0,0 0-2 0,0 0-1 15,0 0-9-15,0 0-2 0,0 0 0 0,0 0 0 16,0 0-8-16,0 0-1 0,0 0-1 0,0 0 0 15,0 0-26-15,0-8-6 0,-3 3-1 0,0 0 0 16,3-3 32-16,0 2 7 0,-3 1 0 0,3-3 1 0,-3-2-33 0,0-1-8 16,0 3 0-16,3 5-1 0,-3-2 7 0,0 0 2 15,0-1 0-15,3 1 0 0,-3-3-4 0,0 0-1 16,0 0 0-16,-3-2 0 0,0 2-2 0,3-3 0 16,-3-2 0-16,3-5 0 15,-3-9-1-15,0 6-1 0,0 13 0 0,0-8 0 0,-3-5-2 0,3-3 0 16,-3 6 0-16,0-4 0 0,1 1-9 0,-1 0 10 15,-3-3-10-15,0 0 10 0,3 1-10 0,-3-4 8 16,0 1-8-16,-3-1 8 0,6 1-16 0,0-1-4 16,-3 1-1-16,0-3 0 0,-5-6 13 0,2 4 0 15,3 4 0-15,-3-2 0 0,0 0 0 0,-3-3 0 16,6-2 0-16,0-3 0 0,-3 5 11 0,1 0 5 16,-4-2 0-16,0-1 1 0,3 1-17 0,-3 0 0 15,0-3 0-15,0-3 0 0,1 0 10 0,-4 1-10 16,0-1 8-16,0-2-8 0,0 2 8 0,0 3-8 0,-2-3 8 15,2 0-8 1,0 3-16-16,0-2-8 0,-6-1-1 0,6-5-1 0,1 0 49 0,-1 3 9 0,0-1 3 16,-3 1 0-16,3 0-26 0,0 2-9 0,1 0 0 0,-4-2 9 15,0 0-9-15,3-3 8 0,-6-3-8 0,4 0 8 16,-1 1-8-16,3 2 0 0,-3 3 0 0,3-3 0 16,-3 5 0-16,1-5 0 0,-1 3 9 0,0-6-9 15,3 3 10-15,-3-3-2 0,3 3-8 0,-2-2 12 16,2 2-4-16,-3 2 0 0,3-2-8 0,-3 0 12 15,6 6-4-15,-2-4 0 0,-10-2-8 0,6-2 12 16,9 2-12-16,-6 0 11 0,-5 5-11 0,5-5 10 0,6 3-10 16,-6 0 10-16,-6-1-10 0,3-2 10 0,4 3-10 15,-1-3 10-15,0 0-10 0,0 0 10 0,-3 3-2 16,3-1-8-16,7-2 12 0,-4 0-4 0,-6 6-8 16,3-1 0-16,3-2 9 0,3-1-9 0,-9-2 0 15,7 3 8-15,-4 0-8 0,3-3 0 0,0 5 0 0,0 0 0 16,3 1 0-16,3-1 0 0,6 0 0 0,-8-2 8 15,-7 2-8-15,0-5 0 0,6 6 0 0,0-4 0 16,-6 6 0-16,3-3 0 0,1 1 0 16,2-1 0-16,0 0 0 0,-3-2 0 0,-3 5 0 0,0-3 0 15,9 1 0-15,-6-4 0 0,-2 4 0 0,2 2 0 16,6 0 0-16,-3-3 0 0,-6 3 0 0,3 0 0 16,6 0 0-16,-2 0 0 0,2 2 0 0,-3-2 0 15,-3-2 0-15,3-1 8 0,9 3-8 0,-9 0 0 16,-6 2 0-16,0-2 0 0,7 3 0 0,-1 0 0 0,-6 2 0 15,6 0 0-15,0 0 0 0,0 3 0 0,-3-3 0 16,0 1 0-16,4-1 0 0,-4 0 0 0,3 3 0 0,0-3 0 16,0 6 0-16,0-1 0 0,3-2 0 0,-3 0 0 15,1 3 0-15,-4-1 0 0,3 4 0 0,0-1 0 16,3 0 0-16,0 0 0 0,-3 0 0 0,0 0 0 16,0 1 0-16,1-4 0 0,2 6 0 0,0-3 8 15,-3 0-8-15,0 3 0 0,3 0 0 0,0 3 0 16,0-1 0-16,0 3 0 0,0-2 0 0,1-1 0 15,2 3 0-15,-3 0 0 0,3 0 0 0,-3 1 0 16,3 1 0-16,0 1 0 0,-3 0 0 0,3 2 0 0,0 1 0 16,3-3 0-16,-3 2 0 0,0 0 0 0,0 1 0 15,1-1 0-15,-1 1 0 0,0-1 0 0,0 0 0 16,0 1 0-16,3-1 0 0,0 1 0 0,-3-1 0 16,3-2 0-16,0 0 0 0,0 2 0 0,0 0 0 15,0-2 0-15,0 3 0 0,0-1 0 0,0 1 0 0,0-1 0 16,3 3 0-16,-3 0 0 0,4-3 0 0,-1 4 0 15,0 1 0-15,0-2 0 0,3 3 0 0,-3-3 0 16,0 5 0-16,3-2 0 0,-6 0 0 0,3-3 0 16,0 3 0-16,-3-1 0 0,0-2 0 0,6 6 0 15,0-4 0-15,0 6 0 0,0-5 0 0,0 5 0 16,-3-2 0-16,3-4 0 0,0 6 0 0,0 0 0 16,0 0 0-16,0-5 0 0,-3 0 0 0,3 5 0 15,0 0 0-15,-3-6 0 0,3-2 0 0,-3 3 0 16,0 0 0-16,0 2 0 0,0-2 0 0,3 2 0 15,-6-2 0-15,6 2 0 0,0-2 0 0,0 0 0 0,-6-1 0 16,0 1 0-16,-3 0 0 0,3 0 0 0,3-1 0 16,0 1 8-16,0 0-8 0,-3-1 0 0,3 1 8 0,0 2-8 15,3 3 0-15,-3-5 0 0,-3 0 0 16,3 2 8-16,6-2-8 0,-3 5 0 0,0 0 0 0,0-5 8 16,0 5-8-16,0-6 0 0,0 1 0 0,0 5 0 15,-3-5 0-15,3 5 0 0,0 0 0 0,-2-6 0 16,-4 1 0-16,3 3 0 0,3 2 0 0,-3-6 8 15,0 4-8-15,3 2 0 0,0 0 0 0,0 0 0 16,-6-6 0-16,6 6 0 0,0 0 0 0,0 0 0 16,0 0 0-16,0 0 0 0,0 0 0 0,0 0 0 15,0 0 0-15,0 0 8 0,-3 3-8 0,3-3 0 0,-6 5 0 16,6-5 0-16,-3 6 0 0,3 1 0 0,-3-1 0 0,3 2 0 16,0 0 0-16,-3 0 0 0,3 0-9 15,0-1 9-15,0 4-10 0,0-3 10 0,0 3-14 0,0-1 3 16,0 1 1-16,0-1 0 0,0 1 0 0,0-1 0 15,0-2 0-15,0 3 0 0,3-3-2 0,-3 3 0 16,-3-1 0-16,0 1 0 0,3-1 12 0,0-2 0 16,3 0 0-16,0-3-8 0,6 1 8 0,-9-6-10 15,0 0 10-15,-3 5-10 0,3-5 10 0,0 0 0 16,0 0-9-16,0 0 9 0,-6 3 0 0,6-3 0 16,0 0-9-16,0 0 9 0,0 0 0 0,0 0 0 15,-3-8 0-15,3 2 0 0,-3 4 0 0,6-6 0 16,0-3 0-16,0 3 0 0,-3 0 0 0,0-2 0 15,-3-1 8-15,3-2-8 0,3 2 0 0,-3-2 0 16,0-3 0-16,3 6 0 0,-3-4 0 0,0 4 0 0,3-1 0 16,0 1 0-16,0-3 13 0,-3 2-3 0,6 3-1 15,-3-3 0-15,0 1-9 0,0 2 12 0,-3-3-12 0,3 3 12 16,0 3-4-16,-1-3-8 0,-2 3 12 0,3 0-4 16,-3-3-8-16,6 2 8 0,-6 4-8 0,0 2 8 15,3-6-8-15,-3 6 0 0,0 0 9 0,0 0-9 16,12 0 0-16,-3 3 8 0,-9-3-8 0,6 3 0 15,0 2 0-15,3-2 9 0,-3 2-9 0,3 0 0 16,0 3 8-16,-3 0-8 0,0-3 0 0,0 3 0 16,0-2 8-16,3 2-8 0,-6-1 0 0,3 1 0 15,0 0 0-15,-1-2 0 0,1 2 0 0,3 0 0 16,-3-1-25-16,3-1-6 0,-6-1-1 16,6 3-636-16,0 0-127 0</inkml:trace>
  <inkml:trace contextRef="#ctx0" brushRef="#br0" timeOffset="5779">11597 18029 792 0,'-6'-11'35'0,"6"11"7"0,0 0-34 0,0 0-8 0,0 0 0 0,0 0 0 16,0 0 42-16,0 0 6 0,0 8 2 0,0-8 0 16,0 0-1-16,0 0 0 0,0 0 0 0,0 0 0 15,-6 8-15-15,6-8-3 0,0 0-1 0,0 0 0 16,-3 5-22-16,3-5-8 0,0 0 0 0,0 0 9 15,0 0 11-15,0 0 3 0,6 0 0 0,0-2 0 16,3 2-15-16,-6 0-8 0,-3 0 10 0,9 5-10 16,-1-5 16-16,1 0-2 0,-3 0-1 0,3-3 0 15,0 1 1-15,3-4 0 0,0 1 0 0,0 0 0 16,-3-3-4-16,0 0-1 0,3-3 0 0,0 1 0 16,-1-1-9-16,4 1 0 0,0-4 9 0,0 1-9 15,3 3 9-15,-3-4-9 0,0 1 12 0,0 0-12 0,0-3 10 16,2 3-10-16,-5-3 8 0,6-3-8 0,-3 1 0 15,0-3-16-15,-3 2 3 0,3-2 0 0,0 0 35 0,-3-3 7 16,-1 3 2-16,4-6 0 0,0 1-15 0,-3-6-4 16,6 0 0-16,0-2 0 0,-3 0 0 15,0 2 0-15,-4-3 0 0,1 1 0 0,6 2-2 0,-3-2-1 16,0 2 0-16,0-2 0 0,0-1-9 0,0-2 0 16,0-2 0-16,2-1 0 0,-2 3 0 0,-3 5 0 15,0-5 0-15,3 0 0 0,-3 0 0 0,0 0 0 16,0 0 0-16,0-3 0 0,0 1 13 0,2-12 1 15,1 4 0-15,-3 2 0 0,3 0-14 0,-3 2 9 16,-3 4-9-16,3-4 8 0,-3 4-20 0,3-1-5 16,0-2-1-16,-1-3 0 0,-2 5 36 0,0 3 7 15,3-3 2-15,0 3 0 0,-3-2-19 0,3 1-8 16,0-1 8-16,3-4-8 0,-6 1 11 0,3-3-3 0,-6-2-8 0,5-4 12 16,4 6-4-16,-3 3-8 0,-3-3 11 15,3 0-11-15,0 0 12 0,0 0-12 0,-3-5 12 16,3-3-12-16,-3-3 8 0,0 1-8 0,3-1 0 0,-4 6 0 15,1 8 0-15,0 2 0 0,3-5 8 0,-3-5-8 16,0-1 0-16,-3-2 0 0,6 3 8 0,-3-3-8 16,-3 0 0-16,3 6 0 0,0-4 8 0,0-1-8 15,-3-1 0-15,3 2 0 0,-4-2 0 0,4-5 0 16,0 5 0-16,-3 3 0 0,0 0 8 0,0-1-8 16,0 1 0-16,0-3 0 0,0 3 0 0,0-3 0 15,0 3 0-15,0 0 0 0,-3 2 8 0,3 0-8 0,0 6 0 16,-3-3 0-16,3-3 8 0,-3-2-8 0,0 0 0 15,0 2 0-15,0 1 0 0,0-1 0 0,0 8 0 16,0 3 0-16,0 0 0 0,-1-3 0 0,-2 1 8 16,3-4-8-16,0 1 0 0,0-3 0 0,-3 3 0 0,0 5 0 15,3 0 0-15,-3 0 0 0,0 2 0 0,0 1 0 16,0 0 0-16,3-4 0 0,-3 1 14 0,3-2 2 16,-3-1 1-16,0 0 0 0,0 3-27 0,0 0-6 15,0 0 0-15,0 0-1 0,-3 8 33 0,3 0 6 16,3 3 2-16,-3-4 0 0,-3 1-24 0,3-2 8 15,0 1-8-15,0-4 0 0,0 2 8 0,0 1-8 16,0-1 10-16,0 0-10 0,0 0 9 0,-3 1-9 16,3 1 8-16,0 4-8 0,-3 2 8 0,0 0-8 15,0 1 0-15,3-1 8 0,-3-3 0 0,1 1-8 16,2-1 12-16,-6-2-4 0,3 0-8 0,-3 3 0 0,6-1 0 16,-3 1 0-16,-3-1 0 0,3 1 0 0,0 2 0 0,3-2 0 15,-6 4 0-15,3-1 0 0,-3 1 0 0,3 4 0 16,0-1 0-16,-3 1 0 0,3-1 0 0,-3 1 0 15,3-1 0-15,-3 1 0 0,0-1 0 0,0-2 0 16,3 3 0-16,-3-4 0 0,0 4 0 0,0 2 0 16,0-2 0-16,0-1 0 0,3 3 0 0,-2 0 8 15,-1 0-8-15,0 1 0 0,0-1 0 0,0 2 0 16,0-1 0-16,3-1 0 0,-3 0 0 0,3 3 8 16,-3-1-8-16,0 1 0 0,0 0 0 0,3 2 0 15,-3 1 0-15,3-4 0 0,-3 4 0 0,0-1 0 16,3-2 0-16,-3 2 0 0,3 1 0 0,-3-1 0 15,3-5 16-15,0 1-1 0,0 1-1 0,-3 1 0 0,3 3-22 16,0-4-5-16,1 4-1 0,-4-6 0 0,3 5 14 0,-3 1 0 16,3-4 0-16,0 7 0 0,0-4 0 0,0 3 0 15,0-3 0-15,-3 1 0 0,3 2 0 0,3-3 0 16,-3 6 0-16,0-6 0 0,3 3 0 0,-3 1 0 16,3-1 0-16,-3 2 0 0,3-2 0 0,-3 0 0 15,0 3 8-15,3 0-8 0,-3 0 0 0,3-1 0 16,-3 4 8-16,3 2-8 0,0-6 0 0,0 6 0 15,0 0 0-15,-3-2 0 0,0-4 8 0,3 6-8 16,0 0 0-16,0 0 0 0,0 0 8 0,0 0-8 16,0 0 0-16,0 0 0 0,0 0 0 0,0 0 0 15,0 0 0-15,0 0 0 0,0 0 0 0,0 0 0 0,0 0 0 16,0 0 0-16,0 0 0 0,0 0 0 0,0 0 0 16,0 0 0-16,-3-5 0 0,3 5 0 0,0 0 0 15,0 0 0-15,0 0 0 0,0 0 0 0,0 0 0 16,0 0 0-16,0 0 0 0,0 0 0 0,0 0 0 0,0 0 0 15,0 0 0-15,0 0 0 0,0 0 0 0,0 0 0 16,0 0 0-16,0 0 0 0,-3 5 0 0,3-5 0 16,0 0 0-16,-3 6 0 0,-3-4 0 0,3 4 0 15,0-1 0-15,0 3 0 0,-3 0 0 0,3 0 0 16,3-3-12-16,-6 3 12 0,0 0-13 0,0 0 5 16,3 0 0-16,-2 2 0 0,2-2 0 0,0 6 0 15,-3-1 8-15,3-3-12 0,0 1 12 0,3 0-12 0,-3-4 12 16,-3 9-9-16,3-8 9 0,3 0 0 15,-3-3 0-15,3-5-9 0,0 0 9 0,0 0 0 16,0 0 0-16,-3 6-8 0,0-1 8 0,3-5 0 16,0 8 0-16,0-3-8 0,0-5 8 0,0 0 0 0,-3 8 0 15,0 0 0-15,3 0 0 16,0-8-25-16,0 0-2 0,0-5 0 16,-3 0 0-16,3-3 27 0,-3 2 0 0,3 1 0 0,0 0 0 0,0-1 0 0,0-2 0 15,-3 3 0-15,3 0 0 0,3 0 0 0,-3-1 0 16,3-2 0-16,0 0 0 0,-3 1 0 0,0-1 0 15,0-3 0-15,0 0 0 0,3 1 0 0,0-1 0 16,0 1 0-16,0-4 0 0,0 1 46 0,0 0 14 16,0 2 4-16,-3-2 0 0,0 3-64 0,3-1-15 15,0 0-1-15,0 1-1 0,-3 2 17 0,0 0 9 16,3 0-1-16,0 3 0 0,-3-3 1 0,0 2 0 16,0 6 0-16,6-5 0 0,-6 5-1 0,3-8-8 0,-1 3 12 0,1 0-4 15,-3 5-8-15,0 0-9 0,0 0 9 16,0 0-13-16,0 0 13 0,0 0 0 0,0 0 0 0,0 0 0 15,0 0 16-15,0 0 5 0,0 0 2 0,0 0 0 16,0 0-37-16,6 2-7 0,0 1-2 0,0 0 0 16,0-1 37-16,0 4 7 0,0-1 2 15,0 0 0-15,-3 0-37 0,3 1-7 0,-3 2-2 0,3-3 0 16,0-2 23-16,0 2 0 0,0 0 0 0,0 3 0 16,3-3 19-16,-3 1 8 0,-3-1 1 0,3 0 1 15,3-2-46 1,-3 2-10-16,-4-2-1 0,4 2-1 0,0 0 41 0,0 1 9 0,0-4 2 0,0 4 0 15,0-4-54-15,0 1-10 0,3-3-3 16,-3 3-921-16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21T20:47:53.850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7629 14502 345 0,'0'0'31'0,"0"0"-31"0,0 0 0 0,0 0 0 16,0 0 184-16,0 0 30 0,-6 2 6 16,6-2 2-16,0 0-99 0,0 0-20 0,0 0-4 0,-3 3-1 15,-3-3-33-15,3 0-6 0,-6 0-2 0,3 0 0 16,0 0-40-16,0 0-8 0,3-3-1 0,-3 1-8 16,3-1 40-16,-3 1 2 0,0-1 0 0,-3-2 0 15,6 2-22-15,-3-2-4 0,-3-1 0 0,3 1-1 16,-2 0-7-16,-1-1 0 0,3-1-8 0,-3 1 12 15,-3-2 8-15,3 0 2 0,3 0 0 0,-3 0 0 16,0-2-35-16,0 2-7 0,-3-3-2 0,3 1 0 16,-3-1 46-16,3 1 10 0,-2-1 2 0,-1 0 0 15,0 1-24-15,-3-1-4 0,0 1 0 0,0-1-8 16,0 1 10-16,-3-1-10 0,-2 0 8 0,-1-2-8 16,6 3 8-16,0-1-8 0,-3-2 0 0,0 2 8 15,-6-2-8-15,4 2 8 0,2-2-8 0,-3 0 8 16,-3 2-8-16,3-2 8 0,0 0-8 0,4 0 8 0,-4-1-8 15,0 1 0-15,0-3 9 0,-6 3-9 0,3-3 0 16,1 0 8-16,-1-2-8 0,-3 2 0 0,-3 0 0 16,3 0 0-16,1-2 0 0,2 2 0 0,-3-3 8 0,0 6 0 15,0-5 0-15,1 2 0 0,2-3-8 0,0 3 0 16,0-2-8-16,-3 2 8 0,1 0 0 0,-1 0 0 16,-3 3 0-16,-3-3 0 0,1 3 0 0,2-6 0 15,9 3 0-15,-6-2 0 0,-3-3 8 0,4 2-8 16,-4-5 8-16,3 3-8 0,0 0 0 0,0 0-10 15,-2-6 1-15,-1 6 0 0,3-3 18 0,0 3 4 16,-2-3 1-16,-4 1 0 0,0 1-14 0,3 1 0 16,4 3 0-16,-4-3 0 0,-3-1-8 0,6 1-5 15,-2 0-1-15,-1 0 0 0,3 0 22 0,-6-3 5 0,9 0 1 16,-2-2 0-16,-4 2-14 0,0-3 0 0,0 1 0 0,1 2 0 16,-1-2 0-16,3 5 0 0,3-3 0 0,3-3 0 15,-5 3 0-15,-4 3 0 0,0 0 0 0,3 3 0 16,3-4 0-16,1 1 0 0,-1 0 0 0,0 0 0 15,0 0 0-15,0 0 0 0,-2-3 0 0,-1 0 0 16,3 0 0-16,-3 0 0 0,0 1 0 0,4 1 0 16,2 1 0-16,0 3 0 0,0-1 0 0,-3-2 0 15,3 2 0-15,-2-2 0 0,2 3 0 0,0 2 0 16,6 0 0-16,-9 0 0 0,3 3 0 0,3-3 0 16,1 0 0-16,-4-2 0 0,3 2 0 0,-3-3 0 15,3-2 8-15,-3 3-8 0,1-4 0 0,-1 4 0 0,3-3 0 16,3 2 0-16,-6 1 0 0,3-1 0 0,0 3 0 15,7 0 0-15,2 1 0 0,-3-1 0 0,0 0 0 0,0 0 0 16,3 0 0-16,-6 3 0 0,3-3 0 0,0 0 0 16,0 3 0-16,6 0 0 0,-3-1 0 0,1 1 0 15,2 0 0-15,-6 0 0 0,3-3 0 0,0 0 0 16,0 0 0-16,-3-5 0 0,0 0 0 0,3 5 0 16,-3 0 0-16,3 0 0 0,0 0-12 0,-3 3-3 15,4 0 0-15,2 2 0 0,-3-2 26 0,0 0 5 16,3-1 0-16,-6 4 1 0,3-3-17 0,0 2 0 15,0 0 8-15,0 1-8 0,0-3 0 0,0 2 0 16,3 3 0-16,-6-2 0 0,6-1 0 0,-2 0 0 16,-1 3 0-16,0-2 0 0,3-1 0 0,-3 1 0 15,0 2 8-15,0-3-8 0,6 6 0 0,-6-3 0 0,0 0 0 16,6 0 0-16,-3 3 0 0,0-3 0 0,3 0 0 16,-3 0 0-16,-3 0 0 0,3 3 0 0,0-3 0 15,0 3 0-15,3-3 0 0,-8 0 0 0,8 0 0 0,-3 0 0 16,0 0-11-16,3 0-9 0,-6 0-1 0,3 0-1 15,3-3 37-15,0 6 7 0,-6-3 2 0,6 6 0 16,-3-4-24-16,3-2 0 0,3 0 0 0,-9 0 0 16,3 1-15-16,0 1-7 0,0 1-2 0,3-3 0 15,-3 3 41-15,0 2 8 0,3-2 2 0,-3 2 0 16,0-2-19-16,4 2-8 0,-7 1 8 0,3-4-8 16,0 1 0-16,0 2 0 0,3-2 8 0,0 2-8 15,-3-2 0-15,3 0 0 0,-6 0 0 0,3 2 8 0,0-2-8 16,3-1 10-16,-3 1-10 0,0 0 10 0,0-1-10 15,0 1 0-15,3 0 9 0,-6 2-9 0,3-2 11 16,-3 2-3-16,3 1 0 0,1-1 0 0,5 3-8 0,0 0 10 16,-3-3-10-16,0 1 10 0,-3-4-10 0,3 6 0 15,-3-2 0-15,3-1 0 0,-3 0 0 0,6 3 0 16,0 0 0-16,0 0 0 0,-6 0 0 0,6 0 0 16,0 3 0-16,0-3 0 0,0 0 0 0,0 0 0 15,-9-3 0-15,9 3 0 0,0 0 0 0,0 0 0 16,0 0 0-16,0 0 0 0,0 0-9 0,0 0 9 15,0 0 0-15,0 8 0 0,0 0 0 0,0 0-8 16,0-8 8-16,0 8 0 0,0 0 0 0,0 0-10 16,0 0 10-16,3 3-8 0,-3-6 0 0,6 5 0 15,-6 4 0-15,0-1 0 0,0-5 8 0,3 2-12 16,-3 4 12-16,3-1-12 0,3 0 12 0,-6-2-8 0,0-6 8 16,0 3-8-16,0 0 8 0,3-3 0 0,-3 3-9 15,0-3 9-15,0-5-24 0,0 0 0 0,0 0 0 0,0 0 0 16,0 0 37-16,0 0 7 0,0 0 2 0,0 0 0 15,0 0-22-15,0 0 0 0,-3 6 0 0,3-4 0 16,0-2 0-16,0 0 0 0,-6-2 0 0,3-4 0 16,0-2 0-16,3-2 0 0,-9-3 0 0,9-3 0 15,-6 3 0-15,6-3 0 0,0 0 0 0,-3 0 0 16,3 0 0-16,0 0 0 0,0 0 0 0,0 3 0 16,0 0 8-16,0 2-8 0,0-2 10 0,0 2-10 15,0-2-16-15,3 3-8 16,-3-1-3-16,6 3 0 0,-6-2 49 0,0 2 10 0,3 0 1 0,-3 2 1 0,6 1-26 15,-6 0-8-15,0 2 0 0,6 0 0 0,0-4 8 16,-3 4-8-16,3 0 0 0,-6 3 0 0,6-2 0 0,-3 2 0 16,8 2 0-16,-8-2 0 0,3 6 0 0,0-4 0 15,0 1 8-15,3 2-8 0,-6-2 0 0,3 5 0 16,6-3 0-16,-9 0 0 0,3 1 0 0,6-1 0 16,-3 0 0-16,-3 0 0 15,3 1-52-15,0-1-4 0,0 3 0 0,2-3-918 16</inkml:trace>
  <inkml:trace contextRef="#ctx0" brushRef="#br0" timeOffset="2113.91">9641 14237 1018 0,'0'0'45'0,"0"0"10"0,0 0-44 0,0 0-11 16,0 0 0-16,0 0 0 0,-3-5 57 0,0 2 10 16,-3 1 1-16,3-4 1 0,-3 4 24 0,3-4 5 15,0 4 1-15,-3-1 0 0,0 0-40 0,0 1-8 16,0-1-2-16,3-2 0 0,-3 2-11 0,0 1-2 16,-2-1-1-16,2 0 0 0,0-2-9 0,-3 0-2 15,0 2 0-15,0-2 0 0,0-1-2 0,0 1-1 0,0-3 0 0,0 3 0 16,0-6-1-16,0 3 0 0,0 1 0 0,-3-4 0 15,1-2-9-15,-4 2-3 0,0-2 0 16,0 0 0-16,0-6-8 0,0 6 0 16,0-6 0-16,-3 4 0 0,0-4 0 0,1 0 0 0,2 1 0 0,-3-1 0 15,-3-2 0-15,0 3 0 0,3 2 0 0,-2-3 0 16,-1 6 0-16,-3-5 0 0,0-1 0 0,0-2 0 16,0 0 0-16,1 2 0 0,-4 1 0 0,3-1 0 15,-3-2 0-15,3 0 0 0,1 0 0 0,-4 0 0 16,3-3 0-16,3 0 0 0,-6-3 0 0,1 4 0 15,2-1 0-15,-3 0 0 0,-3 3 0 0,0-6 0 16,1 4 0-16,-1-1 0 0,0 3 0 0,0-3 0 0,4 3 25 16,-1-3 3-16,-6 3 1 0,6-1 0 15,-3-1-46-15,1 1-10 0,-1-1-1 16,-3-4-1-16,3 1 29 0,1-1 0 0,-1-2 0 0,-3 3 0 0,-3 2 0 16,4-3 0-16,8 1 0 0,-9-3 0 0,-3 2 0 15,7 1 0-15,-1 2 0 0,3 0 0 0,-3-2 0 0,1-1 0 16,-1 1 0-16,3-3 0 0,3 0 0 0,-6 0 0 15,-2 0 0-15,2-3 0 0,15 3 0 0,-6 0 0 16,-15-1 0-16,4 1 0 0,5 3 24 0,3-1 12 16,-3 1 1-16,-2 2 1 0,-1 0-30 0,0 3-8 15,3-3 0-15,-3 1 0 0,-5-1 8 0,2-3-8 16,9 4 10-16,0-4-10 0,1 3 22 0,-4 0-2 16,6 1 0-16,-6 1 0 0,3 1-20 0,1 0-12 15,-1 0 2-15,3 0 0 0,-3 2 10 0,3-2 12 0,0 3-2 16,1-1-1-16,-4 6-9 0,3-3 0 0,-3 0 0 15,3-2 0-15,0 2 0 0,1 0 0 0,-1 0 0 0,-3-3 0 16,3 4 0-16,0-1 0 0,3 0 0 0,3 3 0 16,1-3 0-16,-1 2 0 0,-6 1 9 15,6 0-9-15,0 2 8 0,-3 1-8 0,3-3 10 0,0 2-10 16,1 0 8-16,2 3-8 0,-3-2 0 0,3 2 0 16,0-3 0-16,3 3 8 0,-3 1-8 0,3-4 0 15,0 3 0-15,0 0 0 0,0 0 0 0,3 0 0 16,-2 0 0-16,-1 3 0 0,3-3 0 0,0 3 0 15,0-1 0-15,-3 1 0 0,3 0 0 0,0 0 0 16,3-3 0-16,-3 2 9 0,3-2-9 0,-3 3 8 0,3 0-8 16,0 0 0-16,-3-1 0 0,3-2-11 0,-3 3 11 15,0 2 0-15,3-2 0 0,0 5 0 0,0 0 0 0,-3 0 0 16,3 0 0-16,0 0 0 0,-3-3 0 0,4 1 0 16,2 2 0-16,-6-6 0 0,3 1 0 0,0 0 0 15,0 2 0-15,-3-2 0 0,3 0 0 0,0 2 0 16,0 0 0-16,0-2 0 0,0 2 0 0,0-2 0 15,0 0 0-15,0 0 0 0,0 2 0 0,0-2 0 16,0-1 0-16,0 4 0 0,0-4 0 0,0 4 0 16,0-6 0-16,3 0 0 0,-9 0 0 0,3 0 8 15,6 3-8-15,-6-1 0 0,3 1 0 0,-3 0 0 16,3 2 0-16,0 1 8 0,-3-1-8 0,6 3 0 16,0 0 0-16,0-5 0 0,-3-1 0 0,3 1 0 15,-3 0 0-15,0 2 8 0,3-2-8 0,-6-1 0 16,1 1 0-16,2 3 0 0,-3 2-12 0,3-3-4 0,0-2-1 15,0 2 0-15,-3 0 17 0,6 3 0 0,0 0 0 0,-6-2 0 16,3-1 0-16,-3 0 0 0,6 3 0 0,0-5 0 16,-3 2 0-16,3 3 0 0,-3-2 0 0,3 2 0 15,0 0 13-15,0 0 7 0,-6-3 0 0,6 3 1 16,0 0-33-16,0 0-8 0,-6 3 0 0,6-3-1 16,0 0 21-16,0 0 0 0,-3 5 0 0,0 3 0 15,3 0 14-15,-3-3 7 0,3 3 2 0,-3-3 0 16,3-5-37-16,0 8-7 0,0 0-2 0,-3 3 0 15,3 0 31-15,0-1 5 0,0 1 2 0,6-1 0 16,-6 1-15-16,3-1-10 0,-3 4 2 0,3-4 0 16,-3-2 0-16,3 3 0 0,-3-3 0 0,0 0 0 0,3 2 8 15,-3-2-12-15,0-3 12 0,0 1-12 0,0-6 12 0,3 5 0 16,-3-5-9-16,0 5 9 0,0-5 0 0,0 0 0 16,0 0 0-16,0 0 0 0,0 0-10 0,0 0 10 15,0 0-13-15,0 0 5 0,0-8 8 0,0 0 0 16,0-2 0-16,0-1 0 0,0 3 0 0,0-5 0 15,-3 3 0-15,3-4 0 0,0 4 0 0,0-3 0 16,0 2 0-16,0 0 0 0,0-2 0 0,3 3 0 16,-3-6 0-16,0 2 0 0,0 1 0 0,0 3 0 15,0-1 0-15,0 3 8 0,0-2-8 0,0 2 9 16,0 2-9-16,0 1 10 0,0 5-10 0,3-3 10 16,-3-5-10-16,3 3 10 0,-3 0-10 0,0 5 0 15,0 0 9-15,0 0-9 0,0 0 0 0,0 0 8 16,0 0-8-16,0 0 0 0,0 0 0 0,6 0 0 15,3 0 0-15,-3 2 0 0,3-2 0 0,-9 0 0 0,0 0 0 16,0 0 8-16,12 0-8 0,-4 3 0 16,-8-3 0-16,9 3 0 0,3-3 0 0,0 2 0 0,-3 4 0 15,0-1 0-15,3 0 0 0,0 1 0 0,0-4 0 16,0 4-8 0,0-1-27-16,0 0-5 0,-1-5 0 0,4 3-652 0,-3-1-129 15</inkml:trace>
  <inkml:trace contextRef="#ctx0" brushRef="#br0" timeOffset="4680.16">11561 14743 806 0,'0'-16'17'0,"0"16"4"0,0 0 1 0,0 0 2 0,0 0-24 0,0 8 0 0,0-8 0 16,0 5 0-16,0-5 0 0,0 0 0 0,0 0 0 0,0 0 0 16,0 0 61-16,0 0 8 0,0 0 2 0,6 5 0 15,0-2-33-15,-6-3-6 0,0 0-2 0,6 3 0 16,0-1 2-16,-6-2 0 0,0 0 0 0,9 0 0 16,0 0-12-16,-3 0-1 0,2-5-1 0,1 0 0 15,-3-1-2-15,3-2-1 0,3 0 0 0,0 3 0 16,-3-3 1-16,0 0 1 0,-6-2 0 0,6-1 0 15,0 0-1-15,3 1 0 0,-3-3 0 0,3-3 0 16,-1 0-16-16,4 0 0 0,-3 3-13 16,0-3 5-16,0 0 37 0,3-2 8 0,-3-1 2 0,3-2 0 15,-3 2-25-15,0-2-5 0,-1 3-1 0,1-4 0 16,0-1 0-16,0 2 0 0,0-1 0 0,0 1 0 0,-3-3 3 0,3 6 0 16,0-1 0-16,0-2 0 0,-3 3 4 15,0-1 1-15,-1-2 0 0,4 2 0 0,-3-2-3 0,3 0 0 16,-6 3 0-16,3-6 0 0,3 3-1 0,-6-3-1 15,0 0 0-15,3 0 0 0,0 3-11 0,0-3 8 16,0 3-8-16,-3-3 8 0,2 3-8 0,-2 3 10 16,3-6-10-16,-3 3 10 0,-6-1-10 0,3 4 8 15,3-3-8-15,-3 2 8 0,3 1 47 0,0-1 9 16,3 1 1-16,-3-1 1 16,0-2-101-16,0 2-20 0,0 1-4 15,3-1-1-15,0-2 100 0,-3 3 19 0,3-4 4 0,0 1 1 16,-1 0-101-16,-2 0-20 0,0 2-4 0,0-2-1 0,3 0 50 0,-3 3 12 15,-3-1 0-15,3 3 0 0,0-2 0 0,0-1 0 0,0 1 0 16,0 4 0-16,-3-1 0 0,3-1 0 16,0-3 0-16,0 3 0 0,-3 0 0 0,3 1 0 0,0-4 0 15,0 0 0-15,0 4 0 0,-3 1 0 0,3-1 0 0,-1-1 0 16,1-3 0-16,-3 3 0 0,0 0 0 0,3-2 0 16,-3 2 0-16,3-3 0 0,-3 1 10 0,0 2-10 15,3-2 8-15,-3 4-8 0,3-2 8 0,-3 3-8 16,-3-3 0-16,6 0 0 0,-3 1-14 0,0-1 5 15,-3 0 9-15,0 0 0 0,3-3 0 0,0 1 0 16,0-1 0-16,-3 1 0 0,3-1 0 0,0 1 0 16,0-3 0-16,0-1 0 0,0 1 0 0,0 3 0 15,3-3 0-15,-3 2 0 0,0 3 0 0,0-2 0 16,3 2 0-16,-3 0 0 0,-3-3 0 0,6 6 0 16,-3-3 0-16,-3 0 0 0,3 1 0 0,-1 1 0 0,1-2 26 15,0 3 7-15,-3-3 2 0,3 1 0 0,-3-1-25 16,0 0-10-16,3 0 8 0,0 0-8 0,-3-3 0 0,0 6 0 15,3-3 8-15,0 1-8 0,-3-4 0 0,3 3 10 16,0-2-10-16,3 2 10 0,-6-3-10 0,3 1 10 16,-3 4-10-16,0 1 10 0,3 0-10 0,0 0 0 15,0-3 0-15,0 3 8 0,0 2-8 0,0-2 8 16,-3 0-8-16,3-1 8 0,-3 4-8 0,3-3 0 16,0 2 9-16,-3 0-9 0,0 1 8 0,3-1-8 15,0-2 10-15,0 2-10 0,-3-2 12 0,0 0-4 16,0 0-8-16,3 0 12 0,-3-1-12 0,0 4 8 15,3-4-8-15,-3 1 0 0,3 0 10 0,-3 2-10 16,-3 1 10-16,3-1-10 0,3 1 9 0,-3-1-9 16,0 3 8-16,0 0-8 0,0-2 8 0,0 2-8 15,-3-3 0-15,0 3 8 0,3 0-8 0,0 0 0 0,0 0 0 0,-3 0 8 16,3 0-8-16,-3 1 0 0,3-1 9 16,0 0-9-16,-3 2 0 0,3-2 8 0,0 3-8 15,0-3 0-15,0 0 0 0,0 0 8 0,0 0-8 0,0 0 0 16,0 1 0-16,3-1 0 0,-6-3 0 0,3 6 0 15,-3-3 0-15,3 2 0 0,-3-1 0 0,0 1 8 16,6-2-8-16,-6 3 0 0,3-3 0 0,-3 3 0 16,3 5-24-1,0-5-7-15,0-3-1 0,0 0 0 0,0 2 53 0,0 1 11 0,0 0 1 0,0-1 1 16,0 1-26-16,0 0-8 0,0 0 0 0,0 5 0 16,0 0 0-16,0-8 0 0,0-3 0 0,0 3 0 0,0 3 8 15,0 0-8-15,-3-1 0 0,3 6 0 0,0 0 8 16,0-5-8-16,0 0 9 0,-3-1-9 0,3 6 10 0,0 0-10 15,0-5 10-15,-3 0-10 0,3-3 8 0,0 0-8 16,0 3 0-16,0 5 0 0,0 0 8 0,0 0-8 16,0 0 0-16,0 0 9 0,-6-3-9 0,6 3 0 15,0 0 0-15,0 0 8 0,0 0-8 0,0 0 0 16,0 0 0-16,0 0 0 0,0 8 0 0,0-3 15 16,-3 3-3-16,0-3 0 0,6 3-23 0,-6 3-5 15,0-3 0-15,0 5-1 0,0-2 5 0,0 2 0 16,-3 0 1-16,3 0 0 15,0 1-20-15,-3-1-4 0,3-3-1 0,1 1 0 0,-4 0 44 0,0-1 9 16,3 1 2-16,0-1 0 0,-3 1-19 0,3-3 0 16,-3 0 0-16,6 0 0 0,-3 0 0 0,0-3 0 15,-3 0 0-15,6 1-9 0,0-6 9 0,0 0 0 0,-6 2 0 16,6-2 0-16,0 0 0 0,0 0 0 0,0 0 0 0,0 0 0 16,0 0 0-16,0 0 0 0,0 0 0 0,0 0 0 15,0 0 0-15,0 0 0 0,0 0 0 0,0 0 0 16,-3-5 0-16,0 0-8 0,6-1 8 0,-3 1 0 15,0-3 0-15,0 0 0 0,3 0 0 0,0-2 0 16,0 2 0-16,-3 0 0 0,3-3 0 0,0 3 0 16,3 0 0-16,-3 0 0 0,-3-2 0 0,3 2 0 15,3 3 0-15,-3-3 0 0,-3 2 0 0,3-2 0 16,0 0 0-16,3 3 0 0,-6-3 0 0,3 0 0 16,-3 0 0-16,3 3 0 0,-3 5 8 0,5-5-8 15,-2-1-9-15,-3 6-7 0,0 0 0 0,0 0-1 0,0 0 33 16,6-5 6-16,-3 0 2 0,-3 5 0 0,6-5-24 0,-6 5 8 15,0 0-8-15,6 0 0 0,0-3 0 16,0 3 0-16,-6 0 0 0,6 3 0 0,3-1 0 0,-9-2 0 16,0 0 0-16,0 0 8 0,6 6-8 0,0-4 0 15,0 6 0-15,-3-3 0 0,-3-5 0 0,6 8 0 16,-3-2 0-16,0 2 8 0,3-3-8 0,-3 3 0 16,-3-3 0-16,3 3 8 0,0-3-8 0,-3-5 0 15,3 6 0-15,3-1 0 0,-6-5 0 0,3 5 0 16,-3-5 0-16,0 0 0 0,6 8 0 0,-6-8 0 15,6 5 0-15,-1 1 0 0,-5-6 0 0,6 5 0 16,-6-5 0-16,6 5 0 16,0 1-101-16,0-1-15 0,0-2-4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04-21T20:48:03.002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7530 16772 766 0,'3'8'16'0,"-3"-8"4"0,0 0 1 0,0 0 2 0,0 0-23 0,0 0 0 16,0 0 0-16,0 0 0 0,0 0 64 0,0 0 9 15,-3 5 2-15,-2 0 0 0,5-5-9 0,0 0-2 0,0 0 0 0,-3 6 0 16,-6-4 20-16,9-2 4 0,0 0 1 15,0 0 0-15,-3 3-40 0,-3-3-8 0,0-3-1 16,6 3-1-16,0 0 17 0,-3-5 4 0,-3 2 1 0,0-4 0 16,3 1-29-16,0 1-5 0,-3 0-2 0,3-3 0 15,-3-3-9-15,0 1-1 0,0-4-1 0,0 4 0 16,6-4-4-16,-6 1-1 0,-3 0 0 0,0 0 0 16,6 0 2-16,-3-3 0 0,-6 2 0 0,-2-1 0 15,5-1 1-15,-6 0 1 0,0 0 0 0,3 3 0 16,-3-3-13-16,3 0 0 0,0-5-9 0,-3 5 9 15,-8-3 0-15,5 4 0 0,6-7 0 0,-9-1 0 16,-3-1 16-16,-3 0 8 0,7-3 3 0,-1 1 0 16,3 2-27-16,-3-2 8 0,0-1-8 0,0 3 0 15,1 1 0-15,-1-1 8 0,-3 0-8 0,0 0 0 0,0 0 0 16,-3 1 0-16,1-1 0 0,-4-3 0 0,3 4 0 16,-3-4 0-16,-2-2 8 0,-1-3-8 15,6 0-24-15,-3 1-6 0,1 2-2 16,-4 0 0-16,6-3 55 0,0 3 10 0,0-3 3 0,-5 0 0 0,2 3-24 15,-3 0-12-15,-3 2 12 0,1-4-12 0,5 2 17 0,0-3-3 16,0-3-1-16,1-2 0 0,-4 3-13 0,0 0 0 16,6-1 0-16,-5 1 0 0,5-1 8 0,-6 1-8 15,3 0 11-15,-2 2-11 0,-1 0 0 0,0-2 0 16,3-1 0-16,-2-4 0 0,-1-1 0 0,0 3 8 16,0 0-8-16,1 0 0 0,2 0 0 0,3 2 0 15,-3-2 0-15,-2 3 0 0,5 0 9 0,-9-1-9 16,0 1 0-16,7-6 9 0,-7 3-9 0,3 0 0 15,3 0 0-15,-5-3 8 0,2 6-8 0,0 0 0 0,9-4 9 16,-8 4-9-16,5 0 0 0,0 2 0 0,-3-2 0 16,0-1 0-16,4 1 0 0,-4-1 0 0,-3-2 0 15,0 3 0-15,7 0 0 0,-1 2 0 0,0 0 0 0,0 0 0 16,-3 1 0-16,4 1 0 0,2-1 0 0,-6 2 0 16,3-1 0-16,3 1 0 0,-2-2 0 0,-1-1 0 15,0-3 0-15,0 4 0 0,1-4 0 0,-4 4 0 16,0 1 0-16,3-1 0 0,6 2 0 0,-2 0 0 15,2 2 0-15,0 3 0 0,-3 0 0 0,3-2 0 16,0 2 0-16,4-2 8 0,2-1-8 0,-3 1 0 16,0-1 0-16,3 1 0 0,-3-3 0 0,-3 2 0 15,3 6 0-15,1 0-13 0,2 2 5 0,-3 1 8 0,0 2 0 16,0-2 0-16,0-1 14 0,0-2-4 0,4 2-10 16,-4 1-12-16,3-1 2 0,0 1 1 0,3-3 9 15,0-1 12-15,3 1-2 0,-3-3-1 0,3 3-9 0,-3-3 0 16,6 3 0-16,-2 0 0 0,-4 0 0 15,3 2-12-15,0 1 2 0,0 2 1 0,3 3 9 0,0 0 14 16,0-1-3-16,0 4-1 0,-3-3-10 0,0-1-14 16,3 1 3-16,3 0 1 0,-3 0 10 0,-3-1 16 15,3 4-4-15,0-3-1 0,0 2-11 0,4 3-16 16,-7-5 4-16,6 5 1 0,-3 0 11 0,3-3 0 16,-3 3 0-16,3 1 0 0,0-4 0 0,0 3 12 15,-3 0-2-15,6 0-1 0,0 0-9 0,-6 0 0 16,3 0 0-16,-3 0 0 0,3 0 0 0,3 0 0 15,-3 1 0-15,0-1 0 0,0 0 0 0,3 0 0 16,-3 2 0-16,-3-1 0 0,6-1 0 0,-6 0 0 0,3 0 0 16,0 0 0-16,0 0 0 0,3 3 0 0,-6-3 0 15,3 0 0-15,3 0 0 0,-9 2 0 0,6-2 0 0,0 3 0 16,0-3 0-16,0 3 0 0,3 0 0 0,-5-1 0 16,-1-2 0-16,3 1 0 0,0 1 0 0,0 1 0 15,3 0 0-15,-6-1 0 0,3 4 0 0,-3-4 0 16,3 1 0-16,0 2 0 0,-6-2 0 0,3 0 0 15,3 2 0-15,-3-2 0 0,3 0 0 0,0 2 0 16,3 0 0-16,0 3 0 0,0 0 0 0,-6-2 0 16,3 2 0-16,3 0 0 0,0 0 0 0,-6-3 0 0,3 0 0 15,3 3 0-15,0 0 0 0,0 0 0 16,-3-2 0-16,3 2 0 0,-6-3 0 0,6 3 0 0,0 0 0 16,0 0 0-16,0-3 0 0,0 3 0 0,-3-2 0 0,3 2-12 15,0 0 2-15,-6-3 1 0,-3-2 9 0,6 2 14 16,3 3-3-16,0 0-1 0,-3 0-10 0,3 0-14 15,0 0 3-15,-6 3 1 0,6-3 10 0,-3 5 0 16,3-5 0-16,0 0 0 0,0 5 0 0,-5 1 9 16,-1 2-1-16,6 0-8 0,0-3 0 0,0 3 0 15,0 2-10-15,-6-2 10 0,6 3-9 0,-3-3 9 16,3 5 0-16,0-2 0 0,-6-3-17 0,6 2 3 16,-3 1 1-16,3-1 0 0,0-2 3 0,0 0 1 15,0-8 0-15,0 8 0 0,-3 0 26 0,3-3 6 16,3 3 1-16,-3-8 0 15,0 0-45-15,0 0-9 0,0 0-2 0,0 0 0 16,0 0 0-16,0 0 0 0,0 0 0 0,0 0 0 0,0 0 46 0,0 0 9 16,0 0 1-16,0 0 1 0,9-8-40 0,-6 1-8 0,-3-7-1 0,6 1-1 15,-6 0 25-15,3 0 0 0,0-1 0 16,2 4 0-16,-5-3 16 0,3-1 8 0,3-2 1 0,-6 3 1 16,3 0-26-16,-3 0 0 0,3 0 0 0,0 2 0 31,0-2-16-31,0 2-8 0,3 1-1 0,-6 2-1 0,3 0 26 0,3 0 0 0,-6 2 0 15,0 1 0-15,3 0 22 0,0 0 10 0,3-1 1 0,-6 6 1 16,0 0-26-16,0 0-8 0,0 0 0 0,3 0 0 16,3-2 9-16,-6 2-9 0,0 0 0 0,0 0 9 15,0 0-9-15,6 0 0 0,3 0 0 0,-3 0 0 16,-6 0 0-16,9 2 8 0,-6 1-8 0,6 0 0 0,-6 2 0 16,3-2 0-16,0-1 0 0,0 3 0 0,2 1 0 15,-5-1 0-15,0 0 0 0,3 3 0 0,3-2 0 0,0 2 0 16,-6 2-9-16,3-2 9 15,6 0-49-15,-9 3-3 0,3-4-1 0,6 1-925 16</inkml:trace>
  <inkml:trace contextRef="#ctx0" brushRef="#br0" timeOffset="2320.73">9409 16476 403 0,'0'0'36'0,"0"0"-36"0,0 0 0 0,0 0 0 16,0 0 99-16,0 0 13 0,0 0 2 0,0 5 1 15,0-5-40-15,0 0-8 0,0 0-2 0,0 0 0 16,0 0-3-16,0 0-1 0,0 0 0 0,0 0 0 15,0 0-10-15,0 0-3 0,0 0 0 0,0 0 0 16,-6-3-9-16,0 1-3 0,3-1 0 0,-3 0 0 16,3-2 2-16,0 2 0 0,-3-5 0 0,3 3 0 15,-3-3-26-15,0 0-12 0,0 0 10 0,0-2-10 16,0-1 44-16,-3-2 4 0,3-3 0 0,0 3 0 16,0-3-26-16,1 0-5 0,-4 0-1 0,0 0 0 15,0 0 20-15,-3 1 3 0,3-4 1 0,0-2 0 0,0-3-13 16,-3 3-3-16,0-3 0 0,-3-5 0 0,0 0-24 15,-2 2 0-15,2 1-14 0,-6-3 5 0,3 2 17 0,0 1 4 16,-3-3 1-16,0 0 0 0,1-3-1 0,2 0 0 16,-6-2 0-16,3 2 0 0,0 0-23 0,0-2-5 15,1 2 0-15,-1-5-1 0,0 3 43 0,0-3 9 16,0 2 1-16,0-2 1 0,1 0-25 0,-1 0-12 16,-3 0 10-16,0-5-10 0,-3 5 8 0,4-3-8 15,-1 6 0-15,0-3 0 0,0 0 0 0,0 0 0 16,-3-3 0-16,1 0 0 0,2 1 0 0,0-4 0 15,0 3 0-15,0-2 0 0,-2 5 0 0,2-3 0 16,-3 1 0-16,0-1 0 0,-3 3 0 0,4 3 8 16,-4-1-8-16,0-4 0 0,0-1 0 0,1 0 0 0,-4 0 0 15,0 1 0-15,9 2 0 0,-2-3 0 0,-7 3 0 16,3 0 0-16,6 3 0 0,-3-1 0 0,-5 3 0 16,-4-5 0-16,3 3 0 0,6-3 0 0,1 0 8 15,-7 0-8-15,-3 0 0 0,6 2 0 0,4 1 0 0,-4-3 0 16,-3 3 16-16,3 2 1 0,4-3 0 0,2 4 0 15,-3-1-17-15,-3-2 0 0,3-1-11 0,4-2 11 16,-1 3 0-16,-3-3 0 0,-6 5 10 0,9-2-2 16,7 4-8-16,-7-1 11 0,-6 2-11 0,0-3 12 15,6 3-12-15,-2 0-9 0,-1-3 9 0,-3 0-13 16,3 0 13-16,3 1 13 0,1 2-2 0,-1-1-1 16,-3-1-10-16,3 4 0 0,0 1 0 0,-2 2 8 15,2-3-8-15,-3 4 0 0,6-1 0 0,0 0 8 16,0 0-8-16,1 3 0 0,-4 0 0 0,0-3 0 0,3 0-9 15,0 0-4-15,1 1-1 0,2-1 0 0,-3 0 14 16,3 3 0-16,3 0 0 0,-3 0 0 0,3-1 11 0,0 4 5 16,1-1 0-16,-1 3 1 0,0-2-17 0,3 2 0 15,-6 3 0-15,6 0 0 0,-3-1 0 0,0-2 0 16,0 3 0-16,4 0 0 0,2 2 0 0,-6 1 0 16,0-3 0-16,3-1 0 0,3 4 0 0,-3-3 0 15,3 2 0-15,3 0 0 0,-3-2 0 0,0 3 0 16,3-1 0-16,-5 0 0 0,2 1 0 0,3-1 0 15,0-2 0-15,3 5 0 0,-6-2-10 0,3 2-6 16,0-3 0-16,0 3-1 0,3 0 27 0,0 0 6 16,-3 3 0-16,3-3 1 0,0 3-27 0,0-3-6 15,0 2 0-15,-3 1-1 0,3 0 27 0,0 2 6 16,0-2 0-16,0 0 1 0,3 5-17 0,0-6 0 0,-3 4 0 16,3 2 0-16,-3-6 0 0,3 6 0 0,-3-5 0 15,0 2 0-15,0-2 0 0,3 5 0 0,0 0 0 0,0 0 0 16,-3-5 0-16,3 5 0 0,0-8 0 0,0 8 0 15,0-5 0-15,0 5 0 0,0-6 0 0,0 1 0 16,0-3 0-16,0 8 0 0,0-5 0 0,0 5 0 16,0 0 0-16,-3-8 0 0,3 3 0 0,-3-1 0 15,3 1 0-15,0-3 0 0,0 3 0 0,0-1 0 16,0-1 0-16,-3 1 0 0,6 1 0 0,-3 2 0 16,-3-2 0-16,0 0 0 0,3 2 0 0,0 3 0 15,0-8 0-15,0 8 0 0,0-5 0 0,0 5 0 16,0-5 0-16,0 5 0 0,0 0 0 0,0 0 0 0,0 0 0 15,0 0 0-15,0 0 0 0,0 0 0 0,0 0 0 16,0 0 0-16,0 0 0 0,0 0 0 0,0 0-10 0,-3 5-6 16,3-5 0-16,-2 8-1 0,-1-3 25 0,0 3 4 15,3-3 2-15,0 3 0 0,0-2-22 0,-3 1-5 16,3 1-1-16,-3 3 0 0,3 0 14 16,0 2 0-16,0-3 12 0,0 4-12 0,0-4 0 0,0-2-9 15,0 3-1-15,0-1 0 0,3 1 10 0,-3 2-12 16,0-2 12-16,0-1-12 0,0 1 12 0,0-3-13 15,3-3 5-15,-3 0 8 0,0 3-10 0,0 0 10 16,3-2 0-16,-3 2-9 0,0-8 23 0,0 0 5 16,0 0 1-16,0 0 0 15,0 0-38-15,0 0-7 0,0 0-2 0,0 0 0 0,0 0 27 0,0 0 0 16,0 0 0-16,0 0-8 0,0-8 8 0,0 0 0 16,0 0 0-16,0 0 0 0,0-3 0 0,3 1 0 15,-6-1 0-15,3 0 0 0,3-2 0 0,-3 3 0 0,-3-4 0 16,3 4 0-16,0-1 0 0,0 1 0 0,0-1 0 0,0 0 0 15,-3 1 0-15,3-1 0 0,0 1 8 0,0-1-8 16,-3 3 10-16,3-2-2 0,3 2-8 0,-3 2 12 16,0 1-4-16,0 5 0 0,0-5-8 0,0 5 12 15,0 0-12-15,0 0 8 0,0 0-8 0,0 0 0 16,0 0 0-16,0 0 8 0,0 0-8 0,0 0 0 16,0 0 0-16,0 0 9 0,0 0-9 0,0 0 8 15,0 0-8-15,3 5 0 0,0-2 0 0,-1 2 8 16,-2 3-8-16,3-3 0 0,0-2 0 0,0 2 0 15,-3-5 0-15,3 5 0 0,-3-5 0 0,6 6 0 0,-6-6 0 16,3 5 0-16,0 3 0 0,3 0 0 0,-3-3 0 16,3 3 0-16,-3-5 0 0,0 2 0 0,3-2 0 15,3-1 0-15,-3 1 0 0,0 0 0 16,3-3-24-16,0 2-8 0,0-2 0 0,3 0-665 16,-3 0-133-16</inkml:trace>
  <inkml:trace contextRef="#ctx0" brushRef="#br0" timeOffset="4641.68">11543 16973 1170 0,'0'0'52'0,"0"0"10"16,0 0-50-16,0 0-12 0,0 0 0 0,0 0 0 0,0 0 28 0,0 0 4 16,0 0 0-16,0 0 0 0,0 0 6 0,0 0 2 0,0 0 0 0,0 0 0 15,0 0-12-15,0 0-1 0,0 0-1 16,0 0 0-16,0 0-3 0,0 0-1 0,0 0 0 0,0 0 0 16,6 0-2-16,-6 0 0 0,6 0 0 0,3 0 0 15,0-3-11-15,0 1-9 0,-3-1 12 0,0-2-12 16,3 2 8-16,3-2-8 0,-4 0 0 0,4-3 0 15,-3 2 8-15,3-2-8 0,0-2 0 0,-3 2 0 16,3-3 12-16,-3 3-4 0,-3-5 0 16,6 3-8-16,0-1 0 0,3-2 0 0,-4-3 0 0,1 0 0 15,0 0 8-15,0-2 0 0,3-1 1 0,0-2 0 16,0-3-9-16,0 3-12 0,-3-3 2 0,2 3 1 16,1-3 32-16,0 0 6 0,-3 3 2 0,0 0 0 15,3-8-19-15,-3 5-4 0,0-2-8 0,0 2 12 16,0-3-4-16,-1 1 0 0,1-1-8 0,3-2 12 15,-3 0-4-15,3-3-8 0,-6 1 11 0,6-4-11 16,-3-2 10-16,0 0-10 0,3 0 8 0,-7 8-8 16,1 11 8-16,0-1-8 0,0-7 8 0,0-4-8 0,0 1 58 15,3-5 6-15,0 0 2 0,0-3 0 16,0-1-102-16,0 1-21 16,0 0-4-16,-1 0-1 0,1 3 50 0,0 0 12 0,-3-1 0 0,3 9 0 15,-3 7 0-15,3-2 0 0,-3-3 0 0,0-5 0 0,-3-3 0 0,3 1 0 16,0-4 0-16,0 1 0 0,0 2 0 0,-1 0 0 15,-2 1 0-15,0-1 0 0,-6-3 0 0,6 6 0 16,0 0 10-16,0-3-10 0,-3 3 0 0,3-2 0 16,-3-6 0-16,3 2 0 0,0-2 0 0,-3 0 0 15,0 3 0-15,3-6 0 0,0 6 0 0,-3-1 0 16,-3-2 0-16,3 5 0 0,0 1 0 0,0 2 0 16,0-1 0-16,-3-4 0 0,3 0 0 0,0-1 0 0,0 1 0 15,-3-3 0-15,3 2 0 0,-3 1 0 16,0-3 0-16,0 3 0 0,0 2 20 0,0-3 12 15,0 6 3-15,3 0 0 0,-3-2-23 0,-3-4-12 0,3-2 12 0,0 3-12 16,3-1 12-16,-3 1-12 0,-3-1 12 0,6 1-12 16,-3 0 0-16,0 2 0 0,0 3 0 15,0-3 0-15,3 3 9 0,-3 3-9 0,-3-4 0 0,3-1 9 16,0 2-9-16,-3-3 0 0,0 0 0 0,0 3 8 16,3 0-8-16,-3 0 0 0,3 2 0 0,0-2 8 15,-3 3 2-15,3-1 0 0,0 3 0 0,0 1 0 16,-3-4-10-16,3 6-11 0,-3-3 3 0,3 0 0 15,0 1 8-15,-3-1 0 0,0 3 0 0,0-3 0 16,3 0 0-16,0 3 11 0,-3 0-3 0,0-1 0 16,3 4-8-16,0 2-9 0,-3 0 9 0,0 0-13 0,3 3 13 0,-3 0 0 15,3-3 0-15,-3 3 0 0,0 0 0 16,0-9 0-16,0 7 0 0,3-4 0 0,-3-2 0 16,3 2 0-16,-3 3 0 0,3 1 0 0,-3-1 0 0,3 2 0 15,0-1 0-15,0-4 0 0,0 1 0 0,0-1 0 16,-3 3 0-16,3-2 0 0,0-1 0 0,3 3 0 15,-6 0 0-15,3 0 0 0,3 3 0 0,-3-3 0 16,0 3 0-16,0 0 0 0,0-3 0 0,0 3 0 16,-3 0 8-16,3-3-8 0,0 2 0 0,-3-1 0 15,3 1 0-15,0 1 0 0,0 0 8 0,0-3-8 16,0 3 0-16,3 0 0 0,-3-3 0 0,3 2 0 16,-6-4 0-16,3 5 0 0,3-1 0 0,-3 1 0 15,-3-3 0-15,3 3 0 0,3 0 12 0,-3 0-4 16,0-1 0-16,0 4-8 0,3-1 0 0,-3 3 0 0,0-2-10 15,0 2 10-15,0 0 0 0,0 0 12 0,0 0 0 16,-3 0 0-16,3 0-12 0,0 0-17 0,0 0 4 0,-3 0 1 16,3 3 12-16,0 0 0 0,-3-3 0 0,3 3 0 15,0 5 14-15,0-6 6 0,-3 1 0 0,3 0 1 16,0 5-33-16,0-6-8 0,-3 4 0 0,3 2-1 16,0 0 36-16,0 0 7 0,-3-6 2 0,0 4 0 15,3 2-24-15,0 0 8 0,0 0-8 0,0 0 0 16,0 0-16-16,0 0-8 15,-3-6-2-15,3 6 0 0,-3 0 44 0,3 0 9 0,0 0 1 0,0 0 1 16,0 0-29-16,-6 0 0 0,6 0 0 0,0 0 0 16,0 0 0-16,-3 3 0 0,-3 0 0 0,6-3 0 0,0 0 0 15,-3 5 0-15,-2-2 0 0,2 2 0 16,0 3-22-16,3-3-4 16,-3 3-1-16,-3-3 0 0,6 3 27 0,-3-2 14 0,-3 2-2 0,3 5 0 0,-3 0-21 0,3-2-5 15,0 2-1-15,-3 0 0 0,3 0-5 0,0 1 0 16,-3-1-1-16,3 0 0 0,-3 0 8 0,3-2 1 15,0-1 1-15,0 1 0 0,3-3 11 0,-3 3-13 16,3-4 5-16,0 1 8 0,0 0-25 0,0 0 2 16,-3 0 1-16,3 0 0 0,3-3 31 0,-3-5 7 15,0 0 0-15,0 0 1 0,0 0-27 0,0 0-6 16,0 0 0-16,0 0-1 0,0 0 17 0,0 0 0 16,0 0 0-16,0 0 0 0,0 0 8 0,0 0 6 15,0 0 1-15,0 0 0 0,0-7-24 0,0 1-5 0,3 1-1 16,0 0 0-16,0-1 30 0,-3-2 5 0,0 0 2 0,3 1 0 15,0-1-35-15,0 0-7 0,-3-3-2 0,0-2 0 16,3 2 50-16,0-2 9 0,0-3 3 0,0 3 0 16,3 0-27-16,-3-1-5 0,0 4 0 0,0-3-8 15,0 5 20-15,0 2-2 0,0 1-1 0,0 0 0 16,0 2-17-16,0-2 0 0,0 0-8 0,0 2 8 16,-3 3 0-16,3-5 0 0,-3 5 0 0,3-3 0 15,-3 3 0-15,0 0 0 0,3-3 8 0,-3 3-8 16,5-5 0-16,-5 5 0 0,0 0 0 0,0 0 0 15,9 0 0-15,-9 0 0 0,0 0 0 0,0 0 0 16,6 0 8-16,0-3-8 0,-3 3 9 0,-3 0-9 16,6 3 8-16,0 0-8 0,0-1 0 0,-6-2 0 0,0 0 0 15,6 6 0-15,-3-4-11 0,-3-2 11 16,0 0 0-16,6 6 8 0,0-1 2 0,0 3 0 0,-6-8-10 16,3 5-14-16,-3-5 3 0,6 8 1 0,3-3 10 0,-6 1 0 15,-3-6 0-15,6 8 0 0,0-3 8 0,-6-5 3 16,0 0 1-16,3 8 0 0,3-3-12 0,0 0-17 15,-6-5 4-15,6 6 1 16,-1-1-42-16,1 0-8 0,0-2-2 0,-6-3-844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CD4045B-8F41-6B4E-97BD-FF08E793C30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F0351C3-1740-AA4D-BDDF-BF0F4C69FD1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474A07D-2658-461F-8F83-4F740994F24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0787F0E-99E1-EC46-8903-479D5ABA0DB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8261E7AE-94F1-554C-9081-C782E41C57C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74AB494-A933-744C-97AB-D567B6DD35B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ＭＳ Ｐゴシック" charset="-128"/>
              </a:defRPr>
            </a:lvl1pPr>
          </a:lstStyle>
          <a:p>
            <a:pPr>
              <a:defRPr/>
            </a:pPr>
            <a:fld id="{FF969DB7-CD90-4014-9B8D-CC33BD96DE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MS PGothic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187">
            <a:extLst>
              <a:ext uri="{FF2B5EF4-FFF2-40B4-BE49-F238E27FC236}">
                <a16:creationId xmlns:a16="http://schemas.microsoft.com/office/drawing/2014/main" id="{9A6E954A-11C2-443C-A907-A0224557ADC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0290" name="Shape 188">
            <a:extLst>
              <a:ext uri="{FF2B5EF4-FFF2-40B4-BE49-F238E27FC236}">
                <a16:creationId xmlns:a16="http://schemas.microsoft.com/office/drawing/2014/main" id="{83DA64C2-E675-444E-A5F1-3B3603BCC97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606866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Shape 280">
            <a:extLst>
              <a:ext uri="{FF2B5EF4-FFF2-40B4-BE49-F238E27FC236}">
                <a16:creationId xmlns:a16="http://schemas.microsoft.com/office/drawing/2014/main" id="{9681630A-B5A1-4D2E-867F-B85A333D574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4450" name="Shape 281">
            <a:extLst>
              <a:ext uri="{FF2B5EF4-FFF2-40B4-BE49-F238E27FC236}">
                <a16:creationId xmlns:a16="http://schemas.microsoft.com/office/drawing/2014/main" id="{438BF728-EB75-46F5-AB94-E4AF3E56861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Shape 1121">
            <a:extLst>
              <a:ext uri="{FF2B5EF4-FFF2-40B4-BE49-F238E27FC236}">
                <a16:creationId xmlns:a16="http://schemas.microsoft.com/office/drawing/2014/main" id="{F96D3826-2B3C-4196-89A9-19D70FC4E82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6498" name="Shape 1122">
            <a:extLst>
              <a:ext uri="{FF2B5EF4-FFF2-40B4-BE49-F238E27FC236}">
                <a16:creationId xmlns:a16="http://schemas.microsoft.com/office/drawing/2014/main" id="{89B57B99-78EF-45D0-8DF5-FEF327ADFEE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Shape 1348">
            <a:extLst>
              <a:ext uri="{FF2B5EF4-FFF2-40B4-BE49-F238E27FC236}">
                <a16:creationId xmlns:a16="http://schemas.microsoft.com/office/drawing/2014/main" id="{E88334BC-7E10-4E76-9183-CE3A4E7D395D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0594" name="Shape 1349">
            <a:extLst>
              <a:ext uri="{FF2B5EF4-FFF2-40B4-BE49-F238E27FC236}">
                <a16:creationId xmlns:a16="http://schemas.microsoft.com/office/drawing/2014/main" id="{F103BAE6-5800-4861-8C97-709ACB2210D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Shape 1724">
            <a:extLst>
              <a:ext uri="{FF2B5EF4-FFF2-40B4-BE49-F238E27FC236}">
                <a16:creationId xmlns:a16="http://schemas.microsoft.com/office/drawing/2014/main" id="{64FC857A-3321-4476-8B1B-EEF111BA34B9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4690" name="Shape 1725">
            <a:extLst>
              <a:ext uri="{FF2B5EF4-FFF2-40B4-BE49-F238E27FC236}">
                <a16:creationId xmlns:a16="http://schemas.microsoft.com/office/drawing/2014/main" id="{5F2C437C-2282-4A99-A0EE-D377A9B9B13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Shape 1724">
            <a:extLst>
              <a:ext uri="{FF2B5EF4-FFF2-40B4-BE49-F238E27FC236}">
                <a16:creationId xmlns:a16="http://schemas.microsoft.com/office/drawing/2014/main" id="{04D4195A-3F5A-4783-AC8E-003988F40DD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6738" name="Shape 1725">
            <a:extLst>
              <a:ext uri="{FF2B5EF4-FFF2-40B4-BE49-F238E27FC236}">
                <a16:creationId xmlns:a16="http://schemas.microsoft.com/office/drawing/2014/main" id="{29B891E4-74C4-46C7-BF27-F5A6B8EFD36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Shape 1931">
            <a:extLst>
              <a:ext uri="{FF2B5EF4-FFF2-40B4-BE49-F238E27FC236}">
                <a16:creationId xmlns:a16="http://schemas.microsoft.com/office/drawing/2014/main" id="{5751A544-6E67-4B10-8A91-5921D37DA7B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0834" name="Shape 1932">
            <a:extLst>
              <a:ext uri="{FF2B5EF4-FFF2-40B4-BE49-F238E27FC236}">
                <a16:creationId xmlns:a16="http://schemas.microsoft.com/office/drawing/2014/main" id="{1617F4B3-C409-4FED-9C04-AF76001C46E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Shape 187">
            <a:extLst>
              <a:ext uri="{FF2B5EF4-FFF2-40B4-BE49-F238E27FC236}">
                <a16:creationId xmlns:a16="http://schemas.microsoft.com/office/drawing/2014/main" id="{D31D3552-360A-4B61-9A54-1186012ADC1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6978" name="Shape 188">
            <a:extLst>
              <a:ext uri="{FF2B5EF4-FFF2-40B4-BE49-F238E27FC236}">
                <a16:creationId xmlns:a16="http://schemas.microsoft.com/office/drawing/2014/main" id="{6B4F9BCE-D572-48E9-9C88-C52F5F50C4D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Shape 1430">
            <a:extLst>
              <a:ext uri="{FF2B5EF4-FFF2-40B4-BE49-F238E27FC236}">
                <a16:creationId xmlns:a16="http://schemas.microsoft.com/office/drawing/2014/main" id="{5EE914BA-4AB1-45EC-A884-9C78BCB56E3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22" name="Shape 1431">
            <a:extLst>
              <a:ext uri="{FF2B5EF4-FFF2-40B4-BE49-F238E27FC236}">
                <a16:creationId xmlns:a16="http://schemas.microsoft.com/office/drawing/2014/main" id="{8BC65A60-D7DE-470D-A623-0670889E9FCF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Shape 1430">
            <a:extLst>
              <a:ext uri="{FF2B5EF4-FFF2-40B4-BE49-F238E27FC236}">
                <a16:creationId xmlns:a16="http://schemas.microsoft.com/office/drawing/2014/main" id="{07B73C2B-102B-44F7-9E40-37B27420353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5170" name="Shape 1431">
            <a:extLst>
              <a:ext uri="{FF2B5EF4-FFF2-40B4-BE49-F238E27FC236}">
                <a16:creationId xmlns:a16="http://schemas.microsoft.com/office/drawing/2014/main" id="{3DD49597-6A3E-42B6-89D9-7218CFFDE9A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Shape 1931">
            <a:extLst>
              <a:ext uri="{FF2B5EF4-FFF2-40B4-BE49-F238E27FC236}">
                <a16:creationId xmlns:a16="http://schemas.microsoft.com/office/drawing/2014/main" id="{6A43CB53-518A-4C4A-893C-EB7C7FD3DA8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37218" name="Shape 1932">
            <a:extLst>
              <a:ext uri="{FF2B5EF4-FFF2-40B4-BE49-F238E27FC236}">
                <a16:creationId xmlns:a16="http://schemas.microsoft.com/office/drawing/2014/main" id="{4C83A486-2DA2-4CC7-A094-7334FB95FFE9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187">
            <a:extLst>
              <a:ext uri="{FF2B5EF4-FFF2-40B4-BE49-F238E27FC236}">
                <a16:creationId xmlns:a16="http://schemas.microsoft.com/office/drawing/2014/main" id="{9A6E954A-11C2-443C-A907-A0224557ADC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0290" name="Shape 188">
            <a:extLst>
              <a:ext uri="{FF2B5EF4-FFF2-40B4-BE49-F238E27FC236}">
                <a16:creationId xmlns:a16="http://schemas.microsoft.com/office/drawing/2014/main" id="{83DA64C2-E675-444E-A5F1-3B3603BCC97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Shape 187">
            <a:extLst>
              <a:ext uri="{FF2B5EF4-FFF2-40B4-BE49-F238E27FC236}">
                <a16:creationId xmlns:a16="http://schemas.microsoft.com/office/drawing/2014/main" id="{D8A623CF-6753-480D-AACE-72F8BCD21B0A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2338" name="Shape 188">
            <a:extLst>
              <a:ext uri="{FF2B5EF4-FFF2-40B4-BE49-F238E27FC236}">
                <a16:creationId xmlns:a16="http://schemas.microsoft.com/office/drawing/2014/main" id="{6B2CACD8-9686-49C4-9238-3233E7D575F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hape 187">
            <a:extLst>
              <a:ext uri="{FF2B5EF4-FFF2-40B4-BE49-F238E27FC236}">
                <a16:creationId xmlns:a16="http://schemas.microsoft.com/office/drawing/2014/main" id="{0B716DC6-2C84-413B-8027-83A22A8AF71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4386" name="Shape 188">
            <a:extLst>
              <a:ext uri="{FF2B5EF4-FFF2-40B4-BE49-F238E27FC236}">
                <a16:creationId xmlns:a16="http://schemas.microsoft.com/office/drawing/2014/main" id="{233746F8-E0BE-4D2B-B79A-E4AED8FBD0C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Shape 1931">
            <a:extLst>
              <a:ext uri="{FF2B5EF4-FFF2-40B4-BE49-F238E27FC236}">
                <a16:creationId xmlns:a16="http://schemas.microsoft.com/office/drawing/2014/main" id="{5FEE37C6-D6BA-4115-BE80-52471DDE450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3842" name="Shape 1932">
            <a:extLst>
              <a:ext uri="{FF2B5EF4-FFF2-40B4-BE49-F238E27FC236}">
                <a16:creationId xmlns:a16="http://schemas.microsoft.com/office/drawing/2014/main" id="{3E319E5A-B1C8-4A07-A48A-C59AD1080430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Shape 1931">
            <a:extLst>
              <a:ext uri="{FF2B5EF4-FFF2-40B4-BE49-F238E27FC236}">
                <a16:creationId xmlns:a16="http://schemas.microsoft.com/office/drawing/2014/main" id="{2796A485-EFB4-4A25-9019-A522DC65031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5890" name="Shape 1932">
            <a:extLst>
              <a:ext uri="{FF2B5EF4-FFF2-40B4-BE49-F238E27FC236}">
                <a16:creationId xmlns:a16="http://schemas.microsoft.com/office/drawing/2014/main" id="{BADA8B76-7E8F-4DA0-889B-926A01E12F86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Shape 1931">
            <a:extLst>
              <a:ext uri="{FF2B5EF4-FFF2-40B4-BE49-F238E27FC236}">
                <a16:creationId xmlns:a16="http://schemas.microsoft.com/office/drawing/2014/main" id="{6B981C8E-9A61-48B0-A9F7-C5FD59FEB98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7938" name="Shape 1932">
            <a:extLst>
              <a:ext uri="{FF2B5EF4-FFF2-40B4-BE49-F238E27FC236}">
                <a16:creationId xmlns:a16="http://schemas.microsoft.com/office/drawing/2014/main" id="{BB70151F-9A7D-4846-BB55-5D4070FD1A2C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Shape 1931">
            <a:extLst>
              <a:ext uri="{FF2B5EF4-FFF2-40B4-BE49-F238E27FC236}">
                <a16:creationId xmlns:a16="http://schemas.microsoft.com/office/drawing/2014/main" id="{516D3FDC-0180-4E1A-B15C-C4986FFCDDA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9986" name="Shape 1932">
            <a:extLst>
              <a:ext uri="{FF2B5EF4-FFF2-40B4-BE49-F238E27FC236}">
                <a16:creationId xmlns:a16="http://schemas.microsoft.com/office/drawing/2014/main" id="{684B4AE6-5117-4DC1-9B32-9C0E1B3FBEC1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A225FB7-6986-41E4-8F43-F86C2C2742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C0D8ACF-9AF7-4BE6-B2E3-865733B3F78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1803AE-9905-4AF8-9DA3-73789375BE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AFD67-0D38-4EFF-B956-560E674B21E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10959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914623E-7E5C-4AFD-BE24-3DB80703DA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93BFD6-7F93-4733-A226-6C0EC46E76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ED5D424-E135-44CC-BA4E-A2DB770BD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7619F1-5350-4307-9409-443BD106766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302164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9446CB-484F-4252-BB19-9C497B0F54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3A8F4DA-9E72-49E7-9FF9-D36FD65AE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7A08CB3-EAD0-4E99-8B98-C89B6DB018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53D098-D75C-4EE5-8B40-FC63AFD0D628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907858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14400"/>
            <a:ext cx="4267200" cy="5410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54467-B79B-4B77-A3B1-44DDDE77CE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62F25E2-A807-49CB-BC93-3D806EA7E0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5932679-2C29-4D7B-881E-4BB2B5FA51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11FBC1-3F18-4B9F-83D9-3A5A4B6E257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738506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ED9B991-D00B-4804-89EB-33BB202D7A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8015FF5-E07E-4C7A-8238-1AF9E0FFD5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3F5F623-7278-4A70-8A13-35C022DC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CCFC92-1B0B-4860-87FB-21B0774F2EA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56079894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" y="76200"/>
            <a:ext cx="8991600" cy="380999"/>
          </a:xfrm>
        </p:spPr>
        <p:txBody>
          <a:bodyPr/>
          <a:lstStyle>
            <a:lvl1pPr>
              <a:defRPr sz="3400">
                <a:solidFill>
                  <a:srgbClr val="FF0000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FE1E440-A8C8-43AB-B8E7-F86B3E9B4B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82FBE08-5985-4EC5-801D-BD8B156BAC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CED17A-0888-409A-80D0-BD3B63CD52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7966BF-D65F-4E28-A407-653B2DF03F0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436179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1F0ED2C-B519-4F57-8672-730E3329D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C221C3B-499D-4477-B03B-03A7E024464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CD4F977-FA0E-4B3A-B94F-0279441CCC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82C1FB-A275-4CBE-B85C-63204551E734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555996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D62850-C9F3-4ECE-848C-FF22D5C8AF2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12A31E-209B-42A9-826C-D78F92405A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21507E-9AE1-4B0E-B93B-7C085C52966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C2F104-DF84-4AEF-9187-41AF5BE74E3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4080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202DB48-69AE-4AF3-868F-545FF5AF8F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F3E5B6-43C3-4346-B165-FDD6F1E37E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D27224-906E-4B0A-BE25-6FED1CA2E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AFDD3B-1453-418D-980A-9289DD4C51F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60256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B9F8C36-2FA4-465E-B8F9-3C035D0919B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95604D-DBCA-4814-BBC5-446C778B81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758D9F7-727C-4D99-89FD-0C87515CC9B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670AC39-4B88-4002-B23C-3DAA2B76F34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734372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43700" y="228600"/>
            <a:ext cx="2171700" cy="6096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228600"/>
            <a:ext cx="6362700" cy="6096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694072-58C3-4095-B658-E2EC7AE66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093BA2E-5916-442F-A773-1816573953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9B41EDC-CE19-4648-891A-4EFB1DCC0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6CB7B8-7C25-401E-AFCE-7AE2AED9C12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948232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Blank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 18"/>
          <p:cNvSpPr txBox="1">
            <a:spLocks noGrp="1"/>
          </p:cNvSpPr>
          <p:nvPr>
            <p:ph type="ctrTitle"/>
          </p:nvPr>
        </p:nvSpPr>
        <p:spPr>
          <a:xfrm>
            <a:off x="479425" y="1095375"/>
            <a:ext cx="8370899" cy="42957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  <a:lvl6pPr rtl="0">
              <a:defRPr/>
            </a:lvl6pPr>
            <a:lvl7pPr rtl="0">
              <a:defRPr/>
            </a:lvl7pPr>
            <a:lvl8pPr rtl="0">
              <a:defRPr/>
            </a:lvl8pPr>
            <a:lvl9pPr rtl="0">
              <a:defRPr/>
            </a:lvl9pPr>
          </a:lstStyle>
          <a:p>
            <a:endParaRPr/>
          </a:p>
        </p:txBody>
      </p:sp>
      <p:sp>
        <p:nvSpPr>
          <p:cNvPr id="19" name="Shape 19"/>
          <p:cNvSpPr txBox="1">
            <a:spLocks noGrp="1"/>
          </p:cNvSpPr>
          <p:nvPr>
            <p:ph type="title" idx="2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20" name="Shape 20"/>
          <p:cNvSpPr txBox="1">
            <a:spLocks noGrp="1"/>
          </p:cNvSpPr>
          <p:nvPr>
            <p:ph type="body"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5" name="Shape 11">
            <a:extLst>
              <a:ext uri="{FF2B5EF4-FFF2-40B4-BE49-F238E27FC236}">
                <a16:creationId xmlns:a16="http://schemas.microsoft.com/office/drawing/2014/main" id="{B1E9EBE8-CC24-466B-A414-7981BFA9344F}"/>
              </a:ext>
            </a:extLst>
          </p:cNvPr>
          <p:cNvSpPr txBox="1">
            <a:spLocks noGrp="1"/>
          </p:cNvSpPr>
          <p:nvPr>
            <p:ph type="dt" idx="10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hape 12">
            <a:extLst>
              <a:ext uri="{FF2B5EF4-FFF2-40B4-BE49-F238E27FC236}">
                <a16:creationId xmlns:a16="http://schemas.microsoft.com/office/drawing/2014/main" id="{980A6273-CF47-4997-87F4-23B4DA4B3E13}"/>
              </a:ext>
            </a:extLst>
          </p:cNvPr>
          <p:cNvSpPr txBox="1">
            <a:spLocks noGrp="1"/>
          </p:cNvSpPr>
          <p:nvPr>
            <p:ph type="ftr" idx="11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hape 13">
            <a:extLst>
              <a:ext uri="{FF2B5EF4-FFF2-40B4-BE49-F238E27FC236}">
                <a16:creationId xmlns:a16="http://schemas.microsoft.com/office/drawing/2014/main" id="{7F5BDA0E-1312-40CA-9833-7EABB9F5D13A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449544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BLANK_2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Shape 29"/>
          <p:cNvSpPr txBox="1"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30" name="Shape 30"/>
          <p:cNvSpPr txBox="1">
            <a:spLocks noGrp="1"/>
          </p:cNvSpPr>
          <p:nvPr>
            <p:ph type="body"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4" name="Shape 11">
            <a:extLst>
              <a:ext uri="{FF2B5EF4-FFF2-40B4-BE49-F238E27FC236}">
                <a16:creationId xmlns:a16="http://schemas.microsoft.com/office/drawing/2014/main" id="{225D2053-B9AD-4412-8842-0C07C22763ED}"/>
              </a:ext>
            </a:extLst>
          </p:cNvPr>
          <p:cNvSpPr txBox="1">
            <a:spLocks noGrp="1"/>
          </p:cNvSpPr>
          <p:nvPr>
            <p:ph type="dt" idx="10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hape 12">
            <a:extLst>
              <a:ext uri="{FF2B5EF4-FFF2-40B4-BE49-F238E27FC236}">
                <a16:creationId xmlns:a16="http://schemas.microsoft.com/office/drawing/2014/main" id="{225EF752-C1FA-4955-A8BF-AF8AAEE9FC3A}"/>
              </a:ext>
            </a:extLst>
          </p:cNvPr>
          <p:cNvSpPr txBox="1">
            <a:spLocks noGrp="1"/>
          </p:cNvSpPr>
          <p:nvPr>
            <p:ph type="ftr" idx="11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hape 13">
            <a:extLst>
              <a:ext uri="{FF2B5EF4-FFF2-40B4-BE49-F238E27FC236}">
                <a16:creationId xmlns:a16="http://schemas.microsoft.com/office/drawing/2014/main" id="{9A9BEE2C-D63E-44BB-A0B3-1CFA4753D881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/>
        <p:txBody>
          <a:bodyPr/>
          <a:lstStyle>
            <a:lvl1pPr defTabSz="457200"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42838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2ADB1AC-32D3-49A7-A1DC-4BB1BCC568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28600"/>
            <a:ext cx="868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CC26A9E-31B8-4391-AE6F-822CE2529F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14400"/>
            <a:ext cx="8686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D3DE5A9-11D5-4AEB-B896-6DAD1B6EEEB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286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C62297E-DDFC-4E4B-B572-4234ABFF44A5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590800" y="6324600"/>
            <a:ext cx="39624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8CD9B8A-A795-4DB1-8964-96651783B9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32460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E3611C3-C128-4ADE-9736-85CD38B1067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83562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  <a:ea typeface="MS PGothic" panose="020B0600070205080204" pitchFamily="34" charset="-128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000" b="1">
          <a:solidFill>
            <a:schemeClr val="accent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  <a:ea typeface="MS PGothic" panose="020B0600070205080204" pitchFamily="34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mailto:maruf@iastate.edu" TargetMode="Externa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proto.atech.tufts.edu/RodRego/" TargetMode="External"/><Relationship Id="rId2" Type="http://schemas.openxmlformats.org/officeDocument/2006/relationships/hyperlink" Target="http://sites.tufts.edu/rodrego/" TargetMode="Externa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customXml" Target="../ink/ink2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customXml" Target="../ink/ink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customXml" Target="../ink/ink4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8.wmf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ustomXml" Target="../ink/ink6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wmf"/><Relationship Id="rId2" Type="http://schemas.openxmlformats.org/officeDocument/2006/relationships/image" Target="../media/image12.w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3.png"/><Relationship Id="rId4" Type="http://schemas.openxmlformats.org/officeDocument/2006/relationships/customXml" Target="../ink/ink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2.wm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wmf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ustomXml" Target="../ink/ink8.xm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2.wmf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5" Type="http://schemas.openxmlformats.org/officeDocument/2006/relationships/customXml" Target="../ink/ink9.xml"/><Relationship Id="rId4" Type="http://schemas.openxmlformats.org/officeDocument/2006/relationships/image" Target="../media/image12.wmf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5.png"/><Relationship Id="rId4" Type="http://schemas.openxmlformats.org/officeDocument/2006/relationships/customXml" Target="../ink/ink1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14.png"/><Relationship Id="rId4" Type="http://schemas.openxmlformats.org/officeDocument/2006/relationships/image" Target="../media/image12.wmf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customXml" Target="../ink/ink11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9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9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customXml" Target="../ink/ink12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2.wmf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wmf"/><Relationship Id="rId2" Type="http://schemas.openxmlformats.org/officeDocument/2006/relationships/image" Target="../media/image33.wmf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3.xml"/><Relationship Id="rId2" Type="http://schemas.openxmlformats.org/officeDocument/2006/relationships/image" Target="../media/image33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wmf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customXml" Target="../ink/ink14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8.png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customXml" Target="../ink/ink15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9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customXml" Target="../ink/ink16.xml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customXml" Target="../ink/ink19.xml"/><Relationship Id="rId3" Type="http://schemas.openxmlformats.org/officeDocument/2006/relationships/image" Target="../media/image42.png"/><Relationship Id="rId7" Type="http://schemas.openxmlformats.org/officeDocument/2006/relationships/image" Target="../media/image290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8.xml"/><Relationship Id="rId5" Type="http://schemas.openxmlformats.org/officeDocument/2006/relationships/image" Target="../media/image58.png"/><Relationship Id="rId4" Type="http://schemas.openxmlformats.org/officeDocument/2006/relationships/customXml" Target="../ink/ink17.xml"/><Relationship Id="rId9" Type="http://schemas.openxmlformats.org/officeDocument/2006/relationships/image" Target="../media/image43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00.png"/><Relationship Id="rId4" Type="http://schemas.openxmlformats.org/officeDocument/2006/relationships/customXml" Target="../ink/ink20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10.png"/><Relationship Id="rId4" Type="http://schemas.openxmlformats.org/officeDocument/2006/relationships/customXml" Target="../ink/ink21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20.png"/><Relationship Id="rId4" Type="http://schemas.openxmlformats.org/officeDocument/2006/relationships/customXml" Target="../ink/ink2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30.png"/><Relationship Id="rId4" Type="http://schemas.openxmlformats.org/officeDocument/2006/relationships/customXml" Target="../ink/ink2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gif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A0691B0-CEC6-481E-939D-D8810FDC17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82C1FB-A275-4CBE-B85C-63204551E734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95ADE-74FF-47AD-9C8F-165D1AECFFA2}"/>
              </a:ext>
            </a:extLst>
          </p:cNvPr>
          <p:cNvSpPr/>
          <p:nvPr/>
        </p:nvSpPr>
        <p:spPr>
          <a:xfrm>
            <a:off x="0" y="2209800"/>
            <a:ext cx="9144000" cy="345488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2700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CCEACF-131C-41A4-94AE-DC03953FB264}"/>
              </a:ext>
            </a:extLst>
          </p:cNvPr>
          <p:cNvSpPr/>
          <p:nvPr/>
        </p:nvSpPr>
        <p:spPr>
          <a:xfrm>
            <a:off x="8756650" y="2218752"/>
            <a:ext cx="387350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A2A6099-E7BC-4E0E-A993-A4A0E232DA82}"/>
              </a:ext>
            </a:extLst>
          </p:cNvPr>
          <p:cNvSpPr/>
          <p:nvPr/>
        </p:nvSpPr>
        <p:spPr>
          <a:xfrm>
            <a:off x="0" y="2218752"/>
            <a:ext cx="192024" cy="3445934"/>
          </a:xfrm>
          <a:prstGeom prst="rect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AA7D032-226B-4118-91E6-7691DCD6E9C0}"/>
              </a:ext>
            </a:extLst>
          </p:cNvPr>
          <p:cNvSpPr/>
          <p:nvPr/>
        </p:nvSpPr>
        <p:spPr>
          <a:xfrm>
            <a:off x="188735" y="2218752"/>
            <a:ext cx="192024" cy="3445934"/>
          </a:xfrm>
          <a:prstGeom prst="rect">
            <a:avLst/>
          </a:prstGeom>
          <a:solidFill>
            <a:srgbClr val="FFC000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Rectangle 2">
            <a:extLst>
              <a:ext uri="{FF2B5EF4-FFF2-40B4-BE49-F238E27FC236}">
                <a16:creationId xmlns:a16="http://schemas.microsoft.com/office/drawing/2014/main" id="{5103DEAD-D09C-405E-8E54-66750C17923C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663575"/>
            <a:ext cx="9144000" cy="14700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ＭＳ Ｐゴシック" charset="0"/>
                <a:cs typeface="+mj-cs"/>
              </a:rPr>
              <a:t>CPR E 281: Digital Logic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0D3868F-B461-4FA8-9F34-9EACAEC215AB}"/>
              </a:ext>
            </a:extLst>
          </p:cNvPr>
          <p:cNvSpPr txBox="1">
            <a:spLocks noChangeArrowheads="1"/>
          </p:cNvSpPr>
          <p:nvPr/>
        </p:nvSpPr>
        <p:spPr>
          <a:xfrm>
            <a:off x="0" y="3048000"/>
            <a:ext cx="9144000" cy="2209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Md Maruf Ahamed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Office: 307 Durham Center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Phone: (515) 294-6323</a:t>
            </a:r>
            <a:b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</a:b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</a:rPr>
              <a:t>Email: </a:t>
            </a:r>
            <a:r>
              <a:rPr kumimoji="0" lang="en-US" sz="30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/>
                <a:ea typeface="MS PGothic" panose="020B0600070205080204" pitchFamily="34" charset="-128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maruf@iastate.edu</a:t>
            </a:r>
            <a:endParaRPr kumimoji="0" lang="en-US" sz="3000" b="0" i="0" u="none" strike="noStrike" kern="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imes New Roman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36116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0F84150-23C2-2B4E-9AF3-3C96FE96ED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76200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>
                <a:solidFill>
                  <a:srgbClr val="FF0000"/>
                </a:solidFill>
                <a:ea typeface="+mj-ea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D583FDE5-0A59-BD41-A182-AC71C16B08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76200" y="609600"/>
            <a:ext cx="8991600" cy="5791200"/>
          </a:xfrm>
        </p:spPr>
        <p:txBody>
          <a:bodyPr/>
          <a:lstStyle/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Homework: </a:t>
            </a:r>
            <a:r>
              <a:rPr lang="en-US" sz="3000" dirty="0"/>
              <a:t>HW#10 due on Sunday @ 11:59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Quiz: </a:t>
            </a:r>
            <a:r>
              <a:rPr lang="en-US" sz="3000" dirty="0"/>
              <a:t>Quiz #12 due on Friday @ 4:25 PM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Recitation: </a:t>
            </a:r>
            <a:r>
              <a:rPr lang="en-US" sz="3000" dirty="0"/>
              <a:t>Recitation 11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chemeClr val="accent2"/>
                </a:solidFill>
              </a:rPr>
              <a:t>Lab: </a:t>
            </a:r>
            <a:r>
              <a:rPr lang="en-US" sz="3000" dirty="0"/>
              <a:t>Lab 11 this week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Lecture-34 Readings: </a:t>
            </a:r>
            <a:r>
              <a:rPr lang="en-US" sz="3000" dirty="0"/>
              <a:t>6.10 – 6.13</a:t>
            </a:r>
          </a:p>
          <a:p>
            <a:pPr marL="320040" lvl="1" indent="-320040" eaLnBrk="1" hangingPunct="1">
              <a:spcBef>
                <a:spcPts val="400"/>
              </a:spcBef>
              <a:spcAft>
                <a:spcPts val="600"/>
              </a:spcAft>
              <a:defRPr/>
            </a:pPr>
            <a:r>
              <a:rPr lang="en-US" sz="3000" dirty="0">
                <a:solidFill>
                  <a:srgbClr val="0000FF"/>
                </a:solidFill>
              </a:rPr>
              <a:t>Final Exam: </a:t>
            </a:r>
            <a:r>
              <a:rPr lang="en-US" sz="3000" dirty="0">
                <a:highlight>
                  <a:srgbClr val="FFFF00"/>
                </a:highlight>
              </a:rPr>
              <a:t>Thursday, May 12th, 2:15PM–4:15 PM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7480B98-CB43-4109-9B52-91BC90F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7619F1-5350-4307-9409-443BD1067667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092072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9FC2C7-9EDE-4430-A34B-E779489E7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ea typeface="+mj-ea"/>
                <a:cs typeface="+mj-cs"/>
              </a:rPr>
              <a:t>34-ASM Charts and Examples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9B821-ABB0-4BC8-AF04-34B658E176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A5AE38B-8B29-4CFD-8DC4-49E537DD3855}"/>
              </a:ext>
            </a:extLst>
          </p:cNvPr>
          <p:cNvSpPr txBox="1">
            <a:spLocks noChangeArrowheads="1"/>
          </p:cNvSpPr>
          <p:nvPr/>
        </p:nvSpPr>
        <p:spPr>
          <a:xfrm>
            <a:off x="76200" y="685800"/>
            <a:ext cx="8991600" cy="5589271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Algorithmic State Machine (ASM) Charts</a:t>
            </a:r>
          </a:p>
          <a:p>
            <a:pPr lvl="1" eaLnBrk="1" hangingPunct="1">
              <a:defRPr/>
            </a:pPr>
            <a:r>
              <a:rPr lang="en-US" sz="3000" b="1" kern="0" dirty="0">
                <a:solidFill>
                  <a:srgbClr val="000000"/>
                </a:solidFill>
              </a:rPr>
              <a:t>FSM design examples</a:t>
            </a:r>
          </a:p>
          <a:p>
            <a:pPr marL="457200" lvl="1" indent="0" eaLnBrk="1" hangingPunct="1">
              <a:buNone/>
              <a:defRPr/>
            </a:pPr>
            <a:br>
              <a:rPr lang="en-US" sz="3000" b="1" kern="0" dirty="0">
                <a:solidFill>
                  <a:srgbClr val="000000"/>
                </a:solidFill>
              </a:rPr>
            </a:br>
            <a:endParaRPr lang="en-US" sz="30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43042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D26BE0C3-5507-9542-9DA0-580A998C6B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667000"/>
            <a:ext cx="8915400" cy="5334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 err="1">
                <a:ea typeface="+mj-ea"/>
                <a:cs typeface="+mj-cs"/>
              </a:rPr>
              <a:t>RodRego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82946" name="Rectangle 3">
            <a:extLst>
              <a:ext uri="{FF2B5EF4-FFF2-40B4-BE49-F238E27FC236}">
                <a16:creationId xmlns:a16="http://schemas.microsoft.com/office/drawing/2014/main" id="{C487C4BC-528C-419F-B37C-26C1B9567B2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3375376"/>
            <a:ext cx="8305800" cy="3121379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dirty="0"/>
              <a:t>You can download a register machine emulator from: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		</a:t>
            </a:r>
            <a:r>
              <a:rPr lang="en-US" altLang="en-US" dirty="0">
                <a:solidFill>
                  <a:srgbClr val="0000FF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http://sites.tufts.edu/rodrego/</a:t>
            </a:r>
            <a:endParaRPr lang="en-US" altLang="en-US" dirty="0">
              <a:solidFill>
                <a:srgbClr val="0000FF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dirty="0"/>
              <a:t>It works on both Macs and PCs. It’s pretty cool.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This web link is also in the book chapter.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There is also a version that works in a browser:</a:t>
            </a:r>
          </a:p>
          <a:p>
            <a:pPr eaLnBrk="1" hangingPunct="1">
              <a:buFontTx/>
              <a:buNone/>
            </a:pPr>
            <a:r>
              <a:rPr lang="en-US" altLang="en-US" dirty="0"/>
              <a:t>          </a:t>
            </a:r>
            <a:r>
              <a:rPr lang="en-US" altLang="en-US" dirty="0">
                <a:solidFill>
                  <a:srgbClr val="0000FF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http://proto.atech.tufts.edu/RodRego/</a:t>
            </a:r>
            <a:endParaRPr lang="en-US" altLang="en-US" dirty="0">
              <a:solidFill>
                <a:srgbClr val="0000FF"/>
              </a:solidFill>
            </a:endParaRPr>
          </a:p>
          <a:p>
            <a:pPr eaLnBrk="1" hangingPunct="1">
              <a:buFontTx/>
              <a:buNone/>
            </a:pPr>
            <a:endParaRPr lang="en-US" altLang="en-US" dirty="0"/>
          </a:p>
          <a:p>
            <a:pPr eaLnBrk="1" hangingPunct="1">
              <a:buFontTx/>
              <a:buNone/>
            </a:pPr>
            <a:endParaRPr lang="en-US" altLang="en-US" dirty="0"/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38491BD3-0A44-4601-A484-04DCFADC65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6200"/>
            <a:ext cx="8915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Reading Material for Next Lecture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EA5A0C9-280D-4838-8CEC-73424B292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650" y="838200"/>
            <a:ext cx="8305800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MS PGothic" panose="020B0600070205080204" pitchFamily="34" charset="-128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/>
            <a:r>
              <a:rPr lang="en-US" altLang="en-US" kern="0" dirty="0"/>
              <a:t>“The Seven Secrets of Computer Power Revealed” by Daniel Dennett.</a:t>
            </a:r>
          </a:p>
          <a:p>
            <a:pPr eaLnBrk="1" hangingPunct="1"/>
            <a:r>
              <a:rPr lang="en-US" altLang="en-US" kern="0" dirty="0"/>
              <a:t>This is </a:t>
            </a:r>
            <a:r>
              <a:rPr lang="en-US" altLang="en-US" kern="0" dirty="0">
                <a:solidFill>
                  <a:srgbClr val="FF0000"/>
                </a:solidFill>
              </a:rPr>
              <a:t>Chapter 24</a:t>
            </a:r>
            <a:r>
              <a:rPr lang="en-US" altLang="en-US" kern="0" dirty="0"/>
              <a:t> in his book 		      “Intuition Pumps and Other Tools for Thinking”, 2013</a:t>
            </a:r>
          </a:p>
        </p:txBody>
      </p:sp>
    </p:spTree>
    <p:extLst>
      <p:ext uri="{BB962C8B-B14F-4D97-AF65-F5344CB8AC3E}">
        <p14:creationId xmlns:p14="http://schemas.microsoft.com/office/powerpoint/2010/main" val="99602898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AE6A61-C65D-428E-BD3F-C563B43F26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" y="1752600"/>
            <a:ext cx="8915400" cy="2476500"/>
          </a:xfrm>
        </p:spPr>
        <p:txBody>
          <a:bodyPr/>
          <a:lstStyle/>
          <a:p>
            <a:r>
              <a:rPr lang="en-US" dirty="0"/>
              <a:t>ASM charts &amp; Examples </a:t>
            </a:r>
            <a:br>
              <a:rPr lang="en-US" dirty="0"/>
            </a:br>
            <a:r>
              <a:rPr lang="en-US" dirty="0"/>
              <a:t>Readings 6.10 – 6.13</a:t>
            </a:r>
            <a:br>
              <a:rPr lang="en-US" dirty="0"/>
            </a:b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1867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1">
            <a:extLst>
              <a:ext uri="{FF2B5EF4-FFF2-40B4-BE49-F238E27FC236}">
                <a16:creationId xmlns:a16="http://schemas.microsoft.com/office/drawing/2014/main" id="{3CE9612B-6F54-FD44-9462-9239B7BF41B1}"/>
              </a:ext>
            </a:extLst>
          </p:cNvPr>
          <p:cNvSpPr txBox="1">
            <a:spLocks/>
          </p:cNvSpPr>
          <p:nvPr/>
        </p:nvSpPr>
        <p:spPr bwMode="auto">
          <a:xfrm>
            <a:off x="0" y="33338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lvl="0">
              <a:defRPr/>
            </a:pPr>
            <a:r>
              <a:rPr lang="en-US" kern="0" dirty="0">
                <a:solidFill>
                  <a:srgbClr val="000000"/>
                </a:solidFill>
              </a:rPr>
              <a:t>ASM Charts: Motivation</a:t>
            </a:r>
            <a:endParaRPr kumimoji="0" lang="en-US" sz="3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MS PGothic" pitchFamily="34" charset="-128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16F91B5-09DE-466E-B405-1404190855B0}"/>
              </a:ext>
            </a:extLst>
          </p:cNvPr>
          <p:cNvSpPr/>
          <p:nvPr/>
        </p:nvSpPr>
        <p:spPr>
          <a:xfrm>
            <a:off x="76200" y="797511"/>
            <a:ext cx="8991600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dirty="0"/>
              <a:t>The state diagrams and tables used in chapter 6 are convenient for describing the behavior of FSMs that have only a few inputs and outputs. 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dirty="0"/>
              <a:t>For larger machines the designers often use a different form of representation, called the </a:t>
            </a:r>
            <a:r>
              <a:rPr lang="en-US" b="1" dirty="0"/>
              <a:t>algorithmic state machine (ASM) chart.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dirty="0"/>
              <a:t>An ASM chart is a type of flowchart that can be used to represent the state transitions and generated outputs for an FSM.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Rectangle 4">
            <a:extLst>
              <a:ext uri="{FF2B5EF4-FFF2-40B4-BE49-F238E27FC236}">
                <a16:creationId xmlns:a16="http://schemas.microsoft.com/office/drawing/2014/main" id="{36F7887F-2579-421A-BE85-E43273918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9550" y="1749425"/>
            <a:ext cx="1622425" cy="960438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058" name="Rectangle 5">
            <a:extLst>
              <a:ext uri="{FF2B5EF4-FFF2-40B4-BE49-F238E27FC236}">
                <a16:creationId xmlns:a16="http://schemas.microsoft.com/office/drawing/2014/main" id="{DBFE0302-926D-489F-9CBC-F3A31483E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7363" y="1908175"/>
            <a:ext cx="1033462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Output signals</a:t>
            </a:r>
          </a:p>
        </p:txBody>
      </p:sp>
      <p:sp>
        <p:nvSpPr>
          <p:cNvPr id="45059" name="Rectangle 6">
            <a:extLst>
              <a:ext uri="{FF2B5EF4-FFF2-40B4-BE49-F238E27FC236}">
                <a16:creationId xmlns:a16="http://schemas.microsoft.com/office/drawing/2014/main" id="{3061089F-F05E-45C6-B8C9-EA6B723FE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147888"/>
            <a:ext cx="6969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or actions</a:t>
            </a:r>
          </a:p>
        </p:txBody>
      </p:sp>
      <p:sp>
        <p:nvSpPr>
          <p:cNvPr id="45060" name="Freeform 7">
            <a:extLst>
              <a:ext uri="{FF2B5EF4-FFF2-40B4-BE49-F238E27FC236}">
                <a16:creationId xmlns:a16="http://schemas.microsoft.com/office/drawing/2014/main" id="{B2A6F7C3-00F2-4014-9E66-CDC79CFCA6D5}"/>
              </a:ext>
            </a:extLst>
          </p:cNvPr>
          <p:cNvSpPr>
            <a:spLocks/>
          </p:cNvSpPr>
          <p:nvPr/>
        </p:nvSpPr>
        <p:spPr bwMode="auto">
          <a:xfrm>
            <a:off x="2255838" y="1566863"/>
            <a:ext cx="68262" cy="138112"/>
          </a:xfrm>
          <a:custGeom>
            <a:avLst/>
            <a:gdLst>
              <a:gd name="T0" fmla="*/ 0 w 86"/>
              <a:gd name="T1" fmla="*/ 0 h 173"/>
              <a:gd name="T2" fmla="*/ 2147483646 w 86"/>
              <a:gd name="T3" fmla="*/ 2147483646 h 173"/>
              <a:gd name="T4" fmla="*/ 2147483646 w 86"/>
              <a:gd name="T5" fmla="*/ 0 h 173"/>
              <a:gd name="T6" fmla="*/ 2147483646 w 86"/>
              <a:gd name="T7" fmla="*/ 0 h 173"/>
              <a:gd name="T8" fmla="*/ 0 w 86"/>
              <a:gd name="T9" fmla="*/ 0 h 1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"/>
              <a:gd name="T16" fmla="*/ 0 h 173"/>
              <a:gd name="T17" fmla="*/ 86 w 86"/>
              <a:gd name="T18" fmla="*/ 173 h 1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" h="173">
                <a:moveTo>
                  <a:pt x="0" y="0"/>
                </a:moveTo>
                <a:lnTo>
                  <a:pt x="57" y="173"/>
                </a:lnTo>
                <a:lnTo>
                  <a:pt x="86" y="0"/>
                </a:lnTo>
                <a:lnTo>
                  <a:pt x="5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1" name="Line 8">
            <a:extLst>
              <a:ext uri="{FF2B5EF4-FFF2-40B4-BE49-F238E27FC236}">
                <a16:creationId xmlns:a16="http://schemas.microsoft.com/office/drawing/2014/main" id="{08DD14D9-E973-4A76-B796-6CBCA91FFF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01875" y="1109663"/>
            <a:ext cx="1588" cy="4572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2" name="Freeform 9">
            <a:extLst>
              <a:ext uri="{FF2B5EF4-FFF2-40B4-BE49-F238E27FC236}">
                <a16:creationId xmlns:a16="http://schemas.microsoft.com/office/drawing/2014/main" id="{1AE2A54F-4037-4BE2-B29E-03E91B4B6DC6}"/>
              </a:ext>
            </a:extLst>
          </p:cNvPr>
          <p:cNvSpPr>
            <a:spLocks/>
          </p:cNvSpPr>
          <p:nvPr/>
        </p:nvSpPr>
        <p:spPr bwMode="auto">
          <a:xfrm>
            <a:off x="2255838" y="3189288"/>
            <a:ext cx="68262" cy="136525"/>
          </a:xfrm>
          <a:custGeom>
            <a:avLst/>
            <a:gdLst>
              <a:gd name="T0" fmla="*/ 0 w 86"/>
              <a:gd name="T1" fmla="*/ 0 h 172"/>
              <a:gd name="T2" fmla="*/ 2147483646 w 86"/>
              <a:gd name="T3" fmla="*/ 2147483646 h 172"/>
              <a:gd name="T4" fmla="*/ 2147483646 w 86"/>
              <a:gd name="T5" fmla="*/ 0 h 172"/>
              <a:gd name="T6" fmla="*/ 2147483646 w 86"/>
              <a:gd name="T7" fmla="*/ 0 h 172"/>
              <a:gd name="T8" fmla="*/ 0 w 86"/>
              <a:gd name="T9" fmla="*/ 0 h 1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"/>
              <a:gd name="T16" fmla="*/ 0 h 172"/>
              <a:gd name="T17" fmla="*/ 86 w 86"/>
              <a:gd name="T18" fmla="*/ 172 h 1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" h="172">
                <a:moveTo>
                  <a:pt x="0" y="0"/>
                </a:moveTo>
                <a:lnTo>
                  <a:pt x="57" y="172"/>
                </a:lnTo>
                <a:lnTo>
                  <a:pt x="86" y="0"/>
                </a:lnTo>
                <a:lnTo>
                  <a:pt x="5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3" name="Line 10">
            <a:extLst>
              <a:ext uri="{FF2B5EF4-FFF2-40B4-BE49-F238E27FC236}">
                <a16:creationId xmlns:a16="http://schemas.microsoft.com/office/drawing/2014/main" id="{34CFA8AA-172C-4277-B491-87B99D8F68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01875" y="2709863"/>
            <a:ext cx="1588" cy="4794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4" name="Rectangle 11">
            <a:extLst>
              <a:ext uri="{FF2B5EF4-FFF2-40B4-BE49-F238E27FC236}">
                <a16:creationId xmlns:a16="http://schemas.microsoft.com/office/drawing/2014/main" id="{DFA07850-3942-4DDB-A12C-FC6CAEE65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0" y="2387600"/>
            <a:ext cx="94297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(Moore type)</a:t>
            </a:r>
          </a:p>
        </p:txBody>
      </p:sp>
      <p:sp>
        <p:nvSpPr>
          <p:cNvPr id="45065" name="Freeform 12">
            <a:extLst>
              <a:ext uri="{FF2B5EF4-FFF2-40B4-BE49-F238E27FC236}">
                <a16:creationId xmlns:a16="http://schemas.microsoft.com/office/drawing/2014/main" id="{A130547E-C031-4FF3-89D3-C02B3DF620E8}"/>
              </a:ext>
            </a:extLst>
          </p:cNvPr>
          <p:cNvSpPr>
            <a:spLocks/>
          </p:cNvSpPr>
          <p:nvPr/>
        </p:nvSpPr>
        <p:spPr bwMode="auto">
          <a:xfrm>
            <a:off x="5362575" y="1749425"/>
            <a:ext cx="1939925" cy="960438"/>
          </a:xfrm>
          <a:custGeom>
            <a:avLst/>
            <a:gdLst>
              <a:gd name="T0" fmla="*/ 2147483646 w 2446"/>
              <a:gd name="T1" fmla="*/ 2147483646 h 1208"/>
              <a:gd name="T2" fmla="*/ 2147483646 w 2446"/>
              <a:gd name="T3" fmla="*/ 2147483646 h 1208"/>
              <a:gd name="T4" fmla="*/ 0 w 2446"/>
              <a:gd name="T5" fmla="*/ 2147483646 h 1208"/>
              <a:gd name="T6" fmla="*/ 2147483646 w 2446"/>
              <a:gd name="T7" fmla="*/ 0 h 1208"/>
              <a:gd name="T8" fmla="*/ 2147483646 w 2446"/>
              <a:gd name="T9" fmla="*/ 2147483646 h 12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46"/>
              <a:gd name="T16" fmla="*/ 0 h 1208"/>
              <a:gd name="T17" fmla="*/ 2446 w 2446"/>
              <a:gd name="T18" fmla="*/ 1208 h 12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46" h="1208">
                <a:moveTo>
                  <a:pt x="2446" y="604"/>
                </a:moveTo>
                <a:lnTo>
                  <a:pt x="1237" y="1208"/>
                </a:lnTo>
                <a:lnTo>
                  <a:pt x="0" y="604"/>
                </a:lnTo>
                <a:lnTo>
                  <a:pt x="1237" y="0"/>
                </a:lnTo>
                <a:lnTo>
                  <a:pt x="2446" y="604"/>
                </a:lnTo>
                <a:close/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6" name="Rectangle 13">
            <a:extLst>
              <a:ext uri="{FF2B5EF4-FFF2-40B4-BE49-F238E27FC236}">
                <a16:creationId xmlns:a16="http://schemas.microsoft.com/office/drawing/2014/main" id="{39B02BC1-D389-4210-9EF9-83EB06B66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375" y="1323975"/>
            <a:ext cx="7858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State name</a:t>
            </a:r>
          </a:p>
        </p:txBody>
      </p:sp>
      <p:sp>
        <p:nvSpPr>
          <p:cNvPr id="45067" name="Rectangle 14">
            <a:extLst>
              <a:ext uri="{FF2B5EF4-FFF2-40B4-BE49-F238E27FC236}">
                <a16:creationId xmlns:a16="http://schemas.microsoft.com/office/drawing/2014/main" id="{89F258E8-263A-43E2-AA51-C01D38674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9638" y="2033588"/>
            <a:ext cx="75565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Condition </a:t>
            </a:r>
          </a:p>
        </p:txBody>
      </p:sp>
      <p:sp>
        <p:nvSpPr>
          <p:cNvPr id="45068" name="Freeform 15">
            <a:extLst>
              <a:ext uri="{FF2B5EF4-FFF2-40B4-BE49-F238E27FC236}">
                <a16:creationId xmlns:a16="http://schemas.microsoft.com/office/drawing/2014/main" id="{218657EE-47CF-4E61-B172-5B39997F407F}"/>
              </a:ext>
            </a:extLst>
          </p:cNvPr>
          <p:cNvSpPr>
            <a:spLocks/>
          </p:cNvSpPr>
          <p:nvPr/>
        </p:nvSpPr>
        <p:spPr bwMode="auto">
          <a:xfrm>
            <a:off x="6297613" y="1566863"/>
            <a:ext cx="69850" cy="138112"/>
          </a:xfrm>
          <a:custGeom>
            <a:avLst/>
            <a:gdLst>
              <a:gd name="T0" fmla="*/ 0 w 86"/>
              <a:gd name="T1" fmla="*/ 0 h 173"/>
              <a:gd name="T2" fmla="*/ 2147483646 w 86"/>
              <a:gd name="T3" fmla="*/ 2147483646 h 173"/>
              <a:gd name="T4" fmla="*/ 2147483646 w 86"/>
              <a:gd name="T5" fmla="*/ 0 h 173"/>
              <a:gd name="T6" fmla="*/ 2147483646 w 86"/>
              <a:gd name="T7" fmla="*/ 0 h 173"/>
              <a:gd name="T8" fmla="*/ 0 w 86"/>
              <a:gd name="T9" fmla="*/ 0 h 1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"/>
              <a:gd name="T16" fmla="*/ 0 h 173"/>
              <a:gd name="T17" fmla="*/ 86 w 86"/>
              <a:gd name="T18" fmla="*/ 173 h 1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" h="173">
                <a:moveTo>
                  <a:pt x="0" y="0"/>
                </a:moveTo>
                <a:lnTo>
                  <a:pt x="57" y="173"/>
                </a:lnTo>
                <a:lnTo>
                  <a:pt x="86" y="0"/>
                </a:lnTo>
                <a:lnTo>
                  <a:pt x="5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69" name="Line 16">
            <a:extLst>
              <a:ext uri="{FF2B5EF4-FFF2-40B4-BE49-F238E27FC236}">
                <a16:creationId xmlns:a16="http://schemas.microsoft.com/office/drawing/2014/main" id="{4D24E959-9244-4300-9C23-4A72A14728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43650" y="1109663"/>
            <a:ext cx="1588" cy="4572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70" name="Freeform 17">
            <a:extLst>
              <a:ext uri="{FF2B5EF4-FFF2-40B4-BE49-F238E27FC236}">
                <a16:creationId xmlns:a16="http://schemas.microsoft.com/office/drawing/2014/main" id="{603834C7-26FD-4F91-A0E7-AD4A16517728}"/>
              </a:ext>
            </a:extLst>
          </p:cNvPr>
          <p:cNvSpPr>
            <a:spLocks/>
          </p:cNvSpPr>
          <p:nvPr/>
        </p:nvSpPr>
        <p:spPr bwMode="auto">
          <a:xfrm>
            <a:off x="5019675" y="2868613"/>
            <a:ext cx="46038" cy="138112"/>
          </a:xfrm>
          <a:custGeom>
            <a:avLst/>
            <a:gdLst>
              <a:gd name="T0" fmla="*/ 0 w 57"/>
              <a:gd name="T1" fmla="*/ 0 h 172"/>
              <a:gd name="T2" fmla="*/ 2147483646 w 57"/>
              <a:gd name="T3" fmla="*/ 2147483646 h 172"/>
              <a:gd name="T4" fmla="*/ 2147483646 w 57"/>
              <a:gd name="T5" fmla="*/ 0 h 172"/>
              <a:gd name="T6" fmla="*/ 2147483646 w 57"/>
              <a:gd name="T7" fmla="*/ 0 h 172"/>
              <a:gd name="T8" fmla="*/ 0 w 57"/>
              <a:gd name="T9" fmla="*/ 0 h 1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"/>
              <a:gd name="T16" fmla="*/ 0 h 172"/>
              <a:gd name="T17" fmla="*/ 57 w 57"/>
              <a:gd name="T18" fmla="*/ 172 h 1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" h="172">
                <a:moveTo>
                  <a:pt x="0" y="0"/>
                </a:moveTo>
                <a:lnTo>
                  <a:pt x="28" y="172"/>
                </a:lnTo>
                <a:lnTo>
                  <a:pt x="57" y="0"/>
                </a:lnTo>
                <a:lnTo>
                  <a:pt x="2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71" name="Freeform 18">
            <a:extLst>
              <a:ext uri="{FF2B5EF4-FFF2-40B4-BE49-F238E27FC236}">
                <a16:creationId xmlns:a16="http://schemas.microsoft.com/office/drawing/2014/main" id="{EDB7FBF1-5757-46F6-9159-2CFDB1B1A313}"/>
              </a:ext>
            </a:extLst>
          </p:cNvPr>
          <p:cNvSpPr>
            <a:spLocks/>
          </p:cNvSpPr>
          <p:nvPr/>
        </p:nvSpPr>
        <p:spPr bwMode="auto">
          <a:xfrm>
            <a:off x="5041900" y="2228850"/>
            <a:ext cx="320675" cy="639763"/>
          </a:xfrm>
          <a:custGeom>
            <a:avLst/>
            <a:gdLst>
              <a:gd name="T0" fmla="*/ 0 w 403"/>
              <a:gd name="T1" fmla="*/ 2147483646 h 806"/>
              <a:gd name="T2" fmla="*/ 0 w 403"/>
              <a:gd name="T3" fmla="*/ 0 h 806"/>
              <a:gd name="T4" fmla="*/ 2147483646 w 403"/>
              <a:gd name="T5" fmla="*/ 0 h 806"/>
              <a:gd name="T6" fmla="*/ 0 60000 65536"/>
              <a:gd name="T7" fmla="*/ 0 60000 65536"/>
              <a:gd name="T8" fmla="*/ 0 60000 65536"/>
              <a:gd name="T9" fmla="*/ 0 w 403"/>
              <a:gd name="T10" fmla="*/ 0 h 806"/>
              <a:gd name="T11" fmla="*/ 403 w 403"/>
              <a:gd name="T12" fmla="*/ 806 h 8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806">
                <a:moveTo>
                  <a:pt x="0" y="806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72" name="Freeform 19">
            <a:extLst>
              <a:ext uri="{FF2B5EF4-FFF2-40B4-BE49-F238E27FC236}">
                <a16:creationId xmlns:a16="http://schemas.microsoft.com/office/drawing/2014/main" id="{BC05843D-FD89-409E-AD65-18AB3668DBCA}"/>
              </a:ext>
            </a:extLst>
          </p:cNvPr>
          <p:cNvSpPr>
            <a:spLocks/>
          </p:cNvSpPr>
          <p:nvPr/>
        </p:nvSpPr>
        <p:spPr bwMode="auto">
          <a:xfrm>
            <a:off x="7599363" y="2868613"/>
            <a:ext cx="68262" cy="138112"/>
          </a:xfrm>
          <a:custGeom>
            <a:avLst/>
            <a:gdLst>
              <a:gd name="T0" fmla="*/ 0 w 86"/>
              <a:gd name="T1" fmla="*/ 0 h 172"/>
              <a:gd name="T2" fmla="*/ 2147483646 w 86"/>
              <a:gd name="T3" fmla="*/ 2147483646 h 172"/>
              <a:gd name="T4" fmla="*/ 2147483646 w 86"/>
              <a:gd name="T5" fmla="*/ 0 h 172"/>
              <a:gd name="T6" fmla="*/ 2147483646 w 86"/>
              <a:gd name="T7" fmla="*/ 0 h 172"/>
              <a:gd name="T8" fmla="*/ 0 w 86"/>
              <a:gd name="T9" fmla="*/ 0 h 1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6"/>
              <a:gd name="T16" fmla="*/ 0 h 172"/>
              <a:gd name="T17" fmla="*/ 86 w 86"/>
              <a:gd name="T18" fmla="*/ 172 h 1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6" h="172">
                <a:moveTo>
                  <a:pt x="0" y="0"/>
                </a:moveTo>
                <a:lnTo>
                  <a:pt x="28" y="172"/>
                </a:lnTo>
                <a:lnTo>
                  <a:pt x="86" y="0"/>
                </a:lnTo>
                <a:lnTo>
                  <a:pt x="2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73" name="Freeform 20">
            <a:extLst>
              <a:ext uri="{FF2B5EF4-FFF2-40B4-BE49-F238E27FC236}">
                <a16:creationId xmlns:a16="http://schemas.microsoft.com/office/drawing/2014/main" id="{ED717F40-911D-4A50-BEDF-04FCC4AFA6AD}"/>
              </a:ext>
            </a:extLst>
          </p:cNvPr>
          <p:cNvSpPr>
            <a:spLocks/>
          </p:cNvSpPr>
          <p:nvPr/>
        </p:nvSpPr>
        <p:spPr bwMode="auto">
          <a:xfrm>
            <a:off x="7302500" y="2228850"/>
            <a:ext cx="320675" cy="639763"/>
          </a:xfrm>
          <a:custGeom>
            <a:avLst/>
            <a:gdLst>
              <a:gd name="T0" fmla="*/ 2147483646 w 402"/>
              <a:gd name="T1" fmla="*/ 2147483646 h 806"/>
              <a:gd name="T2" fmla="*/ 2147483646 w 402"/>
              <a:gd name="T3" fmla="*/ 0 h 806"/>
              <a:gd name="T4" fmla="*/ 0 w 402"/>
              <a:gd name="T5" fmla="*/ 0 h 806"/>
              <a:gd name="T6" fmla="*/ 0 60000 65536"/>
              <a:gd name="T7" fmla="*/ 0 60000 65536"/>
              <a:gd name="T8" fmla="*/ 0 60000 65536"/>
              <a:gd name="T9" fmla="*/ 0 w 402"/>
              <a:gd name="T10" fmla="*/ 0 h 806"/>
              <a:gd name="T11" fmla="*/ 402 w 402"/>
              <a:gd name="T12" fmla="*/ 806 h 8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2" h="806">
                <a:moveTo>
                  <a:pt x="402" y="806"/>
                </a:moveTo>
                <a:lnTo>
                  <a:pt x="402" y="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074" name="Rectangle 21">
            <a:extLst>
              <a:ext uri="{FF2B5EF4-FFF2-40B4-BE49-F238E27FC236}">
                <a16:creationId xmlns:a16="http://schemas.microsoft.com/office/drawing/2014/main" id="{C3281FFC-2555-4BD2-96D4-A300632E3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063" y="2238375"/>
            <a:ext cx="7620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expression</a:t>
            </a:r>
          </a:p>
        </p:txBody>
      </p:sp>
      <p:sp>
        <p:nvSpPr>
          <p:cNvPr id="45075" name="Rectangle 22">
            <a:extLst>
              <a:ext uri="{FF2B5EF4-FFF2-40B4-BE49-F238E27FC236}">
                <a16:creationId xmlns:a16="http://schemas.microsoft.com/office/drawing/2014/main" id="{D43D9101-C499-47E3-BC48-3F67E4E2B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7400" y="1949450"/>
            <a:ext cx="6715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0 (False) </a:t>
            </a:r>
          </a:p>
        </p:txBody>
      </p:sp>
      <p:sp>
        <p:nvSpPr>
          <p:cNvPr id="45076" name="Rectangle 24">
            <a:extLst>
              <a:ext uri="{FF2B5EF4-FFF2-40B4-BE49-F238E27FC236}">
                <a16:creationId xmlns:a16="http://schemas.microsoft.com/office/drawing/2014/main" id="{282FE38B-ADF9-4D50-A8AD-DF8FF65DD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0938" y="1952625"/>
            <a:ext cx="585787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 (True)</a:t>
            </a:r>
          </a:p>
        </p:txBody>
      </p:sp>
      <p:grpSp>
        <p:nvGrpSpPr>
          <p:cNvPr id="45077" name="Group 1">
            <a:extLst>
              <a:ext uri="{FF2B5EF4-FFF2-40B4-BE49-F238E27FC236}">
                <a16:creationId xmlns:a16="http://schemas.microsoft.com/office/drawing/2014/main" id="{BE2A2DA3-E4D6-4EA2-AC0D-5948BFBD41B5}"/>
              </a:ext>
            </a:extLst>
          </p:cNvPr>
          <p:cNvGrpSpPr>
            <a:grpSpLocks/>
          </p:cNvGrpSpPr>
          <p:nvPr/>
        </p:nvGrpSpPr>
        <p:grpSpPr bwMode="auto">
          <a:xfrm>
            <a:off x="3421063" y="4043363"/>
            <a:ext cx="2603500" cy="1919287"/>
            <a:chOff x="3421063" y="4043431"/>
            <a:chExt cx="2603500" cy="1919288"/>
          </a:xfrm>
        </p:grpSpPr>
        <p:sp>
          <p:nvSpPr>
            <p:cNvPr id="45083" name="Freeform 23">
              <a:extLst>
                <a:ext uri="{FF2B5EF4-FFF2-40B4-BE49-F238E27FC236}">
                  <a16:creationId xmlns:a16="http://schemas.microsoft.com/office/drawing/2014/main" id="{E30EA2B3-8370-4998-9122-312FEAD8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063" y="4705419"/>
              <a:ext cx="2603500" cy="639762"/>
            </a:xfrm>
            <a:custGeom>
              <a:avLst/>
              <a:gdLst>
                <a:gd name="T0" fmla="*/ 2147483646 w 3280"/>
                <a:gd name="T1" fmla="*/ 2147483646 h 806"/>
                <a:gd name="T2" fmla="*/ 2147483646 w 3280"/>
                <a:gd name="T3" fmla="*/ 2147483646 h 806"/>
                <a:gd name="T4" fmla="*/ 2147483646 w 3280"/>
                <a:gd name="T5" fmla="*/ 2147483646 h 806"/>
                <a:gd name="T6" fmla="*/ 2147483646 w 3280"/>
                <a:gd name="T7" fmla="*/ 2147483646 h 806"/>
                <a:gd name="T8" fmla="*/ 2147483646 w 3280"/>
                <a:gd name="T9" fmla="*/ 2147483646 h 806"/>
                <a:gd name="T10" fmla="*/ 2147483646 w 3280"/>
                <a:gd name="T11" fmla="*/ 2147483646 h 806"/>
                <a:gd name="T12" fmla="*/ 2147483646 w 3280"/>
                <a:gd name="T13" fmla="*/ 2147483646 h 806"/>
                <a:gd name="T14" fmla="*/ 2147483646 w 3280"/>
                <a:gd name="T15" fmla="*/ 2147483646 h 806"/>
                <a:gd name="T16" fmla="*/ 2147483646 w 3280"/>
                <a:gd name="T17" fmla="*/ 2147483646 h 806"/>
                <a:gd name="T18" fmla="*/ 2147483646 w 3280"/>
                <a:gd name="T19" fmla="*/ 2147483646 h 806"/>
                <a:gd name="T20" fmla="*/ 2147483646 w 3280"/>
                <a:gd name="T21" fmla="*/ 2147483646 h 806"/>
                <a:gd name="T22" fmla="*/ 2147483646 w 3280"/>
                <a:gd name="T23" fmla="*/ 0 h 806"/>
                <a:gd name="T24" fmla="*/ 2147483646 w 3280"/>
                <a:gd name="T25" fmla="*/ 2147483646 h 806"/>
                <a:gd name="T26" fmla="*/ 2147483646 w 3280"/>
                <a:gd name="T27" fmla="*/ 2147483646 h 806"/>
                <a:gd name="T28" fmla="*/ 2147483646 w 3280"/>
                <a:gd name="T29" fmla="*/ 2147483646 h 806"/>
                <a:gd name="T30" fmla="*/ 2147483646 w 3280"/>
                <a:gd name="T31" fmla="*/ 2147483646 h 806"/>
                <a:gd name="T32" fmla="*/ 2147483646 w 3280"/>
                <a:gd name="T33" fmla="*/ 2147483646 h 806"/>
                <a:gd name="T34" fmla="*/ 2147483646 w 3280"/>
                <a:gd name="T35" fmla="*/ 2147483646 h 806"/>
                <a:gd name="T36" fmla="*/ 2147483646 w 3280"/>
                <a:gd name="T37" fmla="*/ 2147483646 h 806"/>
                <a:gd name="T38" fmla="*/ 2147483646 w 3280"/>
                <a:gd name="T39" fmla="*/ 2147483646 h 806"/>
                <a:gd name="T40" fmla="*/ 2147483646 w 3280"/>
                <a:gd name="T41" fmla="*/ 2147483646 h 806"/>
                <a:gd name="T42" fmla="*/ 2147483646 w 3280"/>
                <a:gd name="T43" fmla="*/ 2147483646 h 806"/>
                <a:gd name="T44" fmla="*/ 2147483646 w 3280"/>
                <a:gd name="T45" fmla="*/ 2147483646 h 806"/>
                <a:gd name="T46" fmla="*/ 2147483646 w 3280"/>
                <a:gd name="T47" fmla="*/ 2147483646 h 806"/>
                <a:gd name="T48" fmla="*/ 2147483646 w 3280"/>
                <a:gd name="T49" fmla="*/ 2147483646 h 806"/>
                <a:gd name="T50" fmla="*/ 2147483646 w 3280"/>
                <a:gd name="T51" fmla="*/ 2147483646 h 806"/>
                <a:gd name="T52" fmla="*/ 2147483646 w 3280"/>
                <a:gd name="T53" fmla="*/ 2147483646 h 806"/>
                <a:gd name="T54" fmla="*/ 2147483646 w 3280"/>
                <a:gd name="T55" fmla="*/ 2147483646 h 806"/>
                <a:gd name="T56" fmla="*/ 2147483646 w 3280"/>
                <a:gd name="T57" fmla="*/ 2147483646 h 806"/>
                <a:gd name="T58" fmla="*/ 2147483646 w 3280"/>
                <a:gd name="T59" fmla="*/ 2147483646 h 806"/>
                <a:gd name="T60" fmla="*/ 2147483646 w 3280"/>
                <a:gd name="T61" fmla="*/ 2147483646 h 806"/>
                <a:gd name="T62" fmla="*/ 2147483646 w 3280"/>
                <a:gd name="T63" fmla="*/ 2147483646 h 806"/>
                <a:gd name="T64" fmla="*/ 2147483646 w 3280"/>
                <a:gd name="T65" fmla="*/ 2147483646 h 806"/>
                <a:gd name="T66" fmla="*/ 2147483646 w 3280"/>
                <a:gd name="T67" fmla="*/ 2147483646 h 806"/>
                <a:gd name="T68" fmla="*/ 2147483646 w 3280"/>
                <a:gd name="T69" fmla="*/ 2147483646 h 806"/>
                <a:gd name="T70" fmla="*/ 2147483646 w 3280"/>
                <a:gd name="T71" fmla="*/ 2147483646 h 806"/>
                <a:gd name="T72" fmla="*/ 2147483646 w 3280"/>
                <a:gd name="T73" fmla="*/ 2147483646 h 806"/>
                <a:gd name="T74" fmla="*/ 2147483646 w 3280"/>
                <a:gd name="T75" fmla="*/ 2147483646 h 806"/>
                <a:gd name="T76" fmla="*/ 2147483646 w 3280"/>
                <a:gd name="T77" fmla="*/ 2147483646 h 806"/>
                <a:gd name="T78" fmla="*/ 2147483646 w 3280"/>
                <a:gd name="T79" fmla="*/ 2147483646 h 806"/>
                <a:gd name="T80" fmla="*/ 2147483646 w 3280"/>
                <a:gd name="T81" fmla="*/ 2147483646 h 806"/>
                <a:gd name="T82" fmla="*/ 2147483646 w 3280"/>
                <a:gd name="T83" fmla="*/ 2147483646 h 806"/>
                <a:gd name="T84" fmla="*/ 2147483646 w 3280"/>
                <a:gd name="T85" fmla="*/ 2147483646 h 806"/>
                <a:gd name="T86" fmla="*/ 2147483646 w 3280"/>
                <a:gd name="T87" fmla="*/ 2147483646 h 806"/>
                <a:gd name="T88" fmla="*/ 2147483646 w 3280"/>
                <a:gd name="T89" fmla="*/ 2147483646 h 806"/>
                <a:gd name="T90" fmla="*/ 2147483646 w 3280"/>
                <a:gd name="T91" fmla="*/ 2147483646 h 806"/>
                <a:gd name="T92" fmla="*/ 2147483646 w 3280"/>
                <a:gd name="T93" fmla="*/ 2147483646 h 806"/>
                <a:gd name="T94" fmla="*/ 2147483646 w 3280"/>
                <a:gd name="T95" fmla="*/ 2147483646 h 806"/>
                <a:gd name="T96" fmla="*/ 2147483646 w 3280"/>
                <a:gd name="T97" fmla="*/ 2147483646 h 806"/>
                <a:gd name="T98" fmla="*/ 2147483646 w 3280"/>
                <a:gd name="T99" fmla="*/ 2147483646 h 806"/>
                <a:gd name="T100" fmla="*/ 2147483646 w 3280"/>
                <a:gd name="T101" fmla="*/ 2147483646 h 806"/>
                <a:gd name="T102" fmla="*/ 2147483646 w 3280"/>
                <a:gd name="T103" fmla="*/ 2147483646 h 806"/>
                <a:gd name="T104" fmla="*/ 2147483646 w 3280"/>
                <a:gd name="T105" fmla="*/ 2147483646 h 806"/>
                <a:gd name="T106" fmla="*/ 2147483646 w 3280"/>
                <a:gd name="T107" fmla="*/ 2147483646 h 806"/>
                <a:gd name="T108" fmla="*/ 2147483646 w 3280"/>
                <a:gd name="T109" fmla="*/ 2147483646 h 806"/>
                <a:gd name="T110" fmla="*/ 2147483646 w 3280"/>
                <a:gd name="T111" fmla="*/ 2147483646 h 80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280"/>
                <a:gd name="T169" fmla="*/ 0 h 806"/>
                <a:gd name="T170" fmla="*/ 3280 w 3280"/>
                <a:gd name="T171" fmla="*/ 806 h 80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280" h="806">
                  <a:moveTo>
                    <a:pt x="0" y="398"/>
                  </a:moveTo>
                  <a:lnTo>
                    <a:pt x="0" y="409"/>
                  </a:lnTo>
                  <a:lnTo>
                    <a:pt x="1" y="387"/>
                  </a:lnTo>
                  <a:lnTo>
                    <a:pt x="3" y="367"/>
                  </a:lnTo>
                  <a:lnTo>
                    <a:pt x="6" y="347"/>
                  </a:lnTo>
                  <a:lnTo>
                    <a:pt x="9" y="327"/>
                  </a:lnTo>
                  <a:lnTo>
                    <a:pt x="13" y="306"/>
                  </a:lnTo>
                  <a:lnTo>
                    <a:pt x="19" y="288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4"/>
                  </a:lnTo>
                  <a:lnTo>
                    <a:pt x="60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3" y="150"/>
                  </a:lnTo>
                  <a:lnTo>
                    <a:pt x="106" y="134"/>
                  </a:lnTo>
                  <a:lnTo>
                    <a:pt x="119" y="121"/>
                  </a:lnTo>
                  <a:lnTo>
                    <a:pt x="134" y="106"/>
                  </a:lnTo>
                  <a:lnTo>
                    <a:pt x="149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4" y="50"/>
                  </a:lnTo>
                  <a:lnTo>
                    <a:pt x="231" y="40"/>
                  </a:lnTo>
                  <a:lnTo>
                    <a:pt x="250" y="33"/>
                  </a:lnTo>
                  <a:lnTo>
                    <a:pt x="267" y="26"/>
                  </a:lnTo>
                  <a:lnTo>
                    <a:pt x="288" y="19"/>
                  </a:lnTo>
                  <a:lnTo>
                    <a:pt x="306" y="13"/>
                  </a:lnTo>
                  <a:lnTo>
                    <a:pt x="326" y="9"/>
                  </a:lnTo>
                  <a:lnTo>
                    <a:pt x="347" y="6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2872" y="0"/>
                  </a:lnTo>
                  <a:lnTo>
                    <a:pt x="2894" y="1"/>
                  </a:lnTo>
                  <a:lnTo>
                    <a:pt x="2914" y="3"/>
                  </a:lnTo>
                  <a:lnTo>
                    <a:pt x="2934" y="6"/>
                  </a:lnTo>
                  <a:lnTo>
                    <a:pt x="2954" y="9"/>
                  </a:lnTo>
                  <a:lnTo>
                    <a:pt x="2975" y="13"/>
                  </a:lnTo>
                  <a:lnTo>
                    <a:pt x="2993" y="19"/>
                  </a:lnTo>
                  <a:lnTo>
                    <a:pt x="3013" y="26"/>
                  </a:lnTo>
                  <a:lnTo>
                    <a:pt x="3031" y="33"/>
                  </a:lnTo>
                  <a:lnTo>
                    <a:pt x="3049" y="40"/>
                  </a:lnTo>
                  <a:lnTo>
                    <a:pt x="3067" y="50"/>
                  </a:lnTo>
                  <a:lnTo>
                    <a:pt x="3084" y="60"/>
                  </a:lnTo>
                  <a:lnTo>
                    <a:pt x="3101" y="70"/>
                  </a:lnTo>
                  <a:lnTo>
                    <a:pt x="3117" y="82"/>
                  </a:lnTo>
                  <a:lnTo>
                    <a:pt x="3131" y="93"/>
                  </a:lnTo>
                  <a:lnTo>
                    <a:pt x="3147" y="106"/>
                  </a:lnTo>
                  <a:lnTo>
                    <a:pt x="3160" y="121"/>
                  </a:lnTo>
                  <a:lnTo>
                    <a:pt x="3175" y="134"/>
                  </a:lnTo>
                  <a:lnTo>
                    <a:pt x="3187" y="150"/>
                  </a:lnTo>
                  <a:lnTo>
                    <a:pt x="3199" y="164"/>
                  </a:lnTo>
                  <a:lnTo>
                    <a:pt x="3211" y="180"/>
                  </a:lnTo>
                  <a:lnTo>
                    <a:pt x="3221" y="197"/>
                  </a:lnTo>
                  <a:lnTo>
                    <a:pt x="3231" y="214"/>
                  </a:lnTo>
                  <a:lnTo>
                    <a:pt x="3241" y="232"/>
                  </a:lnTo>
                  <a:lnTo>
                    <a:pt x="3248" y="250"/>
                  </a:lnTo>
                  <a:lnTo>
                    <a:pt x="3255" y="268"/>
                  </a:lnTo>
                  <a:lnTo>
                    <a:pt x="3262" y="288"/>
                  </a:lnTo>
                  <a:lnTo>
                    <a:pt x="3268" y="306"/>
                  </a:lnTo>
                  <a:lnTo>
                    <a:pt x="3272" y="327"/>
                  </a:lnTo>
                  <a:lnTo>
                    <a:pt x="3275" y="347"/>
                  </a:lnTo>
                  <a:lnTo>
                    <a:pt x="3278" y="367"/>
                  </a:lnTo>
                  <a:lnTo>
                    <a:pt x="3280" y="387"/>
                  </a:lnTo>
                  <a:lnTo>
                    <a:pt x="3280" y="409"/>
                  </a:lnTo>
                  <a:lnTo>
                    <a:pt x="3280" y="398"/>
                  </a:lnTo>
                  <a:lnTo>
                    <a:pt x="3280" y="420"/>
                  </a:lnTo>
                  <a:lnTo>
                    <a:pt x="3278" y="440"/>
                  </a:lnTo>
                  <a:lnTo>
                    <a:pt x="3275" y="460"/>
                  </a:lnTo>
                  <a:lnTo>
                    <a:pt x="3272" y="480"/>
                  </a:lnTo>
                  <a:lnTo>
                    <a:pt x="3268" y="501"/>
                  </a:lnTo>
                  <a:lnTo>
                    <a:pt x="3262" y="519"/>
                  </a:lnTo>
                  <a:lnTo>
                    <a:pt x="3255" y="539"/>
                  </a:lnTo>
                  <a:lnTo>
                    <a:pt x="3248" y="557"/>
                  </a:lnTo>
                  <a:lnTo>
                    <a:pt x="3241" y="575"/>
                  </a:lnTo>
                  <a:lnTo>
                    <a:pt x="3231" y="593"/>
                  </a:lnTo>
                  <a:lnTo>
                    <a:pt x="3221" y="610"/>
                  </a:lnTo>
                  <a:lnTo>
                    <a:pt x="3211" y="627"/>
                  </a:lnTo>
                  <a:lnTo>
                    <a:pt x="3199" y="643"/>
                  </a:lnTo>
                  <a:lnTo>
                    <a:pt x="3187" y="657"/>
                  </a:lnTo>
                  <a:lnTo>
                    <a:pt x="3175" y="673"/>
                  </a:lnTo>
                  <a:lnTo>
                    <a:pt x="3160" y="686"/>
                  </a:lnTo>
                  <a:lnTo>
                    <a:pt x="3147" y="701"/>
                  </a:lnTo>
                  <a:lnTo>
                    <a:pt x="3131" y="714"/>
                  </a:lnTo>
                  <a:lnTo>
                    <a:pt x="3117" y="725"/>
                  </a:lnTo>
                  <a:lnTo>
                    <a:pt x="3101" y="737"/>
                  </a:lnTo>
                  <a:lnTo>
                    <a:pt x="3084" y="747"/>
                  </a:lnTo>
                  <a:lnTo>
                    <a:pt x="3067" y="757"/>
                  </a:lnTo>
                  <a:lnTo>
                    <a:pt x="3049" y="767"/>
                  </a:lnTo>
                  <a:lnTo>
                    <a:pt x="3031" y="774"/>
                  </a:lnTo>
                  <a:lnTo>
                    <a:pt x="3013" y="781"/>
                  </a:lnTo>
                  <a:lnTo>
                    <a:pt x="2993" y="788"/>
                  </a:lnTo>
                  <a:lnTo>
                    <a:pt x="2975" y="794"/>
                  </a:lnTo>
                  <a:lnTo>
                    <a:pt x="2954" y="798"/>
                  </a:lnTo>
                  <a:lnTo>
                    <a:pt x="2934" y="801"/>
                  </a:lnTo>
                  <a:lnTo>
                    <a:pt x="2914" y="804"/>
                  </a:lnTo>
                  <a:lnTo>
                    <a:pt x="2894" y="806"/>
                  </a:lnTo>
                  <a:lnTo>
                    <a:pt x="2872" y="806"/>
                  </a:lnTo>
                  <a:lnTo>
                    <a:pt x="408" y="806"/>
                  </a:lnTo>
                  <a:lnTo>
                    <a:pt x="387" y="806"/>
                  </a:lnTo>
                  <a:lnTo>
                    <a:pt x="367" y="804"/>
                  </a:lnTo>
                  <a:lnTo>
                    <a:pt x="347" y="801"/>
                  </a:lnTo>
                  <a:lnTo>
                    <a:pt x="326" y="798"/>
                  </a:lnTo>
                  <a:lnTo>
                    <a:pt x="306" y="794"/>
                  </a:lnTo>
                  <a:lnTo>
                    <a:pt x="288" y="788"/>
                  </a:lnTo>
                  <a:lnTo>
                    <a:pt x="267" y="781"/>
                  </a:lnTo>
                  <a:lnTo>
                    <a:pt x="250" y="774"/>
                  </a:lnTo>
                  <a:lnTo>
                    <a:pt x="231" y="767"/>
                  </a:lnTo>
                  <a:lnTo>
                    <a:pt x="214" y="757"/>
                  </a:lnTo>
                  <a:lnTo>
                    <a:pt x="197" y="747"/>
                  </a:lnTo>
                  <a:lnTo>
                    <a:pt x="180" y="737"/>
                  </a:lnTo>
                  <a:lnTo>
                    <a:pt x="164" y="725"/>
                  </a:lnTo>
                  <a:lnTo>
                    <a:pt x="149" y="714"/>
                  </a:lnTo>
                  <a:lnTo>
                    <a:pt x="134" y="701"/>
                  </a:lnTo>
                  <a:lnTo>
                    <a:pt x="119" y="686"/>
                  </a:lnTo>
                  <a:lnTo>
                    <a:pt x="106" y="673"/>
                  </a:lnTo>
                  <a:lnTo>
                    <a:pt x="93" y="657"/>
                  </a:lnTo>
                  <a:lnTo>
                    <a:pt x="82" y="643"/>
                  </a:lnTo>
                  <a:lnTo>
                    <a:pt x="70" y="627"/>
                  </a:lnTo>
                  <a:lnTo>
                    <a:pt x="60" y="610"/>
                  </a:lnTo>
                  <a:lnTo>
                    <a:pt x="50" y="593"/>
                  </a:lnTo>
                  <a:lnTo>
                    <a:pt x="40" y="575"/>
                  </a:lnTo>
                  <a:lnTo>
                    <a:pt x="33" y="557"/>
                  </a:lnTo>
                  <a:lnTo>
                    <a:pt x="26" y="539"/>
                  </a:lnTo>
                  <a:lnTo>
                    <a:pt x="19" y="519"/>
                  </a:lnTo>
                  <a:lnTo>
                    <a:pt x="13" y="501"/>
                  </a:lnTo>
                  <a:lnTo>
                    <a:pt x="9" y="480"/>
                  </a:lnTo>
                  <a:lnTo>
                    <a:pt x="6" y="460"/>
                  </a:lnTo>
                  <a:lnTo>
                    <a:pt x="3" y="440"/>
                  </a:lnTo>
                  <a:lnTo>
                    <a:pt x="1" y="420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4" name="Rectangle 25">
              <a:extLst>
                <a:ext uri="{FF2B5EF4-FFF2-40B4-BE49-F238E27FC236}">
                  <a16:creationId xmlns:a16="http://schemas.microsoft.com/office/drawing/2014/main" id="{AB3705AD-C1A1-4AE9-B1AA-8AF301B87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275" y="4816544"/>
              <a:ext cx="145256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Conditional outputs </a:t>
              </a:r>
            </a:p>
          </p:txBody>
        </p:sp>
        <p:sp>
          <p:nvSpPr>
            <p:cNvPr id="45085" name="Freeform 26">
              <a:extLst>
                <a:ext uri="{FF2B5EF4-FFF2-40B4-BE49-F238E27FC236}">
                  <a16:creationId xmlns:a16="http://schemas.microsoft.com/office/drawing/2014/main" id="{8BE40293-ECD9-4ADE-8D6F-0A5B9EE7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4522856"/>
              <a:ext cx="46038" cy="138113"/>
            </a:xfrm>
            <a:custGeom>
              <a:avLst/>
              <a:gdLst>
                <a:gd name="T0" fmla="*/ 0 w 57"/>
                <a:gd name="T1" fmla="*/ 0 h 172"/>
                <a:gd name="T2" fmla="*/ 2147483646 w 57"/>
                <a:gd name="T3" fmla="*/ 2147483646 h 172"/>
                <a:gd name="T4" fmla="*/ 2147483646 w 57"/>
                <a:gd name="T5" fmla="*/ 0 h 172"/>
                <a:gd name="T6" fmla="*/ 2147483646 w 57"/>
                <a:gd name="T7" fmla="*/ 0 h 172"/>
                <a:gd name="T8" fmla="*/ 0 w 57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2"/>
                <a:gd name="T17" fmla="*/ 57 w 57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2">
                  <a:moveTo>
                    <a:pt x="0" y="0"/>
                  </a:moveTo>
                  <a:lnTo>
                    <a:pt x="29" y="172"/>
                  </a:lnTo>
                  <a:lnTo>
                    <a:pt x="57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6" name="Line 27">
              <a:extLst>
                <a:ext uri="{FF2B5EF4-FFF2-40B4-BE49-F238E27FC236}">
                  <a16:creationId xmlns:a16="http://schemas.microsoft.com/office/drawing/2014/main" id="{AFC586C9-4266-4418-BF28-CB20BEB7F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2813" y="4043431"/>
              <a:ext cx="1587" cy="479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7" name="Freeform 28">
              <a:extLst>
                <a:ext uri="{FF2B5EF4-FFF2-40B4-BE49-F238E27FC236}">
                  <a16:creationId xmlns:a16="http://schemas.microsoft.com/office/drawing/2014/main" id="{11FB7F37-BFAC-4ECF-A1E2-0FDAABED3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5824606"/>
              <a:ext cx="46038" cy="138113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9" y="173"/>
                  </a:lnTo>
                  <a:lnTo>
                    <a:pt x="57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8" name="Line 29">
              <a:extLst>
                <a:ext uri="{FF2B5EF4-FFF2-40B4-BE49-F238E27FC236}">
                  <a16:creationId xmlns:a16="http://schemas.microsoft.com/office/drawing/2014/main" id="{151D5731-7F87-46AB-9A51-2E054FD27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2813" y="5345181"/>
              <a:ext cx="1587" cy="479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089" name="Rectangle 30">
              <a:extLst>
                <a:ext uri="{FF2B5EF4-FFF2-40B4-BE49-F238E27FC236}">
                  <a16:creationId xmlns:a16="http://schemas.microsoft.com/office/drawing/2014/main" id="{048C5ADB-79A7-4CF3-ACDA-50D9E01BB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638" y="5032444"/>
              <a:ext cx="1709737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or actions (Mealy type) </a:t>
              </a:r>
            </a:p>
          </p:txBody>
        </p:sp>
      </p:grpSp>
      <p:sp>
        <p:nvSpPr>
          <p:cNvPr id="45078" name="Rectangle 31">
            <a:extLst>
              <a:ext uri="{FF2B5EF4-FFF2-40B4-BE49-F238E27FC236}">
                <a16:creationId xmlns:a16="http://schemas.microsoft.com/office/drawing/2014/main" id="{4EAF104C-894F-453A-B663-D0E44C447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463" y="3573463"/>
            <a:ext cx="952500" cy="2127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(a) State box </a:t>
            </a:r>
          </a:p>
        </p:txBody>
      </p:sp>
      <p:sp>
        <p:nvSpPr>
          <p:cNvPr id="45079" name="Rectangle 32">
            <a:extLst>
              <a:ext uri="{FF2B5EF4-FFF2-40B4-BE49-F238E27FC236}">
                <a16:creationId xmlns:a16="http://schemas.microsoft.com/office/drawing/2014/main" id="{0D312B42-9821-4DD7-9039-5A343A16B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038" y="3573463"/>
            <a:ext cx="1195387" cy="2127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(b) Decision box</a:t>
            </a:r>
          </a:p>
        </p:txBody>
      </p:sp>
      <p:sp>
        <p:nvSpPr>
          <p:cNvPr id="45080" name="Rectangle 33">
            <a:extLst>
              <a:ext uri="{FF2B5EF4-FFF2-40B4-BE49-F238E27FC236}">
                <a16:creationId xmlns:a16="http://schemas.microsoft.com/office/drawing/2014/main" id="{BF392764-A5B7-465B-8816-B2B50BCE5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1263" y="6205538"/>
            <a:ext cx="1890712" cy="2127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(c) Conditional output box</a:t>
            </a:r>
          </a:p>
        </p:txBody>
      </p:sp>
      <p:sp>
        <p:nvSpPr>
          <p:cNvPr id="34" name="Title 1">
            <a:extLst>
              <a:ext uri="{FF2B5EF4-FFF2-40B4-BE49-F238E27FC236}">
                <a16:creationId xmlns:a16="http://schemas.microsoft.com/office/drawing/2014/main" id="{3CE9612B-6F54-FD44-9462-9239B7BF41B1}"/>
              </a:ext>
            </a:extLst>
          </p:cNvPr>
          <p:cNvSpPr txBox="1">
            <a:spLocks/>
          </p:cNvSpPr>
          <p:nvPr/>
        </p:nvSpPr>
        <p:spPr bwMode="auto">
          <a:xfrm>
            <a:off x="0" y="33338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Three Elements used in ASM charts</a:t>
            </a:r>
          </a:p>
        </p:txBody>
      </p:sp>
      <p:sp>
        <p:nvSpPr>
          <p:cNvPr id="45082" name="TextBox 125">
            <a:extLst>
              <a:ext uri="{FF2B5EF4-FFF2-40B4-BE49-F238E27FC236}">
                <a16:creationId xmlns:a16="http://schemas.microsoft.com/office/drawing/2014/main" id="{9FCF1ABB-F406-45CE-8E21-64F4B0593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6431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6.81 from the textbook ]</a:t>
            </a:r>
          </a:p>
        </p:txBody>
      </p:sp>
    </p:spTree>
    <p:extLst>
      <p:ext uri="{BB962C8B-B14F-4D97-AF65-F5344CB8AC3E}">
        <p14:creationId xmlns:p14="http://schemas.microsoft.com/office/powerpoint/2010/main" val="391978516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05" name="Group 1">
            <a:extLst>
              <a:ext uri="{FF2B5EF4-FFF2-40B4-BE49-F238E27FC236}">
                <a16:creationId xmlns:a16="http://schemas.microsoft.com/office/drawing/2014/main" id="{939CC2AB-2540-4838-BDDA-5698A6E90523}"/>
              </a:ext>
            </a:extLst>
          </p:cNvPr>
          <p:cNvGrpSpPr>
            <a:grpSpLocks/>
          </p:cNvGrpSpPr>
          <p:nvPr/>
        </p:nvGrpSpPr>
        <p:grpSpPr bwMode="auto">
          <a:xfrm>
            <a:off x="1228724" y="1027559"/>
            <a:ext cx="2098675" cy="2392362"/>
            <a:chOff x="1222375" y="1109731"/>
            <a:chExt cx="1886320" cy="2216150"/>
          </a:xfrm>
        </p:grpSpPr>
        <p:sp>
          <p:nvSpPr>
            <p:cNvPr id="47108" name="Rectangle 4">
              <a:extLst>
                <a:ext uri="{FF2B5EF4-FFF2-40B4-BE49-F238E27FC236}">
                  <a16:creationId xmlns:a16="http://schemas.microsoft.com/office/drawing/2014/main" id="{3280EF2E-5D9E-4829-8A2B-4C217DF9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550" y="1749494"/>
              <a:ext cx="1622425" cy="9604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109" name="Rectangle 5">
              <a:extLst>
                <a:ext uri="{FF2B5EF4-FFF2-40B4-BE49-F238E27FC236}">
                  <a16:creationId xmlns:a16="http://schemas.microsoft.com/office/drawing/2014/main" id="{8C2846BB-6B43-4F05-B5F3-05A22F071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363" y="1908244"/>
              <a:ext cx="135133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Output signals</a:t>
              </a:r>
            </a:p>
          </p:txBody>
        </p:sp>
        <p:sp>
          <p:nvSpPr>
            <p:cNvPr id="47110" name="Rectangle 6">
              <a:extLst>
                <a:ext uri="{FF2B5EF4-FFF2-40B4-BE49-F238E27FC236}">
                  <a16:creationId xmlns:a16="http://schemas.microsoft.com/office/drawing/2014/main" id="{EB4184D7-DADB-4E0A-8C54-49855B425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2625" y="2147956"/>
              <a:ext cx="92653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or actions</a:t>
              </a:r>
            </a:p>
          </p:txBody>
        </p:sp>
        <p:sp>
          <p:nvSpPr>
            <p:cNvPr id="47111" name="Freeform 7">
              <a:extLst>
                <a:ext uri="{FF2B5EF4-FFF2-40B4-BE49-F238E27FC236}">
                  <a16:creationId xmlns:a16="http://schemas.microsoft.com/office/drawing/2014/main" id="{0F0D5480-42D3-4F8C-82D3-22A788E9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838" y="1566931"/>
              <a:ext cx="68262" cy="138113"/>
            </a:xfrm>
            <a:custGeom>
              <a:avLst/>
              <a:gdLst>
                <a:gd name="T0" fmla="*/ 0 w 86"/>
                <a:gd name="T1" fmla="*/ 0 h 173"/>
                <a:gd name="T2" fmla="*/ 2147483646 w 86"/>
                <a:gd name="T3" fmla="*/ 2147483646 h 173"/>
                <a:gd name="T4" fmla="*/ 2147483646 w 86"/>
                <a:gd name="T5" fmla="*/ 0 h 173"/>
                <a:gd name="T6" fmla="*/ 2147483646 w 86"/>
                <a:gd name="T7" fmla="*/ 0 h 173"/>
                <a:gd name="T8" fmla="*/ 0 w 86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3"/>
                <a:gd name="T17" fmla="*/ 86 w 86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3">
                  <a:moveTo>
                    <a:pt x="0" y="0"/>
                  </a:moveTo>
                  <a:lnTo>
                    <a:pt x="57" y="173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2" name="Line 8">
              <a:extLst>
                <a:ext uri="{FF2B5EF4-FFF2-40B4-BE49-F238E27FC236}">
                  <a16:creationId xmlns:a16="http://schemas.microsoft.com/office/drawing/2014/main" id="{D124615B-4D67-4CD0-85F7-AC6B799707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1875" y="1109731"/>
              <a:ext cx="1588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3" name="Freeform 9">
              <a:extLst>
                <a:ext uri="{FF2B5EF4-FFF2-40B4-BE49-F238E27FC236}">
                  <a16:creationId xmlns:a16="http://schemas.microsoft.com/office/drawing/2014/main" id="{0F41B319-4032-4E4D-9E19-E2AFAB64E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838" y="3189356"/>
              <a:ext cx="68262" cy="136525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57" y="172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4" name="Line 10">
              <a:extLst>
                <a:ext uri="{FF2B5EF4-FFF2-40B4-BE49-F238E27FC236}">
                  <a16:creationId xmlns:a16="http://schemas.microsoft.com/office/drawing/2014/main" id="{FA23EA55-0E4D-49A0-8276-821770188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1875" y="2709931"/>
              <a:ext cx="1588" cy="479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115" name="Rectangle 11">
              <a:extLst>
                <a:ext uri="{FF2B5EF4-FFF2-40B4-BE49-F238E27FC236}">
                  <a16:creationId xmlns:a16="http://schemas.microsoft.com/office/drawing/2014/main" id="{D1F821E3-5A2B-4F8A-B731-CC3F43827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750" y="2387669"/>
              <a:ext cx="124572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(Moore type)</a:t>
              </a:r>
            </a:p>
          </p:txBody>
        </p:sp>
        <p:sp>
          <p:nvSpPr>
            <p:cNvPr id="47116" name="Rectangle 13">
              <a:extLst>
                <a:ext uri="{FF2B5EF4-FFF2-40B4-BE49-F238E27FC236}">
                  <a16:creationId xmlns:a16="http://schemas.microsoft.com/office/drawing/2014/main" id="{5DCB5E24-E68C-402A-85D4-AFD71F824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375" y="1324044"/>
              <a:ext cx="106336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State name</a:t>
              </a:r>
            </a:p>
          </p:txBody>
        </p:sp>
      </p:grpSp>
      <p:sp>
        <p:nvSpPr>
          <p:cNvPr id="34" name="Title 1">
            <a:extLst>
              <a:ext uri="{FF2B5EF4-FFF2-40B4-BE49-F238E27FC236}">
                <a16:creationId xmlns:a16="http://schemas.microsoft.com/office/drawing/2014/main" id="{35C5074A-D073-4441-B627-4FB0217D075A}"/>
              </a:ext>
            </a:extLst>
          </p:cNvPr>
          <p:cNvSpPr txBox="1">
            <a:spLocks/>
          </p:cNvSpPr>
          <p:nvPr/>
        </p:nvSpPr>
        <p:spPr bwMode="auto">
          <a:xfrm>
            <a:off x="0" y="33338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Box</a:t>
            </a:r>
          </a:p>
        </p:txBody>
      </p:sp>
      <p:sp>
        <p:nvSpPr>
          <p:cNvPr id="47107" name="Rectangle 3">
            <a:extLst>
              <a:ext uri="{FF2B5EF4-FFF2-40B4-BE49-F238E27FC236}">
                <a16:creationId xmlns:a16="http://schemas.microsoft.com/office/drawing/2014/main" id="{F73DB325-0599-4F32-A361-80BE2ED60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3" y="4017727"/>
            <a:ext cx="8305800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Indicated with a rectangle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Equivalent to a node in the State diagram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The name of the state is written outside the box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Moore-type outputs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are written inside the box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Only the output that must be set to 1 is written        (by default, if an output is not listed it is set to 0)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47D8204-7E04-47A1-A6ED-E29389FAB22F}"/>
                  </a:ext>
                </a:extLst>
              </p14:cNvPr>
              <p14:cNvContentPartPr/>
              <p14:nvPr/>
            </p14:nvContentPartPr>
            <p14:xfrm>
              <a:off x="4904280" y="127800"/>
              <a:ext cx="3394080" cy="37904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47D8204-7E04-47A1-A6ED-E29389FAB22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894920" y="118440"/>
                <a:ext cx="3412800" cy="38091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1">
            <a:extLst>
              <a:ext uri="{FF2B5EF4-FFF2-40B4-BE49-F238E27FC236}">
                <a16:creationId xmlns:a16="http://schemas.microsoft.com/office/drawing/2014/main" id="{4ECB7D92-9349-2C4A-B01C-CC2456A5E29A}"/>
              </a:ext>
            </a:extLst>
          </p:cNvPr>
          <p:cNvSpPr txBox="1">
            <a:spLocks/>
          </p:cNvSpPr>
          <p:nvPr/>
        </p:nvSpPr>
        <p:spPr bwMode="auto">
          <a:xfrm>
            <a:off x="0" y="33338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Decision Box</a:t>
            </a:r>
          </a:p>
        </p:txBody>
      </p:sp>
      <p:sp>
        <p:nvSpPr>
          <p:cNvPr id="49154" name="Rectangle 3">
            <a:extLst>
              <a:ext uri="{FF2B5EF4-FFF2-40B4-BE49-F238E27FC236}">
                <a16:creationId xmlns:a16="http://schemas.microsoft.com/office/drawing/2014/main" id="{E06D51DD-B1CE-4C7E-8810-9FEA8A2FF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063" y="3933825"/>
            <a:ext cx="8774112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Indicated with a diamond shape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Used for a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condition expression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 that must be tested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The exit path is chosen based on the outcome of the test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The condition is on one or more inputs to the FSM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Wingdings" panose="05000000000000000000" pitchFamily="2" charset="2"/>
              </a:rPr>
              <a:t>Shortcut notation: w means “is w equal to 1?”</a:t>
            </a:r>
          </a:p>
        </p:txBody>
      </p:sp>
      <p:grpSp>
        <p:nvGrpSpPr>
          <p:cNvPr id="49155" name="Group 2">
            <a:extLst>
              <a:ext uri="{FF2B5EF4-FFF2-40B4-BE49-F238E27FC236}">
                <a16:creationId xmlns:a16="http://schemas.microsoft.com/office/drawing/2014/main" id="{889A0AA5-B936-4546-AB32-246090023B3A}"/>
              </a:ext>
            </a:extLst>
          </p:cNvPr>
          <p:cNvGrpSpPr>
            <a:grpSpLocks/>
          </p:cNvGrpSpPr>
          <p:nvPr/>
        </p:nvGrpSpPr>
        <p:grpSpPr bwMode="auto">
          <a:xfrm>
            <a:off x="246063" y="937948"/>
            <a:ext cx="4132262" cy="2590800"/>
            <a:chOff x="4597400" y="1109731"/>
            <a:chExt cx="3629827" cy="1897063"/>
          </a:xfrm>
        </p:grpSpPr>
        <p:sp>
          <p:nvSpPr>
            <p:cNvPr id="49156" name="Freeform 12">
              <a:extLst>
                <a:ext uri="{FF2B5EF4-FFF2-40B4-BE49-F238E27FC236}">
                  <a16:creationId xmlns:a16="http://schemas.microsoft.com/office/drawing/2014/main" id="{54096E2E-24D7-43C6-8246-1F139106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575" y="1749494"/>
              <a:ext cx="1939925" cy="960437"/>
            </a:xfrm>
            <a:custGeom>
              <a:avLst/>
              <a:gdLst>
                <a:gd name="T0" fmla="*/ 2147483646 w 2446"/>
                <a:gd name="T1" fmla="*/ 2147483646 h 1208"/>
                <a:gd name="T2" fmla="*/ 2147483646 w 2446"/>
                <a:gd name="T3" fmla="*/ 2147483646 h 1208"/>
                <a:gd name="T4" fmla="*/ 0 w 2446"/>
                <a:gd name="T5" fmla="*/ 2147483646 h 1208"/>
                <a:gd name="T6" fmla="*/ 2147483646 w 2446"/>
                <a:gd name="T7" fmla="*/ 0 h 1208"/>
                <a:gd name="T8" fmla="*/ 2147483646 w 2446"/>
                <a:gd name="T9" fmla="*/ 2147483646 h 1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46"/>
                <a:gd name="T16" fmla="*/ 0 h 1208"/>
                <a:gd name="T17" fmla="*/ 2446 w 2446"/>
                <a:gd name="T18" fmla="*/ 1208 h 12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46" h="1208">
                  <a:moveTo>
                    <a:pt x="2446" y="604"/>
                  </a:moveTo>
                  <a:lnTo>
                    <a:pt x="1237" y="1208"/>
                  </a:lnTo>
                  <a:lnTo>
                    <a:pt x="0" y="604"/>
                  </a:lnTo>
                  <a:lnTo>
                    <a:pt x="1237" y="0"/>
                  </a:lnTo>
                  <a:lnTo>
                    <a:pt x="2446" y="604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57" name="Rectangle 14">
              <a:extLst>
                <a:ext uri="{FF2B5EF4-FFF2-40B4-BE49-F238E27FC236}">
                  <a16:creationId xmlns:a16="http://schemas.microsoft.com/office/drawing/2014/main" id="{AB53A702-1707-431E-B3F7-8E8C7FF9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638" y="2033656"/>
              <a:ext cx="96821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Condition </a:t>
              </a:r>
            </a:p>
          </p:txBody>
        </p:sp>
        <p:sp>
          <p:nvSpPr>
            <p:cNvPr id="49158" name="Freeform 15">
              <a:extLst>
                <a:ext uri="{FF2B5EF4-FFF2-40B4-BE49-F238E27FC236}">
                  <a16:creationId xmlns:a16="http://schemas.microsoft.com/office/drawing/2014/main" id="{CE7273B5-3994-4E4F-B60E-42EFFA64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566931"/>
              <a:ext cx="69850" cy="138113"/>
            </a:xfrm>
            <a:custGeom>
              <a:avLst/>
              <a:gdLst>
                <a:gd name="T0" fmla="*/ 0 w 86"/>
                <a:gd name="T1" fmla="*/ 0 h 173"/>
                <a:gd name="T2" fmla="*/ 2147483646 w 86"/>
                <a:gd name="T3" fmla="*/ 2147483646 h 173"/>
                <a:gd name="T4" fmla="*/ 2147483646 w 86"/>
                <a:gd name="T5" fmla="*/ 0 h 173"/>
                <a:gd name="T6" fmla="*/ 2147483646 w 86"/>
                <a:gd name="T7" fmla="*/ 0 h 173"/>
                <a:gd name="T8" fmla="*/ 0 w 86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3"/>
                <a:gd name="T17" fmla="*/ 86 w 86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3">
                  <a:moveTo>
                    <a:pt x="0" y="0"/>
                  </a:moveTo>
                  <a:lnTo>
                    <a:pt x="57" y="173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59" name="Line 16">
              <a:extLst>
                <a:ext uri="{FF2B5EF4-FFF2-40B4-BE49-F238E27FC236}">
                  <a16:creationId xmlns:a16="http://schemas.microsoft.com/office/drawing/2014/main" id="{892D2909-827C-4538-A1D6-416922D73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3650" y="1109731"/>
              <a:ext cx="1588" cy="457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0" name="Freeform 17">
              <a:extLst>
                <a:ext uri="{FF2B5EF4-FFF2-40B4-BE49-F238E27FC236}">
                  <a16:creationId xmlns:a16="http://schemas.microsoft.com/office/drawing/2014/main" id="{C35A859E-1B3F-41B2-8698-D795C4F0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5" y="2868681"/>
              <a:ext cx="46038" cy="138113"/>
            </a:xfrm>
            <a:custGeom>
              <a:avLst/>
              <a:gdLst>
                <a:gd name="T0" fmla="*/ 0 w 57"/>
                <a:gd name="T1" fmla="*/ 0 h 172"/>
                <a:gd name="T2" fmla="*/ 2147483646 w 57"/>
                <a:gd name="T3" fmla="*/ 2147483646 h 172"/>
                <a:gd name="T4" fmla="*/ 2147483646 w 57"/>
                <a:gd name="T5" fmla="*/ 0 h 172"/>
                <a:gd name="T6" fmla="*/ 2147483646 w 57"/>
                <a:gd name="T7" fmla="*/ 0 h 172"/>
                <a:gd name="T8" fmla="*/ 0 w 57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2"/>
                <a:gd name="T17" fmla="*/ 57 w 57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2">
                  <a:moveTo>
                    <a:pt x="0" y="0"/>
                  </a:moveTo>
                  <a:lnTo>
                    <a:pt x="28" y="172"/>
                  </a:lnTo>
                  <a:lnTo>
                    <a:pt x="57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1" name="Freeform 18">
              <a:extLst>
                <a:ext uri="{FF2B5EF4-FFF2-40B4-BE49-F238E27FC236}">
                  <a16:creationId xmlns:a16="http://schemas.microsoft.com/office/drawing/2014/main" id="{04B89D97-776B-4209-98A6-E7FA938F8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900" y="2228919"/>
              <a:ext cx="320675" cy="639762"/>
            </a:xfrm>
            <a:custGeom>
              <a:avLst/>
              <a:gdLst>
                <a:gd name="T0" fmla="*/ 0 w 403"/>
                <a:gd name="T1" fmla="*/ 2147483646 h 806"/>
                <a:gd name="T2" fmla="*/ 0 w 403"/>
                <a:gd name="T3" fmla="*/ 0 h 806"/>
                <a:gd name="T4" fmla="*/ 2147483646 w 403"/>
                <a:gd name="T5" fmla="*/ 0 h 806"/>
                <a:gd name="T6" fmla="*/ 0 60000 65536"/>
                <a:gd name="T7" fmla="*/ 0 60000 65536"/>
                <a:gd name="T8" fmla="*/ 0 60000 65536"/>
                <a:gd name="T9" fmla="*/ 0 w 403"/>
                <a:gd name="T10" fmla="*/ 0 h 806"/>
                <a:gd name="T11" fmla="*/ 403 w 403"/>
                <a:gd name="T12" fmla="*/ 806 h 8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806">
                  <a:moveTo>
                    <a:pt x="0" y="806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2" name="Freeform 19">
              <a:extLst>
                <a:ext uri="{FF2B5EF4-FFF2-40B4-BE49-F238E27FC236}">
                  <a16:creationId xmlns:a16="http://schemas.microsoft.com/office/drawing/2014/main" id="{C4FAFDF3-4E29-4E71-8BED-24F7725C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363" y="2868681"/>
              <a:ext cx="68262" cy="138113"/>
            </a:xfrm>
            <a:custGeom>
              <a:avLst/>
              <a:gdLst>
                <a:gd name="T0" fmla="*/ 0 w 86"/>
                <a:gd name="T1" fmla="*/ 0 h 172"/>
                <a:gd name="T2" fmla="*/ 2147483646 w 86"/>
                <a:gd name="T3" fmla="*/ 2147483646 h 172"/>
                <a:gd name="T4" fmla="*/ 2147483646 w 86"/>
                <a:gd name="T5" fmla="*/ 0 h 172"/>
                <a:gd name="T6" fmla="*/ 2147483646 w 86"/>
                <a:gd name="T7" fmla="*/ 0 h 172"/>
                <a:gd name="T8" fmla="*/ 0 w 8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72"/>
                <a:gd name="T17" fmla="*/ 86 w 86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72">
                  <a:moveTo>
                    <a:pt x="0" y="0"/>
                  </a:moveTo>
                  <a:lnTo>
                    <a:pt x="28" y="172"/>
                  </a:lnTo>
                  <a:lnTo>
                    <a:pt x="86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3" name="Freeform 20">
              <a:extLst>
                <a:ext uri="{FF2B5EF4-FFF2-40B4-BE49-F238E27FC236}">
                  <a16:creationId xmlns:a16="http://schemas.microsoft.com/office/drawing/2014/main" id="{54657619-124D-4234-ADB9-C55298D3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0" y="2228919"/>
              <a:ext cx="320675" cy="639762"/>
            </a:xfrm>
            <a:custGeom>
              <a:avLst/>
              <a:gdLst>
                <a:gd name="T0" fmla="*/ 2147483646 w 402"/>
                <a:gd name="T1" fmla="*/ 2147483646 h 806"/>
                <a:gd name="T2" fmla="*/ 2147483646 w 402"/>
                <a:gd name="T3" fmla="*/ 0 h 806"/>
                <a:gd name="T4" fmla="*/ 0 w 402"/>
                <a:gd name="T5" fmla="*/ 0 h 806"/>
                <a:gd name="T6" fmla="*/ 0 60000 65536"/>
                <a:gd name="T7" fmla="*/ 0 60000 65536"/>
                <a:gd name="T8" fmla="*/ 0 60000 65536"/>
                <a:gd name="T9" fmla="*/ 0 w 402"/>
                <a:gd name="T10" fmla="*/ 0 h 806"/>
                <a:gd name="T11" fmla="*/ 402 w 402"/>
                <a:gd name="T12" fmla="*/ 806 h 8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2" h="806">
                  <a:moveTo>
                    <a:pt x="402" y="806"/>
                  </a:moveTo>
                  <a:lnTo>
                    <a:pt x="402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164" name="Rectangle 21">
              <a:extLst>
                <a:ext uri="{FF2B5EF4-FFF2-40B4-BE49-F238E27FC236}">
                  <a16:creationId xmlns:a16="http://schemas.microsoft.com/office/drawing/2014/main" id="{501F3E57-BD8B-47BC-8182-23588E639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1063" y="2238444"/>
              <a:ext cx="100181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expression</a:t>
              </a:r>
            </a:p>
          </p:txBody>
        </p:sp>
        <p:sp>
          <p:nvSpPr>
            <p:cNvPr id="49165" name="Rectangle 22">
              <a:extLst>
                <a:ext uri="{FF2B5EF4-FFF2-40B4-BE49-F238E27FC236}">
                  <a16:creationId xmlns:a16="http://schemas.microsoft.com/office/drawing/2014/main" id="{EA3C5AC3-7563-45A3-B561-57102DA55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400" y="1949519"/>
              <a:ext cx="83215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0 (False) </a:t>
              </a:r>
            </a:p>
          </p:txBody>
        </p:sp>
        <p:sp>
          <p:nvSpPr>
            <p:cNvPr id="49166" name="Rectangle 24">
              <a:extLst>
                <a:ext uri="{FF2B5EF4-FFF2-40B4-BE49-F238E27FC236}">
                  <a16:creationId xmlns:a16="http://schemas.microsoft.com/office/drawing/2014/main" id="{07C06083-8850-4439-A4EF-56A4C15B0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952694"/>
              <a:ext cx="7262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 (True)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C43FA7-788B-4907-B58D-A7FA11DD3DFC}"/>
                  </a:ext>
                </a:extLst>
              </p14:cNvPr>
              <p14:cNvContentPartPr/>
              <p14:nvPr/>
            </p14:nvContentPartPr>
            <p14:xfrm>
              <a:off x="5384520" y="793440"/>
              <a:ext cx="3652200" cy="31352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C43FA7-788B-4907-B58D-A7FA11DD3DF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75160" y="784080"/>
                <a:ext cx="3670920" cy="31539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1">
            <a:extLst>
              <a:ext uri="{FF2B5EF4-FFF2-40B4-BE49-F238E27FC236}">
                <a16:creationId xmlns:a16="http://schemas.microsoft.com/office/drawing/2014/main" id="{20E3E843-ABB0-8C46-ACCB-0B161F44A832}"/>
              </a:ext>
            </a:extLst>
          </p:cNvPr>
          <p:cNvSpPr txBox="1">
            <a:spLocks/>
          </p:cNvSpPr>
          <p:nvPr/>
        </p:nvSpPr>
        <p:spPr bwMode="auto">
          <a:xfrm>
            <a:off x="0" y="33338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Conditional Output Box</a:t>
            </a:r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id="{304F3EFD-C4D1-8146-BFA3-F76D67999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063" y="3933825"/>
            <a:ext cx="8774112" cy="2590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MS PGothic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charset="0"/>
              <a:buChar char="§"/>
              <a:defRPr sz="2000" b="1">
                <a:solidFill>
                  <a:schemeClr val="tx1"/>
                </a:solidFill>
                <a:latin typeface="+mn-lt"/>
                <a:ea typeface="MS PGothic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MS PGothic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MS PGothic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MS PGothic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Indicated with an oval shape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sym typeface="Wingdings"/>
              </a:rPr>
              <a:t>Used for a 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/>
                <a:sym typeface="Wingdings"/>
              </a:rPr>
              <a:t>Mealy-type output signals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sym typeface="Wingdings"/>
              </a:rPr>
              <a:t>The outputs depend on the state variables and inputs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  <a:sym typeface="Wingdings"/>
              </a:rPr>
              <a:t>The condition that determines when such outputs are generated is placed in a separate decision box</a:t>
            </a:r>
          </a:p>
        </p:txBody>
      </p:sp>
      <p:sp>
        <p:nvSpPr>
          <p:cNvPr id="50179" name="TextBox 125">
            <a:extLst>
              <a:ext uri="{FF2B5EF4-FFF2-40B4-BE49-F238E27FC236}">
                <a16:creationId xmlns:a16="http://schemas.microsoft.com/office/drawing/2014/main" id="{240B526F-E74B-4BAB-8F3A-12BB1068C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1600" y="6477000"/>
            <a:ext cx="26431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6.81c from the textbook ]</a:t>
            </a:r>
          </a:p>
        </p:txBody>
      </p:sp>
      <p:grpSp>
        <p:nvGrpSpPr>
          <p:cNvPr id="50180" name="Group 25">
            <a:extLst>
              <a:ext uri="{FF2B5EF4-FFF2-40B4-BE49-F238E27FC236}">
                <a16:creationId xmlns:a16="http://schemas.microsoft.com/office/drawing/2014/main" id="{2DCDA2B2-E0C3-4056-9C92-91B32243EE5D}"/>
              </a:ext>
            </a:extLst>
          </p:cNvPr>
          <p:cNvGrpSpPr>
            <a:grpSpLocks/>
          </p:cNvGrpSpPr>
          <p:nvPr/>
        </p:nvGrpSpPr>
        <p:grpSpPr bwMode="auto">
          <a:xfrm>
            <a:off x="518583" y="1252538"/>
            <a:ext cx="3054350" cy="2147887"/>
            <a:chOff x="3421063" y="4043431"/>
            <a:chExt cx="2634543" cy="1919288"/>
          </a:xfrm>
        </p:grpSpPr>
        <p:sp>
          <p:nvSpPr>
            <p:cNvPr id="50181" name="Freeform 23">
              <a:extLst>
                <a:ext uri="{FF2B5EF4-FFF2-40B4-BE49-F238E27FC236}">
                  <a16:creationId xmlns:a16="http://schemas.microsoft.com/office/drawing/2014/main" id="{3FDB8AF0-EB90-48BF-A040-E33CE363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063" y="4705419"/>
              <a:ext cx="2603500" cy="639762"/>
            </a:xfrm>
            <a:custGeom>
              <a:avLst/>
              <a:gdLst>
                <a:gd name="T0" fmla="*/ 2147483646 w 3280"/>
                <a:gd name="T1" fmla="*/ 2147483646 h 806"/>
                <a:gd name="T2" fmla="*/ 2147483646 w 3280"/>
                <a:gd name="T3" fmla="*/ 2147483646 h 806"/>
                <a:gd name="T4" fmla="*/ 2147483646 w 3280"/>
                <a:gd name="T5" fmla="*/ 2147483646 h 806"/>
                <a:gd name="T6" fmla="*/ 2147483646 w 3280"/>
                <a:gd name="T7" fmla="*/ 2147483646 h 806"/>
                <a:gd name="T8" fmla="*/ 2147483646 w 3280"/>
                <a:gd name="T9" fmla="*/ 2147483646 h 806"/>
                <a:gd name="T10" fmla="*/ 2147483646 w 3280"/>
                <a:gd name="T11" fmla="*/ 2147483646 h 806"/>
                <a:gd name="T12" fmla="*/ 2147483646 w 3280"/>
                <a:gd name="T13" fmla="*/ 2147483646 h 806"/>
                <a:gd name="T14" fmla="*/ 2147483646 w 3280"/>
                <a:gd name="T15" fmla="*/ 2147483646 h 806"/>
                <a:gd name="T16" fmla="*/ 2147483646 w 3280"/>
                <a:gd name="T17" fmla="*/ 2147483646 h 806"/>
                <a:gd name="T18" fmla="*/ 2147483646 w 3280"/>
                <a:gd name="T19" fmla="*/ 2147483646 h 806"/>
                <a:gd name="T20" fmla="*/ 2147483646 w 3280"/>
                <a:gd name="T21" fmla="*/ 2147483646 h 806"/>
                <a:gd name="T22" fmla="*/ 2147483646 w 3280"/>
                <a:gd name="T23" fmla="*/ 0 h 806"/>
                <a:gd name="T24" fmla="*/ 2147483646 w 3280"/>
                <a:gd name="T25" fmla="*/ 2147483646 h 806"/>
                <a:gd name="T26" fmla="*/ 2147483646 w 3280"/>
                <a:gd name="T27" fmla="*/ 2147483646 h 806"/>
                <a:gd name="T28" fmla="*/ 2147483646 w 3280"/>
                <a:gd name="T29" fmla="*/ 2147483646 h 806"/>
                <a:gd name="T30" fmla="*/ 2147483646 w 3280"/>
                <a:gd name="T31" fmla="*/ 2147483646 h 806"/>
                <a:gd name="T32" fmla="*/ 2147483646 w 3280"/>
                <a:gd name="T33" fmla="*/ 2147483646 h 806"/>
                <a:gd name="T34" fmla="*/ 2147483646 w 3280"/>
                <a:gd name="T35" fmla="*/ 2147483646 h 806"/>
                <a:gd name="T36" fmla="*/ 2147483646 w 3280"/>
                <a:gd name="T37" fmla="*/ 2147483646 h 806"/>
                <a:gd name="T38" fmla="*/ 2147483646 w 3280"/>
                <a:gd name="T39" fmla="*/ 2147483646 h 806"/>
                <a:gd name="T40" fmla="*/ 2147483646 w 3280"/>
                <a:gd name="T41" fmla="*/ 2147483646 h 806"/>
                <a:gd name="T42" fmla="*/ 2147483646 w 3280"/>
                <a:gd name="T43" fmla="*/ 2147483646 h 806"/>
                <a:gd name="T44" fmla="*/ 2147483646 w 3280"/>
                <a:gd name="T45" fmla="*/ 2147483646 h 806"/>
                <a:gd name="T46" fmla="*/ 2147483646 w 3280"/>
                <a:gd name="T47" fmla="*/ 2147483646 h 806"/>
                <a:gd name="T48" fmla="*/ 2147483646 w 3280"/>
                <a:gd name="T49" fmla="*/ 2147483646 h 806"/>
                <a:gd name="T50" fmla="*/ 2147483646 w 3280"/>
                <a:gd name="T51" fmla="*/ 2147483646 h 806"/>
                <a:gd name="T52" fmla="*/ 2147483646 w 3280"/>
                <a:gd name="T53" fmla="*/ 2147483646 h 806"/>
                <a:gd name="T54" fmla="*/ 2147483646 w 3280"/>
                <a:gd name="T55" fmla="*/ 2147483646 h 806"/>
                <a:gd name="T56" fmla="*/ 2147483646 w 3280"/>
                <a:gd name="T57" fmla="*/ 2147483646 h 806"/>
                <a:gd name="T58" fmla="*/ 2147483646 w 3280"/>
                <a:gd name="T59" fmla="*/ 2147483646 h 806"/>
                <a:gd name="T60" fmla="*/ 2147483646 w 3280"/>
                <a:gd name="T61" fmla="*/ 2147483646 h 806"/>
                <a:gd name="T62" fmla="*/ 2147483646 w 3280"/>
                <a:gd name="T63" fmla="*/ 2147483646 h 806"/>
                <a:gd name="T64" fmla="*/ 2147483646 w 3280"/>
                <a:gd name="T65" fmla="*/ 2147483646 h 806"/>
                <a:gd name="T66" fmla="*/ 2147483646 w 3280"/>
                <a:gd name="T67" fmla="*/ 2147483646 h 806"/>
                <a:gd name="T68" fmla="*/ 2147483646 w 3280"/>
                <a:gd name="T69" fmla="*/ 2147483646 h 806"/>
                <a:gd name="T70" fmla="*/ 2147483646 w 3280"/>
                <a:gd name="T71" fmla="*/ 2147483646 h 806"/>
                <a:gd name="T72" fmla="*/ 2147483646 w 3280"/>
                <a:gd name="T73" fmla="*/ 2147483646 h 806"/>
                <a:gd name="T74" fmla="*/ 2147483646 w 3280"/>
                <a:gd name="T75" fmla="*/ 2147483646 h 806"/>
                <a:gd name="T76" fmla="*/ 2147483646 w 3280"/>
                <a:gd name="T77" fmla="*/ 2147483646 h 806"/>
                <a:gd name="T78" fmla="*/ 2147483646 w 3280"/>
                <a:gd name="T79" fmla="*/ 2147483646 h 806"/>
                <a:gd name="T80" fmla="*/ 2147483646 w 3280"/>
                <a:gd name="T81" fmla="*/ 2147483646 h 806"/>
                <a:gd name="T82" fmla="*/ 2147483646 w 3280"/>
                <a:gd name="T83" fmla="*/ 2147483646 h 806"/>
                <a:gd name="T84" fmla="*/ 2147483646 w 3280"/>
                <a:gd name="T85" fmla="*/ 2147483646 h 806"/>
                <a:gd name="T86" fmla="*/ 2147483646 w 3280"/>
                <a:gd name="T87" fmla="*/ 2147483646 h 806"/>
                <a:gd name="T88" fmla="*/ 2147483646 w 3280"/>
                <a:gd name="T89" fmla="*/ 2147483646 h 806"/>
                <a:gd name="T90" fmla="*/ 2147483646 w 3280"/>
                <a:gd name="T91" fmla="*/ 2147483646 h 806"/>
                <a:gd name="T92" fmla="*/ 2147483646 w 3280"/>
                <a:gd name="T93" fmla="*/ 2147483646 h 806"/>
                <a:gd name="T94" fmla="*/ 2147483646 w 3280"/>
                <a:gd name="T95" fmla="*/ 2147483646 h 806"/>
                <a:gd name="T96" fmla="*/ 2147483646 w 3280"/>
                <a:gd name="T97" fmla="*/ 2147483646 h 806"/>
                <a:gd name="T98" fmla="*/ 2147483646 w 3280"/>
                <a:gd name="T99" fmla="*/ 2147483646 h 806"/>
                <a:gd name="T100" fmla="*/ 2147483646 w 3280"/>
                <a:gd name="T101" fmla="*/ 2147483646 h 806"/>
                <a:gd name="T102" fmla="*/ 2147483646 w 3280"/>
                <a:gd name="T103" fmla="*/ 2147483646 h 806"/>
                <a:gd name="T104" fmla="*/ 2147483646 w 3280"/>
                <a:gd name="T105" fmla="*/ 2147483646 h 806"/>
                <a:gd name="T106" fmla="*/ 2147483646 w 3280"/>
                <a:gd name="T107" fmla="*/ 2147483646 h 806"/>
                <a:gd name="T108" fmla="*/ 2147483646 w 3280"/>
                <a:gd name="T109" fmla="*/ 2147483646 h 806"/>
                <a:gd name="T110" fmla="*/ 2147483646 w 3280"/>
                <a:gd name="T111" fmla="*/ 2147483646 h 80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280"/>
                <a:gd name="T169" fmla="*/ 0 h 806"/>
                <a:gd name="T170" fmla="*/ 3280 w 3280"/>
                <a:gd name="T171" fmla="*/ 806 h 80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280" h="806">
                  <a:moveTo>
                    <a:pt x="0" y="398"/>
                  </a:moveTo>
                  <a:lnTo>
                    <a:pt x="0" y="409"/>
                  </a:lnTo>
                  <a:lnTo>
                    <a:pt x="1" y="387"/>
                  </a:lnTo>
                  <a:lnTo>
                    <a:pt x="3" y="367"/>
                  </a:lnTo>
                  <a:lnTo>
                    <a:pt x="6" y="347"/>
                  </a:lnTo>
                  <a:lnTo>
                    <a:pt x="9" y="327"/>
                  </a:lnTo>
                  <a:lnTo>
                    <a:pt x="13" y="306"/>
                  </a:lnTo>
                  <a:lnTo>
                    <a:pt x="19" y="288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4"/>
                  </a:lnTo>
                  <a:lnTo>
                    <a:pt x="60" y="197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3" y="150"/>
                  </a:lnTo>
                  <a:lnTo>
                    <a:pt x="106" y="134"/>
                  </a:lnTo>
                  <a:lnTo>
                    <a:pt x="119" y="121"/>
                  </a:lnTo>
                  <a:lnTo>
                    <a:pt x="134" y="106"/>
                  </a:lnTo>
                  <a:lnTo>
                    <a:pt x="149" y="93"/>
                  </a:lnTo>
                  <a:lnTo>
                    <a:pt x="164" y="82"/>
                  </a:lnTo>
                  <a:lnTo>
                    <a:pt x="180" y="70"/>
                  </a:lnTo>
                  <a:lnTo>
                    <a:pt x="197" y="60"/>
                  </a:lnTo>
                  <a:lnTo>
                    <a:pt x="214" y="50"/>
                  </a:lnTo>
                  <a:lnTo>
                    <a:pt x="231" y="40"/>
                  </a:lnTo>
                  <a:lnTo>
                    <a:pt x="250" y="33"/>
                  </a:lnTo>
                  <a:lnTo>
                    <a:pt x="267" y="26"/>
                  </a:lnTo>
                  <a:lnTo>
                    <a:pt x="288" y="19"/>
                  </a:lnTo>
                  <a:lnTo>
                    <a:pt x="306" y="13"/>
                  </a:lnTo>
                  <a:lnTo>
                    <a:pt x="326" y="9"/>
                  </a:lnTo>
                  <a:lnTo>
                    <a:pt x="347" y="6"/>
                  </a:lnTo>
                  <a:lnTo>
                    <a:pt x="367" y="3"/>
                  </a:lnTo>
                  <a:lnTo>
                    <a:pt x="387" y="1"/>
                  </a:lnTo>
                  <a:lnTo>
                    <a:pt x="408" y="0"/>
                  </a:lnTo>
                  <a:lnTo>
                    <a:pt x="2872" y="0"/>
                  </a:lnTo>
                  <a:lnTo>
                    <a:pt x="2894" y="1"/>
                  </a:lnTo>
                  <a:lnTo>
                    <a:pt x="2914" y="3"/>
                  </a:lnTo>
                  <a:lnTo>
                    <a:pt x="2934" y="6"/>
                  </a:lnTo>
                  <a:lnTo>
                    <a:pt x="2954" y="9"/>
                  </a:lnTo>
                  <a:lnTo>
                    <a:pt x="2975" y="13"/>
                  </a:lnTo>
                  <a:lnTo>
                    <a:pt x="2993" y="19"/>
                  </a:lnTo>
                  <a:lnTo>
                    <a:pt x="3013" y="26"/>
                  </a:lnTo>
                  <a:lnTo>
                    <a:pt x="3031" y="33"/>
                  </a:lnTo>
                  <a:lnTo>
                    <a:pt x="3049" y="40"/>
                  </a:lnTo>
                  <a:lnTo>
                    <a:pt x="3067" y="50"/>
                  </a:lnTo>
                  <a:lnTo>
                    <a:pt x="3084" y="60"/>
                  </a:lnTo>
                  <a:lnTo>
                    <a:pt x="3101" y="70"/>
                  </a:lnTo>
                  <a:lnTo>
                    <a:pt x="3117" y="82"/>
                  </a:lnTo>
                  <a:lnTo>
                    <a:pt x="3131" y="93"/>
                  </a:lnTo>
                  <a:lnTo>
                    <a:pt x="3147" y="106"/>
                  </a:lnTo>
                  <a:lnTo>
                    <a:pt x="3160" y="121"/>
                  </a:lnTo>
                  <a:lnTo>
                    <a:pt x="3175" y="134"/>
                  </a:lnTo>
                  <a:lnTo>
                    <a:pt x="3187" y="150"/>
                  </a:lnTo>
                  <a:lnTo>
                    <a:pt x="3199" y="164"/>
                  </a:lnTo>
                  <a:lnTo>
                    <a:pt x="3211" y="180"/>
                  </a:lnTo>
                  <a:lnTo>
                    <a:pt x="3221" y="197"/>
                  </a:lnTo>
                  <a:lnTo>
                    <a:pt x="3231" y="214"/>
                  </a:lnTo>
                  <a:lnTo>
                    <a:pt x="3241" y="232"/>
                  </a:lnTo>
                  <a:lnTo>
                    <a:pt x="3248" y="250"/>
                  </a:lnTo>
                  <a:lnTo>
                    <a:pt x="3255" y="268"/>
                  </a:lnTo>
                  <a:lnTo>
                    <a:pt x="3262" y="288"/>
                  </a:lnTo>
                  <a:lnTo>
                    <a:pt x="3268" y="306"/>
                  </a:lnTo>
                  <a:lnTo>
                    <a:pt x="3272" y="327"/>
                  </a:lnTo>
                  <a:lnTo>
                    <a:pt x="3275" y="347"/>
                  </a:lnTo>
                  <a:lnTo>
                    <a:pt x="3278" y="367"/>
                  </a:lnTo>
                  <a:lnTo>
                    <a:pt x="3280" y="387"/>
                  </a:lnTo>
                  <a:lnTo>
                    <a:pt x="3280" y="409"/>
                  </a:lnTo>
                  <a:lnTo>
                    <a:pt x="3280" y="398"/>
                  </a:lnTo>
                  <a:lnTo>
                    <a:pt x="3280" y="420"/>
                  </a:lnTo>
                  <a:lnTo>
                    <a:pt x="3278" y="440"/>
                  </a:lnTo>
                  <a:lnTo>
                    <a:pt x="3275" y="460"/>
                  </a:lnTo>
                  <a:lnTo>
                    <a:pt x="3272" y="480"/>
                  </a:lnTo>
                  <a:lnTo>
                    <a:pt x="3268" y="501"/>
                  </a:lnTo>
                  <a:lnTo>
                    <a:pt x="3262" y="519"/>
                  </a:lnTo>
                  <a:lnTo>
                    <a:pt x="3255" y="539"/>
                  </a:lnTo>
                  <a:lnTo>
                    <a:pt x="3248" y="557"/>
                  </a:lnTo>
                  <a:lnTo>
                    <a:pt x="3241" y="575"/>
                  </a:lnTo>
                  <a:lnTo>
                    <a:pt x="3231" y="593"/>
                  </a:lnTo>
                  <a:lnTo>
                    <a:pt x="3221" y="610"/>
                  </a:lnTo>
                  <a:lnTo>
                    <a:pt x="3211" y="627"/>
                  </a:lnTo>
                  <a:lnTo>
                    <a:pt x="3199" y="643"/>
                  </a:lnTo>
                  <a:lnTo>
                    <a:pt x="3187" y="657"/>
                  </a:lnTo>
                  <a:lnTo>
                    <a:pt x="3175" y="673"/>
                  </a:lnTo>
                  <a:lnTo>
                    <a:pt x="3160" y="686"/>
                  </a:lnTo>
                  <a:lnTo>
                    <a:pt x="3147" y="701"/>
                  </a:lnTo>
                  <a:lnTo>
                    <a:pt x="3131" y="714"/>
                  </a:lnTo>
                  <a:lnTo>
                    <a:pt x="3117" y="725"/>
                  </a:lnTo>
                  <a:lnTo>
                    <a:pt x="3101" y="737"/>
                  </a:lnTo>
                  <a:lnTo>
                    <a:pt x="3084" y="747"/>
                  </a:lnTo>
                  <a:lnTo>
                    <a:pt x="3067" y="757"/>
                  </a:lnTo>
                  <a:lnTo>
                    <a:pt x="3049" y="767"/>
                  </a:lnTo>
                  <a:lnTo>
                    <a:pt x="3031" y="774"/>
                  </a:lnTo>
                  <a:lnTo>
                    <a:pt x="3013" y="781"/>
                  </a:lnTo>
                  <a:lnTo>
                    <a:pt x="2993" y="788"/>
                  </a:lnTo>
                  <a:lnTo>
                    <a:pt x="2975" y="794"/>
                  </a:lnTo>
                  <a:lnTo>
                    <a:pt x="2954" y="798"/>
                  </a:lnTo>
                  <a:lnTo>
                    <a:pt x="2934" y="801"/>
                  </a:lnTo>
                  <a:lnTo>
                    <a:pt x="2914" y="804"/>
                  </a:lnTo>
                  <a:lnTo>
                    <a:pt x="2894" y="806"/>
                  </a:lnTo>
                  <a:lnTo>
                    <a:pt x="2872" y="806"/>
                  </a:lnTo>
                  <a:lnTo>
                    <a:pt x="408" y="806"/>
                  </a:lnTo>
                  <a:lnTo>
                    <a:pt x="387" y="806"/>
                  </a:lnTo>
                  <a:lnTo>
                    <a:pt x="367" y="804"/>
                  </a:lnTo>
                  <a:lnTo>
                    <a:pt x="347" y="801"/>
                  </a:lnTo>
                  <a:lnTo>
                    <a:pt x="326" y="798"/>
                  </a:lnTo>
                  <a:lnTo>
                    <a:pt x="306" y="794"/>
                  </a:lnTo>
                  <a:lnTo>
                    <a:pt x="288" y="788"/>
                  </a:lnTo>
                  <a:lnTo>
                    <a:pt x="267" y="781"/>
                  </a:lnTo>
                  <a:lnTo>
                    <a:pt x="250" y="774"/>
                  </a:lnTo>
                  <a:lnTo>
                    <a:pt x="231" y="767"/>
                  </a:lnTo>
                  <a:lnTo>
                    <a:pt x="214" y="757"/>
                  </a:lnTo>
                  <a:lnTo>
                    <a:pt x="197" y="747"/>
                  </a:lnTo>
                  <a:lnTo>
                    <a:pt x="180" y="737"/>
                  </a:lnTo>
                  <a:lnTo>
                    <a:pt x="164" y="725"/>
                  </a:lnTo>
                  <a:lnTo>
                    <a:pt x="149" y="714"/>
                  </a:lnTo>
                  <a:lnTo>
                    <a:pt x="134" y="701"/>
                  </a:lnTo>
                  <a:lnTo>
                    <a:pt x="119" y="686"/>
                  </a:lnTo>
                  <a:lnTo>
                    <a:pt x="106" y="673"/>
                  </a:lnTo>
                  <a:lnTo>
                    <a:pt x="93" y="657"/>
                  </a:lnTo>
                  <a:lnTo>
                    <a:pt x="82" y="643"/>
                  </a:lnTo>
                  <a:lnTo>
                    <a:pt x="70" y="627"/>
                  </a:lnTo>
                  <a:lnTo>
                    <a:pt x="60" y="610"/>
                  </a:lnTo>
                  <a:lnTo>
                    <a:pt x="50" y="593"/>
                  </a:lnTo>
                  <a:lnTo>
                    <a:pt x="40" y="575"/>
                  </a:lnTo>
                  <a:lnTo>
                    <a:pt x="33" y="557"/>
                  </a:lnTo>
                  <a:lnTo>
                    <a:pt x="26" y="539"/>
                  </a:lnTo>
                  <a:lnTo>
                    <a:pt x="19" y="519"/>
                  </a:lnTo>
                  <a:lnTo>
                    <a:pt x="13" y="501"/>
                  </a:lnTo>
                  <a:lnTo>
                    <a:pt x="9" y="480"/>
                  </a:lnTo>
                  <a:lnTo>
                    <a:pt x="6" y="460"/>
                  </a:lnTo>
                  <a:lnTo>
                    <a:pt x="3" y="440"/>
                  </a:lnTo>
                  <a:lnTo>
                    <a:pt x="1" y="420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2" name="Rectangle 25">
              <a:extLst>
                <a:ext uri="{FF2B5EF4-FFF2-40B4-BE49-F238E27FC236}">
                  <a16:creationId xmlns:a16="http://schemas.microsoft.com/office/drawing/2014/main" id="{D493D893-E607-41CB-A540-4A8E85BF3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275" y="4816544"/>
              <a:ext cx="19155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Conditional outputs </a:t>
              </a:r>
            </a:p>
          </p:txBody>
        </p:sp>
        <p:sp>
          <p:nvSpPr>
            <p:cNvPr id="50183" name="Freeform 26">
              <a:extLst>
                <a:ext uri="{FF2B5EF4-FFF2-40B4-BE49-F238E27FC236}">
                  <a16:creationId xmlns:a16="http://schemas.microsoft.com/office/drawing/2014/main" id="{9A901A6B-716B-4D70-B790-26A4BB46B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4522856"/>
              <a:ext cx="46038" cy="138113"/>
            </a:xfrm>
            <a:custGeom>
              <a:avLst/>
              <a:gdLst>
                <a:gd name="T0" fmla="*/ 0 w 57"/>
                <a:gd name="T1" fmla="*/ 0 h 172"/>
                <a:gd name="T2" fmla="*/ 2147483646 w 57"/>
                <a:gd name="T3" fmla="*/ 2147483646 h 172"/>
                <a:gd name="T4" fmla="*/ 2147483646 w 57"/>
                <a:gd name="T5" fmla="*/ 0 h 172"/>
                <a:gd name="T6" fmla="*/ 2147483646 w 57"/>
                <a:gd name="T7" fmla="*/ 0 h 172"/>
                <a:gd name="T8" fmla="*/ 0 w 57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2"/>
                <a:gd name="T17" fmla="*/ 57 w 57"/>
                <a:gd name="T18" fmla="*/ 172 h 1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2">
                  <a:moveTo>
                    <a:pt x="0" y="0"/>
                  </a:moveTo>
                  <a:lnTo>
                    <a:pt x="29" y="172"/>
                  </a:lnTo>
                  <a:lnTo>
                    <a:pt x="57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4" name="Line 27">
              <a:extLst>
                <a:ext uri="{FF2B5EF4-FFF2-40B4-BE49-F238E27FC236}">
                  <a16:creationId xmlns:a16="http://schemas.microsoft.com/office/drawing/2014/main" id="{7F7858C6-487E-488B-8676-6AD47402C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2813" y="4043431"/>
              <a:ext cx="1587" cy="479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5" name="Freeform 28">
              <a:extLst>
                <a:ext uri="{FF2B5EF4-FFF2-40B4-BE49-F238E27FC236}">
                  <a16:creationId xmlns:a16="http://schemas.microsoft.com/office/drawing/2014/main" id="{28F9A7BD-9117-4E65-8825-2B46650E9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5824606"/>
              <a:ext cx="46038" cy="138113"/>
            </a:xfrm>
            <a:custGeom>
              <a:avLst/>
              <a:gdLst>
                <a:gd name="T0" fmla="*/ 0 w 57"/>
                <a:gd name="T1" fmla="*/ 0 h 173"/>
                <a:gd name="T2" fmla="*/ 2147483646 w 57"/>
                <a:gd name="T3" fmla="*/ 2147483646 h 173"/>
                <a:gd name="T4" fmla="*/ 2147483646 w 57"/>
                <a:gd name="T5" fmla="*/ 0 h 173"/>
                <a:gd name="T6" fmla="*/ 2147483646 w 57"/>
                <a:gd name="T7" fmla="*/ 0 h 173"/>
                <a:gd name="T8" fmla="*/ 0 w 5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173"/>
                <a:gd name="T17" fmla="*/ 57 w 5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173">
                  <a:moveTo>
                    <a:pt x="0" y="0"/>
                  </a:moveTo>
                  <a:lnTo>
                    <a:pt x="29" y="173"/>
                  </a:lnTo>
                  <a:lnTo>
                    <a:pt x="57" y="0"/>
                  </a:lnTo>
                  <a:lnTo>
                    <a:pt x="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6" name="Line 29">
              <a:extLst>
                <a:ext uri="{FF2B5EF4-FFF2-40B4-BE49-F238E27FC236}">
                  <a16:creationId xmlns:a16="http://schemas.microsoft.com/office/drawing/2014/main" id="{6B2A176A-78BF-47A5-840A-CFFE53D25E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2813" y="5345181"/>
              <a:ext cx="1587" cy="479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187" name="Rectangle 30">
              <a:extLst>
                <a:ext uri="{FF2B5EF4-FFF2-40B4-BE49-F238E27FC236}">
                  <a16:creationId xmlns:a16="http://schemas.microsoft.com/office/drawing/2014/main" id="{3598CD6C-B8E1-465F-9B1E-66D7A08E9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638" y="5032444"/>
              <a:ext cx="222496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or actions (Mealy type) </a:t>
              </a:r>
            </a:p>
          </p:txBody>
        </p:sp>
      </p:grp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29726B2-1497-4F1B-B06C-1BF27D3F7B52}"/>
                  </a:ext>
                </a:extLst>
              </p14:cNvPr>
              <p14:cNvContentPartPr/>
              <p14:nvPr/>
            </p14:nvContentPartPr>
            <p14:xfrm>
              <a:off x="5371560" y="664920"/>
              <a:ext cx="2604240" cy="4124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29726B2-1497-4F1B-B06C-1BF27D3F7B5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62200" y="655560"/>
                <a:ext cx="2622960" cy="4143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9E8FCDF5-1A52-4749-9985-3D190D95E7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590800"/>
            <a:ext cx="9144000" cy="685800"/>
          </a:xfrm>
        </p:spPr>
        <p:txBody>
          <a:bodyPr rtlCol="0">
            <a:normAutofit fontScale="90000"/>
          </a:bodyPr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en-US" b="1" dirty="0">
                <a:latin typeface="Arial"/>
                <a:ea typeface="+mj-ea"/>
                <a:cs typeface="Arial"/>
              </a:rPr>
              <a:t>Some Examples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TextBox 125">
            <a:extLst>
              <a:ext uri="{FF2B5EF4-FFF2-40B4-BE49-F238E27FC236}">
                <a16:creationId xmlns:a16="http://schemas.microsoft.com/office/drawing/2014/main" id="{45D07615-85B2-4E2D-8212-98ABD95A0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6.82 from the textbook ]</a:t>
            </a:r>
          </a:p>
        </p:txBody>
      </p:sp>
      <p:grpSp>
        <p:nvGrpSpPr>
          <p:cNvPr id="52227" name="Group 63">
            <a:extLst>
              <a:ext uri="{FF2B5EF4-FFF2-40B4-BE49-F238E27FC236}">
                <a16:creationId xmlns:a16="http://schemas.microsoft.com/office/drawing/2014/main" id="{170F0D16-D06B-4C77-8C2D-930BD73C77B1}"/>
              </a:ext>
            </a:extLst>
          </p:cNvPr>
          <p:cNvGrpSpPr>
            <a:grpSpLocks/>
          </p:cNvGrpSpPr>
          <p:nvPr/>
        </p:nvGrpSpPr>
        <p:grpSpPr bwMode="auto">
          <a:xfrm>
            <a:off x="87312" y="1585913"/>
            <a:ext cx="4408488" cy="3997325"/>
            <a:chOff x="1392" y="722"/>
            <a:chExt cx="3008" cy="2672"/>
          </a:xfrm>
        </p:grpSpPr>
        <p:sp>
          <p:nvSpPr>
            <p:cNvPr id="52230" name="Freeform 4">
              <a:extLst>
                <a:ext uri="{FF2B5EF4-FFF2-40B4-BE49-F238E27FC236}">
                  <a16:creationId xmlns:a16="http://schemas.microsoft.com/office/drawing/2014/main" id="{125A08D9-092F-44E1-99EB-725B8F92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25"/>
              <a:ext cx="72" cy="72"/>
            </a:xfrm>
            <a:custGeom>
              <a:avLst/>
              <a:gdLst>
                <a:gd name="T0" fmla="*/ 0 w 145"/>
                <a:gd name="T1" fmla="*/ 1 h 144"/>
                <a:gd name="T2" fmla="*/ 0 w 145"/>
                <a:gd name="T3" fmla="*/ 0 h 144"/>
                <a:gd name="T4" fmla="*/ 0 w 145"/>
                <a:gd name="T5" fmla="*/ 1 h 144"/>
                <a:gd name="T6" fmla="*/ 0 w 145"/>
                <a:gd name="T7" fmla="*/ 1 h 144"/>
                <a:gd name="T8" fmla="*/ 0 w 145"/>
                <a:gd name="T9" fmla="*/ 1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1" name="Freeform 7">
              <a:extLst>
                <a:ext uri="{FF2B5EF4-FFF2-40B4-BE49-F238E27FC236}">
                  <a16:creationId xmlns:a16="http://schemas.microsoft.com/office/drawing/2014/main" id="{7F4823B5-1680-4F29-9D59-C20AE9B9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209"/>
              <a:ext cx="418" cy="404"/>
            </a:xfrm>
            <a:custGeom>
              <a:avLst/>
              <a:gdLst>
                <a:gd name="T0" fmla="*/ 0 w 837"/>
                <a:gd name="T1" fmla="*/ 0 h 809"/>
                <a:gd name="T2" fmla="*/ 0 w 837"/>
                <a:gd name="T3" fmla="*/ 0 h 809"/>
                <a:gd name="T4" fmla="*/ 0 w 837"/>
                <a:gd name="T5" fmla="*/ 0 h 809"/>
                <a:gd name="T6" fmla="*/ 0 w 837"/>
                <a:gd name="T7" fmla="*/ 0 h 809"/>
                <a:gd name="T8" fmla="*/ 0 w 837"/>
                <a:gd name="T9" fmla="*/ 0 h 809"/>
                <a:gd name="T10" fmla="*/ 0 w 837"/>
                <a:gd name="T11" fmla="*/ 0 h 809"/>
                <a:gd name="T12" fmla="*/ 0 w 837"/>
                <a:gd name="T13" fmla="*/ 0 h 809"/>
                <a:gd name="T14" fmla="*/ 0 w 837"/>
                <a:gd name="T15" fmla="*/ 0 h 809"/>
                <a:gd name="T16" fmla="*/ 0 w 837"/>
                <a:gd name="T17" fmla="*/ 0 h 809"/>
                <a:gd name="T18" fmla="*/ 0 w 837"/>
                <a:gd name="T19" fmla="*/ 0 h 809"/>
                <a:gd name="T20" fmla="*/ 0 w 837"/>
                <a:gd name="T21" fmla="*/ 0 h 809"/>
                <a:gd name="T22" fmla="*/ 0 w 837"/>
                <a:gd name="T23" fmla="*/ 0 h 809"/>
                <a:gd name="T24" fmla="*/ 0 w 837"/>
                <a:gd name="T25" fmla="*/ 0 h 809"/>
                <a:gd name="T26" fmla="*/ 0 w 837"/>
                <a:gd name="T27" fmla="*/ 0 h 809"/>
                <a:gd name="T28" fmla="*/ 0 w 837"/>
                <a:gd name="T29" fmla="*/ 0 h 809"/>
                <a:gd name="T30" fmla="*/ 0 w 837"/>
                <a:gd name="T31" fmla="*/ 0 h 809"/>
                <a:gd name="T32" fmla="*/ 0 w 837"/>
                <a:gd name="T33" fmla="*/ 0 h 809"/>
                <a:gd name="T34" fmla="*/ 0 w 837"/>
                <a:gd name="T35" fmla="*/ 0 h 809"/>
                <a:gd name="T36" fmla="*/ 0 w 837"/>
                <a:gd name="T37" fmla="*/ 0 h 809"/>
                <a:gd name="T38" fmla="*/ 0 w 837"/>
                <a:gd name="T39" fmla="*/ 0 h 809"/>
                <a:gd name="T40" fmla="*/ 0 w 837"/>
                <a:gd name="T41" fmla="*/ 0 h 809"/>
                <a:gd name="T42" fmla="*/ 0 w 837"/>
                <a:gd name="T43" fmla="*/ 0 h 809"/>
                <a:gd name="T44" fmla="*/ 0 w 837"/>
                <a:gd name="T45" fmla="*/ 0 h 809"/>
                <a:gd name="T46" fmla="*/ 0 w 837"/>
                <a:gd name="T47" fmla="*/ 0 h 809"/>
                <a:gd name="T48" fmla="*/ 0 w 837"/>
                <a:gd name="T49" fmla="*/ 0 h 809"/>
                <a:gd name="T50" fmla="*/ 0 w 837"/>
                <a:gd name="T51" fmla="*/ 0 h 809"/>
                <a:gd name="T52" fmla="*/ 0 w 837"/>
                <a:gd name="T53" fmla="*/ 0 h 809"/>
                <a:gd name="T54" fmla="*/ 0 w 837"/>
                <a:gd name="T55" fmla="*/ 0 h 809"/>
                <a:gd name="T56" fmla="*/ 0 w 837"/>
                <a:gd name="T57" fmla="*/ 0 h 809"/>
                <a:gd name="T58" fmla="*/ 0 w 837"/>
                <a:gd name="T59" fmla="*/ 0 h 809"/>
                <a:gd name="T60" fmla="*/ 0 w 837"/>
                <a:gd name="T61" fmla="*/ 0 h 809"/>
                <a:gd name="T62" fmla="*/ 0 w 837"/>
                <a:gd name="T63" fmla="*/ 0 h 809"/>
                <a:gd name="T64" fmla="*/ 0 w 837"/>
                <a:gd name="T65" fmla="*/ 0 h 809"/>
                <a:gd name="T66" fmla="*/ 0 w 837"/>
                <a:gd name="T67" fmla="*/ 0 h 809"/>
                <a:gd name="T68" fmla="*/ 0 w 837"/>
                <a:gd name="T69" fmla="*/ 0 h 809"/>
                <a:gd name="T70" fmla="*/ 0 w 837"/>
                <a:gd name="T71" fmla="*/ 0 h 809"/>
                <a:gd name="T72" fmla="*/ 0 w 837"/>
                <a:gd name="T73" fmla="*/ 0 h 809"/>
                <a:gd name="T74" fmla="*/ 0 w 837"/>
                <a:gd name="T75" fmla="*/ 0 h 809"/>
                <a:gd name="T76" fmla="*/ 0 w 837"/>
                <a:gd name="T77" fmla="*/ 0 h 809"/>
                <a:gd name="T78" fmla="*/ 0 w 837"/>
                <a:gd name="T79" fmla="*/ 0 h 809"/>
                <a:gd name="T80" fmla="*/ 0 w 837"/>
                <a:gd name="T81" fmla="*/ 0 h 809"/>
                <a:gd name="T82" fmla="*/ 0 w 837"/>
                <a:gd name="T83" fmla="*/ 0 h 809"/>
                <a:gd name="T84" fmla="*/ 0 w 837"/>
                <a:gd name="T85" fmla="*/ 0 h 809"/>
                <a:gd name="T86" fmla="*/ 0 w 837"/>
                <a:gd name="T87" fmla="*/ 0 h 809"/>
                <a:gd name="T88" fmla="*/ 0 w 837"/>
                <a:gd name="T89" fmla="*/ 0 h 809"/>
                <a:gd name="T90" fmla="*/ 0 w 837"/>
                <a:gd name="T91" fmla="*/ 0 h 809"/>
                <a:gd name="T92" fmla="*/ 0 w 837"/>
                <a:gd name="T93" fmla="*/ 0 h 809"/>
                <a:gd name="T94" fmla="*/ 0 w 837"/>
                <a:gd name="T95" fmla="*/ 0 h 809"/>
                <a:gd name="T96" fmla="*/ 0 w 837"/>
                <a:gd name="T97" fmla="*/ 0 h 809"/>
                <a:gd name="T98" fmla="*/ 0 w 837"/>
                <a:gd name="T99" fmla="*/ 0 h 809"/>
                <a:gd name="T100" fmla="*/ 0 w 837"/>
                <a:gd name="T101" fmla="*/ 0 h 809"/>
                <a:gd name="T102" fmla="*/ 0 w 837"/>
                <a:gd name="T103" fmla="*/ 0 h 809"/>
                <a:gd name="T104" fmla="*/ 0 w 837"/>
                <a:gd name="T105" fmla="*/ 0 h 809"/>
                <a:gd name="T106" fmla="*/ 0 w 837"/>
                <a:gd name="T107" fmla="*/ 0 h 809"/>
                <a:gd name="T108" fmla="*/ 0 w 837"/>
                <a:gd name="T109" fmla="*/ 0 h 809"/>
                <a:gd name="T110" fmla="*/ 0 w 837"/>
                <a:gd name="T111" fmla="*/ 0 h 80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7"/>
                <a:gd name="T169" fmla="*/ 0 h 809"/>
                <a:gd name="T170" fmla="*/ 837 w 837"/>
                <a:gd name="T171" fmla="*/ 809 h 80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7" h="809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2" name="Freeform 9">
              <a:extLst>
                <a:ext uri="{FF2B5EF4-FFF2-40B4-BE49-F238E27FC236}">
                  <a16:creationId xmlns:a16="http://schemas.microsoft.com/office/drawing/2014/main" id="{832A61BC-52E2-44EA-B17F-8BB3FCA0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48"/>
              <a:ext cx="72" cy="72"/>
            </a:xfrm>
            <a:custGeom>
              <a:avLst/>
              <a:gdLst>
                <a:gd name="T0" fmla="*/ 1 w 144"/>
                <a:gd name="T1" fmla="*/ 1 h 144"/>
                <a:gd name="T2" fmla="*/ 1 w 144"/>
                <a:gd name="T3" fmla="*/ 0 h 144"/>
                <a:gd name="T4" fmla="*/ 0 w 144"/>
                <a:gd name="T5" fmla="*/ 1 h 144"/>
                <a:gd name="T6" fmla="*/ 1 w 144"/>
                <a:gd name="T7" fmla="*/ 1 h 144"/>
                <a:gd name="T8" fmla="*/ 1 w 144"/>
                <a:gd name="T9" fmla="*/ 1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3" name="Freeform 12">
              <a:extLst>
                <a:ext uri="{FF2B5EF4-FFF2-40B4-BE49-F238E27FC236}">
                  <a16:creationId xmlns:a16="http://schemas.microsoft.com/office/drawing/2014/main" id="{1954BB3B-56A9-4463-BB3A-A6B60629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811"/>
              <a:ext cx="404" cy="405"/>
            </a:xfrm>
            <a:custGeom>
              <a:avLst/>
              <a:gdLst>
                <a:gd name="T0" fmla="*/ 1 w 808"/>
                <a:gd name="T1" fmla="*/ 1 h 808"/>
                <a:gd name="T2" fmla="*/ 1 w 808"/>
                <a:gd name="T3" fmla="*/ 1 h 808"/>
                <a:gd name="T4" fmla="*/ 1 w 808"/>
                <a:gd name="T5" fmla="*/ 1 h 808"/>
                <a:gd name="T6" fmla="*/ 1 w 808"/>
                <a:gd name="T7" fmla="*/ 1 h 808"/>
                <a:gd name="T8" fmla="*/ 1 w 808"/>
                <a:gd name="T9" fmla="*/ 1 h 808"/>
                <a:gd name="T10" fmla="*/ 1 w 808"/>
                <a:gd name="T11" fmla="*/ 1 h 808"/>
                <a:gd name="T12" fmla="*/ 1 w 808"/>
                <a:gd name="T13" fmla="*/ 1 h 808"/>
                <a:gd name="T14" fmla="*/ 1 w 808"/>
                <a:gd name="T15" fmla="*/ 1 h 808"/>
                <a:gd name="T16" fmla="*/ 1 w 808"/>
                <a:gd name="T17" fmla="*/ 1 h 808"/>
                <a:gd name="T18" fmla="*/ 1 w 808"/>
                <a:gd name="T19" fmla="*/ 1 h 808"/>
                <a:gd name="T20" fmla="*/ 1 w 808"/>
                <a:gd name="T21" fmla="*/ 1 h 808"/>
                <a:gd name="T22" fmla="*/ 1 w 808"/>
                <a:gd name="T23" fmla="*/ 0 h 808"/>
                <a:gd name="T24" fmla="*/ 1 w 808"/>
                <a:gd name="T25" fmla="*/ 1 h 808"/>
                <a:gd name="T26" fmla="*/ 1 w 808"/>
                <a:gd name="T27" fmla="*/ 1 h 808"/>
                <a:gd name="T28" fmla="*/ 1 w 808"/>
                <a:gd name="T29" fmla="*/ 1 h 808"/>
                <a:gd name="T30" fmla="*/ 1 w 808"/>
                <a:gd name="T31" fmla="*/ 1 h 808"/>
                <a:gd name="T32" fmla="*/ 1 w 808"/>
                <a:gd name="T33" fmla="*/ 1 h 808"/>
                <a:gd name="T34" fmla="*/ 1 w 808"/>
                <a:gd name="T35" fmla="*/ 1 h 808"/>
                <a:gd name="T36" fmla="*/ 1 w 808"/>
                <a:gd name="T37" fmla="*/ 1 h 808"/>
                <a:gd name="T38" fmla="*/ 1 w 808"/>
                <a:gd name="T39" fmla="*/ 1 h 808"/>
                <a:gd name="T40" fmla="*/ 1 w 808"/>
                <a:gd name="T41" fmla="*/ 1 h 808"/>
                <a:gd name="T42" fmla="*/ 1 w 808"/>
                <a:gd name="T43" fmla="*/ 1 h 808"/>
                <a:gd name="T44" fmla="*/ 1 w 808"/>
                <a:gd name="T45" fmla="*/ 1 h 808"/>
                <a:gd name="T46" fmla="*/ 1 w 808"/>
                <a:gd name="T47" fmla="*/ 1 h 808"/>
                <a:gd name="T48" fmla="*/ 1 w 808"/>
                <a:gd name="T49" fmla="*/ 1 h 808"/>
                <a:gd name="T50" fmla="*/ 1 w 808"/>
                <a:gd name="T51" fmla="*/ 1 h 808"/>
                <a:gd name="T52" fmla="*/ 1 w 808"/>
                <a:gd name="T53" fmla="*/ 1 h 808"/>
                <a:gd name="T54" fmla="*/ 1 w 808"/>
                <a:gd name="T55" fmla="*/ 1 h 808"/>
                <a:gd name="T56" fmla="*/ 1 w 808"/>
                <a:gd name="T57" fmla="*/ 1 h 808"/>
                <a:gd name="T58" fmla="*/ 1 w 808"/>
                <a:gd name="T59" fmla="*/ 1 h 808"/>
                <a:gd name="T60" fmla="*/ 1 w 808"/>
                <a:gd name="T61" fmla="*/ 1 h 808"/>
                <a:gd name="T62" fmla="*/ 1 w 808"/>
                <a:gd name="T63" fmla="*/ 1 h 808"/>
                <a:gd name="T64" fmla="*/ 1 w 808"/>
                <a:gd name="T65" fmla="*/ 1 h 808"/>
                <a:gd name="T66" fmla="*/ 1 w 808"/>
                <a:gd name="T67" fmla="*/ 1 h 808"/>
                <a:gd name="T68" fmla="*/ 1 w 808"/>
                <a:gd name="T69" fmla="*/ 1 h 808"/>
                <a:gd name="T70" fmla="*/ 1 w 808"/>
                <a:gd name="T71" fmla="*/ 1 h 808"/>
                <a:gd name="T72" fmla="*/ 1 w 808"/>
                <a:gd name="T73" fmla="*/ 1 h 808"/>
                <a:gd name="T74" fmla="*/ 1 w 808"/>
                <a:gd name="T75" fmla="*/ 1 h 808"/>
                <a:gd name="T76" fmla="*/ 1 w 808"/>
                <a:gd name="T77" fmla="*/ 1 h 808"/>
                <a:gd name="T78" fmla="*/ 1 w 808"/>
                <a:gd name="T79" fmla="*/ 1 h 808"/>
                <a:gd name="T80" fmla="*/ 1 w 808"/>
                <a:gd name="T81" fmla="*/ 1 h 808"/>
                <a:gd name="T82" fmla="*/ 1 w 808"/>
                <a:gd name="T83" fmla="*/ 1 h 808"/>
                <a:gd name="T84" fmla="*/ 1 w 808"/>
                <a:gd name="T85" fmla="*/ 1 h 808"/>
                <a:gd name="T86" fmla="*/ 1 w 808"/>
                <a:gd name="T87" fmla="*/ 1 h 808"/>
                <a:gd name="T88" fmla="*/ 1 w 808"/>
                <a:gd name="T89" fmla="*/ 1 h 808"/>
                <a:gd name="T90" fmla="*/ 1 w 808"/>
                <a:gd name="T91" fmla="*/ 1 h 808"/>
                <a:gd name="T92" fmla="*/ 1 w 808"/>
                <a:gd name="T93" fmla="*/ 1 h 808"/>
                <a:gd name="T94" fmla="*/ 1 w 808"/>
                <a:gd name="T95" fmla="*/ 1 h 808"/>
                <a:gd name="T96" fmla="*/ 1 w 808"/>
                <a:gd name="T97" fmla="*/ 1 h 808"/>
                <a:gd name="T98" fmla="*/ 1 w 808"/>
                <a:gd name="T99" fmla="*/ 1 h 808"/>
                <a:gd name="T100" fmla="*/ 1 w 808"/>
                <a:gd name="T101" fmla="*/ 1 h 808"/>
                <a:gd name="T102" fmla="*/ 1 w 808"/>
                <a:gd name="T103" fmla="*/ 1 h 808"/>
                <a:gd name="T104" fmla="*/ 1 w 808"/>
                <a:gd name="T105" fmla="*/ 1 h 808"/>
                <a:gd name="T106" fmla="*/ 1 w 808"/>
                <a:gd name="T107" fmla="*/ 1 h 808"/>
                <a:gd name="T108" fmla="*/ 1 w 808"/>
                <a:gd name="T109" fmla="*/ 1 h 808"/>
                <a:gd name="T110" fmla="*/ 1 w 808"/>
                <a:gd name="T111" fmla="*/ 1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08"/>
                <a:gd name="T170" fmla="*/ 808 w 808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08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4" name="Freeform 14">
              <a:extLst>
                <a:ext uri="{FF2B5EF4-FFF2-40B4-BE49-F238E27FC236}">
                  <a16:creationId xmlns:a16="http://schemas.microsoft.com/office/drawing/2014/main" id="{A6C6B85B-84BC-4E10-92E1-97FF7BDC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435"/>
              <a:ext cx="716" cy="409"/>
            </a:xfrm>
            <a:custGeom>
              <a:avLst/>
              <a:gdLst>
                <a:gd name="T0" fmla="*/ 1 w 1432"/>
                <a:gd name="T1" fmla="*/ 1 h 817"/>
                <a:gd name="T2" fmla="*/ 1 w 1432"/>
                <a:gd name="T3" fmla="*/ 1 h 817"/>
                <a:gd name="T4" fmla="*/ 1 w 1432"/>
                <a:gd name="T5" fmla="*/ 1 h 817"/>
                <a:gd name="T6" fmla="*/ 1 w 1432"/>
                <a:gd name="T7" fmla="*/ 1 h 817"/>
                <a:gd name="T8" fmla="*/ 1 w 1432"/>
                <a:gd name="T9" fmla="*/ 1 h 817"/>
                <a:gd name="T10" fmla="*/ 1 w 1432"/>
                <a:gd name="T11" fmla="*/ 1 h 817"/>
                <a:gd name="T12" fmla="*/ 1 w 1432"/>
                <a:gd name="T13" fmla="*/ 1 h 817"/>
                <a:gd name="T14" fmla="*/ 1 w 1432"/>
                <a:gd name="T15" fmla="*/ 1 h 817"/>
                <a:gd name="T16" fmla="*/ 1 w 1432"/>
                <a:gd name="T17" fmla="*/ 1 h 817"/>
                <a:gd name="T18" fmla="*/ 1 w 1432"/>
                <a:gd name="T19" fmla="*/ 1 h 817"/>
                <a:gd name="T20" fmla="*/ 0 w 1432"/>
                <a:gd name="T21" fmla="*/ 1 h 817"/>
                <a:gd name="T22" fmla="*/ 1 w 1432"/>
                <a:gd name="T23" fmla="*/ 1 h 817"/>
                <a:gd name="T24" fmla="*/ 1 w 1432"/>
                <a:gd name="T25" fmla="*/ 1 h 817"/>
                <a:gd name="T26" fmla="*/ 1 w 1432"/>
                <a:gd name="T27" fmla="*/ 1 h 817"/>
                <a:gd name="T28" fmla="*/ 1 w 1432"/>
                <a:gd name="T29" fmla="*/ 1 h 817"/>
                <a:gd name="T30" fmla="*/ 1 w 1432"/>
                <a:gd name="T31" fmla="*/ 1 h 817"/>
                <a:gd name="T32" fmla="*/ 1 w 1432"/>
                <a:gd name="T33" fmla="*/ 1 h 817"/>
                <a:gd name="T34" fmla="*/ 1 w 1432"/>
                <a:gd name="T35" fmla="*/ 1 h 817"/>
                <a:gd name="T36" fmla="*/ 1 w 1432"/>
                <a:gd name="T37" fmla="*/ 1 h 817"/>
                <a:gd name="T38" fmla="*/ 1 w 1432"/>
                <a:gd name="T39" fmla="*/ 1 h 817"/>
                <a:gd name="T40" fmla="*/ 1 w 1432"/>
                <a:gd name="T41" fmla="*/ 1 h 817"/>
                <a:gd name="T42" fmla="*/ 1 w 1432"/>
                <a:gd name="T43" fmla="*/ 1 h 817"/>
                <a:gd name="T44" fmla="*/ 1 w 1432"/>
                <a:gd name="T45" fmla="*/ 1 h 817"/>
                <a:gd name="T46" fmla="*/ 1 w 1432"/>
                <a:gd name="T47" fmla="*/ 1 h 817"/>
                <a:gd name="T48" fmla="*/ 1 w 1432"/>
                <a:gd name="T49" fmla="*/ 1 h 817"/>
                <a:gd name="T50" fmla="*/ 1 w 1432"/>
                <a:gd name="T51" fmla="*/ 1 h 817"/>
                <a:gd name="T52" fmla="*/ 1 w 1432"/>
                <a:gd name="T53" fmla="*/ 1 h 817"/>
                <a:gd name="T54" fmla="*/ 1 w 1432"/>
                <a:gd name="T55" fmla="*/ 1 h 817"/>
                <a:gd name="T56" fmla="*/ 1 w 1432"/>
                <a:gd name="T57" fmla="*/ 1 h 817"/>
                <a:gd name="T58" fmla="*/ 1 w 1432"/>
                <a:gd name="T59" fmla="*/ 1 h 817"/>
                <a:gd name="T60" fmla="*/ 1 w 1432"/>
                <a:gd name="T61" fmla="*/ 1 h 817"/>
                <a:gd name="T62" fmla="*/ 1 w 1432"/>
                <a:gd name="T63" fmla="*/ 1 h 817"/>
                <a:gd name="T64" fmla="*/ 1 w 1432"/>
                <a:gd name="T65" fmla="*/ 1 h 817"/>
                <a:gd name="T66" fmla="*/ 1 w 1432"/>
                <a:gd name="T67" fmla="*/ 1 h 817"/>
                <a:gd name="T68" fmla="*/ 1 w 1432"/>
                <a:gd name="T69" fmla="*/ 1 h 817"/>
                <a:gd name="T70" fmla="*/ 1 w 1432"/>
                <a:gd name="T71" fmla="*/ 1 h 817"/>
                <a:gd name="T72" fmla="*/ 1 w 1432"/>
                <a:gd name="T73" fmla="*/ 1 h 817"/>
                <a:gd name="T74" fmla="*/ 1 w 1432"/>
                <a:gd name="T75" fmla="*/ 1 h 817"/>
                <a:gd name="T76" fmla="*/ 1 w 1432"/>
                <a:gd name="T77" fmla="*/ 1 h 817"/>
                <a:gd name="T78" fmla="*/ 1 w 1432"/>
                <a:gd name="T79" fmla="*/ 1 h 817"/>
                <a:gd name="T80" fmla="*/ 1 w 1432"/>
                <a:gd name="T81" fmla="*/ 1 h 817"/>
                <a:gd name="T82" fmla="*/ 1 w 1432"/>
                <a:gd name="T83" fmla="*/ 1 h 817"/>
                <a:gd name="T84" fmla="*/ 1 w 1432"/>
                <a:gd name="T85" fmla="*/ 1 h 817"/>
                <a:gd name="T86" fmla="*/ 1 w 1432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2"/>
                <a:gd name="T133" fmla="*/ 0 h 817"/>
                <a:gd name="T134" fmla="*/ 1432 w 1432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2" h="817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5" name="Rectangle 15">
              <a:extLst>
                <a:ext uri="{FF2B5EF4-FFF2-40B4-BE49-F238E27FC236}">
                  <a16:creationId xmlns:a16="http://schemas.microsoft.com/office/drawing/2014/main" id="{62D70729-A8D9-4C58-B84C-2EBF56E5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2560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6" name="Rectangle 16">
              <a:extLst>
                <a:ext uri="{FF2B5EF4-FFF2-40B4-BE49-F238E27FC236}">
                  <a16:creationId xmlns:a16="http://schemas.microsoft.com/office/drawing/2014/main" id="{1F1D44AF-E235-49D4-B59B-12EDC5E71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560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7" name="Rectangle 17">
              <a:extLst>
                <a:ext uri="{FF2B5EF4-FFF2-40B4-BE49-F238E27FC236}">
                  <a16:creationId xmlns:a16="http://schemas.microsoft.com/office/drawing/2014/main" id="{AD69D73A-7185-486F-ACFD-D477CECF1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560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8" name="Rectangle 18">
              <a:extLst>
                <a:ext uri="{FF2B5EF4-FFF2-40B4-BE49-F238E27FC236}">
                  <a16:creationId xmlns:a16="http://schemas.microsoft.com/office/drawing/2014/main" id="{8A173BFA-A6FA-4D85-A3D8-DC5B944DD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560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9" name="Rectangle 19">
              <a:extLst>
                <a:ext uri="{FF2B5EF4-FFF2-40B4-BE49-F238E27FC236}">
                  <a16:creationId xmlns:a16="http://schemas.microsoft.com/office/drawing/2014/main" id="{7B074421-2DBF-4206-9E46-04405F3E6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2556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0" name="Freeform 20">
              <a:extLst>
                <a:ext uri="{FF2B5EF4-FFF2-40B4-BE49-F238E27FC236}">
                  <a16:creationId xmlns:a16="http://schemas.microsoft.com/office/drawing/2014/main" id="{1B3F95AB-4A1C-4E4A-95F0-3554143F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08"/>
              <a:ext cx="716" cy="409"/>
            </a:xfrm>
            <a:custGeom>
              <a:avLst/>
              <a:gdLst>
                <a:gd name="T0" fmla="*/ 1 w 1432"/>
                <a:gd name="T1" fmla="*/ 1 h 817"/>
                <a:gd name="T2" fmla="*/ 1 w 1432"/>
                <a:gd name="T3" fmla="*/ 1 h 817"/>
                <a:gd name="T4" fmla="*/ 1 w 1432"/>
                <a:gd name="T5" fmla="*/ 1 h 817"/>
                <a:gd name="T6" fmla="*/ 1 w 1432"/>
                <a:gd name="T7" fmla="*/ 1 h 817"/>
                <a:gd name="T8" fmla="*/ 1 w 1432"/>
                <a:gd name="T9" fmla="*/ 1 h 817"/>
                <a:gd name="T10" fmla="*/ 1 w 1432"/>
                <a:gd name="T11" fmla="*/ 1 h 817"/>
                <a:gd name="T12" fmla="*/ 1 w 1432"/>
                <a:gd name="T13" fmla="*/ 1 h 817"/>
                <a:gd name="T14" fmla="*/ 1 w 1432"/>
                <a:gd name="T15" fmla="*/ 1 h 817"/>
                <a:gd name="T16" fmla="*/ 1 w 1432"/>
                <a:gd name="T17" fmla="*/ 1 h 817"/>
                <a:gd name="T18" fmla="*/ 1 w 1432"/>
                <a:gd name="T19" fmla="*/ 1 h 817"/>
                <a:gd name="T20" fmla="*/ 0 w 1432"/>
                <a:gd name="T21" fmla="*/ 1 h 817"/>
                <a:gd name="T22" fmla="*/ 1 w 1432"/>
                <a:gd name="T23" fmla="*/ 1 h 817"/>
                <a:gd name="T24" fmla="*/ 1 w 1432"/>
                <a:gd name="T25" fmla="*/ 1 h 817"/>
                <a:gd name="T26" fmla="*/ 1 w 1432"/>
                <a:gd name="T27" fmla="*/ 1 h 817"/>
                <a:gd name="T28" fmla="*/ 1 w 1432"/>
                <a:gd name="T29" fmla="*/ 1 h 817"/>
                <a:gd name="T30" fmla="*/ 1 w 1432"/>
                <a:gd name="T31" fmla="*/ 1 h 817"/>
                <a:gd name="T32" fmla="*/ 1 w 1432"/>
                <a:gd name="T33" fmla="*/ 1 h 817"/>
                <a:gd name="T34" fmla="*/ 1 w 1432"/>
                <a:gd name="T35" fmla="*/ 1 h 817"/>
                <a:gd name="T36" fmla="*/ 1 w 1432"/>
                <a:gd name="T37" fmla="*/ 1 h 817"/>
                <a:gd name="T38" fmla="*/ 1 w 1432"/>
                <a:gd name="T39" fmla="*/ 1 h 817"/>
                <a:gd name="T40" fmla="*/ 1 w 1432"/>
                <a:gd name="T41" fmla="*/ 1 h 817"/>
                <a:gd name="T42" fmla="*/ 1 w 1432"/>
                <a:gd name="T43" fmla="*/ 1 h 817"/>
                <a:gd name="T44" fmla="*/ 1 w 1432"/>
                <a:gd name="T45" fmla="*/ 1 h 817"/>
                <a:gd name="T46" fmla="*/ 1 w 1432"/>
                <a:gd name="T47" fmla="*/ 1 h 817"/>
                <a:gd name="T48" fmla="*/ 1 w 1432"/>
                <a:gd name="T49" fmla="*/ 1 h 817"/>
                <a:gd name="T50" fmla="*/ 1 w 1432"/>
                <a:gd name="T51" fmla="*/ 1 h 817"/>
                <a:gd name="T52" fmla="*/ 1 w 1432"/>
                <a:gd name="T53" fmla="*/ 1 h 817"/>
                <a:gd name="T54" fmla="*/ 1 w 1432"/>
                <a:gd name="T55" fmla="*/ 1 h 817"/>
                <a:gd name="T56" fmla="*/ 1 w 1432"/>
                <a:gd name="T57" fmla="*/ 1 h 817"/>
                <a:gd name="T58" fmla="*/ 1 w 1432"/>
                <a:gd name="T59" fmla="*/ 1 h 817"/>
                <a:gd name="T60" fmla="*/ 1 w 1432"/>
                <a:gd name="T61" fmla="*/ 1 h 817"/>
                <a:gd name="T62" fmla="*/ 1 w 1432"/>
                <a:gd name="T63" fmla="*/ 1 h 817"/>
                <a:gd name="T64" fmla="*/ 1 w 1432"/>
                <a:gd name="T65" fmla="*/ 1 h 817"/>
                <a:gd name="T66" fmla="*/ 1 w 1432"/>
                <a:gd name="T67" fmla="*/ 1 h 817"/>
                <a:gd name="T68" fmla="*/ 1 w 1432"/>
                <a:gd name="T69" fmla="*/ 1 h 817"/>
                <a:gd name="T70" fmla="*/ 1 w 1432"/>
                <a:gd name="T71" fmla="*/ 1 h 817"/>
                <a:gd name="T72" fmla="*/ 1 w 1432"/>
                <a:gd name="T73" fmla="*/ 1 h 817"/>
                <a:gd name="T74" fmla="*/ 1 w 1432"/>
                <a:gd name="T75" fmla="*/ 1 h 817"/>
                <a:gd name="T76" fmla="*/ 1 w 1432"/>
                <a:gd name="T77" fmla="*/ 1 h 817"/>
                <a:gd name="T78" fmla="*/ 1 w 1432"/>
                <a:gd name="T79" fmla="*/ 1 h 817"/>
                <a:gd name="T80" fmla="*/ 1 w 1432"/>
                <a:gd name="T81" fmla="*/ 1 h 817"/>
                <a:gd name="T82" fmla="*/ 1 w 1432"/>
                <a:gd name="T83" fmla="*/ 1 h 817"/>
                <a:gd name="T84" fmla="*/ 1 w 1432"/>
                <a:gd name="T85" fmla="*/ 1 h 817"/>
                <a:gd name="T86" fmla="*/ 1 w 1432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2"/>
                <a:gd name="T133" fmla="*/ 0 h 817"/>
                <a:gd name="T134" fmla="*/ 1432 w 1432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2" h="817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1" name="Rectangle 21">
              <a:extLst>
                <a:ext uri="{FF2B5EF4-FFF2-40B4-BE49-F238E27FC236}">
                  <a16:creationId xmlns:a16="http://schemas.microsoft.com/office/drawing/2014/main" id="{132112DE-42EC-4B47-A280-A4663243F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722"/>
              <a:ext cx="3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2" name="Rectangle 22">
              <a:extLst>
                <a:ext uri="{FF2B5EF4-FFF2-40B4-BE49-F238E27FC236}">
                  <a16:creationId xmlns:a16="http://schemas.microsoft.com/office/drawing/2014/main" id="{147108A3-74E2-444E-B044-1047FC109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33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3" name="Rectangle 23">
              <a:extLst>
                <a:ext uri="{FF2B5EF4-FFF2-40B4-BE49-F238E27FC236}">
                  <a16:creationId xmlns:a16="http://schemas.microsoft.com/office/drawing/2014/main" id="{010B6B08-9524-4477-A4EC-32B3A85E1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1333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4" name="Rectangle 24">
              <a:extLst>
                <a:ext uri="{FF2B5EF4-FFF2-40B4-BE49-F238E27FC236}">
                  <a16:creationId xmlns:a16="http://schemas.microsoft.com/office/drawing/2014/main" id="{C7176C11-E52E-49E8-9AA8-CEF6A1B14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33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5" name="Rectangle 25">
              <a:extLst>
                <a:ext uri="{FF2B5EF4-FFF2-40B4-BE49-F238E27FC236}">
                  <a16:creationId xmlns:a16="http://schemas.microsoft.com/office/drawing/2014/main" id="{8CFBAC03-9E9B-4AFF-98CD-2EE0E297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33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6" name="Freeform 26">
              <a:extLst>
                <a:ext uri="{FF2B5EF4-FFF2-40B4-BE49-F238E27FC236}">
                  <a16:creationId xmlns:a16="http://schemas.microsoft.com/office/drawing/2014/main" id="{1C80B944-0275-4F52-AEAC-B4D7CD3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208"/>
              <a:ext cx="716" cy="409"/>
            </a:xfrm>
            <a:custGeom>
              <a:avLst/>
              <a:gdLst>
                <a:gd name="T0" fmla="*/ 1 w 1431"/>
                <a:gd name="T1" fmla="*/ 1 h 817"/>
                <a:gd name="T2" fmla="*/ 1 w 1431"/>
                <a:gd name="T3" fmla="*/ 1 h 817"/>
                <a:gd name="T4" fmla="*/ 1 w 1431"/>
                <a:gd name="T5" fmla="*/ 1 h 817"/>
                <a:gd name="T6" fmla="*/ 1 w 1431"/>
                <a:gd name="T7" fmla="*/ 1 h 817"/>
                <a:gd name="T8" fmla="*/ 1 w 1431"/>
                <a:gd name="T9" fmla="*/ 1 h 817"/>
                <a:gd name="T10" fmla="*/ 1 w 1431"/>
                <a:gd name="T11" fmla="*/ 1 h 817"/>
                <a:gd name="T12" fmla="*/ 1 w 1431"/>
                <a:gd name="T13" fmla="*/ 1 h 817"/>
                <a:gd name="T14" fmla="*/ 1 w 1431"/>
                <a:gd name="T15" fmla="*/ 1 h 817"/>
                <a:gd name="T16" fmla="*/ 1 w 1431"/>
                <a:gd name="T17" fmla="*/ 1 h 817"/>
                <a:gd name="T18" fmla="*/ 1 w 1431"/>
                <a:gd name="T19" fmla="*/ 1 h 817"/>
                <a:gd name="T20" fmla="*/ 0 w 1431"/>
                <a:gd name="T21" fmla="*/ 1 h 817"/>
                <a:gd name="T22" fmla="*/ 1 w 1431"/>
                <a:gd name="T23" fmla="*/ 1 h 817"/>
                <a:gd name="T24" fmla="*/ 1 w 1431"/>
                <a:gd name="T25" fmla="*/ 1 h 817"/>
                <a:gd name="T26" fmla="*/ 1 w 1431"/>
                <a:gd name="T27" fmla="*/ 1 h 817"/>
                <a:gd name="T28" fmla="*/ 1 w 1431"/>
                <a:gd name="T29" fmla="*/ 1 h 817"/>
                <a:gd name="T30" fmla="*/ 1 w 1431"/>
                <a:gd name="T31" fmla="*/ 1 h 817"/>
                <a:gd name="T32" fmla="*/ 1 w 1431"/>
                <a:gd name="T33" fmla="*/ 1 h 817"/>
                <a:gd name="T34" fmla="*/ 1 w 1431"/>
                <a:gd name="T35" fmla="*/ 1 h 817"/>
                <a:gd name="T36" fmla="*/ 1 w 1431"/>
                <a:gd name="T37" fmla="*/ 1 h 817"/>
                <a:gd name="T38" fmla="*/ 1 w 1431"/>
                <a:gd name="T39" fmla="*/ 1 h 817"/>
                <a:gd name="T40" fmla="*/ 1 w 1431"/>
                <a:gd name="T41" fmla="*/ 1 h 817"/>
                <a:gd name="T42" fmla="*/ 1 w 1431"/>
                <a:gd name="T43" fmla="*/ 1 h 817"/>
                <a:gd name="T44" fmla="*/ 1 w 1431"/>
                <a:gd name="T45" fmla="*/ 1 h 817"/>
                <a:gd name="T46" fmla="*/ 1 w 1431"/>
                <a:gd name="T47" fmla="*/ 1 h 817"/>
                <a:gd name="T48" fmla="*/ 1 w 1431"/>
                <a:gd name="T49" fmla="*/ 1 h 817"/>
                <a:gd name="T50" fmla="*/ 1 w 1431"/>
                <a:gd name="T51" fmla="*/ 1 h 817"/>
                <a:gd name="T52" fmla="*/ 1 w 1431"/>
                <a:gd name="T53" fmla="*/ 1 h 817"/>
                <a:gd name="T54" fmla="*/ 1 w 1431"/>
                <a:gd name="T55" fmla="*/ 1 h 817"/>
                <a:gd name="T56" fmla="*/ 1 w 1431"/>
                <a:gd name="T57" fmla="*/ 1 h 817"/>
                <a:gd name="T58" fmla="*/ 1 w 1431"/>
                <a:gd name="T59" fmla="*/ 1 h 817"/>
                <a:gd name="T60" fmla="*/ 1 w 1431"/>
                <a:gd name="T61" fmla="*/ 1 h 817"/>
                <a:gd name="T62" fmla="*/ 1 w 1431"/>
                <a:gd name="T63" fmla="*/ 1 h 817"/>
                <a:gd name="T64" fmla="*/ 1 w 1431"/>
                <a:gd name="T65" fmla="*/ 1 h 817"/>
                <a:gd name="T66" fmla="*/ 1 w 1431"/>
                <a:gd name="T67" fmla="*/ 1 h 817"/>
                <a:gd name="T68" fmla="*/ 1 w 1431"/>
                <a:gd name="T69" fmla="*/ 1 h 817"/>
                <a:gd name="T70" fmla="*/ 1 w 1431"/>
                <a:gd name="T71" fmla="*/ 1 h 817"/>
                <a:gd name="T72" fmla="*/ 1 w 1431"/>
                <a:gd name="T73" fmla="*/ 1 h 817"/>
                <a:gd name="T74" fmla="*/ 1 w 1431"/>
                <a:gd name="T75" fmla="*/ 1 h 817"/>
                <a:gd name="T76" fmla="*/ 1 w 1431"/>
                <a:gd name="T77" fmla="*/ 1 h 817"/>
                <a:gd name="T78" fmla="*/ 1 w 1431"/>
                <a:gd name="T79" fmla="*/ 1 h 817"/>
                <a:gd name="T80" fmla="*/ 1 w 1431"/>
                <a:gd name="T81" fmla="*/ 1 h 817"/>
                <a:gd name="T82" fmla="*/ 1 w 1431"/>
                <a:gd name="T83" fmla="*/ 1 h 817"/>
                <a:gd name="T84" fmla="*/ 1 w 1431"/>
                <a:gd name="T85" fmla="*/ 1 h 817"/>
                <a:gd name="T86" fmla="*/ 1 w 1431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1"/>
                <a:gd name="T133" fmla="*/ 0 h 817"/>
                <a:gd name="T134" fmla="*/ 1431 w 1431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1" h="817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7" name="Rectangle 27">
              <a:extLst>
                <a:ext uri="{FF2B5EF4-FFF2-40B4-BE49-F238E27FC236}">
                  <a16:creationId xmlns:a16="http://schemas.microsoft.com/office/drawing/2014/main" id="{739A2682-F105-44D6-8001-C2B948581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1329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8" name="Rectangle 28">
              <a:extLst>
                <a:ext uri="{FF2B5EF4-FFF2-40B4-BE49-F238E27FC236}">
                  <a16:creationId xmlns:a16="http://schemas.microsoft.com/office/drawing/2014/main" id="{B8A2B512-1A44-4959-BDA2-85A0F20C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333"/>
              <a:ext cx="12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9" name="Rectangle 29">
              <a:extLst>
                <a:ext uri="{FF2B5EF4-FFF2-40B4-BE49-F238E27FC236}">
                  <a16:creationId xmlns:a16="http://schemas.microsoft.com/office/drawing/2014/main" id="{29538D19-6A55-4A1B-A197-79C4606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333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0" name="Rectangle 30">
              <a:extLst>
                <a:ext uri="{FF2B5EF4-FFF2-40B4-BE49-F238E27FC236}">
                  <a16:creationId xmlns:a16="http://schemas.microsoft.com/office/drawing/2014/main" id="{37321E92-E38C-49C5-8135-F33EE6DF1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33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1" name="Rectangle 31">
              <a:extLst>
                <a:ext uri="{FF2B5EF4-FFF2-40B4-BE49-F238E27FC236}">
                  <a16:creationId xmlns:a16="http://schemas.microsoft.com/office/drawing/2014/main" id="{CBF74FA9-545E-4201-8E9E-B0B9569F5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33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2" name="Freeform 32">
              <a:extLst>
                <a:ext uri="{FF2B5EF4-FFF2-40B4-BE49-F238E27FC236}">
                  <a16:creationId xmlns:a16="http://schemas.microsoft.com/office/drawing/2014/main" id="{232E591D-6832-4926-8FC6-4C71DE9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469"/>
              <a:ext cx="86" cy="43"/>
            </a:xfrm>
            <a:custGeom>
              <a:avLst/>
              <a:gdLst>
                <a:gd name="T0" fmla="*/ 0 w 173"/>
                <a:gd name="T1" fmla="*/ 0 h 87"/>
                <a:gd name="T2" fmla="*/ 0 w 173"/>
                <a:gd name="T3" fmla="*/ 0 h 87"/>
                <a:gd name="T4" fmla="*/ 0 w 173"/>
                <a:gd name="T5" fmla="*/ 0 h 87"/>
                <a:gd name="T6" fmla="*/ 0 w 173"/>
                <a:gd name="T7" fmla="*/ 0 h 87"/>
                <a:gd name="T8" fmla="*/ 0 w 173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3" name="Freeform 33">
              <a:extLst>
                <a:ext uri="{FF2B5EF4-FFF2-40B4-BE49-F238E27FC236}">
                  <a16:creationId xmlns:a16="http://schemas.microsoft.com/office/drawing/2014/main" id="{3D4A1993-C04D-4BBF-8F0B-D44175D4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502"/>
              <a:ext cx="312" cy="38"/>
            </a:xfrm>
            <a:custGeom>
              <a:avLst/>
              <a:gdLst>
                <a:gd name="T0" fmla="*/ 0 w 625"/>
                <a:gd name="T1" fmla="*/ 1 h 75"/>
                <a:gd name="T2" fmla="*/ 0 w 625"/>
                <a:gd name="T3" fmla="*/ 1 h 75"/>
                <a:gd name="T4" fmla="*/ 0 w 625"/>
                <a:gd name="T5" fmla="*/ 1 h 75"/>
                <a:gd name="T6" fmla="*/ 0 w 625"/>
                <a:gd name="T7" fmla="*/ 1 h 75"/>
                <a:gd name="T8" fmla="*/ 0 w 625"/>
                <a:gd name="T9" fmla="*/ 1 h 75"/>
                <a:gd name="T10" fmla="*/ 0 w 625"/>
                <a:gd name="T11" fmla="*/ 1 h 75"/>
                <a:gd name="T12" fmla="*/ 0 w 625"/>
                <a:gd name="T13" fmla="*/ 1 h 75"/>
                <a:gd name="T14" fmla="*/ 0 w 625"/>
                <a:gd name="T15" fmla="*/ 1 h 75"/>
                <a:gd name="T16" fmla="*/ 0 w 625"/>
                <a:gd name="T17" fmla="*/ 1 h 75"/>
                <a:gd name="T18" fmla="*/ 0 w 625"/>
                <a:gd name="T19" fmla="*/ 1 h 75"/>
                <a:gd name="T20" fmla="*/ 0 w 625"/>
                <a:gd name="T21" fmla="*/ 1 h 75"/>
                <a:gd name="T22" fmla="*/ 0 w 625"/>
                <a:gd name="T23" fmla="*/ 1 h 75"/>
                <a:gd name="T24" fmla="*/ 0 w 625"/>
                <a:gd name="T25" fmla="*/ 1 h 75"/>
                <a:gd name="T26" fmla="*/ 0 w 625"/>
                <a:gd name="T27" fmla="*/ 1 h 75"/>
                <a:gd name="T28" fmla="*/ 0 w 625"/>
                <a:gd name="T29" fmla="*/ 1 h 75"/>
                <a:gd name="T30" fmla="*/ 0 w 625"/>
                <a:gd name="T31" fmla="*/ 1 h 75"/>
                <a:gd name="T32" fmla="*/ 0 w 625"/>
                <a:gd name="T33" fmla="*/ 1 h 75"/>
                <a:gd name="T34" fmla="*/ 0 w 625"/>
                <a:gd name="T35" fmla="*/ 1 h 75"/>
                <a:gd name="T36" fmla="*/ 0 w 625"/>
                <a:gd name="T37" fmla="*/ 1 h 75"/>
                <a:gd name="T38" fmla="*/ 0 w 625"/>
                <a:gd name="T39" fmla="*/ 1 h 75"/>
                <a:gd name="T40" fmla="*/ 0 w 625"/>
                <a:gd name="T41" fmla="*/ 1 h 75"/>
                <a:gd name="T42" fmla="*/ 0 w 625"/>
                <a:gd name="T43" fmla="*/ 1 h 75"/>
                <a:gd name="T44" fmla="*/ 0 w 625"/>
                <a:gd name="T45" fmla="*/ 1 h 75"/>
                <a:gd name="T46" fmla="*/ 0 w 625"/>
                <a:gd name="T47" fmla="*/ 1 h 75"/>
                <a:gd name="T48" fmla="*/ 0 w 625"/>
                <a:gd name="T49" fmla="*/ 1 h 75"/>
                <a:gd name="T50" fmla="*/ 0 w 625"/>
                <a:gd name="T51" fmla="*/ 1 h 75"/>
                <a:gd name="T52" fmla="*/ 0 w 625"/>
                <a:gd name="T53" fmla="*/ 1 h 75"/>
                <a:gd name="T54" fmla="*/ 0 w 625"/>
                <a:gd name="T55" fmla="*/ 1 h 75"/>
                <a:gd name="T56" fmla="*/ 0 w 625"/>
                <a:gd name="T57" fmla="*/ 1 h 75"/>
                <a:gd name="T58" fmla="*/ 0 w 625"/>
                <a:gd name="T59" fmla="*/ 1 h 75"/>
                <a:gd name="T60" fmla="*/ 0 w 625"/>
                <a:gd name="T61" fmla="*/ 1 h 75"/>
                <a:gd name="T62" fmla="*/ 0 w 625"/>
                <a:gd name="T63" fmla="*/ 1 h 75"/>
                <a:gd name="T64" fmla="*/ 0 w 625"/>
                <a:gd name="T65" fmla="*/ 1 h 75"/>
                <a:gd name="T66" fmla="*/ 0 w 625"/>
                <a:gd name="T67" fmla="*/ 1 h 75"/>
                <a:gd name="T68" fmla="*/ 0 w 625"/>
                <a:gd name="T69" fmla="*/ 1 h 75"/>
                <a:gd name="T70" fmla="*/ 0 w 625"/>
                <a:gd name="T71" fmla="*/ 1 h 75"/>
                <a:gd name="T72" fmla="*/ 0 w 625"/>
                <a:gd name="T73" fmla="*/ 1 h 75"/>
                <a:gd name="T74" fmla="*/ 0 w 625"/>
                <a:gd name="T75" fmla="*/ 1 h 75"/>
                <a:gd name="T76" fmla="*/ 0 w 625"/>
                <a:gd name="T77" fmla="*/ 1 h 75"/>
                <a:gd name="T78" fmla="*/ 0 w 625"/>
                <a:gd name="T79" fmla="*/ 1 h 75"/>
                <a:gd name="T80" fmla="*/ 0 w 625"/>
                <a:gd name="T81" fmla="*/ 1 h 75"/>
                <a:gd name="T82" fmla="*/ 0 w 625"/>
                <a:gd name="T83" fmla="*/ 1 h 75"/>
                <a:gd name="T84" fmla="*/ 0 w 625"/>
                <a:gd name="T85" fmla="*/ 1 h 75"/>
                <a:gd name="T86" fmla="*/ 0 w 625"/>
                <a:gd name="T87" fmla="*/ 1 h 75"/>
                <a:gd name="T88" fmla="*/ 0 w 625"/>
                <a:gd name="T89" fmla="*/ 1 h 75"/>
                <a:gd name="T90" fmla="*/ 0 w 625"/>
                <a:gd name="T91" fmla="*/ 1 h 75"/>
                <a:gd name="T92" fmla="*/ 0 w 625"/>
                <a:gd name="T93" fmla="*/ 1 h 75"/>
                <a:gd name="T94" fmla="*/ 0 w 625"/>
                <a:gd name="T95" fmla="*/ 1 h 75"/>
                <a:gd name="T96" fmla="*/ 0 w 625"/>
                <a:gd name="T97" fmla="*/ 1 h 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5"/>
                <a:gd name="T148" fmla="*/ 0 h 75"/>
                <a:gd name="T149" fmla="*/ 625 w 625"/>
                <a:gd name="T150" fmla="*/ 75 h 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5" h="75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4" name="Freeform 34">
              <a:extLst>
                <a:ext uri="{FF2B5EF4-FFF2-40B4-BE49-F238E27FC236}">
                  <a16:creationId xmlns:a16="http://schemas.microsoft.com/office/drawing/2014/main" id="{7CB890C1-1D50-478A-A958-60BDAB5F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64"/>
              <a:ext cx="443" cy="76"/>
            </a:xfrm>
            <a:custGeom>
              <a:avLst/>
              <a:gdLst>
                <a:gd name="T0" fmla="*/ 1 w 845"/>
                <a:gd name="T1" fmla="*/ 1 h 152"/>
                <a:gd name="T2" fmla="*/ 1 w 845"/>
                <a:gd name="T3" fmla="*/ 1 h 152"/>
                <a:gd name="T4" fmla="*/ 1 w 845"/>
                <a:gd name="T5" fmla="*/ 1 h 152"/>
                <a:gd name="T6" fmla="*/ 1 w 845"/>
                <a:gd name="T7" fmla="*/ 1 h 152"/>
                <a:gd name="T8" fmla="*/ 1 w 845"/>
                <a:gd name="T9" fmla="*/ 1 h 152"/>
                <a:gd name="T10" fmla="*/ 1 w 845"/>
                <a:gd name="T11" fmla="*/ 1 h 152"/>
                <a:gd name="T12" fmla="*/ 1 w 845"/>
                <a:gd name="T13" fmla="*/ 1 h 152"/>
                <a:gd name="T14" fmla="*/ 1 w 845"/>
                <a:gd name="T15" fmla="*/ 1 h 152"/>
                <a:gd name="T16" fmla="*/ 1 w 845"/>
                <a:gd name="T17" fmla="*/ 1 h 152"/>
                <a:gd name="T18" fmla="*/ 1 w 845"/>
                <a:gd name="T19" fmla="*/ 1 h 152"/>
                <a:gd name="T20" fmla="*/ 1 w 845"/>
                <a:gd name="T21" fmla="*/ 1 h 152"/>
                <a:gd name="T22" fmla="*/ 1 w 845"/>
                <a:gd name="T23" fmla="*/ 1 h 152"/>
                <a:gd name="T24" fmla="*/ 1 w 845"/>
                <a:gd name="T25" fmla="*/ 1 h 152"/>
                <a:gd name="T26" fmla="*/ 1 w 845"/>
                <a:gd name="T27" fmla="*/ 1 h 152"/>
                <a:gd name="T28" fmla="*/ 1 w 845"/>
                <a:gd name="T29" fmla="*/ 1 h 152"/>
                <a:gd name="T30" fmla="*/ 1 w 845"/>
                <a:gd name="T31" fmla="*/ 1 h 152"/>
                <a:gd name="T32" fmla="*/ 1 w 845"/>
                <a:gd name="T33" fmla="*/ 1 h 152"/>
                <a:gd name="T34" fmla="*/ 1 w 845"/>
                <a:gd name="T35" fmla="*/ 1 h 152"/>
                <a:gd name="T36" fmla="*/ 1 w 845"/>
                <a:gd name="T37" fmla="*/ 1 h 152"/>
                <a:gd name="T38" fmla="*/ 1 w 845"/>
                <a:gd name="T39" fmla="*/ 1 h 152"/>
                <a:gd name="T40" fmla="*/ 1 w 845"/>
                <a:gd name="T41" fmla="*/ 1 h 152"/>
                <a:gd name="T42" fmla="*/ 1 w 845"/>
                <a:gd name="T43" fmla="*/ 1 h 152"/>
                <a:gd name="T44" fmla="*/ 1 w 845"/>
                <a:gd name="T45" fmla="*/ 1 h 152"/>
                <a:gd name="T46" fmla="*/ 1 w 845"/>
                <a:gd name="T47" fmla="*/ 1 h 152"/>
                <a:gd name="T48" fmla="*/ 1 w 845"/>
                <a:gd name="T49" fmla="*/ 1 h 152"/>
                <a:gd name="T50" fmla="*/ 1 w 845"/>
                <a:gd name="T51" fmla="*/ 1 h 152"/>
                <a:gd name="T52" fmla="*/ 1 w 845"/>
                <a:gd name="T53" fmla="*/ 1 h 152"/>
                <a:gd name="T54" fmla="*/ 1 w 845"/>
                <a:gd name="T55" fmla="*/ 1 h 152"/>
                <a:gd name="T56" fmla="*/ 1 w 845"/>
                <a:gd name="T57" fmla="*/ 1 h 152"/>
                <a:gd name="T58" fmla="*/ 1 w 845"/>
                <a:gd name="T59" fmla="*/ 1 h 152"/>
                <a:gd name="T60" fmla="*/ 1 w 845"/>
                <a:gd name="T61" fmla="*/ 1 h 152"/>
                <a:gd name="T62" fmla="*/ 1 w 845"/>
                <a:gd name="T63" fmla="*/ 1 h 152"/>
                <a:gd name="T64" fmla="*/ 1 w 845"/>
                <a:gd name="T65" fmla="*/ 1 h 152"/>
                <a:gd name="T66" fmla="*/ 1 w 845"/>
                <a:gd name="T67" fmla="*/ 1 h 152"/>
                <a:gd name="T68" fmla="*/ 1 w 845"/>
                <a:gd name="T69" fmla="*/ 1 h 152"/>
                <a:gd name="T70" fmla="*/ 1 w 845"/>
                <a:gd name="T71" fmla="*/ 1 h 152"/>
                <a:gd name="T72" fmla="*/ 1 w 845"/>
                <a:gd name="T73" fmla="*/ 1 h 152"/>
                <a:gd name="T74" fmla="*/ 1 w 845"/>
                <a:gd name="T75" fmla="*/ 1 h 152"/>
                <a:gd name="T76" fmla="*/ 1 w 845"/>
                <a:gd name="T77" fmla="*/ 1 h 152"/>
                <a:gd name="T78" fmla="*/ 1 w 845"/>
                <a:gd name="T79" fmla="*/ 1 h 152"/>
                <a:gd name="T80" fmla="*/ 1 w 845"/>
                <a:gd name="T81" fmla="*/ 1 h 152"/>
                <a:gd name="T82" fmla="*/ 1 w 845"/>
                <a:gd name="T83" fmla="*/ 1 h 152"/>
                <a:gd name="T84" fmla="*/ 1 w 845"/>
                <a:gd name="T85" fmla="*/ 1 h 152"/>
                <a:gd name="T86" fmla="*/ 1 w 845"/>
                <a:gd name="T87" fmla="*/ 1 h 152"/>
                <a:gd name="T88" fmla="*/ 1 w 845"/>
                <a:gd name="T89" fmla="*/ 1 h 152"/>
                <a:gd name="T90" fmla="*/ 1 w 845"/>
                <a:gd name="T91" fmla="*/ 1 h 152"/>
                <a:gd name="T92" fmla="*/ 1 w 845"/>
                <a:gd name="T93" fmla="*/ 1 h 152"/>
                <a:gd name="T94" fmla="*/ 1 w 845"/>
                <a:gd name="T95" fmla="*/ 1 h 152"/>
                <a:gd name="T96" fmla="*/ 1 w 845"/>
                <a:gd name="T97" fmla="*/ 1 h 1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5"/>
                <a:gd name="T148" fmla="*/ 0 h 152"/>
                <a:gd name="T149" fmla="*/ 845 w 845"/>
                <a:gd name="T150" fmla="*/ 152 h 1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5" h="152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5" name="Rectangle 35">
              <a:extLst>
                <a:ext uri="{FF2B5EF4-FFF2-40B4-BE49-F238E27FC236}">
                  <a16:creationId xmlns:a16="http://schemas.microsoft.com/office/drawing/2014/main" id="{52DAAD81-FB28-4CD9-9FF2-B9691595B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329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6" name="Rectangle 36">
              <a:extLst>
                <a:ext uri="{FF2B5EF4-FFF2-40B4-BE49-F238E27FC236}">
                  <a16:creationId xmlns:a16="http://schemas.microsoft.com/office/drawing/2014/main" id="{9D262926-2B47-4BC4-9713-A7DF2B70D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334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7" name="Rectangle 37">
              <a:extLst>
                <a:ext uri="{FF2B5EF4-FFF2-40B4-BE49-F238E27FC236}">
                  <a16:creationId xmlns:a16="http://schemas.microsoft.com/office/drawing/2014/main" id="{7B3D69A0-E1BA-4045-BDF7-FEEC3911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1334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8" name="Freeform 38">
              <a:extLst>
                <a:ext uri="{FF2B5EF4-FFF2-40B4-BE49-F238E27FC236}">
                  <a16:creationId xmlns:a16="http://schemas.microsoft.com/office/drawing/2014/main" id="{4D8F05C8-1C69-4D9A-9D40-D7E07D44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093"/>
              <a:ext cx="43" cy="87"/>
            </a:xfrm>
            <a:custGeom>
              <a:avLst/>
              <a:gdLst>
                <a:gd name="T0" fmla="*/ 0 w 87"/>
                <a:gd name="T1" fmla="*/ 0 h 173"/>
                <a:gd name="T2" fmla="*/ 0 w 87"/>
                <a:gd name="T3" fmla="*/ 1 h 173"/>
                <a:gd name="T4" fmla="*/ 0 w 87"/>
                <a:gd name="T5" fmla="*/ 0 h 173"/>
                <a:gd name="T6" fmla="*/ 0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9" name="Line 39">
              <a:extLst>
                <a:ext uri="{FF2B5EF4-FFF2-40B4-BE49-F238E27FC236}">
                  <a16:creationId xmlns:a16="http://schemas.microsoft.com/office/drawing/2014/main" id="{09555F6E-82C2-4238-B192-D05E165D6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6" y="905"/>
              <a:ext cx="1" cy="1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0" name="Rectangle 40">
              <a:extLst>
                <a:ext uri="{FF2B5EF4-FFF2-40B4-BE49-F238E27FC236}">
                  <a16:creationId xmlns:a16="http://schemas.microsoft.com/office/drawing/2014/main" id="{1055C090-6CDD-471A-AB11-2C1B2CAD7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334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1" name="Rectangle 41">
              <a:extLst>
                <a:ext uri="{FF2B5EF4-FFF2-40B4-BE49-F238E27FC236}">
                  <a16:creationId xmlns:a16="http://schemas.microsoft.com/office/drawing/2014/main" id="{E004E1B1-D4A7-4C5A-B83C-EF21886E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3240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2" name="Rectangle 42">
              <a:extLst>
                <a:ext uri="{FF2B5EF4-FFF2-40B4-BE49-F238E27FC236}">
                  <a16:creationId xmlns:a16="http://schemas.microsoft.com/office/drawing/2014/main" id="{6E8EDC24-6D30-4BDC-83F6-6F7C2BFE3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3240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3" name="Rectangle 43">
              <a:extLst>
                <a:ext uri="{FF2B5EF4-FFF2-40B4-BE49-F238E27FC236}">
                  <a16:creationId xmlns:a16="http://schemas.microsoft.com/office/drawing/2014/main" id="{9CECBE06-F7A4-4863-9334-1366CCF5A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240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4" name="Rectangle 44">
              <a:extLst>
                <a:ext uri="{FF2B5EF4-FFF2-40B4-BE49-F238E27FC236}">
                  <a16:creationId xmlns:a16="http://schemas.microsoft.com/office/drawing/2014/main" id="{AEA22DFB-23EC-4B1C-9419-A97BDB9B9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09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5" name="Rectangle 45">
              <a:extLst>
                <a:ext uri="{FF2B5EF4-FFF2-40B4-BE49-F238E27FC236}">
                  <a16:creationId xmlns:a16="http://schemas.microsoft.com/office/drawing/2014/main" id="{B11958B9-1093-4D1C-A3AE-7A8CCFE71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09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6" name="Rectangle 46">
              <a:extLst>
                <a:ext uri="{FF2B5EF4-FFF2-40B4-BE49-F238E27FC236}">
                  <a16:creationId xmlns:a16="http://schemas.microsoft.com/office/drawing/2014/main" id="{2FC3603A-0E14-4B85-A58E-AFB993B49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9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7" name="Rectangle 47">
              <a:extLst>
                <a:ext uri="{FF2B5EF4-FFF2-40B4-BE49-F238E27FC236}">
                  <a16:creationId xmlns:a16="http://schemas.microsoft.com/office/drawing/2014/main" id="{14220AC3-77E1-4963-B0C3-66EED26A6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61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8" name="Rectangle 48">
              <a:extLst>
                <a:ext uri="{FF2B5EF4-FFF2-40B4-BE49-F238E27FC236}">
                  <a16:creationId xmlns:a16="http://schemas.microsoft.com/office/drawing/2014/main" id="{1DA73145-35B0-4541-8EF6-335EC1206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61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9" name="Freeform 49">
              <a:extLst>
                <a:ext uri="{FF2B5EF4-FFF2-40B4-BE49-F238E27FC236}">
                  <a16:creationId xmlns:a16="http://schemas.microsoft.com/office/drawing/2014/main" id="{BBA0FE49-CF4B-4AE8-92DB-C6898EA09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613"/>
              <a:ext cx="43" cy="87"/>
            </a:xfrm>
            <a:custGeom>
              <a:avLst/>
              <a:gdLst>
                <a:gd name="T0" fmla="*/ 0 w 87"/>
                <a:gd name="T1" fmla="*/ 1 h 173"/>
                <a:gd name="T2" fmla="*/ 0 w 87"/>
                <a:gd name="T3" fmla="*/ 0 h 173"/>
                <a:gd name="T4" fmla="*/ 0 w 87"/>
                <a:gd name="T5" fmla="*/ 1 h 173"/>
                <a:gd name="T6" fmla="*/ 0 w 87"/>
                <a:gd name="T7" fmla="*/ 1 h 173"/>
                <a:gd name="T8" fmla="*/ 0 w 87"/>
                <a:gd name="T9" fmla="*/ 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0" name="Line 50">
              <a:extLst>
                <a:ext uri="{FF2B5EF4-FFF2-40B4-BE49-F238E27FC236}">
                  <a16:creationId xmlns:a16="http://schemas.microsoft.com/office/drawing/2014/main" id="{FE373A3E-454E-4C3C-B9CB-961B2E8C2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" y="1700"/>
              <a:ext cx="360" cy="76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1" name="Freeform 51">
              <a:extLst>
                <a:ext uri="{FF2B5EF4-FFF2-40B4-BE49-F238E27FC236}">
                  <a16:creationId xmlns:a16="http://schemas.microsoft.com/office/drawing/2014/main" id="{849AE434-B072-46D2-AF3C-449C8C59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364"/>
              <a:ext cx="58" cy="86"/>
            </a:xfrm>
            <a:custGeom>
              <a:avLst/>
              <a:gdLst>
                <a:gd name="T0" fmla="*/ 1 w 115"/>
                <a:gd name="T1" fmla="*/ 0 h 173"/>
                <a:gd name="T2" fmla="*/ 0 w 115"/>
                <a:gd name="T3" fmla="*/ 0 h 173"/>
                <a:gd name="T4" fmla="*/ 1 w 115"/>
                <a:gd name="T5" fmla="*/ 0 h 173"/>
                <a:gd name="T6" fmla="*/ 1 w 115"/>
                <a:gd name="T7" fmla="*/ 0 h 173"/>
                <a:gd name="T8" fmla="*/ 1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2" name="Line 52">
              <a:extLst>
                <a:ext uri="{FF2B5EF4-FFF2-40B4-BE49-F238E27FC236}">
                  <a16:creationId xmlns:a16="http://schemas.microsoft.com/office/drawing/2014/main" id="{E41FF758-18BD-4290-8E7F-4E8BD5FFD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1" y="1598"/>
              <a:ext cx="361" cy="76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3" name="Rectangle 53">
              <a:extLst>
                <a:ext uri="{FF2B5EF4-FFF2-40B4-BE49-F238E27FC236}">
                  <a16:creationId xmlns:a16="http://schemas.microsoft.com/office/drawing/2014/main" id="{A0AE1644-718A-49AB-9CBC-5D5CCD933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61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4" name="Rectangle 54">
              <a:extLst>
                <a:ext uri="{FF2B5EF4-FFF2-40B4-BE49-F238E27FC236}">
                  <a16:creationId xmlns:a16="http://schemas.microsoft.com/office/drawing/2014/main" id="{5182385C-01E6-4AAC-B1A2-34D8328FB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1944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5" name="Rectangle 55">
              <a:extLst>
                <a:ext uri="{FF2B5EF4-FFF2-40B4-BE49-F238E27FC236}">
                  <a16:creationId xmlns:a16="http://schemas.microsoft.com/office/drawing/2014/main" id="{9B04F29D-A7A5-41E5-ACB6-915F38072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944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6" name="Rectangle 56">
              <a:extLst>
                <a:ext uri="{FF2B5EF4-FFF2-40B4-BE49-F238E27FC236}">
                  <a16:creationId xmlns:a16="http://schemas.microsoft.com/office/drawing/2014/main" id="{C22A3207-20E2-447D-BACE-8EEA6197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944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7" name="Rectangle 57">
              <a:extLst>
                <a:ext uri="{FF2B5EF4-FFF2-40B4-BE49-F238E27FC236}">
                  <a16:creationId xmlns:a16="http://schemas.microsoft.com/office/drawing/2014/main" id="{48DCB2AE-2D37-41C7-8F7A-7A3C61CE1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942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8" name="Rectangle 58">
              <a:extLst>
                <a:ext uri="{FF2B5EF4-FFF2-40B4-BE49-F238E27FC236}">
                  <a16:creationId xmlns:a16="http://schemas.microsoft.com/office/drawing/2014/main" id="{F34D2F24-BC43-484B-9CFF-565908195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942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9" name="Freeform 59">
              <a:extLst>
                <a:ext uri="{FF2B5EF4-FFF2-40B4-BE49-F238E27FC236}">
                  <a16:creationId xmlns:a16="http://schemas.microsoft.com/office/drawing/2014/main" id="{44776A3E-5706-42BE-A009-8D087D86C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295"/>
              <a:ext cx="86" cy="58"/>
            </a:xfrm>
            <a:custGeom>
              <a:avLst/>
              <a:gdLst>
                <a:gd name="T0" fmla="*/ 0 w 173"/>
                <a:gd name="T1" fmla="*/ 1 h 116"/>
                <a:gd name="T2" fmla="*/ 0 w 173"/>
                <a:gd name="T3" fmla="*/ 1 h 116"/>
                <a:gd name="T4" fmla="*/ 0 w 173"/>
                <a:gd name="T5" fmla="*/ 0 h 116"/>
                <a:gd name="T6" fmla="*/ 0 w 173"/>
                <a:gd name="T7" fmla="*/ 1 h 116"/>
                <a:gd name="T8" fmla="*/ 0 w 173"/>
                <a:gd name="T9" fmla="*/ 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0" name="Freeform 60">
              <a:extLst>
                <a:ext uri="{FF2B5EF4-FFF2-40B4-BE49-F238E27FC236}">
                  <a16:creationId xmlns:a16="http://schemas.microsoft.com/office/drawing/2014/main" id="{AAD83B6C-4CF1-41A4-BBA7-29E8FC90F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279"/>
              <a:ext cx="312" cy="37"/>
            </a:xfrm>
            <a:custGeom>
              <a:avLst/>
              <a:gdLst>
                <a:gd name="T0" fmla="*/ 1 w 623"/>
                <a:gd name="T1" fmla="*/ 0 h 75"/>
                <a:gd name="T2" fmla="*/ 1 w 623"/>
                <a:gd name="T3" fmla="*/ 0 h 75"/>
                <a:gd name="T4" fmla="*/ 1 w 623"/>
                <a:gd name="T5" fmla="*/ 0 h 75"/>
                <a:gd name="T6" fmla="*/ 1 w 623"/>
                <a:gd name="T7" fmla="*/ 0 h 75"/>
                <a:gd name="T8" fmla="*/ 1 w 623"/>
                <a:gd name="T9" fmla="*/ 0 h 75"/>
                <a:gd name="T10" fmla="*/ 1 w 623"/>
                <a:gd name="T11" fmla="*/ 0 h 75"/>
                <a:gd name="T12" fmla="*/ 1 w 623"/>
                <a:gd name="T13" fmla="*/ 0 h 75"/>
                <a:gd name="T14" fmla="*/ 1 w 623"/>
                <a:gd name="T15" fmla="*/ 0 h 75"/>
                <a:gd name="T16" fmla="*/ 1 w 623"/>
                <a:gd name="T17" fmla="*/ 0 h 75"/>
                <a:gd name="T18" fmla="*/ 1 w 623"/>
                <a:gd name="T19" fmla="*/ 0 h 75"/>
                <a:gd name="T20" fmla="*/ 1 w 623"/>
                <a:gd name="T21" fmla="*/ 0 h 75"/>
                <a:gd name="T22" fmla="*/ 1 w 623"/>
                <a:gd name="T23" fmla="*/ 0 h 75"/>
                <a:gd name="T24" fmla="*/ 1 w 623"/>
                <a:gd name="T25" fmla="*/ 0 h 75"/>
                <a:gd name="T26" fmla="*/ 1 w 623"/>
                <a:gd name="T27" fmla="*/ 0 h 75"/>
                <a:gd name="T28" fmla="*/ 1 w 623"/>
                <a:gd name="T29" fmla="*/ 0 h 75"/>
                <a:gd name="T30" fmla="*/ 1 w 623"/>
                <a:gd name="T31" fmla="*/ 0 h 75"/>
                <a:gd name="T32" fmla="*/ 1 w 623"/>
                <a:gd name="T33" fmla="*/ 0 h 75"/>
                <a:gd name="T34" fmla="*/ 1 w 623"/>
                <a:gd name="T35" fmla="*/ 0 h 75"/>
                <a:gd name="T36" fmla="*/ 1 w 623"/>
                <a:gd name="T37" fmla="*/ 0 h 75"/>
                <a:gd name="T38" fmla="*/ 1 w 623"/>
                <a:gd name="T39" fmla="*/ 0 h 75"/>
                <a:gd name="T40" fmla="*/ 1 w 623"/>
                <a:gd name="T41" fmla="*/ 0 h 75"/>
                <a:gd name="T42" fmla="*/ 1 w 623"/>
                <a:gd name="T43" fmla="*/ 0 h 75"/>
                <a:gd name="T44" fmla="*/ 1 w 623"/>
                <a:gd name="T45" fmla="*/ 0 h 75"/>
                <a:gd name="T46" fmla="*/ 1 w 623"/>
                <a:gd name="T47" fmla="*/ 0 h 75"/>
                <a:gd name="T48" fmla="*/ 1 w 623"/>
                <a:gd name="T49" fmla="*/ 0 h 75"/>
                <a:gd name="T50" fmla="*/ 1 w 623"/>
                <a:gd name="T51" fmla="*/ 0 h 75"/>
                <a:gd name="T52" fmla="*/ 1 w 623"/>
                <a:gd name="T53" fmla="*/ 0 h 75"/>
                <a:gd name="T54" fmla="*/ 1 w 623"/>
                <a:gd name="T55" fmla="*/ 0 h 75"/>
                <a:gd name="T56" fmla="*/ 1 w 623"/>
                <a:gd name="T57" fmla="*/ 0 h 75"/>
                <a:gd name="T58" fmla="*/ 1 w 623"/>
                <a:gd name="T59" fmla="*/ 0 h 75"/>
                <a:gd name="T60" fmla="*/ 1 w 623"/>
                <a:gd name="T61" fmla="*/ 0 h 75"/>
                <a:gd name="T62" fmla="*/ 1 w 623"/>
                <a:gd name="T63" fmla="*/ 0 h 75"/>
                <a:gd name="T64" fmla="*/ 1 w 623"/>
                <a:gd name="T65" fmla="*/ 0 h 75"/>
                <a:gd name="T66" fmla="*/ 1 w 623"/>
                <a:gd name="T67" fmla="*/ 0 h 75"/>
                <a:gd name="T68" fmla="*/ 1 w 623"/>
                <a:gd name="T69" fmla="*/ 0 h 75"/>
                <a:gd name="T70" fmla="*/ 1 w 623"/>
                <a:gd name="T71" fmla="*/ 0 h 75"/>
                <a:gd name="T72" fmla="*/ 1 w 623"/>
                <a:gd name="T73" fmla="*/ 0 h 75"/>
                <a:gd name="T74" fmla="*/ 1 w 623"/>
                <a:gd name="T75" fmla="*/ 0 h 75"/>
                <a:gd name="T76" fmla="*/ 1 w 623"/>
                <a:gd name="T77" fmla="*/ 0 h 75"/>
                <a:gd name="T78" fmla="*/ 1 w 623"/>
                <a:gd name="T79" fmla="*/ 0 h 75"/>
                <a:gd name="T80" fmla="*/ 1 w 623"/>
                <a:gd name="T81" fmla="*/ 0 h 75"/>
                <a:gd name="T82" fmla="*/ 1 w 623"/>
                <a:gd name="T83" fmla="*/ 0 h 75"/>
                <a:gd name="T84" fmla="*/ 1 w 623"/>
                <a:gd name="T85" fmla="*/ 0 h 75"/>
                <a:gd name="T86" fmla="*/ 1 w 623"/>
                <a:gd name="T87" fmla="*/ 0 h 75"/>
                <a:gd name="T88" fmla="*/ 1 w 623"/>
                <a:gd name="T89" fmla="*/ 0 h 75"/>
                <a:gd name="T90" fmla="*/ 1 w 623"/>
                <a:gd name="T91" fmla="*/ 0 h 75"/>
                <a:gd name="T92" fmla="*/ 1 w 623"/>
                <a:gd name="T93" fmla="*/ 0 h 75"/>
                <a:gd name="T94" fmla="*/ 1 w 623"/>
                <a:gd name="T95" fmla="*/ 0 h 75"/>
                <a:gd name="T96" fmla="*/ 1 w 623"/>
                <a:gd name="T97" fmla="*/ 0 h 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3"/>
                <a:gd name="T148" fmla="*/ 0 h 75"/>
                <a:gd name="T149" fmla="*/ 623 w 623"/>
                <a:gd name="T150" fmla="*/ 75 h 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3" h="75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1" name="Freeform 61">
              <a:extLst>
                <a:ext uri="{FF2B5EF4-FFF2-40B4-BE49-F238E27FC236}">
                  <a16:creationId xmlns:a16="http://schemas.microsoft.com/office/drawing/2014/main" id="{1D6A41E8-7E7F-491F-AB21-7917EC8E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278"/>
              <a:ext cx="434" cy="76"/>
            </a:xfrm>
            <a:custGeom>
              <a:avLst/>
              <a:gdLst>
                <a:gd name="T0" fmla="*/ 1 w 846"/>
                <a:gd name="T1" fmla="*/ 0 h 153"/>
                <a:gd name="T2" fmla="*/ 1 w 846"/>
                <a:gd name="T3" fmla="*/ 0 h 153"/>
                <a:gd name="T4" fmla="*/ 1 w 846"/>
                <a:gd name="T5" fmla="*/ 0 h 153"/>
                <a:gd name="T6" fmla="*/ 1 w 846"/>
                <a:gd name="T7" fmla="*/ 0 h 153"/>
                <a:gd name="T8" fmla="*/ 1 w 846"/>
                <a:gd name="T9" fmla="*/ 0 h 153"/>
                <a:gd name="T10" fmla="*/ 1 w 846"/>
                <a:gd name="T11" fmla="*/ 0 h 153"/>
                <a:gd name="T12" fmla="*/ 1 w 846"/>
                <a:gd name="T13" fmla="*/ 0 h 153"/>
                <a:gd name="T14" fmla="*/ 1 w 846"/>
                <a:gd name="T15" fmla="*/ 0 h 153"/>
                <a:gd name="T16" fmla="*/ 1 w 846"/>
                <a:gd name="T17" fmla="*/ 0 h 153"/>
                <a:gd name="T18" fmla="*/ 1 w 846"/>
                <a:gd name="T19" fmla="*/ 0 h 153"/>
                <a:gd name="T20" fmla="*/ 1 w 846"/>
                <a:gd name="T21" fmla="*/ 0 h 153"/>
                <a:gd name="T22" fmla="*/ 1 w 846"/>
                <a:gd name="T23" fmla="*/ 0 h 153"/>
                <a:gd name="T24" fmla="*/ 1 w 846"/>
                <a:gd name="T25" fmla="*/ 0 h 153"/>
                <a:gd name="T26" fmla="*/ 1 w 846"/>
                <a:gd name="T27" fmla="*/ 0 h 153"/>
                <a:gd name="T28" fmla="*/ 1 w 846"/>
                <a:gd name="T29" fmla="*/ 0 h 153"/>
                <a:gd name="T30" fmla="*/ 1 w 846"/>
                <a:gd name="T31" fmla="*/ 0 h 153"/>
                <a:gd name="T32" fmla="*/ 1 w 846"/>
                <a:gd name="T33" fmla="*/ 0 h 153"/>
                <a:gd name="T34" fmla="*/ 1 w 846"/>
                <a:gd name="T35" fmla="*/ 0 h 153"/>
                <a:gd name="T36" fmla="*/ 1 w 846"/>
                <a:gd name="T37" fmla="*/ 0 h 153"/>
                <a:gd name="T38" fmla="*/ 1 w 846"/>
                <a:gd name="T39" fmla="*/ 0 h 153"/>
                <a:gd name="T40" fmla="*/ 1 w 846"/>
                <a:gd name="T41" fmla="*/ 0 h 153"/>
                <a:gd name="T42" fmla="*/ 1 w 846"/>
                <a:gd name="T43" fmla="*/ 0 h 153"/>
                <a:gd name="T44" fmla="*/ 1 w 846"/>
                <a:gd name="T45" fmla="*/ 0 h 153"/>
                <a:gd name="T46" fmla="*/ 1 w 846"/>
                <a:gd name="T47" fmla="*/ 0 h 153"/>
                <a:gd name="T48" fmla="*/ 1 w 846"/>
                <a:gd name="T49" fmla="*/ 0 h 153"/>
                <a:gd name="T50" fmla="*/ 1 w 846"/>
                <a:gd name="T51" fmla="*/ 0 h 153"/>
                <a:gd name="T52" fmla="*/ 1 w 846"/>
                <a:gd name="T53" fmla="*/ 0 h 153"/>
                <a:gd name="T54" fmla="*/ 1 w 846"/>
                <a:gd name="T55" fmla="*/ 0 h 153"/>
                <a:gd name="T56" fmla="*/ 1 w 846"/>
                <a:gd name="T57" fmla="*/ 0 h 153"/>
                <a:gd name="T58" fmla="*/ 1 w 846"/>
                <a:gd name="T59" fmla="*/ 0 h 153"/>
                <a:gd name="T60" fmla="*/ 1 w 846"/>
                <a:gd name="T61" fmla="*/ 0 h 153"/>
                <a:gd name="T62" fmla="*/ 1 w 846"/>
                <a:gd name="T63" fmla="*/ 0 h 153"/>
                <a:gd name="T64" fmla="*/ 1 w 846"/>
                <a:gd name="T65" fmla="*/ 0 h 153"/>
                <a:gd name="T66" fmla="*/ 1 w 846"/>
                <a:gd name="T67" fmla="*/ 0 h 153"/>
                <a:gd name="T68" fmla="*/ 1 w 846"/>
                <a:gd name="T69" fmla="*/ 0 h 153"/>
                <a:gd name="T70" fmla="*/ 1 w 846"/>
                <a:gd name="T71" fmla="*/ 0 h 153"/>
                <a:gd name="T72" fmla="*/ 1 w 846"/>
                <a:gd name="T73" fmla="*/ 0 h 153"/>
                <a:gd name="T74" fmla="*/ 1 w 846"/>
                <a:gd name="T75" fmla="*/ 0 h 153"/>
                <a:gd name="T76" fmla="*/ 1 w 846"/>
                <a:gd name="T77" fmla="*/ 0 h 153"/>
                <a:gd name="T78" fmla="*/ 1 w 846"/>
                <a:gd name="T79" fmla="*/ 0 h 153"/>
                <a:gd name="T80" fmla="*/ 1 w 846"/>
                <a:gd name="T81" fmla="*/ 0 h 153"/>
                <a:gd name="T82" fmla="*/ 1 w 846"/>
                <a:gd name="T83" fmla="*/ 0 h 153"/>
                <a:gd name="T84" fmla="*/ 1 w 846"/>
                <a:gd name="T85" fmla="*/ 0 h 153"/>
                <a:gd name="T86" fmla="*/ 1 w 846"/>
                <a:gd name="T87" fmla="*/ 0 h 153"/>
                <a:gd name="T88" fmla="*/ 1 w 846"/>
                <a:gd name="T89" fmla="*/ 0 h 153"/>
                <a:gd name="T90" fmla="*/ 1 w 846"/>
                <a:gd name="T91" fmla="*/ 0 h 153"/>
                <a:gd name="T92" fmla="*/ 1 w 846"/>
                <a:gd name="T93" fmla="*/ 0 h 153"/>
                <a:gd name="T94" fmla="*/ 1 w 846"/>
                <a:gd name="T95" fmla="*/ 0 h 153"/>
                <a:gd name="T96" fmla="*/ 1 w 846"/>
                <a:gd name="T97" fmla="*/ 0 h 1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6"/>
                <a:gd name="T148" fmla="*/ 0 h 153"/>
                <a:gd name="T149" fmla="*/ 846 w 846"/>
                <a:gd name="T150" fmla="*/ 153 h 1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6" h="153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2" name="Rectangle 62">
              <a:extLst>
                <a:ext uri="{FF2B5EF4-FFF2-40B4-BE49-F238E27FC236}">
                  <a16:creationId xmlns:a16="http://schemas.microsoft.com/office/drawing/2014/main" id="{6BDFD5DA-5131-4D6B-9083-4FD8FA27F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1942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2228" name="TextBox 125">
            <a:extLst>
              <a:ext uri="{FF2B5EF4-FFF2-40B4-BE49-F238E27FC236}">
                <a16:creationId xmlns:a16="http://schemas.microsoft.com/office/drawing/2014/main" id="{484B81DF-E484-41D9-BA5E-AB216E531F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9738" y="6475413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6.3 from the textbook ]</a:t>
            </a:r>
          </a:p>
        </p:txBody>
      </p:sp>
      <p:sp>
        <p:nvSpPr>
          <p:cNvPr id="60" name="Title 1">
            <a:extLst>
              <a:ext uri="{FF2B5EF4-FFF2-40B4-BE49-F238E27FC236}">
                <a16:creationId xmlns:a16="http://schemas.microsoft.com/office/drawing/2014/main" id="{6337C4B0-F6E7-AB44-BCEC-01E02C1620C4}"/>
              </a:ext>
            </a:extLst>
          </p:cNvPr>
          <p:cNvSpPr txBox="1">
            <a:spLocks/>
          </p:cNvSpPr>
          <p:nvPr/>
        </p:nvSpPr>
        <p:spPr bwMode="auto">
          <a:xfrm>
            <a:off x="1349375" y="46038"/>
            <a:ext cx="7589838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		 	ASM chart</a:t>
            </a:r>
          </a:p>
        </p:txBody>
      </p:sp>
      <p:sp>
        <p:nvSpPr>
          <p:cNvPr id="61" name="Rectangle 2">
            <a:extLst>
              <a:ext uri="{FF2B5EF4-FFF2-40B4-BE49-F238E27FC236}">
                <a16:creationId xmlns:a16="http://schemas.microsoft.com/office/drawing/2014/main" id="{D59071D1-5409-4B14-AF98-2871BD7F46CB}"/>
              </a:ext>
            </a:extLst>
          </p:cNvPr>
          <p:cNvSpPr txBox="1">
            <a:spLocks noChangeArrowheads="1"/>
          </p:cNvSpPr>
          <p:nvPr/>
        </p:nvSpPr>
        <p:spPr>
          <a:xfrm>
            <a:off x="17281" y="5955059"/>
            <a:ext cx="3027587" cy="470338"/>
          </a:xfrm>
          <a:prstGeom prst="rect">
            <a:avLst/>
          </a:prstGeom>
        </p:spPr>
        <p:txBody>
          <a:bodyPr rtlCol="0">
            <a:normAutofit fontScale="97500" lnSpcReduction="10000"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eaLnBrk="1" fontAlgn="auto" hangingPunct="1">
              <a:spcAft>
                <a:spcPts val="0"/>
              </a:spcAft>
              <a:defRPr/>
            </a:pPr>
            <a:r>
              <a:rPr lang="en-US" sz="2600" kern="0" dirty="0">
                <a:latin typeface="Arial"/>
                <a:ea typeface="+mj-ea"/>
                <a:cs typeface="Arial"/>
              </a:rPr>
              <a:t>Moore Machine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B3BDBEC-5B7A-4E86-BA98-0FC295929D30}"/>
                  </a:ext>
                </a:extLst>
              </p14:cNvPr>
              <p14:cNvContentPartPr/>
              <p14:nvPr/>
            </p14:nvContentPartPr>
            <p14:xfrm>
              <a:off x="5690880" y="548640"/>
              <a:ext cx="1723680" cy="48099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B3BDBEC-5B7A-4E86-BA98-0FC295929D3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681520" y="539280"/>
                <a:ext cx="1742400" cy="4828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768944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5" name="Picture 1" descr="Screen shot 2013-12-05 at 5.11.49 PM.png">
            <a:extLst>
              <a:ext uri="{FF2B5EF4-FFF2-40B4-BE49-F238E27FC236}">
                <a16:creationId xmlns:a16="http://schemas.microsoft.com/office/drawing/2014/main" id="{68B9B897-A88F-4DE2-98E7-9826D7CD16A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6150" y="752475"/>
            <a:ext cx="2193925" cy="5761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6" name="TextBox 125">
            <a:extLst>
              <a:ext uri="{FF2B5EF4-FFF2-40B4-BE49-F238E27FC236}">
                <a16:creationId xmlns:a16="http://schemas.microsoft.com/office/drawing/2014/main" id="{45D07615-85B2-4E2D-8212-98ABD95A0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60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6.82 from the textbook ]</a:t>
            </a:r>
          </a:p>
        </p:txBody>
      </p:sp>
      <p:grpSp>
        <p:nvGrpSpPr>
          <p:cNvPr id="52227" name="Group 63">
            <a:extLst>
              <a:ext uri="{FF2B5EF4-FFF2-40B4-BE49-F238E27FC236}">
                <a16:creationId xmlns:a16="http://schemas.microsoft.com/office/drawing/2014/main" id="{170F0D16-D06B-4C77-8C2D-930BD73C77B1}"/>
              </a:ext>
            </a:extLst>
          </p:cNvPr>
          <p:cNvGrpSpPr>
            <a:grpSpLocks/>
          </p:cNvGrpSpPr>
          <p:nvPr/>
        </p:nvGrpSpPr>
        <p:grpSpPr bwMode="auto">
          <a:xfrm>
            <a:off x="269875" y="1585913"/>
            <a:ext cx="4408488" cy="3997325"/>
            <a:chOff x="1392" y="722"/>
            <a:chExt cx="3008" cy="2672"/>
          </a:xfrm>
        </p:grpSpPr>
        <p:sp>
          <p:nvSpPr>
            <p:cNvPr id="52230" name="Freeform 4">
              <a:extLst>
                <a:ext uri="{FF2B5EF4-FFF2-40B4-BE49-F238E27FC236}">
                  <a16:creationId xmlns:a16="http://schemas.microsoft.com/office/drawing/2014/main" id="{125A08D9-092F-44E1-99EB-725B8F92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525"/>
              <a:ext cx="72" cy="72"/>
            </a:xfrm>
            <a:custGeom>
              <a:avLst/>
              <a:gdLst>
                <a:gd name="T0" fmla="*/ 0 w 145"/>
                <a:gd name="T1" fmla="*/ 1 h 144"/>
                <a:gd name="T2" fmla="*/ 0 w 145"/>
                <a:gd name="T3" fmla="*/ 0 h 144"/>
                <a:gd name="T4" fmla="*/ 0 w 145"/>
                <a:gd name="T5" fmla="*/ 1 h 144"/>
                <a:gd name="T6" fmla="*/ 0 w 145"/>
                <a:gd name="T7" fmla="*/ 1 h 144"/>
                <a:gd name="T8" fmla="*/ 0 w 145"/>
                <a:gd name="T9" fmla="*/ 1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1" name="Freeform 7">
              <a:extLst>
                <a:ext uri="{FF2B5EF4-FFF2-40B4-BE49-F238E27FC236}">
                  <a16:creationId xmlns:a16="http://schemas.microsoft.com/office/drawing/2014/main" id="{7F4823B5-1680-4F29-9D59-C20AE9B9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209"/>
              <a:ext cx="418" cy="404"/>
            </a:xfrm>
            <a:custGeom>
              <a:avLst/>
              <a:gdLst>
                <a:gd name="T0" fmla="*/ 0 w 837"/>
                <a:gd name="T1" fmla="*/ 0 h 809"/>
                <a:gd name="T2" fmla="*/ 0 w 837"/>
                <a:gd name="T3" fmla="*/ 0 h 809"/>
                <a:gd name="T4" fmla="*/ 0 w 837"/>
                <a:gd name="T5" fmla="*/ 0 h 809"/>
                <a:gd name="T6" fmla="*/ 0 w 837"/>
                <a:gd name="T7" fmla="*/ 0 h 809"/>
                <a:gd name="T8" fmla="*/ 0 w 837"/>
                <a:gd name="T9" fmla="*/ 0 h 809"/>
                <a:gd name="T10" fmla="*/ 0 w 837"/>
                <a:gd name="T11" fmla="*/ 0 h 809"/>
                <a:gd name="T12" fmla="*/ 0 w 837"/>
                <a:gd name="T13" fmla="*/ 0 h 809"/>
                <a:gd name="T14" fmla="*/ 0 w 837"/>
                <a:gd name="T15" fmla="*/ 0 h 809"/>
                <a:gd name="T16" fmla="*/ 0 w 837"/>
                <a:gd name="T17" fmla="*/ 0 h 809"/>
                <a:gd name="T18" fmla="*/ 0 w 837"/>
                <a:gd name="T19" fmla="*/ 0 h 809"/>
                <a:gd name="T20" fmla="*/ 0 w 837"/>
                <a:gd name="T21" fmla="*/ 0 h 809"/>
                <a:gd name="T22" fmla="*/ 0 w 837"/>
                <a:gd name="T23" fmla="*/ 0 h 809"/>
                <a:gd name="T24" fmla="*/ 0 w 837"/>
                <a:gd name="T25" fmla="*/ 0 h 809"/>
                <a:gd name="T26" fmla="*/ 0 w 837"/>
                <a:gd name="T27" fmla="*/ 0 h 809"/>
                <a:gd name="T28" fmla="*/ 0 w 837"/>
                <a:gd name="T29" fmla="*/ 0 h 809"/>
                <a:gd name="T30" fmla="*/ 0 w 837"/>
                <a:gd name="T31" fmla="*/ 0 h 809"/>
                <a:gd name="T32" fmla="*/ 0 w 837"/>
                <a:gd name="T33" fmla="*/ 0 h 809"/>
                <a:gd name="T34" fmla="*/ 0 w 837"/>
                <a:gd name="T35" fmla="*/ 0 h 809"/>
                <a:gd name="T36" fmla="*/ 0 w 837"/>
                <a:gd name="T37" fmla="*/ 0 h 809"/>
                <a:gd name="T38" fmla="*/ 0 w 837"/>
                <a:gd name="T39" fmla="*/ 0 h 809"/>
                <a:gd name="T40" fmla="*/ 0 w 837"/>
                <a:gd name="T41" fmla="*/ 0 h 809"/>
                <a:gd name="T42" fmla="*/ 0 w 837"/>
                <a:gd name="T43" fmla="*/ 0 h 809"/>
                <a:gd name="T44" fmla="*/ 0 w 837"/>
                <a:gd name="T45" fmla="*/ 0 h 809"/>
                <a:gd name="T46" fmla="*/ 0 w 837"/>
                <a:gd name="T47" fmla="*/ 0 h 809"/>
                <a:gd name="T48" fmla="*/ 0 w 837"/>
                <a:gd name="T49" fmla="*/ 0 h 809"/>
                <a:gd name="T50" fmla="*/ 0 w 837"/>
                <a:gd name="T51" fmla="*/ 0 h 809"/>
                <a:gd name="T52" fmla="*/ 0 w 837"/>
                <a:gd name="T53" fmla="*/ 0 h 809"/>
                <a:gd name="T54" fmla="*/ 0 w 837"/>
                <a:gd name="T55" fmla="*/ 0 h 809"/>
                <a:gd name="T56" fmla="*/ 0 w 837"/>
                <a:gd name="T57" fmla="*/ 0 h 809"/>
                <a:gd name="T58" fmla="*/ 0 w 837"/>
                <a:gd name="T59" fmla="*/ 0 h 809"/>
                <a:gd name="T60" fmla="*/ 0 w 837"/>
                <a:gd name="T61" fmla="*/ 0 h 809"/>
                <a:gd name="T62" fmla="*/ 0 w 837"/>
                <a:gd name="T63" fmla="*/ 0 h 809"/>
                <a:gd name="T64" fmla="*/ 0 w 837"/>
                <a:gd name="T65" fmla="*/ 0 h 809"/>
                <a:gd name="T66" fmla="*/ 0 w 837"/>
                <a:gd name="T67" fmla="*/ 0 h 809"/>
                <a:gd name="T68" fmla="*/ 0 w 837"/>
                <a:gd name="T69" fmla="*/ 0 h 809"/>
                <a:gd name="T70" fmla="*/ 0 w 837"/>
                <a:gd name="T71" fmla="*/ 0 h 809"/>
                <a:gd name="T72" fmla="*/ 0 w 837"/>
                <a:gd name="T73" fmla="*/ 0 h 809"/>
                <a:gd name="T74" fmla="*/ 0 w 837"/>
                <a:gd name="T75" fmla="*/ 0 h 809"/>
                <a:gd name="T76" fmla="*/ 0 w 837"/>
                <a:gd name="T77" fmla="*/ 0 h 809"/>
                <a:gd name="T78" fmla="*/ 0 w 837"/>
                <a:gd name="T79" fmla="*/ 0 h 809"/>
                <a:gd name="T80" fmla="*/ 0 w 837"/>
                <a:gd name="T81" fmla="*/ 0 h 809"/>
                <a:gd name="T82" fmla="*/ 0 w 837"/>
                <a:gd name="T83" fmla="*/ 0 h 809"/>
                <a:gd name="T84" fmla="*/ 0 w 837"/>
                <a:gd name="T85" fmla="*/ 0 h 809"/>
                <a:gd name="T86" fmla="*/ 0 w 837"/>
                <a:gd name="T87" fmla="*/ 0 h 809"/>
                <a:gd name="T88" fmla="*/ 0 w 837"/>
                <a:gd name="T89" fmla="*/ 0 h 809"/>
                <a:gd name="T90" fmla="*/ 0 w 837"/>
                <a:gd name="T91" fmla="*/ 0 h 809"/>
                <a:gd name="T92" fmla="*/ 0 w 837"/>
                <a:gd name="T93" fmla="*/ 0 h 809"/>
                <a:gd name="T94" fmla="*/ 0 w 837"/>
                <a:gd name="T95" fmla="*/ 0 h 809"/>
                <a:gd name="T96" fmla="*/ 0 w 837"/>
                <a:gd name="T97" fmla="*/ 0 h 809"/>
                <a:gd name="T98" fmla="*/ 0 w 837"/>
                <a:gd name="T99" fmla="*/ 0 h 809"/>
                <a:gd name="T100" fmla="*/ 0 w 837"/>
                <a:gd name="T101" fmla="*/ 0 h 809"/>
                <a:gd name="T102" fmla="*/ 0 w 837"/>
                <a:gd name="T103" fmla="*/ 0 h 809"/>
                <a:gd name="T104" fmla="*/ 0 w 837"/>
                <a:gd name="T105" fmla="*/ 0 h 809"/>
                <a:gd name="T106" fmla="*/ 0 w 837"/>
                <a:gd name="T107" fmla="*/ 0 h 809"/>
                <a:gd name="T108" fmla="*/ 0 w 837"/>
                <a:gd name="T109" fmla="*/ 0 h 809"/>
                <a:gd name="T110" fmla="*/ 0 w 837"/>
                <a:gd name="T111" fmla="*/ 0 h 80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37"/>
                <a:gd name="T169" fmla="*/ 0 h 809"/>
                <a:gd name="T170" fmla="*/ 837 w 837"/>
                <a:gd name="T171" fmla="*/ 809 h 80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37" h="809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2" name="Freeform 9">
              <a:extLst>
                <a:ext uri="{FF2B5EF4-FFF2-40B4-BE49-F238E27FC236}">
                  <a16:creationId xmlns:a16="http://schemas.microsoft.com/office/drawing/2014/main" id="{832A61BC-52E2-44EA-B17F-8BB3FCA0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48"/>
              <a:ext cx="72" cy="72"/>
            </a:xfrm>
            <a:custGeom>
              <a:avLst/>
              <a:gdLst>
                <a:gd name="T0" fmla="*/ 1 w 144"/>
                <a:gd name="T1" fmla="*/ 1 h 144"/>
                <a:gd name="T2" fmla="*/ 1 w 144"/>
                <a:gd name="T3" fmla="*/ 0 h 144"/>
                <a:gd name="T4" fmla="*/ 0 w 144"/>
                <a:gd name="T5" fmla="*/ 1 h 144"/>
                <a:gd name="T6" fmla="*/ 1 w 144"/>
                <a:gd name="T7" fmla="*/ 1 h 144"/>
                <a:gd name="T8" fmla="*/ 1 w 144"/>
                <a:gd name="T9" fmla="*/ 1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3" name="Freeform 12">
              <a:extLst>
                <a:ext uri="{FF2B5EF4-FFF2-40B4-BE49-F238E27FC236}">
                  <a16:creationId xmlns:a16="http://schemas.microsoft.com/office/drawing/2014/main" id="{1954BB3B-56A9-4463-BB3A-A6B60629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2811"/>
              <a:ext cx="404" cy="405"/>
            </a:xfrm>
            <a:custGeom>
              <a:avLst/>
              <a:gdLst>
                <a:gd name="T0" fmla="*/ 1 w 808"/>
                <a:gd name="T1" fmla="*/ 1 h 808"/>
                <a:gd name="T2" fmla="*/ 1 w 808"/>
                <a:gd name="T3" fmla="*/ 1 h 808"/>
                <a:gd name="T4" fmla="*/ 1 w 808"/>
                <a:gd name="T5" fmla="*/ 1 h 808"/>
                <a:gd name="T6" fmla="*/ 1 w 808"/>
                <a:gd name="T7" fmla="*/ 1 h 808"/>
                <a:gd name="T8" fmla="*/ 1 w 808"/>
                <a:gd name="T9" fmla="*/ 1 h 808"/>
                <a:gd name="T10" fmla="*/ 1 w 808"/>
                <a:gd name="T11" fmla="*/ 1 h 808"/>
                <a:gd name="T12" fmla="*/ 1 w 808"/>
                <a:gd name="T13" fmla="*/ 1 h 808"/>
                <a:gd name="T14" fmla="*/ 1 w 808"/>
                <a:gd name="T15" fmla="*/ 1 h 808"/>
                <a:gd name="T16" fmla="*/ 1 w 808"/>
                <a:gd name="T17" fmla="*/ 1 h 808"/>
                <a:gd name="T18" fmla="*/ 1 w 808"/>
                <a:gd name="T19" fmla="*/ 1 h 808"/>
                <a:gd name="T20" fmla="*/ 1 w 808"/>
                <a:gd name="T21" fmla="*/ 1 h 808"/>
                <a:gd name="T22" fmla="*/ 1 w 808"/>
                <a:gd name="T23" fmla="*/ 0 h 808"/>
                <a:gd name="T24" fmla="*/ 1 w 808"/>
                <a:gd name="T25" fmla="*/ 1 h 808"/>
                <a:gd name="T26" fmla="*/ 1 w 808"/>
                <a:gd name="T27" fmla="*/ 1 h 808"/>
                <a:gd name="T28" fmla="*/ 1 w 808"/>
                <a:gd name="T29" fmla="*/ 1 h 808"/>
                <a:gd name="T30" fmla="*/ 1 w 808"/>
                <a:gd name="T31" fmla="*/ 1 h 808"/>
                <a:gd name="T32" fmla="*/ 1 w 808"/>
                <a:gd name="T33" fmla="*/ 1 h 808"/>
                <a:gd name="T34" fmla="*/ 1 w 808"/>
                <a:gd name="T35" fmla="*/ 1 h 808"/>
                <a:gd name="T36" fmla="*/ 1 w 808"/>
                <a:gd name="T37" fmla="*/ 1 h 808"/>
                <a:gd name="T38" fmla="*/ 1 w 808"/>
                <a:gd name="T39" fmla="*/ 1 h 808"/>
                <a:gd name="T40" fmla="*/ 1 w 808"/>
                <a:gd name="T41" fmla="*/ 1 h 808"/>
                <a:gd name="T42" fmla="*/ 1 w 808"/>
                <a:gd name="T43" fmla="*/ 1 h 808"/>
                <a:gd name="T44" fmla="*/ 1 w 808"/>
                <a:gd name="T45" fmla="*/ 1 h 808"/>
                <a:gd name="T46" fmla="*/ 1 w 808"/>
                <a:gd name="T47" fmla="*/ 1 h 808"/>
                <a:gd name="T48" fmla="*/ 1 w 808"/>
                <a:gd name="T49" fmla="*/ 1 h 808"/>
                <a:gd name="T50" fmla="*/ 1 w 808"/>
                <a:gd name="T51" fmla="*/ 1 h 808"/>
                <a:gd name="T52" fmla="*/ 1 w 808"/>
                <a:gd name="T53" fmla="*/ 1 h 808"/>
                <a:gd name="T54" fmla="*/ 1 w 808"/>
                <a:gd name="T55" fmla="*/ 1 h 808"/>
                <a:gd name="T56" fmla="*/ 1 w 808"/>
                <a:gd name="T57" fmla="*/ 1 h 808"/>
                <a:gd name="T58" fmla="*/ 1 w 808"/>
                <a:gd name="T59" fmla="*/ 1 h 808"/>
                <a:gd name="T60" fmla="*/ 1 w 808"/>
                <a:gd name="T61" fmla="*/ 1 h 808"/>
                <a:gd name="T62" fmla="*/ 1 w 808"/>
                <a:gd name="T63" fmla="*/ 1 h 808"/>
                <a:gd name="T64" fmla="*/ 1 w 808"/>
                <a:gd name="T65" fmla="*/ 1 h 808"/>
                <a:gd name="T66" fmla="*/ 1 w 808"/>
                <a:gd name="T67" fmla="*/ 1 h 808"/>
                <a:gd name="T68" fmla="*/ 1 w 808"/>
                <a:gd name="T69" fmla="*/ 1 h 808"/>
                <a:gd name="T70" fmla="*/ 1 w 808"/>
                <a:gd name="T71" fmla="*/ 1 h 808"/>
                <a:gd name="T72" fmla="*/ 1 w 808"/>
                <a:gd name="T73" fmla="*/ 1 h 808"/>
                <a:gd name="T74" fmla="*/ 1 w 808"/>
                <a:gd name="T75" fmla="*/ 1 h 808"/>
                <a:gd name="T76" fmla="*/ 1 w 808"/>
                <a:gd name="T77" fmla="*/ 1 h 808"/>
                <a:gd name="T78" fmla="*/ 1 w 808"/>
                <a:gd name="T79" fmla="*/ 1 h 808"/>
                <a:gd name="T80" fmla="*/ 1 w 808"/>
                <a:gd name="T81" fmla="*/ 1 h 808"/>
                <a:gd name="T82" fmla="*/ 1 w 808"/>
                <a:gd name="T83" fmla="*/ 1 h 808"/>
                <a:gd name="T84" fmla="*/ 1 w 808"/>
                <a:gd name="T85" fmla="*/ 1 h 808"/>
                <a:gd name="T86" fmla="*/ 1 w 808"/>
                <a:gd name="T87" fmla="*/ 1 h 808"/>
                <a:gd name="T88" fmla="*/ 1 w 808"/>
                <a:gd name="T89" fmla="*/ 1 h 808"/>
                <a:gd name="T90" fmla="*/ 1 w 808"/>
                <a:gd name="T91" fmla="*/ 1 h 808"/>
                <a:gd name="T92" fmla="*/ 1 w 808"/>
                <a:gd name="T93" fmla="*/ 1 h 808"/>
                <a:gd name="T94" fmla="*/ 1 w 808"/>
                <a:gd name="T95" fmla="*/ 1 h 808"/>
                <a:gd name="T96" fmla="*/ 1 w 808"/>
                <a:gd name="T97" fmla="*/ 1 h 808"/>
                <a:gd name="T98" fmla="*/ 1 w 808"/>
                <a:gd name="T99" fmla="*/ 1 h 808"/>
                <a:gd name="T100" fmla="*/ 1 w 808"/>
                <a:gd name="T101" fmla="*/ 1 h 808"/>
                <a:gd name="T102" fmla="*/ 1 w 808"/>
                <a:gd name="T103" fmla="*/ 1 h 808"/>
                <a:gd name="T104" fmla="*/ 1 w 808"/>
                <a:gd name="T105" fmla="*/ 1 h 808"/>
                <a:gd name="T106" fmla="*/ 1 w 808"/>
                <a:gd name="T107" fmla="*/ 1 h 808"/>
                <a:gd name="T108" fmla="*/ 1 w 808"/>
                <a:gd name="T109" fmla="*/ 1 h 808"/>
                <a:gd name="T110" fmla="*/ 1 w 808"/>
                <a:gd name="T111" fmla="*/ 1 h 8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8"/>
                <a:gd name="T169" fmla="*/ 0 h 808"/>
                <a:gd name="T170" fmla="*/ 808 w 808"/>
                <a:gd name="T171" fmla="*/ 808 h 8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8" h="808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4" name="Freeform 14">
              <a:extLst>
                <a:ext uri="{FF2B5EF4-FFF2-40B4-BE49-F238E27FC236}">
                  <a16:creationId xmlns:a16="http://schemas.microsoft.com/office/drawing/2014/main" id="{A6C6B85B-84BC-4E10-92E1-97FF7BDC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435"/>
              <a:ext cx="716" cy="409"/>
            </a:xfrm>
            <a:custGeom>
              <a:avLst/>
              <a:gdLst>
                <a:gd name="T0" fmla="*/ 1 w 1432"/>
                <a:gd name="T1" fmla="*/ 1 h 817"/>
                <a:gd name="T2" fmla="*/ 1 w 1432"/>
                <a:gd name="T3" fmla="*/ 1 h 817"/>
                <a:gd name="T4" fmla="*/ 1 w 1432"/>
                <a:gd name="T5" fmla="*/ 1 h 817"/>
                <a:gd name="T6" fmla="*/ 1 w 1432"/>
                <a:gd name="T7" fmla="*/ 1 h 817"/>
                <a:gd name="T8" fmla="*/ 1 w 1432"/>
                <a:gd name="T9" fmla="*/ 1 h 817"/>
                <a:gd name="T10" fmla="*/ 1 w 1432"/>
                <a:gd name="T11" fmla="*/ 1 h 817"/>
                <a:gd name="T12" fmla="*/ 1 w 1432"/>
                <a:gd name="T13" fmla="*/ 1 h 817"/>
                <a:gd name="T14" fmla="*/ 1 w 1432"/>
                <a:gd name="T15" fmla="*/ 1 h 817"/>
                <a:gd name="T16" fmla="*/ 1 w 1432"/>
                <a:gd name="T17" fmla="*/ 1 h 817"/>
                <a:gd name="T18" fmla="*/ 1 w 1432"/>
                <a:gd name="T19" fmla="*/ 1 h 817"/>
                <a:gd name="T20" fmla="*/ 0 w 1432"/>
                <a:gd name="T21" fmla="*/ 1 h 817"/>
                <a:gd name="T22" fmla="*/ 1 w 1432"/>
                <a:gd name="T23" fmla="*/ 1 h 817"/>
                <a:gd name="T24" fmla="*/ 1 w 1432"/>
                <a:gd name="T25" fmla="*/ 1 h 817"/>
                <a:gd name="T26" fmla="*/ 1 w 1432"/>
                <a:gd name="T27" fmla="*/ 1 h 817"/>
                <a:gd name="T28" fmla="*/ 1 w 1432"/>
                <a:gd name="T29" fmla="*/ 1 h 817"/>
                <a:gd name="T30" fmla="*/ 1 w 1432"/>
                <a:gd name="T31" fmla="*/ 1 h 817"/>
                <a:gd name="T32" fmla="*/ 1 w 1432"/>
                <a:gd name="T33" fmla="*/ 1 h 817"/>
                <a:gd name="T34" fmla="*/ 1 w 1432"/>
                <a:gd name="T35" fmla="*/ 1 h 817"/>
                <a:gd name="T36" fmla="*/ 1 w 1432"/>
                <a:gd name="T37" fmla="*/ 1 h 817"/>
                <a:gd name="T38" fmla="*/ 1 w 1432"/>
                <a:gd name="T39" fmla="*/ 1 h 817"/>
                <a:gd name="T40" fmla="*/ 1 w 1432"/>
                <a:gd name="T41" fmla="*/ 1 h 817"/>
                <a:gd name="T42" fmla="*/ 1 w 1432"/>
                <a:gd name="T43" fmla="*/ 1 h 817"/>
                <a:gd name="T44" fmla="*/ 1 w 1432"/>
                <a:gd name="T45" fmla="*/ 1 h 817"/>
                <a:gd name="T46" fmla="*/ 1 w 1432"/>
                <a:gd name="T47" fmla="*/ 1 h 817"/>
                <a:gd name="T48" fmla="*/ 1 w 1432"/>
                <a:gd name="T49" fmla="*/ 1 h 817"/>
                <a:gd name="T50" fmla="*/ 1 w 1432"/>
                <a:gd name="T51" fmla="*/ 1 h 817"/>
                <a:gd name="T52" fmla="*/ 1 w 1432"/>
                <a:gd name="T53" fmla="*/ 1 h 817"/>
                <a:gd name="T54" fmla="*/ 1 w 1432"/>
                <a:gd name="T55" fmla="*/ 1 h 817"/>
                <a:gd name="T56" fmla="*/ 1 w 1432"/>
                <a:gd name="T57" fmla="*/ 1 h 817"/>
                <a:gd name="T58" fmla="*/ 1 w 1432"/>
                <a:gd name="T59" fmla="*/ 1 h 817"/>
                <a:gd name="T60" fmla="*/ 1 w 1432"/>
                <a:gd name="T61" fmla="*/ 1 h 817"/>
                <a:gd name="T62" fmla="*/ 1 w 1432"/>
                <a:gd name="T63" fmla="*/ 1 h 817"/>
                <a:gd name="T64" fmla="*/ 1 w 1432"/>
                <a:gd name="T65" fmla="*/ 1 h 817"/>
                <a:gd name="T66" fmla="*/ 1 w 1432"/>
                <a:gd name="T67" fmla="*/ 1 h 817"/>
                <a:gd name="T68" fmla="*/ 1 w 1432"/>
                <a:gd name="T69" fmla="*/ 1 h 817"/>
                <a:gd name="T70" fmla="*/ 1 w 1432"/>
                <a:gd name="T71" fmla="*/ 1 h 817"/>
                <a:gd name="T72" fmla="*/ 1 w 1432"/>
                <a:gd name="T73" fmla="*/ 1 h 817"/>
                <a:gd name="T74" fmla="*/ 1 w 1432"/>
                <a:gd name="T75" fmla="*/ 1 h 817"/>
                <a:gd name="T76" fmla="*/ 1 w 1432"/>
                <a:gd name="T77" fmla="*/ 1 h 817"/>
                <a:gd name="T78" fmla="*/ 1 w 1432"/>
                <a:gd name="T79" fmla="*/ 1 h 817"/>
                <a:gd name="T80" fmla="*/ 1 w 1432"/>
                <a:gd name="T81" fmla="*/ 1 h 817"/>
                <a:gd name="T82" fmla="*/ 1 w 1432"/>
                <a:gd name="T83" fmla="*/ 1 h 817"/>
                <a:gd name="T84" fmla="*/ 1 w 1432"/>
                <a:gd name="T85" fmla="*/ 1 h 817"/>
                <a:gd name="T86" fmla="*/ 1 w 1432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2"/>
                <a:gd name="T133" fmla="*/ 0 h 817"/>
                <a:gd name="T134" fmla="*/ 1432 w 1432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2" h="817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35" name="Rectangle 15">
              <a:extLst>
                <a:ext uri="{FF2B5EF4-FFF2-40B4-BE49-F238E27FC236}">
                  <a16:creationId xmlns:a16="http://schemas.microsoft.com/office/drawing/2014/main" id="{62D70729-A8D9-4C58-B84C-2EBF56E5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2560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6" name="Rectangle 16">
              <a:extLst>
                <a:ext uri="{FF2B5EF4-FFF2-40B4-BE49-F238E27FC236}">
                  <a16:creationId xmlns:a16="http://schemas.microsoft.com/office/drawing/2014/main" id="{1F1D44AF-E235-49D4-B59B-12EDC5E71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560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7" name="Rectangle 17">
              <a:extLst>
                <a:ext uri="{FF2B5EF4-FFF2-40B4-BE49-F238E27FC236}">
                  <a16:creationId xmlns:a16="http://schemas.microsoft.com/office/drawing/2014/main" id="{AD69D73A-7185-486F-ACFD-D477CECF1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560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8" name="Rectangle 18">
              <a:extLst>
                <a:ext uri="{FF2B5EF4-FFF2-40B4-BE49-F238E27FC236}">
                  <a16:creationId xmlns:a16="http://schemas.microsoft.com/office/drawing/2014/main" id="{8A173BFA-A6FA-4D85-A3D8-DC5B944DD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2560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39" name="Rectangle 19">
              <a:extLst>
                <a:ext uri="{FF2B5EF4-FFF2-40B4-BE49-F238E27FC236}">
                  <a16:creationId xmlns:a16="http://schemas.microsoft.com/office/drawing/2014/main" id="{7B074421-2DBF-4206-9E46-04405F3E6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2556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0" name="Freeform 20">
              <a:extLst>
                <a:ext uri="{FF2B5EF4-FFF2-40B4-BE49-F238E27FC236}">
                  <a16:creationId xmlns:a16="http://schemas.microsoft.com/office/drawing/2014/main" id="{1B3F95AB-4A1C-4E4A-95F0-3554143F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08"/>
              <a:ext cx="716" cy="409"/>
            </a:xfrm>
            <a:custGeom>
              <a:avLst/>
              <a:gdLst>
                <a:gd name="T0" fmla="*/ 1 w 1432"/>
                <a:gd name="T1" fmla="*/ 1 h 817"/>
                <a:gd name="T2" fmla="*/ 1 w 1432"/>
                <a:gd name="T3" fmla="*/ 1 h 817"/>
                <a:gd name="T4" fmla="*/ 1 w 1432"/>
                <a:gd name="T5" fmla="*/ 1 h 817"/>
                <a:gd name="T6" fmla="*/ 1 w 1432"/>
                <a:gd name="T7" fmla="*/ 1 h 817"/>
                <a:gd name="T8" fmla="*/ 1 w 1432"/>
                <a:gd name="T9" fmla="*/ 1 h 817"/>
                <a:gd name="T10" fmla="*/ 1 w 1432"/>
                <a:gd name="T11" fmla="*/ 1 h 817"/>
                <a:gd name="T12" fmla="*/ 1 w 1432"/>
                <a:gd name="T13" fmla="*/ 1 h 817"/>
                <a:gd name="T14" fmla="*/ 1 w 1432"/>
                <a:gd name="T15" fmla="*/ 1 h 817"/>
                <a:gd name="T16" fmla="*/ 1 w 1432"/>
                <a:gd name="T17" fmla="*/ 1 h 817"/>
                <a:gd name="T18" fmla="*/ 1 w 1432"/>
                <a:gd name="T19" fmla="*/ 1 h 817"/>
                <a:gd name="T20" fmla="*/ 0 w 1432"/>
                <a:gd name="T21" fmla="*/ 1 h 817"/>
                <a:gd name="T22" fmla="*/ 1 w 1432"/>
                <a:gd name="T23" fmla="*/ 1 h 817"/>
                <a:gd name="T24" fmla="*/ 1 w 1432"/>
                <a:gd name="T25" fmla="*/ 1 h 817"/>
                <a:gd name="T26" fmla="*/ 1 w 1432"/>
                <a:gd name="T27" fmla="*/ 1 h 817"/>
                <a:gd name="T28" fmla="*/ 1 w 1432"/>
                <a:gd name="T29" fmla="*/ 1 h 817"/>
                <a:gd name="T30" fmla="*/ 1 w 1432"/>
                <a:gd name="T31" fmla="*/ 1 h 817"/>
                <a:gd name="T32" fmla="*/ 1 w 1432"/>
                <a:gd name="T33" fmla="*/ 1 h 817"/>
                <a:gd name="T34" fmla="*/ 1 w 1432"/>
                <a:gd name="T35" fmla="*/ 1 h 817"/>
                <a:gd name="T36" fmla="*/ 1 w 1432"/>
                <a:gd name="T37" fmla="*/ 1 h 817"/>
                <a:gd name="T38" fmla="*/ 1 w 1432"/>
                <a:gd name="T39" fmla="*/ 1 h 817"/>
                <a:gd name="T40" fmla="*/ 1 w 1432"/>
                <a:gd name="T41" fmla="*/ 1 h 817"/>
                <a:gd name="T42" fmla="*/ 1 w 1432"/>
                <a:gd name="T43" fmla="*/ 1 h 817"/>
                <a:gd name="T44" fmla="*/ 1 w 1432"/>
                <a:gd name="T45" fmla="*/ 1 h 817"/>
                <a:gd name="T46" fmla="*/ 1 w 1432"/>
                <a:gd name="T47" fmla="*/ 1 h 817"/>
                <a:gd name="T48" fmla="*/ 1 w 1432"/>
                <a:gd name="T49" fmla="*/ 1 h 817"/>
                <a:gd name="T50" fmla="*/ 1 w 1432"/>
                <a:gd name="T51" fmla="*/ 1 h 817"/>
                <a:gd name="T52" fmla="*/ 1 w 1432"/>
                <a:gd name="T53" fmla="*/ 1 h 817"/>
                <a:gd name="T54" fmla="*/ 1 w 1432"/>
                <a:gd name="T55" fmla="*/ 1 h 817"/>
                <a:gd name="T56" fmla="*/ 1 w 1432"/>
                <a:gd name="T57" fmla="*/ 1 h 817"/>
                <a:gd name="T58" fmla="*/ 1 w 1432"/>
                <a:gd name="T59" fmla="*/ 1 h 817"/>
                <a:gd name="T60" fmla="*/ 1 w 1432"/>
                <a:gd name="T61" fmla="*/ 1 h 817"/>
                <a:gd name="T62" fmla="*/ 1 w 1432"/>
                <a:gd name="T63" fmla="*/ 1 h 817"/>
                <a:gd name="T64" fmla="*/ 1 w 1432"/>
                <a:gd name="T65" fmla="*/ 1 h 817"/>
                <a:gd name="T66" fmla="*/ 1 w 1432"/>
                <a:gd name="T67" fmla="*/ 1 h 817"/>
                <a:gd name="T68" fmla="*/ 1 w 1432"/>
                <a:gd name="T69" fmla="*/ 1 h 817"/>
                <a:gd name="T70" fmla="*/ 1 w 1432"/>
                <a:gd name="T71" fmla="*/ 1 h 817"/>
                <a:gd name="T72" fmla="*/ 1 w 1432"/>
                <a:gd name="T73" fmla="*/ 1 h 817"/>
                <a:gd name="T74" fmla="*/ 1 w 1432"/>
                <a:gd name="T75" fmla="*/ 1 h 817"/>
                <a:gd name="T76" fmla="*/ 1 w 1432"/>
                <a:gd name="T77" fmla="*/ 1 h 817"/>
                <a:gd name="T78" fmla="*/ 1 w 1432"/>
                <a:gd name="T79" fmla="*/ 1 h 817"/>
                <a:gd name="T80" fmla="*/ 1 w 1432"/>
                <a:gd name="T81" fmla="*/ 1 h 817"/>
                <a:gd name="T82" fmla="*/ 1 w 1432"/>
                <a:gd name="T83" fmla="*/ 1 h 817"/>
                <a:gd name="T84" fmla="*/ 1 w 1432"/>
                <a:gd name="T85" fmla="*/ 1 h 817"/>
                <a:gd name="T86" fmla="*/ 1 w 1432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2"/>
                <a:gd name="T133" fmla="*/ 0 h 817"/>
                <a:gd name="T134" fmla="*/ 1432 w 1432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2" h="817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1" name="Rectangle 21">
              <a:extLst>
                <a:ext uri="{FF2B5EF4-FFF2-40B4-BE49-F238E27FC236}">
                  <a16:creationId xmlns:a16="http://schemas.microsoft.com/office/drawing/2014/main" id="{132112DE-42EC-4B47-A280-A4663243F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722"/>
              <a:ext cx="3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Reset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2" name="Rectangle 22">
              <a:extLst>
                <a:ext uri="{FF2B5EF4-FFF2-40B4-BE49-F238E27FC236}">
                  <a16:creationId xmlns:a16="http://schemas.microsoft.com/office/drawing/2014/main" id="{147108A3-74E2-444E-B044-1047FC109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33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B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3" name="Rectangle 23">
              <a:extLst>
                <a:ext uri="{FF2B5EF4-FFF2-40B4-BE49-F238E27FC236}">
                  <a16:creationId xmlns:a16="http://schemas.microsoft.com/office/drawing/2014/main" id="{010B6B08-9524-4477-A4EC-32B3A85E1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1333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4" name="Rectangle 24">
              <a:extLst>
                <a:ext uri="{FF2B5EF4-FFF2-40B4-BE49-F238E27FC236}">
                  <a16:creationId xmlns:a16="http://schemas.microsoft.com/office/drawing/2014/main" id="{C7176C11-E52E-49E8-9AA8-CEF6A1B14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33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5" name="Rectangle 25">
              <a:extLst>
                <a:ext uri="{FF2B5EF4-FFF2-40B4-BE49-F238E27FC236}">
                  <a16:creationId xmlns:a16="http://schemas.microsoft.com/office/drawing/2014/main" id="{8CFBAC03-9E9B-4AFF-98CD-2EE0E297E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33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6" name="Freeform 26">
              <a:extLst>
                <a:ext uri="{FF2B5EF4-FFF2-40B4-BE49-F238E27FC236}">
                  <a16:creationId xmlns:a16="http://schemas.microsoft.com/office/drawing/2014/main" id="{1C80B944-0275-4F52-AEAC-B4D7CD3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208"/>
              <a:ext cx="716" cy="409"/>
            </a:xfrm>
            <a:custGeom>
              <a:avLst/>
              <a:gdLst>
                <a:gd name="T0" fmla="*/ 1 w 1431"/>
                <a:gd name="T1" fmla="*/ 1 h 817"/>
                <a:gd name="T2" fmla="*/ 1 w 1431"/>
                <a:gd name="T3" fmla="*/ 1 h 817"/>
                <a:gd name="T4" fmla="*/ 1 w 1431"/>
                <a:gd name="T5" fmla="*/ 1 h 817"/>
                <a:gd name="T6" fmla="*/ 1 w 1431"/>
                <a:gd name="T7" fmla="*/ 1 h 817"/>
                <a:gd name="T8" fmla="*/ 1 w 1431"/>
                <a:gd name="T9" fmla="*/ 1 h 817"/>
                <a:gd name="T10" fmla="*/ 1 w 1431"/>
                <a:gd name="T11" fmla="*/ 1 h 817"/>
                <a:gd name="T12" fmla="*/ 1 w 1431"/>
                <a:gd name="T13" fmla="*/ 1 h 817"/>
                <a:gd name="T14" fmla="*/ 1 w 1431"/>
                <a:gd name="T15" fmla="*/ 1 h 817"/>
                <a:gd name="T16" fmla="*/ 1 w 1431"/>
                <a:gd name="T17" fmla="*/ 1 h 817"/>
                <a:gd name="T18" fmla="*/ 1 w 1431"/>
                <a:gd name="T19" fmla="*/ 1 h 817"/>
                <a:gd name="T20" fmla="*/ 0 w 1431"/>
                <a:gd name="T21" fmla="*/ 1 h 817"/>
                <a:gd name="T22" fmla="*/ 1 w 1431"/>
                <a:gd name="T23" fmla="*/ 1 h 817"/>
                <a:gd name="T24" fmla="*/ 1 w 1431"/>
                <a:gd name="T25" fmla="*/ 1 h 817"/>
                <a:gd name="T26" fmla="*/ 1 w 1431"/>
                <a:gd name="T27" fmla="*/ 1 h 817"/>
                <a:gd name="T28" fmla="*/ 1 w 1431"/>
                <a:gd name="T29" fmla="*/ 1 h 817"/>
                <a:gd name="T30" fmla="*/ 1 w 1431"/>
                <a:gd name="T31" fmla="*/ 1 h 817"/>
                <a:gd name="T32" fmla="*/ 1 w 1431"/>
                <a:gd name="T33" fmla="*/ 1 h 817"/>
                <a:gd name="T34" fmla="*/ 1 w 1431"/>
                <a:gd name="T35" fmla="*/ 1 h 817"/>
                <a:gd name="T36" fmla="*/ 1 w 1431"/>
                <a:gd name="T37" fmla="*/ 1 h 817"/>
                <a:gd name="T38" fmla="*/ 1 w 1431"/>
                <a:gd name="T39" fmla="*/ 1 h 817"/>
                <a:gd name="T40" fmla="*/ 1 w 1431"/>
                <a:gd name="T41" fmla="*/ 1 h 817"/>
                <a:gd name="T42" fmla="*/ 1 w 1431"/>
                <a:gd name="T43" fmla="*/ 1 h 817"/>
                <a:gd name="T44" fmla="*/ 1 w 1431"/>
                <a:gd name="T45" fmla="*/ 1 h 817"/>
                <a:gd name="T46" fmla="*/ 1 w 1431"/>
                <a:gd name="T47" fmla="*/ 1 h 817"/>
                <a:gd name="T48" fmla="*/ 1 w 1431"/>
                <a:gd name="T49" fmla="*/ 1 h 817"/>
                <a:gd name="T50" fmla="*/ 1 w 1431"/>
                <a:gd name="T51" fmla="*/ 1 h 817"/>
                <a:gd name="T52" fmla="*/ 1 w 1431"/>
                <a:gd name="T53" fmla="*/ 1 h 817"/>
                <a:gd name="T54" fmla="*/ 1 w 1431"/>
                <a:gd name="T55" fmla="*/ 1 h 817"/>
                <a:gd name="T56" fmla="*/ 1 w 1431"/>
                <a:gd name="T57" fmla="*/ 1 h 817"/>
                <a:gd name="T58" fmla="*/ 1 w 1431"/>
                <a:gd name="T59" fmla="*/ 1 h 817"/>
                <a:gd name="T60" fmla="*/ 1 w 1431"/>
                <a:gd name="T61" fmla="*/ 1 h 817"/>
                <a:gd name="T62" fmla="*/ 1 w 1431"/>
                <a:gd name="T63" fmla="*/ 1 h 817"/>
                <a:gd name="T64" fmla="*/ 1 w 1431"/>
                <a:gd name="T65" fmla="*/ 1 h 817"/>
                <a:gd name="T66" fmla="*/ 1 w 1431"/>
                <a:gd name="T67" fmla="*/ 1 h 817"/>
                <a:gd name="T68" fmla="*/ 1 w 1431"/>
                <a:gd name="T69" fmla="*/ 1 h 817"/>
                <a:gd name="T70" fmla="*/ 1 w 1431"/>
                <a:gd name="T71" fmla="*/ 1 h 817"/>
                <a:gd name="T72" fmla="*/ 1 w 1431"/>
                <a:gd name="T73" fmla="*/ 1 h 817"/>
                <a:gd name="T74" fmla="*/ 1 w 1431"/>
                <a:gd name="T75" fmla="*/ 1 h 817"/>
                <a:gd name="T76" fmla="*/ 1 w 1431"/>
                <a:gd name="T77" fmla="*/ 1 h 817"/>
                <a:gd name="T78" fmla="*/ 1 w 1431"/>
                <a:gd name="T79" fmla="*/ 1 h 817"/>
                <a:gd name="T80" fmla="*/ 1 w 1431"/>
                <a:gd name="T81" fmla="*/ 1 h 817"/>
                <a:gd name="T82" fmla="*/ 1 w 1431"/>
                <a:gd name="T83" fmla="*/ 1 h 817"/>
                <a:gd name="T84" fmla="*/ 1 w 1431"/>
                <a:gd name="T85" fmla="*/ 1 h 817"/>
                <a:gd name="T86" fmla="*/ 1 w 1431"/>
                <a:gd name="T87" fmla="*/ 0 h 8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1"/>
                <a:gd name="T133" fmla="*/ 0 h 817"/>
                <a:gd name="T134" fmla="*/ 1431 w 1431"/>
                <a:gd name="T135" fmla="*/ 817 h 8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1" h="817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47" name="Rectangle 27">
              <a:extLst>
                <a:ext uri="{FF2B5EF4-FFF2-40B4-BE49-F238E27FC236}">
                  <a16:creationId xmlns:a16="http://schemas.microsoft.com/office/drawing/2014/main" id="{739A2682-F105-44D6-8001-C2B948581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1329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8" name="Rectangle 28">
              <a:extLst>
                <a:ext uri="{FF2B5EF4-FFF2-40B4-BE49-F238E27FC236}">
                  <a16:creationId xmlns:a16="http://schemas.microsoft.com/office/drawing/2014/main" id="{B8A2B512-1A44-4959-BDA2-85A0F20C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333"/>
              <a:ext cx="12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A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49" name="Rectangle 29">
              <a:extLst>
                <a:ext uri="{FF2B5EF4-FFF2-40B4-BE49-F238E27FC236}">
                  <a16:creationId xmlns:a16="http://schemas.microsoft.com/office/drawing/2014/main" id="{29538D19-6A55-4A1B-A197-79C4606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333"/>
              <a:ext cx="8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0" name="Rectangle 30">
              <a:extLst>
                <a:ext uri="{FF2B5EF4-FFF2-40B4-BE49-F238E27FC236}">
                  <a16:creationId xmlns:a16="http://schemas.microsoft.com/office/drawing/2014/main" id="{37321E92-E38C-49C5-8135-F33EE6DF1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133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1" name="Rectangle 31">
              <a:extLst>
                <a:ext uri="{FF2B5EF4-FFF2-40B4-BE49-F238E27FC236}">
                  <a16:creationId xmlns:a16="http://schemas.microsoft.com/office/drawing/2014/main" id="{CBF74FA9-545E-4201-8E9E-B0B9569F5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33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2" name="Freeform 32">
              <a:extLst>
                <a:ext uri="{FF2B5EF4-FFF2-40B4-BE49-F238E27FC236}">
                  <a16:creationId xmlns:a16="http://schemas.microsoft.com/office/drawing/2014/main" id="{232E591D-6832-4926-8FC6-4C71DE9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469"/>
              <a:ext cx="86" cy="43"/>
            </a:xfrm>
            <a:custGeom>
              <a:avLst/>
              <a:gdLst>
                <a:gd name="T0" fmla="*/ 0 w 173"/>
                <a:gd name="T1" fmla="*/ 0 h 87"/>
                <a:gd name="T2" fmla="*/ 0 w 173"/>
                <a:gd name="T3" fmla="*/ 0 h 87"/>
                <a:gd name="T4" fmla="*/ 0 w 173"/>
                <a:gd name="T5" fmla="*/ 0 h 87"/>
                <a:gd name="T6" fmla="*/ 0 w 173"/>
                <a:gd name="T7" fmla="*/ 0 h 87"/>
                <a:gd name="T8" fmla="*/ 0 w 173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3" name="Freeform 33">
              <a:extLst>
                <a:ext uri="{FF2B5EF4-FFF2-40B4-BE49-F238E27FC236}">
                  <a16:creationId xmlns:a16="http://schemas.microsoft.com/office/drawing/2014/main" id="{3D4A1993-C04D-4BBF-8F0B-D44175D4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502"/>
              <a:ext cx="312" cy="38"/>
            </a:xfrm>
            <a:custGeom>
              <a:avLst/>
              <a:gdLst>
                <a:gd name="T0" fmla="*/ 0 w 625"/>
                <a:gd name="T1" fmla="*/ 1 h 75"/>
                <a:gd name="T2" fmla="*/ 0 w 625"/>
                <a:gd name="T3" fmla="*/ 1 h 75"/>
                <a:gd name="T4" fmla="*/ 0 w 625"/>
                <a:gd name="T5" fmla="*/ 1 h 75"/>
                <a:gd name="T6" fmla="*/ 0 w 625"/>
                <a:gd name="T7" fmla="*/ 1 h 75"/>
                <a:gd name="T8" fmla="*/ 0 w 625"/>
                <a:gd name="T9" fmla="*/ 1 h 75"/>
                <a:gd name="T10" fmla="*/ 0 w 625"/>
                <a:gd name="T11" fmla="*/ 1 h 75"/>
                <a:gd name="T12" fmla="*/ 0 w 625"/>
                <a:gd name="T13" fmla="*/ 1 h 75"/>
                <a:gd name="T14" fmla="*/ 0 w 625"/>
                <a:gd name="T15" fmla="*/ 1 h 75"/>
                <a:gd name="T16" fmla="*/ 0 w 625"/>
                <a:gd name="T17" fmla="*/ 1 h 75"/>
                <a:gd name="T18" fmla="*/ 0 w 625"/>
                <a:gd name="T19" fmla="*/ 1 h 75"/>
                <a:gd name="T20" fmla="*/ 0 w 625"/>
                <a:gd name="T21" fmla="*/ 1 h 75"/>
                <a:gd name="T22" fmla="*/ 0 w 625"/>
                <a:gd name="T23" fmla="*/ 1 h 75"/>
                <a:gd name="T24" fmla="*/ 0 w 625"/>
                <a:gd name="T25" fmla="*/ 1 h 75"/>
                <a:gd name="T26" fmla="*/ 0 w 625"/>
                <a:gd name="T27" fmla="*/ 1 h 75"/>
                <a:gd name="T28" fmla="*/ 0 w 625"/>
                <a:gd name="T29" fmla="*/ 1 h 75"/>
                <a:gd name="T30" fmla="*/ 0 w 625"/>
                <a:gd name="T31" fmla="*/ 1 h 75"/>
                <a:gd name="T32" fmla="*/ 0 w 625"/>
                <a:gd name="T33" fmla="*/ 1 h 75"/>
                <a:gd name="T34" fmla="*/ 0 w 625"/>
                <a:gd name="T35" fmla="*/ 1 h 75"/>
                <a:gd name="T36" fmla="*/ 0 w 625"/>
                <a:gd name="T37" fmla="*/ 1 h 75"/>
                <a:gd name="T38" fmla="*/ 0 w 625"/>
                <a:gd name="T39" fmla="*/ 1 h 75"/>
                <a:gd name="T40" fmla="*/ 0 w 625"/>
                <a:gd name="T41" fmla="*/ 1 h 75"/>
                <a:gd name="T42" fmla="*/ 0 w 625"/>
                <a:gd name="T43" fmla="*/ 1 h 75"/>
                <a:gd name="T44" fmla="*/ 0 w 625"/>
                <a:gd name="T45" fmla="*/ 1 h 75"/>
                <a:gd name="T46" fmla="*/ 0 w 625"/>
                <a:gd name="T47" fmla="*/ 1 h 75"/>
                <a:gd name="T48" fmla="*/ 0 w 625"/>
                <a:gd name="T49" fmla="*/ 1 h 75"/>
                <a:gd name="T50" fmla="*/ 0 w 625"/>
                <a:gd name="T51" fmla="*/ 1 h 75"/>
                <a:gd name="T52" fmla="*/ 0 w 625"/>
                <a:gd name="T53" fmla="*/ 1 h 75"/>
                <a:gd name="T54" fmla="*/ 0 w 625"/>
                <a:gd name="T55" fmla="*/ 1 h 75"/>
                <a:gd name="T56" fmla="*/ 0 w 625"/>
                <a:gd name="T57" fmla="*/ 1 h 75"/>
                <a:gd name="T58" fmla="*/ 0 w 625"/>
                <a:gd name="T59" fmla="*/ 1 h 75"/>
                <a:gd name="T60" fmla="*/ 0 w 625"/>
                <a:gd name="T61" fmla="*/ 1 h 75"/>
                <a:gd name="T62" fmla="*/ 0 w 625"/>
                <a:gd name="T63" fmla="*/ 1 h 75"/>
                <a:gd name="T64" fmla="*/ 0 w 625"/>
                <a:gd name="T65" fmla="*/ 1 h 75"/>
                <a:gd name="T66" fmla="*/ 0 w 625"/>
                <a:gd name="T67" fmla="*/ 1 h 75"/>
                <a:gd name="T68" fmla="*/ 0 w 625"/>
                <a:gd name="T69" fmla="*/ 1 h 75"/>
                <a:gd name="T70" fmla="*/ 0 w 625"/>
                <a:gd name="T71" fmla="*/ 1 h 75"/>
                <a:gd name="T72" fmla="*/ 0 w 625"/>
                <a:gd name="T73" fmla="*/ 1 h 75"/>
                <a:gd name="T74" fmla="*/ 0 w 625"/>
                <a:gd name="T75" fmla="*/ 1 h 75"/>
                <a:gd name="T76" fmla="*/ 0 w 625"/>
                <a:gd name="T77" fmla="*/ 1 h 75"/>
                <a:gd name="T78" fmla="*/ 0 w 625"/>
                <a:gd name="T79" fmla="*/ 1 h 75"/>
                <a:gd name="T80" fmla="*/ 0 w 625"/>
                <a:gd name="T81" fmla="*/ 1 h 75"/>
                <a:gd name="T82" fmla="*/ 0 w 625"/>
                <a:gd name="T83" fmla="*/ 1 h 75"/>
                <a:gd name="T84" fmla="*/ 0 w 625"/>
                <a:gd name="T85" fmla="*/ 1 h 75"/>
                <a:gd name="T86" fmla="*/ 0 w 625"/>
                <a:gd name="T87" fmla="*/ 1 h 75"/>
                <a:gd name="T88" fmla="*/ 0 w 625"/>
                <a:gd name="T89" fmla="*/ 1 h 75"/>
                <a:gd name="T90" fmla="*/ 0 w 625"/>
                <a:gd name="T91" fmla="*/ 1 h 75"/>
                <a:gd name="T92" fmla="*/ 0 w 625"/>
                <a:gd name="T93" fmla="*/ 1 h 75"/>
                <a:gd name="T94" fmla="*/ 0 w 625"/>
                <a:gd name="T95" fmla="*/ 1 h 75"/>
                <a:gd name="T96" fmla="*/ 0 w 625"/>
                <a:gd name="T97" fmla="*/ 1 h 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5"/>
                <a:gd name="T148" fmla="*/ 0 h 75"/>
                <a:gd name="T149" fmla="*/ 625 w 625"/>
                <a:gd name="T150" fmla="*/ 75 h 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5" h="75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4" name="Freeform 34">
              <a:extLst>
                <a:ext uri="{FF2B5EF4-FFF2-40B4-BE49-F238E27FC236}">
                  <a16:creationId xmlns:a16="http://schemas.microsoft.com/office/drawing/2014/main" id="{7CB890C1-1D50-478A-A958-60BDAB5F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64"/>
              <a:ext cx="443" cy="76"/>
            </a:xfrm>
            <a:custGeom>
              <a:avLst/>
              <a:gdLst>
                <a:gd name="T0" fmla="*/ 1 w 845"/>
                <a:gd name="T1" fmla="*/ 1 h 152"/>
                <a:gd name="T2" fmla="*/ 1 w 845"/>
                <a:gd name="T3" fmla="*/ 1 h 152"/>
                <a:gd name="T4" fmla="*/ 1 w 845"/>
                <a:gd name="T5" fmla="*/ 1 h 152"/>
                <a:gd name="T6" fmla="*/ 1 w 845"/>
                <a:gd name="T7" fmla="*/ 1 h 152"/>
                <a:gd name="T8" fmla="*/ 1 w 845"/>
                <a:gd name="T9" fmla="*/ 1 h 152"/>
                <a:gd name="T10" fmla="*/ 1 w 845"/>
                <a:gd name="T11" fmla="*/ 1 h 152"/>
                <a:gd name="T12" fmla="*/ 1 w 845"/>
                <a:gd name="T13" fmla="*/ 1 h 152"/>
                <a:gd name="T14" fmla="*/ 1 w 845"/>
                <a:gd name="T15" fmla="*/ 1 h 152"/>
                <a:gd name="T16" fmla="*/ 1 w 845"/>
                <a:gd name="T17" fmla="*/ 1 h 152"/>
                <a:gd name="T18" fmla="*/ 1 w 845"/>
                <a:gd name="T19" fmla="*/ 1 h 152"/>
                <a:gd name="T20" fmla="*/ 1 w 845"/>
                <a:gd name="T21" fmla="*/ 1 h 152"/>
                <a:gd name="T22" fmla="*/ 1 w 845"/>
                <a:gd name="T23" fmla="*/ 1 h 152"/>
                <a:gd name="T24" fmla="*/ 1 w 845"/>
                <a:gd name="T25" fmla="*/ 1 h 152"/>
                <a:gd name="T26" fmla="*/ 1 w 845"/>
                <a:gd name="T27" fmla="*/ 1 h 152"/>
                <a:gd name="T28" fmla="*/ 1 w 845"/>
                <a:gd name="T29" fmla="*/ 1 h 152"/>
                <a:gd name="T30" fmla="*/ 1 w 845"/>
                <a:gd name="T31" fmla="*/ 1 h 152"/>
                <a:gd name="T32" fmla="*/ 1 w 845"/>
                <a:gd name="T33" fmla="*/ 1 h 152"/>
                <a:gd name="T34" fmla="*/ 1 w 845"/>
                <a:gd name="T35" fmla="*/ 1 h 152"/>
                <a:gd name="T36" fmla="*/ 1 w 845"/>
                <a:gd name="T37" fmla="*/ 1 h 152"/>
                <a:gd name="T38" fmla="*/ 1 w 845"/>
                <a:gd name="T39" fmla="*/ 1 h 152"/>
                <a:gd name="T40" fmla="*/ 1 w 845"/>
                <a:gd name="T41" fmla="*/ 1 h 152"/>
                <a:gd name="T42" fmla="*/ 1 w 845"/>
                <a:gd name="T43" fmla="*/ 1 h 152"/>
                <a:gd name="T44" fmla="*/ 1 w 845"/>
                <a:gd name="T45" fmla="*/ 1 h 152"/>
                <a:gd name="T46" fmla="*/ 1 w 845"/>
                <a:gd name="T47" fmla="*/ 1 h 152"/>
                <a:gd name="T48" fmla="*/ 1 w 845"/>
                <a:gd name="T49" fmla="*/ 1 h 152"/>
                <a:gd name="T50" fmla="*/ 1 w 845"/>
                <a:gd name="T51" fmla="*/ 1 h 152"/>
                <a:gd name="T52" fmla="*/ 1 w 845"/>
                <a:gd name="T53" fmla="*/ 1 h 152"/>
                <a:gd name="T54" fmla="*/ 1 w 845"/>
                <a:gd name="T55" fmla="*/ 1 h 152"/>
                <a:gd name="T56" fmla="*/ 1 w 845"/>
                <a:gd name="T57" fmla="*/ 1 h 152"/>
                <a:gd name="T58" fmla="*/ 1 w 845"/>
                <a:gd name="T59" fmla="*/ 1 h 152"/>
                <a:gd name="T60" fmla="*/ 1 w 845"/>
                <a:gd name="T61" fmla="*/ 1 h 152"/>
                <a:gd name="T62" fmla="*/ 1 w 845"/>
                <a:gd name="T63" fmla="*/ 1 h 152"/>
                <a:gd name="T64" fmla="*/ 1 w 845"/>
                <a:gd name="T65" fmla="*/ 1 h 152"/>
                <a:gd name="T66" fmla="*/ 1 w 845"/>
                <a:gd name="T67" fmla="*/ 1 h 152"/>
                <a:gd name="T68" fmla="*/ 1 w 845"/>
                <a:gd name="T69" fmla="*/ 1 h 152"/>
                <a:gd name="T70" fmla="*/ 1 w 845"/>
                <a:gd name="T71" fmla="*/ 1 h 152"/>
                <a:gd name="T72" fmla="*/ 1 w 845"/>
                <a:gd name="T73" fmla="*/ 1 h 152"/>
                <a:gd name="T74" fmla="*/ 1 w 845"/>
                <a:gd name="T75" fmla="*/ 1 h 152"/>
                <a:gd name="T76" fmla="*/ 1 w 845"/>
                <a:gd name="T77" fmla="*/ 1 h 152"/>
                <a:gd name="T78" fmla="*/ 1 w 845"/>
                <a:gd name="T79" fmla="*/ 1 h 152"/>
                <a:gd name="T80" fmla="*/ 1 w 845"/>
                <a:gd name="T81" fmla="*/ 1 h 152"/>
                <a:gd name="T82" fmla="*/ 1 w 845"/>
                <a:gd name="T83" fmla="*/ 1 h 152"/>
                <a:gd name="T84" fmla="*/ 1 w 845"/>
                <a:gd name="T85" fmla="*/ 1 h 152"/>
                <a:gd name="T86" fmla="*/ 1 w 845"/>
                <a:gd name="T87" fmla="*/ 1 h 152"/>
                <a:gd name="T88" fmla="*/ 1 w 845"/>
                <a:gd name="T89" fmla="*/ 1 h 152"/>
                <a:gd name="T90" fmla="*/ 1 w 845"/>
                <a:gd name="T91" fmla="*/ 1 h 152"/>
                <a:gd name="T92" fmla="*/ 1 w 845"/>
                <a:gd name="T93" fmla="*/ 1 h 152"/>
                <a:gd name="T94" fmla="*/ 1 w 845"/>
                <a:gd name="T95" fmla="*/ 1 h 152"/>
                <a:gd name="T96" fmla="*/ 1 w 845"/>
                <a:gd name="T97" fmla="*/ 1 h 1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5"/>
                <a:gd name="T148" fmla="*/ 0 h 152"/>
                <a:gd name="T149" fmla="*/ 845 w 845"/>
                <a:gd name="T150" fmla="*/ 152 h 1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5" h="152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5" name="Rectangle 35">
              <a:extLst>
                <a:ext uri="{FF2B5EF4-FFF2-40B4-BE49-F238E27FC236}">
                  <a16:creationId xmlns:a16="http://schemas.microsoft.com/office/drawing/2014/main" id="{52DAAD81-FB28-4CD9-9FF2-B9691595B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329"/>
              <a:ext cx="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7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panose="05050102010706020507" pitchFamily="18" charset="2"/>
                  <a:ea typeface="ＭＳ Ｐゴシック" panose="020B0600070205080204" pitchFamily="34" charset="-128"/>
                  <a:cs typeface="+mn-cs"/>
                </a:rPr>
                <a:t>¤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6" name="Rectangle 36">
              <a:extLst>
                <a:ext uri="{FF2B5EF4-FFF2-40B4-BE49-F238E27FC236}">
                  <a16:creationId xmlns:a16="http://schemas.microsoft.com/office/drawing/2014/main" id="{9D262926-2B47-4BC4-9713-A7DF2B70D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1334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7" name="Rectangle 37">
              <a:extLst>
                <a:ext uri="{FF2B5EF4-FFF2-40B4-BE49-F238E27FC236}">
                  <a16:creationId xmlns:a16="http://schemas.microsoft.com/office/drawing/2014/main" id="{7B3D69A0-E1BA-4045-BDF7-FEEC3911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1334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58" name="Freeform 38">
              <a:extLst>
                <a:ext uri="{FF2B5EF4-FFF2-40B4-BE49-F238E27FC236}">
                  <a16:creationId xmlns:a16="http://schemas.microsoft.com/office/drawing/2014/main" id="{4D8F05C8-1C69-4D9A-9D40-D7E07D44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093"/>
              <a:ext cx="43" cy="87"/>
            </a:xfrm>
            <a:custGeom>
              <a:avLst/>
              <a:gdLst>
                <a:gd name="T0" fmla="*/ 0 w 87"/>
                <a:gd name="T1" fmla="*/ 0 h 173"/>
                <a:gd name="T2" fmla="*/ 0 w 87"/>
                <a:gd name="T3" fmla="*/ 1 h 173"/>
                <a:gd name="T4" fmla="*/ 0 w 87"/>
                <a:gd name="T5" fmla="*/ 0 h 173"/>
                <a:gd name="T6" fmla="*/ 0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59" name="Line 39">
              <a:extLst>
                <a:ext uri="{FF2B5EF4-FFF2-40B4-BE49-F238E27FC236}">
                  <a16:creationId xmlns:a16="http://schemas.microsoft.com/office/drawing/2014/main" id="{09555F6E-82C2-4238-B192-D05E165D6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6" y="905"/>
              <a:ext cx="1" cy="188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60" name="Rectangle 40">
              <a:extLst>
                <a:ext uri="{FF2B5EF4-FFF2-40B4-BE49-F238E27FC236}">
                  <a16:creationId xmlns:a16="http://schemas.microsoft.com/office/drawing/2014/main" id="{1055C090-6CDD-471A-AB11-2C1B2CAD7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334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1" name="Rectangle 41">
              <a:extLst>
                <a:ext uri="{FF2B5EF4-FFF2-40B4-BE49-F238E27FC236}">
                  <a16:creationId xmlns:a16="http://schemas.microsoft.com/office/drawing/2014/main" id="{E004E1B1-D4A7-4C5A-B83C-EF21886E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3240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2" name="Rectangle 42">
              <a:extLst>
                <a:ext uri="{FF2B5EF4-FFF2-40B4-BE49-F238E27FC236}">
                  <a16:creationId xmlns:a16="http://schemas.microsoft.com/office/drawing/2014/main" id="{6E8EDC24-6D30-4BDC-83F6-6F7C2BFE3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3240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3" name="Rectangle 43">
              <a:extLst>
                <a:ext uri="{FF2B5EF4-FFF2-40B4-BE49-F238E27FC236}">
                  <a16:creationId xmlns:a16="http://schemas.microsoft.com/office/drawing/2014/main" id="{9CECBE06-F7A4-4863-9334-1366CCF5A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3240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4" name="Rectangle 44">
              <a:extLst>
                <a:ext uri="{FF2B5EF4-FFF2-40B4-BE49-F238E27FC236}">
                  <a16:creationId xmlns:a16="http://schemas.microsoft.com/office/drawing/2014/main" id="{AEA22DFB-23EC-4B1C-9419-A97BDB9B9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09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5" name="Rectangle 45">
              <a:extLst>
                <a:ext uri="{FF2B5EF4-FFF2-40B4-BE49-F238E27FC236}">
                  <a16:creationId xmlns:a16="http://schemas.microsoft.com/office/drawing/2014/main" id="{B11958B9-1093-4D1C-A3AE-7A8CCFE71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09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6" name="Rectangle 46">
              <a:extLst>
                <a:ext uri="{FF2B5EF4-FFF2-40B4-BE49-F238E27FC236}">
                  <a16:creationId xmlns:a16="http://schemas.microsoft.com/office/drawing/2014/main" id="{2FC3603A-0E14-4B85-A58E-AFB993B49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09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7" name="Rectangle 47">
              <a:extLst>
                <a:ext uri="{FF2B5EF4-FFF2-40B4-BE49-F238E27FC236}">
                  <a16:creationId xmlns:a16="http://schemas.microsoft.com/office/drawing/2014/main" id="{14220AC3-77E1-4963-B0C3-66EED26A6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613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8" name="Rectangle 48">
              <a:extLst>
                <a:ext uri="{FF2B5EF4-FFF2-40B4-BE49-F238E27FC236}">
                  <a16:creationId xmlns:a16="http://schemas.microsoft.com/office/drawing/2014/main" id="{1DA73145-35B0-4541-8EF6-335EC1206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613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69" name="Freeform 49">
              <a:extLst>
                <a:ext uri="{FF2B5EF4-FFF2-40B4-BE49-F238E27FC236}">
                  <a16:creationId xmlns:a16="http://schemas.microsoft.com/office/drawing/2014/main" id="{BBA0FE49-CF4B-4AE8-92DB-C6898EA09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613"/>
              <a:ext cx="43" cy="87"/>
            </a:xfrm>
            <a:custGeom>
              <a:avLst/>
              <a:gdLst>
                <a:gd name="T0" fmla="*/ 0 w 87"/>
                <a:gd name="T1" fmla="*/ 1 h 173"/>
                <a:gd name="T2" fmla="*/ 0 w 87"/>
                <a:gd name="T3" fmla="*/ 0 h 173"/>
                <a:gd name="T4" fmla="*/ 0 w 87"/>
                <a:gd name="T5" fmla="*/ 1 h 173"/>
                <a:gd name="T6" fmla="*/ 0 w 87"/>
                <a:gd name="T7" fmla="*/ 1 h 173"/>
                <a:gd name="T8" fmla="*/ 0 w 87"/>
                <a:gd name="T9" fmla="*/ 1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0" name="Line 50">
              <a:extLst>
                <a:ext uri="{FF2B5EF4-FFF2-40B4-BE49-F238E27FC236}">
                  <a16:creationId xmlns:a16="http://schemas.microsoft.com/office/drawing/2014/main" id="{FE373A3E-454E-4C3C-B9CB-961B2E8C2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" y="1700"/>
              <a:ext cx="360" cy="765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1" name="Freeform 51">
              <a:extLst>
                <a:ext uri="{FF2B5EF4-FFF2-40B4-BE49-F238E27FC236}">
                  <a16:creationId xmlns:a16="http://schemas.microsoft.com/office/drawing/2014/main" id="{849AE434-B072-46D2-AF3C-449C8C59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364"/>
              <a:ext cx="58" cy="86"/>
            </a:xfrm>
            <a:custGeom>
              <a:avLst/>
              <a:gdLst>
                <a:gd name="T0" fmla="*/ 1 w 115"/>
                <a:gd name="T1" fmla="*/ 0 h 173"/>
                <a:gd name="T2" fmla="*/ 0 w 115"/>
                <a:gd name="T3" fmla="*/ 0 h 173"/>
                <a:gd name="T4" fmla="*/ 1 w 115"/>
                <a:gd name="T5" fmla="*/ 0 h 173"/>
                <a:gd name="T6" fmla="*/ 1 w 115"/>
                <a:gd name="T7" fmla="*/ 0 h 173"/>
                <a:gd name="T8" fmla="*/ 1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2" name="Line 52">
              <a:extLst>
                <a:ext uri="{FF2B5EF4-FFF2-40B4-BE49-F238E27FC236}">
                  <a16:creationId xmlns:a16="http://schemas.microsoft.com/office/drawing/2014/main" id="{E41FF758-18BD-4290-8E7F-4E8BD5FFD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1" y="1598"/>
              <a:ext cx="361" cy="766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73" name="Rectangle 53">
              <a:extLst>
                <a:ext uri="{FF2B5EF4-FFF2-40B4-BE49-F238E27FC236}">
                  <a16:creationId xmlns:a16="http://schemas.microsoft.com/office/drawing/2014/main" id="{A0AE1644-718A-49AB-9CBC-5D5CCD933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613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4" name="Rectangle 54">
              <a:extLst>
                <a:ext uri="{FF2B5EF4-FFF2-40B4-BE49-F238E27FC236}">
                  <a16:creationId xmlns:a16="http://schemas.microsoft.com/office/drawing/2014/main" id="{5182385C-01E6-4AAC-B1A2-34D8328FB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1944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5" name="Rectangle 55">
              <a:extLst>
                <a:ext uri="{FF2B5EF4-FFF2-40B4-BE49-F238E27FC236}">
                  <a16:creationId xmlns:a16="http://schemas.microsoft.com/office/drawing/2014/main" id="{9B04F29D-A7A5-41E5-ACB6-915F38072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944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6" name="Rectangle 56">
              <a:extLst>
                <a:ext uri="{FF2B5EF4-FFF2-40B4-BE49-F238E27FC236}">
                  <a16:creationId xmlns:a16="http://schemas.microsoft.com/office/drawing/2014/main" id="{C22A3207-20E2-447D-BACE-8EEA6197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944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7" name="Rectangle 57">
              <a:extLst>
                <a:ext uri="{FF2B5EF4-FFF2-40B4-BE49-F238E27FC236}">
                  <a16:creationId xmlns:a16="http://schemas.microsoft.com/office/drawing/2014/main" id="{48DCB2AE-2D37-41C7-8F7A-7A3C61CE1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942"/>
              <a:ext cx="117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8" name="Rectangle 58">
              <a:extLst>
                <a:ext uri="{FF2B5EF4-FFF2-40B4-BE49-F238E27FC236}">
                  <a16:creationId xmlns:a16="http://schemas.microsoft.com/office/drawing/2014/main" id="{F34D2F24-BC43-484B-9CFF-565908195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1942"/>
              <a:ext cx="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2279" name="Freeform 59">
              <a:extLst>
                <a:ext uri="{FF2B5EF4-FFF2-40B4-BE49-F238E27FC236}">
                  <a16:creationId xmlns:a16="http://schemas.microsoft.com/office/drawing/2014/main" id="{44776A3E-5706-42BE-A009-8D087D86C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295"/>
              <a:ext cx="86" cy="58"/>
            </a:xfrm>
            <a:custGeom>
              <a:avLst/>
              <a:gdLst>
                <a:gd name="T0" fmla="*/ 0 w 173"/>
                <a:gd name="T1" fmla="*/ 1 h 116"/>
                <a:gd name="T2" fmla="*/ 0 w 173"/>
                <a:gd name="T3" fmla="*/ 1 h 116"/>
                <a:gd name="T4" fmla="*/ 0 w 173"/>
                <a:gd name="T5" fmla="*/ 0 h 116"/>
                <a:gd name="T6" fmla="*/ 0 w 173"/>
                <a:gd name="T7" fmla="*/ 1 h 116"/>
                <a:gd name="T8" fmla="*/ 0 w 173"/>
                <a:gd name="T9" fmla="*/ 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0" name="Freeform 60">
              <a:extLst>
                <a:ext uri="{FF2B5EF4-FFF2-40B4-BE49-F238E27FC236}">
                  <a16:creationId xmlns:a16="http://schemas.microsoft.com/office/drawing/2014/main" id="{AAD83B6C-4CF1-41A4-BBA7-29E8FC90F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279"/>
              <a:ext cx="312" cy="37"/>
            </a:xfrm>
            <a:custGeom>
              <a:avLst/>
              <a:gdLst>
                <a:gd name="T0" fmla="*/ 1 w 623"/>
                <a:gd name="T1" fmla="*/ 0 h 75"/>
                <a:gd name="T2" fmla="*/ 1 w 623"/>
                <a:gd name="T3" fmla="*/ 0 h 75"/>
                <a:gd name="T4" fmla="*/ 1 w 623"/>
                <a:gd name="T5" fmla="*/ 0 h 75"/>
                <a:gd name="T6" fmla="*/ 1 w 623"/>
                <a:gd name="T7" fmla="*/ 0 h 75"/>
                <a:gd name="T8" fmla="*/ 1 w 623"/>
                <a:gd name="T9" fmla="*/ 0 h 75"/>
                <a:gd name="T10" fmla="*/ 1 w 623"/>
                <a:gd name="T11" fmla="*/ 0 h 75"/>
                <a:gd name="T12" fmla="*/ 1 w 623"/>
                <a:gd name="T13" fmla="*/ 0 h 75"/>
                <a:gd name="T14" fmla="*/ 1 w 623"/>
                <a:gd name="T15" fmla="*/ 0 h 75"/>
                <a:gd name="T16" fmla="*/ 1 w 623"/>
                <a:gd name="T17" fmla="*/ 0 h 75"/>
                <a:gd name="T18" fmla="*/ 1 w 623"/>
                <a:gd name="T19" fmla="*/ 0 h 75"/>
                <a:gd name="T20" fmla="*/ 1 w 623"/>
                <a:gd name="T21" fmla="*/ 0 h 75"/>
                <a:gd name="T22" fmla="*/ 1 w 623"/>
                <a:gd name="T23" fmla="*/ 0 h 75"/>
                <a:gd name="T24" fmla="*/ 1 w 623"/>
                <a:gd name="T25" fmla="*/ 0 h 75"/>
                <a:gd name="T26" fmla="*/ 1 w 623"/>
                <a:gd name="T27" fmla="*/ 0 h 75"/>
                <a:gd name="T28" fmla="*/ 1 w 623"/>
                <a:gd name="T29" fmla="*/ 0 h 75"/>
                <a:gd name="T30" fmla="*/ 1 w 623"/>
                <a:gd name="T31" fmla="*/ 0 h 75"/>
                <a:gd name="T32" fmla="*/ 1 w 623"/>
                <a:gd name="T33" fmla="*/ 0 h 75"/>
                <a:gd name="T34" fmla="*/ 1 w 623"/>
                <a:gd name="T35" fmla="*/ 0 h 75"/>
                <a:gd name="T36" fmla="*/ 1 w 623"/>
                <a:gd name="T37" fmla="*/ 0 h 75"/>
                <a:gd name="T38" fmla="*/ 1 w 623"/>
                <a:gd name="T39" fmla="*/ 0 h 75"/>
                <a:gd name="T40" fmla="*/ 1 w 623"/>
                <a:gd name="T41" fmla="*/ 0 h 75"/>
                <a:gd name="T42" fmla="*/ 1 w 623"/>
                <a:gd name="T43" fmla="*/ 0 h 75"/>
                <a:gd name="T44" fmla="*/ 1 w 623"/>
                <a:gd name="T45" fmla="*/ 0 h 75"/>
                <a:gd name="T46" fmla="*/ 1 w 623"/>
                <a:gd name="T47" fmla="*/ 0 h 75"/>
                <a:gd name="T48" fmla="*/ 1 w 623"/>
                <a:gd name="T49" fmla="*/ 0 h 75"/>
                <a:gd name="T50" fmla="*/ 1 w 623"/>
                <a:gd name="T51" fmla="*/ 0 h 75"/>
                <a:gd name="T52" fmla="*/ 1 w 623"/>
                <a:gd name="T53" fmla="*/ 0 h 75"/>
                <a:gd name="T54" fmla="*/ 1 w 623"/>
                <a:gd name="T55" fmla="*/ 0 h 75"/>
                <a:gd name="T56" fmla="*/ 1 w 623"/>
                <a:gd name="T57" fmla="*/ 0 h 75"/>
                <a:gd name="T58" fmla="*/ 1 w 623"/>
                <a:gd name="T59" fmla="*/ 0 h 75"/>
                <a:gd name="T60" fmla="*/ 1 w 623"/>
                <a:gd name="T61" fmla="*/ 0 h 75"/>
                <a:gd name="T62" fmla="*/ 1 w 623"/>
                <a:gd name="T63" fmla="*/ 0 h 75"/>
                <a:gd name="T64" fmla="*/ 1 w 623"/>
                <a:gd name="T65" fmla="*/ 0 h 75"/>
                <a:gd name="T66" fmla="*/ 1 w 623"/>
                <a:gd name="T67" fmla="*/ 0 h 75"/>
                <a:gd name="T68" fmla="*/ 1 w 623"/>
                <a:gd name="T69" fmla="*/ 0 h 75"/>
                <a:gd name="T70" fmla="*/ 1 w 623"/>
                <a:gd name="T71" fmla="*/ 0 h 75"/>
                <a:gd name="T72" fmla="*/ 1 w 623"/>
                <a:gd name="T73" fmla="*/ 0 h 75"/>
                <a:gd name="T74" fmla="*/ 1 w 623"/>
                <a:gd name="T75" fmla="*/ 0 h 75"/>
                <a:gd name="T76" fmla="*/ 1 w 623"/>
                <a:gd name="T77" fmla="*/ 0 h 75"/>
                <a:gd name="T78" fmla="*/ 1 w 623"/>
                <a:gd name="T79" fmla="*/ 0 h 75"/>
                <a:gd name="T80" fmla="*/ 1 w 623"/>
                <a:gd name="T81" fmla="*/ 0 h 75"/>
                <a:gd name="T82" fmla="*/ 1 w 623"/>
                <a:gd name="T83" fmla="*/ 0 h 75"/>
                <a:gd name="T84" fmla="*/ 1 w 623"/>
                <a:gd name="T85" fmla="*/ 0 h 75"/>
                <a:gd name="T86" fmla="*/ 1 w 623"/>
                <a:gd name="T87" fmla="*/ 0 h 75"/>
                <a:gd name="T88" fmla="*/ 1 w 623"/>
                <a:gd name="T89" fmla="*/ 0 h 75"/>
                <a:gd name="T90" fmla="*/ 1 w 623"/>
                <a:gd name="T91" fmla="*/ 0 h 75"/>
                <a:gd name="T92" fmla="*/ 1 w 623"/>
                <a:gd name="T93" fmla="*/ 0 h 75"/>
                <a:gd name="T94" fmla="*/ 1 w 623"/>
                <a:gd name="T95" fmla="*/ 0 h 75"/>
                <a:gd name="T96" fmla="*/ 1 w 623"/>
                <a:gd name="T97" fmla="*/ 0 h 7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3"/>
                <a:gd name="T148" fmla="*/ 0 h 75"/>
                <a:gd name="T149" fmla="*/ 623 w 623"/>
                <a:gd name="T150" fmla="*/ 75 h 7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3" h="75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1" name="Freeform 61">
              <a:extLst>
                <a:ext uri="{FF2B5EF4-FFF2-40B4-BE49-F238E27FC236}">
                  <a16:creationId xmlns:a16="http://schemas.microsoft.com/office/drawing/2014/main" id="{1D6A41E8-7E7F-491F-AB21-7917EC8E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278"/>
              <a:ext cx="434" cy="76"/>
            </a:xfrm>
            <a:custGeom>
              <a:avLst/>
              <a:gdLst>
                <a:gd name="T0" fmla="*/ 1 w 846"/>
                <a:gd name="T1" fmla="*/ 0 h 153"/>
                <a:gd name="T2" fmla="*/ 1 w 846"/>
                <a:gd name="T3" fmla="*/ 0 h 153"/>
                <a:gd name="T4" fmla="*/ 1 w 846"/>
                <a:gd name="T5" fmla="*/ 0 h 153"/>
                <a:gd name="T6" fmla="*/ 1 w 846"/>
                <a:gd name="T7" fmla="*/ 0 h 153"/>
                <a:gd name="T8" fmla="*/ 1 w 846"/>
                <a:gd name="T9" fmla="*/ 0 h 153"/>
                <a:gd name="T10" fmla="*/ 1 w 846"/>
                <a:gd name="T11" fmla="*/ 0 h 153"/>
                <a:gd name="T12" fmla="*/ 1 w 846"/>
                <a:gd name="T13" fmla="*/ 0 h 153"/>
                <a:gd name="T14" fmla="*/ 1 w 846"/>
                <a:gd name="T15" fmla="*/ 0 h 153"/>
                <a:gd name="T16" fmla="*/ 1 w 846"/>
                <a:gd name="T17" fmla="*/ 0 h 153"/>
                <a:gd name="T18" fmla="*/ 1 w 846"/>
                <a:gd name="T19" fmla="*/ 0 h 153"/>
                <a:gd name="T20" fmla="*/ 1 w 846"/>
                <a:gd name="T21" fmla="*/ 0 h 153"/>
                <a:gd name="T22" fmla="*/ 1 w 846"/>
                <a:gd name="T23" fmla="*/ 0 h 153"/>
                <a:gd name="T24" fmla="*/ 1 w 846"/>
                <a:gd name="T25" fmla="*/ 0 h 153"/>
                <a:gd name="T26" fmla="*/ 1 w 846"/>
                <a:gd name="T27" fmla="*/ 0 h 153"/>
                <a:gd name="T28" fmla="*/ 1 w 846"/>
                <a:gd name="T29" fmla="*/ 0 h 153"/>
                <a:gd name="T30" fmla="*/ 1 w 846"/>
                <a:gd name="T31" fmla="*/ 0 h 153"/>
                <a:gd name="T32" fmla="*/ 1 w 846"/>
                <a:gd name="T33" fmla="*/ 0 h 153"/>
                <a:gd name="T34" fmla="*/ 1 w 846"/>
                <a:gd name="T35" fmla="*/ 0 h 153"/>
                <a:gd name="T36" fmla="*/ 1 w 846"/>
                <a:gd name="T37" fmla="*/ 0 h 153"/>
                <a:gd name="T38" fmla="*/ 1 w 846"/>
                <a:gd name="T39" fmla="*/ 0 h 153"/>
                <a:gd name="T40" fmla="*/ 1 w 846"/>
                <a:gd name="T41" fmla="*/ 0 h 153"/>
                <a:gd name="T42" fmla="*/ 1 w 846"/>
                <a:gd name="T43" fmla="*/ 0 h 153"/>
                <a:gd name="T44" fmla="*/ 1 w 846"/>
                <a:gd name="T45" fmla="*/ 0 h 153"/>
                <a:gd name="T46" fmla="*/ 1 w 846"/>
                <a:gd name="T47" fmla="*/ 0 h 153"/>
                <a:gd name="T48" fmla="*/ 1 w 846"/>
                <a:gd name="T49" fmla="*/ 0 h 153"/>
                <a:gd name="T50" fmla="*/ 1 w 846"/>
                <a:gd name="T51" fmla="*/ 0 h 153"/>
                <a:gd name="T52" fmla="*/ 1 w 846"/>
                <a:gd name="T53" fmla="*/ 0 h 153"/>
                <a:gd name="T54" fmla="*/ 1 w 846"/>
                <a:gd name="T55" fmla="*/ 0 h 153"/>
                <a:gd name="T56" fmla="*/ 1 w 846"/>
                <a:gd name="T57" fmla="*/ 0 h 153"/>
                <a:gd name="T58" fmla="*/ 1 w 846"/>
                <a:gd name="T59" fmla="*/ 0 h 153"/>
                <a:gd name="T60" fmla="*/ 1 w 846"/>
                <a:gd name="T61" fmla="*/ 0 h 153"/>
                <a:gd name="T62" fmla="*/ 1 w 846"/>
                <a:gd name="T63" fmla="*/ 0 h 153"/>
                <a:gd name="T64" fmla="*/ 1 w 846"/>
                <a:gd name="T65" fmla="*/ 0 h 153"/>
                <a:gd name="T66" fmla="*/ 1 w 846"/>
                <a:gd name="T67" fmla="*/ 0 h 153"/>
                <a:gd name="T68" fmla="*/ 1 w 846"/>
                <a:gd name="T69" fmla="*/ 0 h 153"/>
                <a:gd name="T70" fmla="*/ 1 w 846"/>
                <a:gd name="T71" fmla="*/ 0 h 153"/>
                <a:gd name="T72" fmla="*/ 1 w 846"/>
                <a:gd name="T73" fmla="*/ 0 h 153"/>
                <a:gd name="T74" fmla="*/ 1 w 846"/>
                <a:gd name="T75" fmla="*/ 0 h 153"/>
                <a:gd name="T76" fmla="*/ 1 w 846"/>
                <a:gd name="T77" fmla="*/ 0 h 153"/>
                <a:gd name="T78" fmla="*/ 1 w 846"/>
                <a:gd name="T79" fmla="*/ 0 h 153"/>
                <a:gd name="T80" fmla="*/ 1 w 846"/>
                <a:gd name="T81" fmla="*/ 0 h 153"/>
                <a:gd name="T82" fmla="*/ 1 w 846"/>
                <a:gd name="T83" fmla="*/ 0 h 153"/>
                <a:gd name="T84" fmla="*/ 1 w 846"/>
                <a:gd name="T85" fmla="*/ 0 h 153"/>
                <a:gd name="T86" fmla="*/ 1 w 846"/>
                <a:gd name="T87" fmla="*/ 0 h 153"/>
                <a:gd name="T88" fmla="*/ 1 w 846"/>
                <a:gd name="T89" fmla="*/ 0 h 153"/>
                <a:gd name="T90" fmla="*/ 1 w 846"/>
                <a:gd name="T91" fmla="*/ 0 h 153"/>
                <a:gd name="T92" fmla="*/ 1 w 846"/>
                <a:gd name="T93" fmla="*/ 0 h 153"/>
                <a:gd name="T94" fmla="*/ 1 w 846"/>
                <a:gd name="T95" fmla="*/ 0 h 153"/>
                <a:gd name="T96" fmla="*/ 1 w 846"/>
                <a:gd name="T97" fmla="*/ 0 h 1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6"/>
                <a:gd name="T148" fmla="*/ 0 h 153"/>
                <a:gd name="T149" fmla="*/ 846 w 846"/>
                <a:gd name="T150" fmla="*/ 153 h 15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6" h="153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282" name="Rectangle 62">
              <a:extLst>
                <a:ext uri="{FF2B5EF4-FFF2-40B4-BE49-F238E27FC236}">
                  <a16:creationId xmlns:a16="http://schemas.microsoft.com/office/drawing/2014/main" id="{6BDFD5DA-5131-4D6B-9083-4FD8FA27F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1942"/>
              <a:ext cx="104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=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2228" name="TextBox 125">
            <a:extLst>
              <a:ext uri="{FF2B5EF4-FFF2-40B4-BE49-F238E27FC236}">
                <a16:creationId xmlns:a16="http://schemas.microsoft.com/office/drawing/2014/main" id="{484B81DF-E484-41D9-BA5E-AB216E531F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9738" y="6475413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6.3 from the textbook ]</a:t>
            </a:r>
          </a:p>
        </p:txBody>
      </p:sp>
      <p:sp>
        <p:nvSpPr>
          <p:cNvPr id="60" name="Title 1">
            <a:extLst>
              <a:ext uri="{FF2B5EF4-FFF2-40B4-BE49-F238E27FC236}">
                <a16:creationId xmlns:a16="http://schemas.microsoft.com/office/drawing/2014/main" id="{6337C4B0-F6E7-AB44-BCEC-01E02C1620C4}"/>
              </a:ext>
            </a:extLst>
          </p:cNvPr>
          <p:cNvSpPr txBox="1">
            <a:spLocks/>
          </p:cNvSpPr>
          <p:nvPr/>
        </p:nvSpPr>
        <p:spPr bwMode="auto">
          <a:xfrm>
            <a:off x="1349375" y="46038"/>
            <a:ext cx="7589838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		 	ASM chart</a:t>
            </a:r>
          </a:p>
        </p:txBody>
      </p:sp>
      <p:sp>
        <p:nvSpPr>
          <p:cNvPr id="61" name="Rectangle 2">
            <a:extLst>
              <a:ext uri="{FF2B5EF4-FFF2-40B4-BE49-F238E27FC236}">
                <a16:creationId xmlns:a16="http://schemas.microsoft.com/office/drawing/2014/main" id="{6D842C9B-806E-41AE-9F2C-28EF6F733784}"/>
              </a:ext>
            </a:extLst>
          </p:cNvPr>
          <p:cNvSpPr txBox="1">
            <a:spLocks noChangeArrowheads="1"/>
          </p:cNvSpPr>
          <p:nvPr/>
        </p:nvSpPr>
        <p:spPr>
          <a:xfrm>
            <a:off x="17281" y="5955059"/>
            <a:ext cx="3027587" cy="470338"/>
          </a:xfrm>
          <a:prstGeom prst="rect">
            <a:avLst/>
          </a:prstGeom>
        </p:spPr>
        <p:txBody>
          <a:bodyPr rtlCol="0">
            <a:normAutofit fontScale="97500" lnSpcReduction="10000"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eaLnBrk="1" fontAlgn="auto" hangingPunct="1">
              <a:spcAft>
                <a:spcPts val="0"/>
              </a:spcAft>
              <a:defRPr/>
            </a:pPr>
            <a:r>
              <a:rPr lang="en-US" sz="2600" kern="0" dirty="0">
                <a:latin typeface="Arial"/>
                <a:ea typeface="+mj-ea"/>
                <a:cs typeface="Arial"/>
              </a:rPr>
              <a:t>Moore Machine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TextBox 125">
            <a:extLst>
              <a:ext uri="{FF2B5EF4-FFF2-40B4-BE49-F238E27FC236}">
                <a16:creationId xmlns:a16="http://schemas.microsoft.com/office/drawing/2014/main" id="{9F13282B-31A4-4B19-A1F7-AB6893731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148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6.83 from the textbook ]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9E39875-A5CA-454F-B869-13143710A321}"/>
              </a:ext>
            </a:extLst>
          </p:cNvPr>
          <p:cNvSpPr txBox="1">
            <a:spLocks/>
          </p:cNvSpPr>
          <p:nvPr/>
        </p:nvSpPr>
        <p:spPr bwMode="auto">
          <a:xfrm>
            <a:off x="1349375" y="46038"/>
            <a:ext cx="7589838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		 	ASM chart</a:t>
            </a:r>
          </a:p>
        </p:txBody>
      </p:sp>
      <p:pic>
        <p:nvPicPr>
          <p:cNvPr id="53252" name="Picture 2" descr="Screen shot 2013-12-09 at 2.50.57 PM.png">
            <a:extLst>
              <a:ext uri="{FF2B5EF4-FFF2-40B4-BE49-F238E27FC236}">
                <a16:creationId xmlns:a16="http://schemas.microsoft.com/office/drawing/2014/main" id="{98FF624D-1B02-4CA4-B7DA-10B372A7B0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438400"/>
            <a:ext cx="4721225" cy="151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3" name="TextBox 125">
            <a:extLst>
              <a:ext uri="{FF2B5EF4-FFF2-40B4-BE49-F238E27FC236}">
                <a16:creationId xmlns:a16="http://schemas.microsoft.com/office/drawing/2014/main" id="{E2E8F31E-D0DA-4406-9450-4AA79F387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268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6.23 from the textbook ]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44C70B71-5CC3-400F-83DA-F44E072C836F}"/>
              </a:ext>
            </a:extLst>
          </p:cNvPr>
          <p:cNvSpPr txBox="1">
            <a:spLocks noChangeArrowheads="1"/>
          </p:cNvSpPr>
          <p:nvPr/>
        </p:nvSpPr>
        <p:spPr>
          <a:xfrm>
            <a:off x="17281" y="5955059"/>
            <a:ext cx="3027587" cy="470338"/>
          </a:xfrm>
          <a:prstGeom prst="rect">
            <a:avLst/>
          </a:prstGeom>
        </p:spPr>
        <p:txBody>
          <a:bodyPr rtlCol="0">
            <a:normAutofit fontScale="97500" lnSpcReduction="10000"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eaLnBrk="1" fontAlgn="auto" hangingPunct="1">
              <a:spcAft>
                <a:spcPts val="0"/>
              </a:spcAft>
              <a:defRPr/>
            </a:pPr>
            <a:r>
              <a:rPr lang="en-US" sz="2600" kern="0" dirty="0">
                <a:latin typeface="Arial"/>
                <a:ea typeface="+mj-ea"/>
                <a:cs typeface="Arial"/>
              </a:rPr>
              <a:t>Mealy Machine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39F34E-01A8-415C-B9BF-6A2E5C972957}"/>
                  </a:ext>
                </a:extLst>
              </p14:cNvPr>
              <p14:cNvContentPartPr/>
              <p14:nvPr/>
            </p14:nvContentPartPr>
            <p14:xfrm>
              <a:off x="5379120" y="535320"/>
              <a:ext cx="2506680" cy="33724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39F34E-01A8-415C-B9BF-6A2E5C972957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369760" y="525960"/>
                <a:ext cx="2525400" cy="33912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49" name="Picture 3" descr="figure8">
            <a:extLst>
              <a:ext uri="{FF2B5EF4-FFF2-40B4-BE49-F238E27FC236}">
                <a16:creationId xmlns:a16="http://schemas.microsoft.com/office/drawing/2014/main" id="{0046F9C0-135E-4C59-B47C-6B8930392A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1613" y="780699"/>
            <a:ext cx="3756025" cy="503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0" name="TextBox 125">
            <a:extLst>
              <a:ext uri="{FF2B5EF4-FFF2-40B4-BE49-F238E27FC236}">
                <a16:creationId xmlns:a16="http://schemas.microsoft.com/office/drawing/2014/main" id="{9F13282B-31A4-4B19-A1F7-AB6893731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1488" y="5946424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6.83 from the textbook ]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29E39875-A5CA-454F-B869-13143710A321}"/>
              </a:ext>
            </a:extLst>
          </p:cNvPr>
          <p:cNvSpPr txBox="1">
            <a:spLocks/>
          </p:cNvSpPr>
          <p:nvPr/>
        </p:nvSpPr>
        <p:spPr bwMode="auto">
          <a:xfrm>
            <a:off x="1349375" y="46038"/>
            <a:ext cx="7589838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		 	ASM chart</a:t>
            </a:r>
          </a:p>
        </p:txBody>
      </p:sp>
      <p:pic>
        <p:nvPicPr>
          <p:cNvPr id="53252" name="Picture 2" descr="Screen shot 2013-12-09 at 2.50.57 PM.png">
            <a:extLst>
              <a:ext uri="{FF2B5EF4-FFF2-40B4-BE49-F238E27FC236}">
                <a16:creationId xmlns:a16="http://schemas.microsoft.com/office/drawing/2014/main" id="{98FF624D-1B02-4CA4-B7DA-10B372A7B0E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825" y="2179287"/>
            <a:ext cx="4721225" cy="151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3" name="TextBox 125">
            <a:extLst>
              <a:ext uri="{FF2B5EF4-FFF2-40B4-BE49-F238E27FC236}">
                <a16:creationId xmlns:a16="http://schemas.microsoft.com/office/drawing/2014/main" id="{E2E8F31E-D0DA-4406-9450-4AA79F387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422" y="3719869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6.23 from the textbook ]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1DC88DC9-CC1E-4227-AB81-50F305D861D1}"/>
              </a:ext>
            </a:extLst>
          </p:cNvPr>
          <p:cNvSpPr txBox="1">
            <a:spLocks noChangeArrowheads="1"/>
          </p:cNvSpPr>
          <p:nvPr/>
        </p:nvSpPr>
        <p:spPr>
          <a:xfrm>
            <a:off x="17281" y="5955059"/>
            <a:ext cx="3027587" cy="470338"/>
          </a:xfrm>
          <a:prstGeom prst="rect">
            <a:avLst/>
          </a:prstGeom>
        </p:spPr>
        <p:txBody>
          <a:bodyPr rtlCol="0">
            <a:normAutofit fontScale="97500" lnSpcReduction="10000"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+mj-lt"/>
                <a:ea typeface="MS PGothic" panose="020B0600070205080204" pitchFamily="34" charset="-128"/>
                <a:cs typeface="ＭＳ Ｐゴシック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  <a:ea typeface="MS PGothic" panose="020B0600070205080204" pitchFamily="34" charset="-128"/>
                <a:cs typeface="ＭＳ Ｐゴシック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chemeClr val="accent2"/>
                </a:solidFill>
                <a:latin typeface="Times New Roman" pitchFamily="18" charset="0"/>
              </a:defRPr>
            </a:lvl9pPr>
          </a:lstStyle>
          <a:p>
            <a:pPr eaLnBrk="1" fontAlgn="auto" hangingPunct="1">
              <a:spcAft>
                <a:spcPts val="0"/>
              </a:spcAft>
              <a:defRPr/>
            </a:pPr>
            <a:r>
              <a:rPr lang="en-US" sz="2600" kern="0" dirty="0">
                <a:latin typeface="Arial"/>
                <a:ea typeface="+mj-ea"/>
                <a:cs typeface="Arial"/>
              </a:rPr>
              <a:t>Mealy Machine</a:t>
            </a:r>
          </a:p>
        </p:txBody>
      </p:sp>
    </p:spTree>
    <p:extLst>
      <p:ext uri="{BB962C8B-B14F-4D97-AF65-F5344CB8AC3E}">
        <p14:creationId xmlns:p14="http://schemas.microsoft.com/office/powerpoint/2010/main" val="39169409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35F381D-D29A-2041-B3EC-868F2AC961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52400"/>
            <a:ext cx="8915400" cy="609600"/>
          </a:xfrm>
        </p:spPr>
        <p:txBody>
          <a:bodyPr/>
          <a:lstStyle/>
          <a:p>
            <a:pPr eaLnBrk="1" hangingPunct="1">
              <a:defRPr/>
            </a:pPr>
            <a:r>
              <a:rPr lang="en-US" sz="3300" dirty="0">
                <a:ea typeface="+mj-ea"/>
                <a:cs typeface="+mj-cs"/>
              </a:rPr>
              <a:t>ASM Chart is different from a Flow Chart</a:t>
            </a:r>
          </a:p>
        </p:txBody>
      </p:sp>
      <p:sp>
        <p:nvSpPr>
          <p:cNvPr id="55298" name="Rectangle 3">
            <a:extLst>
              <a:ext uri="{FF2B5EF4-FFF2-40B4-BE49-F238E27FC236}">
                <a16:creationId xmlns:a16="http://schemas.microsoft.com/office/drawing/2014/main" id="{530051C7-A316-437B-BCAA-E02159F41D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838200"/>
            <a:ext cx="8305800" cy="4953000"/>
          </a:xfrm>
        </p:spPr>
        <p:txBody>
          <a:bodyPr/>
          <a:lstStyle/>
          <a:p>
            <a:pPr eaLnBrk="1" hangingPunct="1"/>
            <a:endParaRPr lang="en-US" altLang="en-US" dirty="0">
              <a:sym typeface="Wingdings" panose="05000000000000000000" pitchFamily="2" charset="2"/>
            </a:endParaRPr>
          </a:p>
          <a:p>
            <a:pPr eaLnBrk="1" hangingPunct="1"/>
            <a:r>
              <a:rPr lang="en-US" altLang="en-US" dirty="0">
                <a:solidFill>
                  <a:srgbClr val="FF0000"/>
                </a:solidFill>
                <a:sym typeface="Wingdings" panose="05000000000000000000" pitchFamily="2" charset="2"/>
              </a:rPr>
              <a:t>The ASM chart implicitly includes timing info.</a:t>
            </a:r>
          </a:p>
          <a:p>
            <a:pPr eaLnBrk="1" hangingPunct="1"/>
            <a:endParaRPr lang="en-US" altLang="en-US" dirty="0">
              <a:sym typeface="Wingdings" panose="05000000000000000000" pitchFamily="2" charset="2"/>
            </a:endParaRPr>
          </a:p>
          <a:p>
            <a:pPr eaLnBrk="1" hangingPunct="1"/>
            <a:r>
              <a:rPr lang="en-US" altLang="en-US" dirty="0">
                <a:sym typeface="Wingdings" panose="05000000000000000000" pitchFamily="2" charset="2"/>
              </a:rPr>
              <a:t>It is assumed that the underlying FSM changes from one state to another on every active clock edge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Flow charts don’t make that assumption.</a:t>
            </a:r>
          </a:p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7" name="Title 1">
            <a:extLst>
              <a:ext uri="{FF2B5EF4-FFF2-40B4-BE49-F238E27FC236}">
                <a16:creationId xmlns:a16="http://schemas.microsoft.com/office/drawing/2014/main" id="{4D954CD0-CB15-4CD4-B7A3-621965281292}"/>
              </a:ext>
            </a:extLst>
          </p:cNvPr>
          <p:cNvSpPr txBox="1">
            <a:spLocks/>
          </p:cNvSpPr>
          <p:nvPr/>
        </p:nvSpPr>
        <p:spPr bwMode="auto">
          <a:xfrm>
            <a:off x="0" y="76200"/>
            <a:ext cx="9144000" cy="53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) Moore Type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9CF69E4-174B-4217-9F2A-7B5A69164FE9}"/>
              </a:ext>
            </a:extLst>
          </p:cNvPr>
          <p:cNvGrpSpPr/>
          <p:nvPr/>
        </p:nvGrpSpPr>
        <p:grpSpPr>
          <a:xfrm>
            <a:off x="722313" y="914400"/>
            <a:ext cx="7845425" cy="2062162"/>
            <a:chOff x="722313" y="2509838"/>
            <a:chExt cx="7845425" cy="2062162"/>
          </a:xfrm>
        </p:grpSpPr>
        <p:sp>
          <p:nvSpPr>
            <p:cNvPr id="15361" name="Rectangle 4">
              <a:extLst>
                <a:ext uri="{FF2B5EF4-FFF2-40B4-BE49-F238E27FC236}">
                  <a16:creationId xmlns:a16="http://schemas.microsoft.com/office/drawing/2014/main" id="{407F6A2E-3700-4800-9B3A-4EE97F46F16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62" name="Rectangle 5">
              <a:extLst>
                <a:ext uri="{FF2B5EF4-FFF2-40B4-BE49-F238E27FC236}">
                  <a16:creationId xmlns:a16="http://schemas.microsoft.com/office/drawing/2014/main" id="{C8F699E2-C443-49F2-B284-79E551B1C9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3" name="Rectangle 6">
              <a:extLst>
                <a:ext uri="{FF2B5EF4-FFF2-40B4-BE49-F238E27FC236}">
                  <a16:creationId xmlns:a16="http://schemas.microsoft.com/office/drawing/2014/main" id="{0105F4ED-D540-4B1F-9318-E542AB750B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15364" name="Rectangle 7">
              <a:extLst>
                <a:ext uri="{FF2B5EF4-FFF2-40B4-BE49-F238E27FC236}">
                  <a16:creationId xmlns:a16="http://schemas.microsoft.com/office/drawing/2014/main" id="{AC155FFE-EE76-441D-9DD0-73848078A2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65" name="Freeform 8">
              <a:extLst>
                <a:ext uri="{FF2B5EF4-FFF2-40B4-BE49-F238E27FC236}">
                  <a16:creationId xmlns:a16="http://schemas.microsoft.com/office/drawing/2014/main" id="{5C7E622E-8CB8-441E-9BD5-62ECC9DBBC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6" name="Line 9">
              <a:extLst>
                <a:ext uri="{FF2B5EF4-FFF2-40B4-BE49-F238E27FC236}">
                  <a16:creationId xmlns:a16="http://schemas.microsoft.com/office/drawing/2014/main" id="{F1278231-9E90-4281-8637-8C742245C7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7" name="Freeform 10">
              <a:extLst>
                <a:ext uri="{FF2B5EF4-FFF2-40B4-BE49-F238E27FC236}">
                  <a16:creationId xmlns:a16="http://schemas.microsoft.com/office/drawing/2014/main" id="{5919144C-F5D7-404E-A0CD-8B3F3361BA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8" name="Freeform 11">
              <a:extLst>
                <a:ext uri="{FF2B5EF4-FFF2-40B4-BE49-F238E27FC236}">
                  <a16:creationId xmlns:a16="http://schemas.microsoft.com/office/drawing/2014/main" id="{5847B2DD-A15E-487C-AD09-4085A898E1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69" name="Rectangle 12">
              <a:extLst>
                <a:ext uri="{FF2B5EF4-FFF2-40B4-BE49-F238E27FC236}">
                  <a16:creationId xmlns:a16="http://schemas.microsoft.com/office/drawing/2014/main" id="{E7E87135-D91A-4393-A091-61878D9AB1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15370" name="Freeform 13">
              <a:extLst>
                <a:ext uri="{FF2B5EF4-FFF2-40B4-BE49-F238E27FC236}">
                  <a16:creationId xmlns:a16="http://schemas.microsoft.com/office/drawing/2014/main" id="{DB78349F-F430-498C-BFFD-9023D263AE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1" name="Line 14">
              <a:extLst>
                <a:ext uri="{FF2B5EF4-FFF2-40B4-BE49-F238E27FC236}">
                  <a16:creationId xmlns:a16="http://schemas.microsoft.com/office/drawing/2014/main" id="{67181936-6D07-456F-B3D4-BCB2D4CA95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2" name="Rectangle 15">
              <a:extLst>
                <a:ext uri="{FF2B5EF4-FFF2-40B4-BE49-F238E27FC236}">
                  <a16:creationId xmlns:a16="http://schemas.microsoft.com/office/drawing/2014/main" id="{3FD64D59-0C64-46D5-A2EB-271BC3B717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15373" name="Freeform 16">
              <a:extLst>
                <a:ext uri="{FF2B5EF4-FFF2-40B4-BE49-F238E27FC236}">
                  <a16:creationId xmlns:a16="http://schemas.microsoft.com/office/drawing/2014/main" id="{7B2EBD9B-0B75-4BF4-8DB0-E0710EE50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4" name="Freeform 17">
              <a:extLst>
                <a:ext uri="{FF2B5EF4-FFF2-40B4-BE49-F238E27FC236}">
                  <a16:creationId xmlns:a16="http://schemas.microsoft.com/office/drawing/2014/main" id="{3B275AB9-78B9-4F31-AFA8-43C27A3677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5" name="Freeform 18">
              <a:extLst>
                <a:ext uri="{FF2B5EF4-FFF2-40B4-BE49-F238E27FC236}">
                  <a16:creationId xmlns:a16="http://schemas.microsoft.com/office/drawing/2014/main" id="{1C838254-28BA-4614-B81D-613375ADB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6" name="Line 19">
              <a:extLst>
                <a:ext uri="{FF2B5EF4-FFF2-40B4-BE49-F238E27FC236}">
                  <a16:creationId xmlns:a16="http://schemas.microsoft.com/office/drawing/2014/main" id="{3EA68035-B120-4EC4-9FC9-3AECFD1832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7" name="Rectangle 22">
              <a:extLst>
                <a:ext uri="{FF2B5EF4-FFF2-40B4-BE49-F238E27FC236}">
                  <a16:creationId xmlns:a16="http://schemas.microsoft.com/office/drawing/2014/main" id="{F4568817-4FFD-4483-BE0A-75BDF0B852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15378" name="Freeform 23">
              <a:extLst>
                <a:ext uri="{FF2B5EF4-FFF2-40B4-BE49-F238E27FC236}">
                  <a16:creationId xmlns:a16="http://schemas.microsoft.com/office/drawing/2014/main" id="{A6E1BE5C-BF86-4022-BA7E-075CD5607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79" name="Freeform 24">
              <a:extLst>
                <a:ext uri="{FF2B5EF4-FFF2-40B4-BE49-F238E27FC236}">
                  <a16:creationId xmlns:a16="http://schemas.microsoft.com/office/drawing/2014/main" id="{B4A433BA-5F51-47DE-BA9F-FD78D836B3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0" name="Freeform 27">
              <a:extLst>
                <a:ext uri="{FF2B5EF4-FFF2-40B4-BE49-F238E27FC236}">
                  <a16:creationId xmlns:a16="http://schemas.microsoft.com/office/drawing/2014/main" id="{E6E6899A-353B-4AAE-B4A6-62C85E225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1" name="Line 28">
              <a:extLst>
                <a:ext uri="{FF2B5EF4-FFF2-40B4-BE49-F238E27FC236}">
                  <a16:creationId xmlns:a16="http://schemas.microsoft.com/office/drawing/2014/main" id="{73A65AD1-BACA-4293-9ADF-956CDC5CAA1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382" name="Rectangle 29">
              <a:extLst>
                <a:ext uri="{FF2B5EF4-FFF2-40B4-BE49-F238E27FC236}">
                  <a16:creationId xmlns:a16="http://schemas.microsoft.com/office/drawing/2014/main" id="{D9998000-A513-49EF-BBFD-E8A2C31141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15383" name="Rectangle 30">
              <a:extLst>
                <a:ext uri="{FF2B5EF4-FFF2-40B4-BE49-F238E27FC236}">
                  <a16:creationId xmlns:a16="http://schemas.microsoft.com/office/drawing/2014/main" id="{7FCBCE09-BD70-4BBB-AC86-0959EBB784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15384" name="Rectangle 31">
              <a:extLst>
                <a:ext uri="{FF2B5EF4-FFF2-40B4-BE49-F238E27FC236}">
                  <a16:creationId xmlns:a16="http://schemas.microsoft.com/office/drawing/2014/main" id="{9AD451FB-9A22-4A82-A979-EFB7D7FBBEF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15385" name="Rectangle 32">
              <a:extLst>
                <a:ext uri="{FF2B5EF4-FFF2-40B4-BE49-F238E27FC236}">
                  <a16:creationId xmlns:a16="http://schemas.microsoft.com/office/drawing/2014/main" id="{E5B05C64-1089-436C-B7F1-7A8063EF23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86" name="Rectangle 33">
              <a:extLst>
                <a:ext uri="{FF2B5EF4-FFF2-40B4-BE49-F238E27FC236}">
                  <a16:creationId xmlns:a16="http://schemas.microsoft.com/office/drawing/2014/main" id="{881F68F5-1A59-40D9-984D-D30885AE46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29" name="Shape 640">
              <a:extLst>
                <a:ext uri="{FF2B5EF4-FFF2-40B4-BE49-F238E27FC236}">
                  <a16:creationId xmlns:a16="http://schemas.microsoft.com/office/drawing/2014/main" id="{499C3DBB-3BCE-471E-934F-5E0CC60D5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19400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30" name="Shape 643">
              <a:extLst>
                <a:ext uri="{FF2B5EF4-FFF2-40B4-BE49-F238E27FC236}">
                  <a16:creationId xmlns:a16="http://schemas.microsoft.com/office/drawing/2014/main" id="{73F2B5B4-7B8F-478E-9290-783432D24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19400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  <p:sp>
        <p:nvSpPr>
          <p:cNvPr id="33" name="Title 1">
            <a:extLst>
              <a:ext uri="{FF2B5EF4-FFF2-40B4-BE49-F238E27FC236}">
                <a16:creationId xmlns:a16="http://schemas.microsoft.com/office/drawing/2014/main" id="{F602D74F-8324-4786-9123-5555A060BD2A}"/>
              </a:ext>
            </a:extLst>
          </p:cNvPr>
          <p:cNvSpPr txBox="1">
            <a:spLocks/>
          </p:cNvSpPr>
          <p:nvPr/>
        </p:nvSpPr>
        <p:spPr bwMode="auto">
          <a:xfrm>
            <a:off x="0" y="32766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(ii) Mealy Type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1680590-960C-4E59-B18E-44B7E9FD5CBC}"/>
              </a:ext>
            </a:extLst>
          </p:cNvPr>
          <p:cNvGrpSpPr/>
          <p:nvPr/>
        </p:nvGrpSpPr>
        <p:grpSpPr>
          <a:xfrm>
            <a:off x="722313" y="4160838"/>
            <a:ext cx="7845425" cy="2392362"/>
            <a:chOff x="722313" y="2179638"/>
            <a:chExt cx="7845425" cy="2392362"/>
          </a:xfrm>
        </p:grpSpPr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3F0191E1-0072-4A4C-82F3-B12D780181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1700" y="2890838"/>
              <a:ext cx="1262063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36" name="Rectangle 5">
              <a:extLst>
                <a:ext uri="{FF2B5EF4-FFF2-40B4-BE49-F238E27FC236}">
                  <a16:creationId xmlns:a16="http://schemas.microsoft.com/office/drawing/2014/main" id="{AF740C71-0FDA-42A9-9E27-DF571AB7AF3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05013" y="2574925"/>
              <a:ext cx="1514475" cy="11191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Rectangle 6">
              <a:extLst>
                <a:ext uri="{FF2B5EF4-FFF2-40B4-BE49-F238E27FC236}">
                  <a16:creationId xmlns:a16="http://schemas.microsoft.com/office/drawing/2014/main" id="{40F72839-5606-4D4A-B215-0EBE2BC977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5075" y="3124200"/>
              <a:ext cx="5730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38" name="Rectangle 7">
              <a:extLst>
                <a:ext uri="{FF2B5EF4-FFF2-40B4-BE49-F238E27FC236}">
                  <a16:creationId xmlns:a16="http://schemas.microsoft.com/office/drawing/2014/main" id="{8E6EA084-6A2F-4A8D-975D-30A24402DD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10063" y="2509838"/>
              <a:ext cx="1073150" cy="127158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0DAC5C6F-257E-40C0-821F-1E0C29E715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100388"/>
              <a:ext cx="133350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0" name="Line 9">
              <a:extLst>
                <a:ext uri="{FF2B5EF4-FFF2-40B4-BE49-F238E27FC236}">
                  <a16:creationId xmlns:a16="http://schemas.microsoft.com/office/drawing/2014/main" id="{AC289164-37B6-4D15-96B7-F9A82779DE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519488" y="3144838"/>
              <a:ext cx="61277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D75D3435-6799-45CB-8F12-70E384684C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2263" y="3475038"/>
              <a:ext cx="155575" cy="87312"/>
            </a:xfrm>
            <a:custGeom>
              <a:avLst/>
              <a:gdLst>
                <a:gd name="T0" fmla="*/ 0 w 168"/>
                <a:gd name="T1" fmla="*/ 2147483646 h 96"/>
                <a:gd name="T2" fmla="*/ 2147483646 w 168"/>
                <a:gd name="T3" fmla="*/ 2147483646 h 96"/>
                <a:gd name="T4" fmla="*/ 0 w 168"/>
                <a:gd name="T5" fmla="*/ 0 h 96"/>
                <a:gd name="T6" fmla="*/ 0 w 168"/>
                <a:gd name="T7" fmla="*/ 2147483646 h 96"/>
                <a:gd name="T8" fmla="*/ 0 w 168"/>
                <a:gd name="T9" fmla="*/ 214748364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96"/>
                <a:gd name="T17" fmla="*/ 168 w 168"/>
                <a:gd name="T18" fmla="*/ 96 h 9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96">
                  <a:moveTo>
                    <a:pt x="0" y="96"/>
                  </a:moveTo>
                  <a:lnTo>
                    <a:pt x="168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5A508444-84D2-400C-B1B4-2B5B6C666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1113" y="3519488"/>
              <a:ext cx="2851150" cy="723900"/>
            </a:xfrm>
            <a:custGeom>
              <a:avLst/>
              <a:gdLst>
                <a:gd name="T0" fmla="*/ 0 w 3128"/>
                <a:gd name="T1" fmla="*/ 2147483646 h 793"/>
                <a:gd name="T2" fmla="*/ 2147483646 w 3128"/>
                <a:gd name="T3" fmla="*/ 2147483646 h 793"/>
                <a:gd name="T4" fmla="*/ 2147483646 w 3128"/>
                <a:gd name="T5" fmla="*/ 0 h 793"/>
                <a:gd name="T6" fmla="*/ 2147483646 w 3128"/>
                <a:gd name="T7" fmla="*/ 0 h 7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28"/>
                <a:gd name="T13" fmla="*/ 0 h 793"/>
                <a:gd name="T14" fmla="*/ 3128 w 3128"/>
                <a:gd name="T15" fmla="*/ 793 h 7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28" h="793">
                  <a:moveTo>
                    <a:pt x="0" y="793"/>
                  </a:moveTo>
                  <a:lnTo>
                    <a:pt x="2815" y="793"/>
                  </a:lnTo>
                  <a:lnTo>
                    <a:pt x="2815" y="0"/>
                  </a:lnTo>
                  <a:lnTo>
                    <a:pt x="312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3" name="Rectangle 12">
              <a:extLst>
                <a:ext uri="{FF2B5EF4-FFF2-40B4-BE49-F238E27FC236}">
                  <a16:creationId xmlns:a16="http://schemas.microsoft.com/office/drawing/2014/main" id="{7C4755EC-9A5A-4E72-8DE9-C6EC5B483D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8338" y="2973388"/>
              <a:ext cx="8048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Flip-flops</a:t>
              </a: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BBE54256-E581-4C62-BC29-1B6968956B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3100388"/>
              <a:ext cx="131763" cy="66675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Line 14">
              <a:extLst>
                <a:ext uri="{FF2B5EF4-FFF2-40B4-BE49-F238E27FC236}">
                  <a16:creationId xmlns:a16="http://schemas.microsoft.com/office/drawing/2014/main" id="{2E012D8D-1566-4C69-A6FC-37024ED3E7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5383213" y="3144838"/>
              <a:ext cx="6810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6" name="Rectangle 15">
              <a:extLst>
                <a:ext uri="{FF2B5EF4-FFF2-40B4-BE49-F238E27FC236}">
                  <a16:creationId xmlns:a16="http://schemas.microsoft.com/office/drawing/2014/main" id="{2692CF27-8965-4224-9C28-768433941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313" y="4100513"/>
              <a:ext cx="5365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Clock </a:t>
              </a: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FAD85AB5-1BA5-4AC4-B0DE-AC17347F17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3409950"/>
              <a:ext cx="133350" cy="65088"/>
            </a:xfrm>
            <a:custGeom>
              <a:avLst/>
              <a:gdLst>
                <a:gd name="T0" fmla="*/ 0 w 144"/>
                <a:gd name="T1" fmla="*/ 2147483646 h 73"/>
                <a:gd name="T2" fmla="*/ 2147483646 w 144"/>
                <a:gd name="T3" fmla="*/ 2147483646 h 73"/>
                <a:gd name="T4" fmla="*/ 0 w 144"/>
                <a:gd name="T5" fmla="*/ 0 h 73"/>
                <a:gd name="T6" fmla="*/ 0 w 144"/>
                <a:gd name="T7" fmla="*/ 2147483646 h 73"/>
                <a:gd name="T8" fmla="*/ 0 w 144"/>
                <a:gd name="T9" fmla="*/ 214748364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3"/>
                <a:gd name="T17" fmla="*/ 144 w 144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3">
                  <a:moveTo>
                    <a:pt x="0" y="73"/>
                  </a:moveTo>
                  <a:lnTo>
                    <a:pt x="144" y="49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F56AAA80-A22E-4844-81AA-E0F3AFCE85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3144838"/>
              <a:ext cx="4192588" cy="1427162"/>
            </a:xfrm>
            <a:custGeom>
              <a:avLst/>
              <a:gdLst>
                <a:gd name="T0" fmla="*/ 2147483646 w 4595"/>
                <a:gd name="T1" fmla="*/ 2147483646 h 1563"/>
                <a:gd name="T2" fmla="*/ 0 w 4595"/>
                <a:gd name="T3" fmla="*/ 2147483646 h 1563"/>
                <a:gd name="T4" fmla="*/ 0 w 4595"/>
                <a:gd name="T5" fmla="*/ 2147483646 h 1563"/>
                <a:gd name="T6" fmla="*/ 2147483646 w 4595"/>
                <a:gd name="T7" fmla="*/ 2147483646 h 1563"/>
                <a:gd name="T8" fmla="*/ 2147483646 w 4595"/>
                <a:gd name="T9" fmla="*/ 0 h 15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95"/>
                <a:gd name="T16" fmla="*/ 0 h 1563"/>
                <a:gd name="T17" fmla="*/ 4595 w 4595"/>
                <a:gd name="T18" fmla="*/ 1563 h 15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95" h="1563">
                  <a:moveTo>
                    <a:pt x="265" y="337"/>
                  </a:moveTo>
                  <a:lnTo>
                    <a:pt x="0" y="337"/>
                  </a:lnTo>
                  <a:lnTo>
                    <a:pt x="0" y="1563"/>
                  </a:lnTo>
                  <a:lnTo>
                    <a:pt x="4595" y="1563"/>
                  </a:lnTo>
                  <a:lnTo>
                    <a:pt x="4595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17F00A26-D653-4FFA-B035-0E37B76EA3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9438" y="2903538"/>
              <a:ext cx="133350" cy="44450"/>
            </a:xfrm>
            <a:custGeom>
              <a:avLst/>
              <a:gdLst>
                <a:gd name="T0" fmla="*/ 0 w 144"/>
                <a:gd name="T1" fmla="*/ 2147483646 h 48"/>
                <a:gd name="T2" fmla="*/ 2147483646 w 144"/>
                <a:gd name="T3" fmla="*/ 2147483646 h 48"/>
                <a:gd name="T4" fmla="*/ 0 w 144"/>
                <a:gd name="T5" fmla="*/ 0 h 48"/>
                <a:gd name="T6" fmla="*/ 0 w 144"/>
                <a:gd name="T7" fmla="*/ 2147483646 h 48"/>
                <a:gd name="T8" fmla="*/ 0 w 144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0" y="48"/>
                  </a:moveTo>
                  <a:lnTo>
                    <a:pt x="144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Line 19">
              <a:extLst>
                <a:ext uri="{FF2B5EF4-FFF2-40B4-BE49-F238E27FC236}">
                  <a16:creationId xmlns:a16="http://schemas.microsoft.com/office/drawing/2014/main" id="{CD929D15-7C7C-4FF6-9FAE-2A376A86CC8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1301750" y="2925763"/>
              <a:ext cx="525463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46A56427-F517-49C2-8842-E6C056E59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64250" y="2751138"/>
              <a:ext cx="131763" cy="65087"/>
            </a:xfrm>
            <a:custGeom>
              <a:avLst/>
              <a:gdLst>
                <a:gd name="T0" fmla="*/ 0 w 144"/>
                <a:gd name="T1" fmla="*/ 2147483646 h 72"/>
                <a:gd name="T2" fmla="*/ 2147483646 w 144"/>
                <a:gd name="T3" fmla="*/ 2147483646 h 72"/>
                <a:gd name="T4" fmla="*/ 0 w 144"/>
                <a:gd name="T5" fmla="*/ 0 h 72"/>
                <a:gd name="T6" fmla="*/ 0 w 144"/>
                <a:gd name="T7" fmla="*/ 2147483646 h 72"/>
                <a:gd name="T8" fmla="*/ 0 w 144"/>
                <a:gd name="T9" fmla="*/ 21474836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72"/>
                <a:gd name="T17" fmla="*/ 144 w 144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72">
                  <a:moveTo>
                    <a:pt x="0" y="72"/>
                  </a:moveTo>
                  <a:lnTo>
                    <a:pt x="144" y="48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3366FF"/>
            </a:solidFill>
            <a:ln w="19050">
              <a:solidFill>
                <a:srgbClr val="3366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6E5FBB53-B6DE-4DCA-B416-E62C77FE12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7500" y="2179638"/>
              <a:ext cx="4476750" cy="746125"/>
            </a:xfrm>
            <a:custGeom>
              <a:avLst/>
              <a:gdLst>
                <a:gd name="T0" fmla="*/ 2147483646 w 4908"/>
                <a:gd name="T1" fmla="*/ 2147483646 h 817"/>
                <a:gd name="T2" fmla="*/ 2147483646 w 4908"/>
                <a:gd name="T3" fmla="*/ 2147483646 h 817"/>
                <a:gd name="T4" fmla="*/ 2147483646 w 4908"/>
                <a:gd name="T5" fmla="*/ 0 h 817"/>
                <a:gd name="T6" fmla="*/ 0 w 4908"/>
                <a:gd name="T7" fmla="*/ 0 h 817"/>
                <a:gd name="T8" fmla="*/ 0 w 4908"/>
                <a:gd name="T9" fmla="*/ 2147483646 h 8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08"/>
                <a:gd name="T16" fmla="*/ 0 h 817"/>
                <a:gd name="T17" fmla="*/ 4908 w 4908"/>
                <a:gd name="T18" fmla="*/ 817 h 8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08" h="817">
                  <a:moveTo>
                    <a:pt x="4908" y="673"/>
                  </a:moveTo>
                  <a:lnTo>
                    <a:pt x="4619" y="673"/>
                  </a:lnTo>
                  <a:lnTo>
                    <a:pt x="4619" y="0"/>
                  </a:lnTo>
                  <a:lnTo>
                    <a:pt x="0" y="0"/>
                  </a:lnTo>
                  <a:lnTo>
                    <a:pt x="0" y="817"/>
                  </a:lnTo>
                </a:path>
              </a:pathLst>
            </a:custGeom>
            <a:noFill/>
            <a:ln w="254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3" name="Rectangle 22">
              <a:extLst>
                <a:ext uri="{FF2B5EF4-FFF2-40B4-BE49-F238E27FC236}">
                  <a16:creationId xmlns:a16="http://schemas.microsoft.com/office/drawing/2014/main" id="{B067DA4F-9628-4765-BFEB-CA1E63AD0C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26088" y="3135313"/>
              <a:ext cx="19685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Q </a:t>
              </a: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38C0559B-23BD-43C1-B324-89C1504729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5163" y="3135313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3"/>
                  </a:lnTo>
                  <a:lnTo>
                    <a:pt x="45" y="12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37F2EEBA-8129-4DA0-A484-F5AA06D0A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3100" y="3124200"/>
              <a:ext cx="52388" cy="49213"/>
            </a:xfrm>
            <a:custGeom>
              <a:avLst/>
              <a:gdLst>
                <a:gd name="T0" fmla="*/ 2147483646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2147483646 w 56"/>
                <a:gd name="T11" fmla="*/ 2147483646 h 55"/>
                <a:gd name="T12" fmla="*/ 2147483646 w 56"/>
                <a:gd name="T13" fmla="*/ 2147483646 h 55"/>
                <a:gd name="T14" fmla="*/ 2147483646 w 56"/>
                <a:gd name="T15" fmla="*/ 2147483646 h 55"/>
                <a:gd name="T16" fmla="*/ 2147483646 w 56"/>
                <a:gd name="T17" fmla="*/ 2147483646 h 55"/>
                <a:gd name="T18" fmla="*/ 2147483646 w 56"/>
                <a:gd name="T19" fmla="*/ 2147483646 h 55"/>
                <a:gd name="T20" fmla="*/ 0 w 56"/>
                <a:gd name="T21" fmla="*/ 2147483646 h 55"/>
                <a:gd name="T22" fmla="*/ 2147483646 w 56"/>
                <a:gd name="T23" fmla="*/ 2147483646 h 55"/>
                <a:gd name="T24" fmla="*/ 2147483646 w 56"/>
                <a:gd name="T25" fmla="*/ 2147483646 h 55"/>
                <a:gd name="T26" fmla="*/ 2147483646 w 56"/>
                <a:gd name="T27" fmla="*/ 2147483646 h 55"/>
                <a:gd name="T28" fmla="*/ 2147483646 w 56"/>
                <a:gd name="T29" fmla="*/ 2147483646 h 55"/>
                <a:gd name="T30" fmla="*/ 2147483646 w 56"/>
                <a:gd name="T31" fmla="*/ 2147483646 h 55"/>
                <a:gd name="T32" fmla="*/ 2147483646 w 56"/>
                <a:gd name="T33" fmla="*/ 2147483646 h 55"/>
                <a:gd name="T34" fmla="*/ 2147483646 w 56"/>
                <a:gd name="T35" fmla="*/ 2147483646 h 55"/>
                <a:gd name="T36" fmla="*/ 2147483646 w 56"/>
                <a:gd name="T37" fmla="*/ 2147483646 h 55"/>
                <a:gd name="T38" fmla="*/ 2147483646 w 56"/>
                <a:gd name="T39" fmla="*/ 2147483646 h 55"/>
                <a:gd name="T40" fmla="*/ 2147483646 w 56"/>
                <a:gd name="T41" fmla="*/ 2147483646 h 55"/>
                <a:gd name="T42" fmla="*/ 2147483646 w 56"/>
                <a:gd name="T43" fmla="*/ 2147483646 h 55"/>
                <a:gd name="T44" fmla="*/ 2147483646 w 56"/>
                <a:gd name="T45" fmla="*/ 2147483646 h 55"/>
                <a:gd name="T46" fmla="*/ 2147483646 w 56"/>
                <a:gd name="T47" fmla="*/ 2147483646 h 55"/>
                <a:gd name="T48" fmla="*/ 2147483646 w 56"/>
                <a:gd name="T49" fmla="*/ 2147483646 h 55"/>
                <a:gd name="T50" fmla="*/ 2147483646 w 56"/>
                <a:gd name="T51" fmla="*/ 2147483646 h 55"/>
                <a:gd name="T52" fmla="*/ 2147483646 w 56"/>
                <a:gd name="T53" fmla="*/ 2147483646 h 55"/>
                <a:gd name="T54" fmla="*/ 2147483646 w 56"/>
                <a:gd name="T55" fmla="*/ 2147483646 h 55"/>
                <a:gd name="T56" fmla="*/ 2147483646 w 56"/>
                <a:gd name="T57" fmla="*/ 2147483646 h 55"/>
                <a:gd name="T58" fmla="*/ 2147483646 w 56"/>
                <a:gd name="T59" fmla="*/ 2147483646 h 55"/>
                <a:gd name="T60" fmla="*/ 2147483646 w 56"/>
                <a:gd name="T61" fmla="*/ 2147483646 h 55"/>
                <a:gd name="T62" fmla="*/ 2147483646 w 56"/>
                <a:gd name="T63" fmla="*/ 2147483646 h 55"/>
                <a:gd name="T64" fmla="*/ 2147483646 w 56"/>
                <a:gd name="T65" fmla="*/ 2147483646 h 55"/>
                <a:gd name="T66" fmla="*/ 2147483646 w 56"/>
                <a:gd name="T67" fmla="*/ 2147483646 h 55"/>
                <a:gd name="T68" fmla="*/ 2147483646 w 56"/>
                <a:gd name="T69" fmla="*/ 2147483646 h 55"/>
                <a:gd name="T70" fmla="*/ 2147483646 w 56"/>
                <a:gd name="T71" fmla="*/ 2147483646 h 55"/>
                <a:gd name="T72" fmla="*/ 2147483646 w 56"/>
                <a:gd name="T73" fmla="*/ 2147483646 h 55"/>
                <a:gd name="T74" fmla="*/ 2147483646 w 56"/>
                <a:gd name="T75" fmla="*/ 2147483646 h 55"/>
                <a:gd name="T76" fmla="*/ 2147483646 w 56"/>
                <a:gd name="T77" fmla="*/ 2147483646 h 55"/>
                <a:gd name="T78" fmla="*/ 2147483646 w 56"/>
                <a:gd name="T79" fmla="*/ 2147483646 h 55"/>
                <a:gd name="T80" fmla="*/ 2147483646 w 56"/>
                <a:gd name="T81" fmla="*/ 2147483646 h 55"/>
                <a:gd name="T82" fmla="*/ 2147483646 w 56"/>
                <a:gd name="T83" fmla="*/ 2147483646 h 55"/>
                <a:gd name="T84" fmla="*/ 2147483646 w 56"/>
                <a:gd name="T85" fmla="*/ 0 h 55"/>
                <a:gd name="T86" fmla="*/ 2147483646 w 56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55"/>
                <a:gd name="T134" fmla="*/ 56 w 56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55">
                  <a:moveTo>
                    <a:pt x="29" y="0"/>
                  </a:move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5"/>
                  </a:lnTo>
                  <a:lnTo>
                    <a:pt x="8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3"/>
                  </a:lnTo>
                  <a:lnTo>
                    <a:pt x="41" y="53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8" y="48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6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5" y="21"/>
                  </a:lnTo>
                  <a:lnTo>
                    <a:pt x="55" y="20"/>
                  </a:lnTo>
                  <a:lnTo>
                    <a:pt x="55" y="19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50" y="9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" name="Freeform 25">
              <a:extLst>
                <a:ext uri="{FF2B5EF4-FFF2-40B4-BE49-F238E27FC236}">
                  <a16:creationId xmlns:a16="http://schemas.microsoft.com/office/drawing/2014/main" id="{A7A1496B-F3BC-4D7B-801B-821A81399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7975" y="2916238"/>
              <a:ext cx="44450" cy="4445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0 w 48"/>
                <a:gd name="T19" fmla="*/ 2147483646 h 48"/>
                <a:gd name="T20" fmla="*/ 0 w 48"/>
                <a:gd name="T21" fmla="*/ 2147483646 h 48"/>
                <a:gd name="T22" fmla="*/ 0 w 48"/>
                <a:gd name="T23" fmla="*/ 2147483646 h 48"/>
                <a:gd name="T24" fmla="*/ 0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8"/>
                <a:gd name="T136" fmla="*/ 0 h 48"/>
                <a:gd name="T137" fmla="*/ 48 w 48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8" h="48">
                  <a:moveTo>
                    <a:pt x="24" y="24"/>
                  </a:move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7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Freeform 26">
              <a:extLst>
                <a:ext uri="{FF2B5EF4-FFF2-40B4-BE49-F238E27FC236}">
                  <a16:creationId xmlns:a16="http://schemas.microsoft.com/office/drawing/2014/main" id="{CC193781-0BE7-4016-9FAC-8F164684F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5275" y="2905125"/>
              <a:ext cx="50800" cy="49213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2147483646 w 57"/>
                <a:gd name="T11" fmla="*/ 2147483646 h 55"/>
                <a:gd name="T12" fmla="*/ 2147483646 w 57"/>
                <a:gd name="T13" fmla="*/ 2147483646 h 55"/>
                <a:gd name="T14" fmla="*/ 2147483646 w 57"/>
                <a:gd name="T15" fmla="*/ 2147483646 h 55"/>
                <a:gd name="T16" fmla="*/ 2147483646 w 57"/>
                <a:gd name="T17" fmla="*/ 2147483646 h 55"/>
                <a:gd name="T18" fmla="*/ 2147483646 w 57"/>
                <a:gd name="T19" fmla="*/ 2147483646 h 55"/>
                <a:gd name="T20" fmla="*/ 0 w 57"/>
                <a:gd name="T21" fmla="*/ 2147483646 h 55"/>
                <a:gd name="T22" fmla="*/ 2147483646 w 57"/>
                <a:gd name="T23" fmla="*/ 2147483646 h 55"/>
                <a:gd name="T24" fmla="*/ 2147483646 w 57"/>
                <a:gd name="T25" fmla="*/ 2147483646 h 55"/>
                <a:gd name="T26" fmla="*/ 2147483646 w 57"/>
                <a:gd name="T27" fmla="*/ 2147483646 h 55"/>
                <a:gd name="T28" fmla="*/ 2147483646 w 57"/>
                <a:gd name="T29" fmla="*/ 2147483646 h 55"/>
                <a:gd name="T30" fmla="*/ 2147483646 w 57"/>
                <a:gd name="T31" fmla="*/ 2147483646 h 55"/>
                <a:gd name="T32" fmla="*/ 2147483646 w 57"/>
                <a:gd name="T33" fmla="*/ 2147483646 h 55"/>
                <a:gd name="T34" fmla="*/ 2147483646 w 57"/>
                <a:gd name="T35" fmla="*/ 2147483646 h 55"/>
                <a:gd name="T36" fmla="*/ 2147483646 w 57"/>
                <a:gd name="T37" fmla="*/ 2147483646 h 55"/>
                <a:gd name="T38" fmla="*/ 2147483646 w 57"/>
                <a:gd name="T39" fmla="*/ 2147483646 h 55"/>
                <a:gd name="T40" fmla="*/ 2147483646 w 57"/>
                <a:gd name="T41" fmla="*/ 2147483646 h 55"/>
                <a:gd name="T42" fmla="*/ 2147483646 w 57"/>
                <a:gd name="T43" fmla="*/ 2147483646 h 55"/>
                <a:gd name="T44" fmla="*/ 2147483646 w 57"/>
                <a:gd name="T45" fmla="*/ 2147483646 h 55"/>
                <a:gd name="T46" fmla="*/ 2147483646 w 57"/>
                <a:gd name="T47" fmla="*/ 2147483646 h 55"/>
                <a:gd name="T48" fmla="*/ 2147483646 w 57"/>
                <a:gd name="T49" fmla="*/ 2147483646 h 55"/>
                <a:gd name="T50" fmla="*/ 2147483646 w 57"/>
                <a:gd name="T51" fmla="*/ 2147483646 h 55"/>
                <a:gd name="T52" fmla="*/ 2147483646 w 57"/>
                <a:gd name="T53" fmla="*/ 2147483646 h 55"/>
                <a:gd name="T54" fmla="*/ 2147483646 w 57"/>
                <a:gd name="T55" fmla="*/ 2147483646 h 55"/>
                <a:gd name="T56" fmla="*/ 2147483646 w 57"/>
                <a:gd name="T57" fmla="*/ 2147483646 h 55"/>
                <a:gd name="T58" fmla="*/ 2147483646 w 57"/>
                <a:gd name="T59" fmla="*/ 2147483646 h 55"/>
                <a:gd name="T60" fmla="*/ 2147483646 w 57"/>
                <a:gd name="T61" fmla="*/ 2147483646 h 55"/>
                <a:gd name="T62" fmla="*/ 2147483646 w 57"/>
                <a:gd name="T63" fmla="*/ 2147483646 h 55"/>
                <a:gd name="T64" fmla="*/ 2147483646 w 57"/>
                <a:gd name="T65" fmla="*/ 2147483646 h 55"/>
                <a:gd name="T66" fmla="*/ 2147483646 w 57"/>
                <a:gd name="T67" fmla="*/ 2147483646 h 55"/>
                <a:gd name="T68" fmla="*/ 2147483646 w 57"/>
                <a:gd name="T69" fmla="*/ 2147483646 h 55"/>
                <a:gd name="T70" fmla="*/ 2147483646 w 57"/>
                <a:gd name="T71" fmla="*/ 2147483646 h 55"/>
                <a:gd name="T72" fmla="*/ 2147483646 w 57"/>
                <a:gd name="T73" fmla="*/ 2147483646 h 55"/>
                <a:gd name="T74" fmla="*/ 2147483646 w 57"/>
                <a:gd name="T75" fmla="*/ 2147483646 h 55"/>
                <a:gd name="T76" fmla="*/ 2147483646 w 57"/>
                <a:gd name="T77" fmla="*/ 2147483646 h 55"/>
                <a:gd name="T78" fmla="*/ 2147483646 w 57"/>
                <a:gd name="T79" fmla="*/ 2147483646 h 55"/>
                <a:gd name="T80" fmla="*/ 2147483646 w 57"/>
                <a:gd name="T81" fmla="*/ 2147483646 h 55"/>
                <a:gd name="T82" fmla="*/ 2147483646 w 57"/>
                <a:gd name="T83" fmla="*/ 2147483646 h 55"/>
                <a:gd name="T84" fmla="*/ 2147483646 w 57"/>
                <a:gd name="T85" fmla="*/ 0 h 55"/>
                <a:gd name="T86" fmla="*/ 2147483646 w 57"/>
                <a:gd name="T87" fmla="*/ 0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55"/>
                <a:gd name="T134" fmla="*/ 57 w 5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55">
                  <a:moveTo>
                    <a:pt x="29" y="0"/>
                  </a:move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0" y="28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3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5" y="52"/>
                  </a:lnTo>
                  <a:lnTo>
                    <a:pt x="16" y="52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2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5" y="37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3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7" y="7"/>
                  </a:lnTo>
                  <a:lnTo>
                    <a:pt x="46" y="6"/>
                  </a:lnTo>
                  <a:lnTo>
                    <a:pt x="45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</a:path>
              </a:pathLst>
            </a:custGeom>
            <a:solidFill>
              <a:srgbClr val="0000FF"/>
            </a:solidFill>
            <a:ln w="19050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8" name="Freeform 27">
              <a:extLst>
                <a:ext uri="{FF2B5EF4-FFF2-40B4-BE49-F238E27FC236}">
                  <a16:creationId xmlns:a16="http://schemas.microsoft.com/office/drawing/2014/main" id="{58601FEB-8BF0-4564-AEAA-FA9DFCC20D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28000" y="3035300"/>
              <a:ext cx="131763" cy="44450"/>
            </a:xfrm>
            <a:custGeom>
              <a:avLst/>
              <a:gdLst>
                <a:gd name="T0" fmla="*/ 0 w 145"/>
                <a:gd name="T1" fmla="*/ 2147483646 h 48"/>
                <a:gd name="T2" fmla="*/ 2147483646 w 145"/>
                <a:gd name="T3" fmla="*/ 2147483646 h 48"/>
                <a:gd name="T4" fmla="*/ 0 w 145"/>
                <a:gd name="T5" fmla="*/ 0 h 48"/>
                <a:gd name="T6" fmla="*/ 0 w 145"/>
                <a:gd name="T7" fmla="*/ 2147483646 h 48"/>
                <a:gd name="T8" fmla="*/ 0 w 145"/>
                <a:gd name="T9" fmla="*/ 214748364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48"/>
                <a:gd name="T17" fmla="*/ 145 w 145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48">
                  <a:moveTo>
                    <a:pt x="0" y="48"/>
                  </a:moveTo>
                  <a:lnTo>
                    <a:pt x="145" y="24"/>
                  </a:lnTo>
                  <a:lnTo>
                    <a:pt x="0" y="0"/>
                  </a:lnTo>
                  <a:lnTo>
                    <a:pt x="0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9595337F-A62F-4161-8BE9-32647B652F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7732713" y="3057525"/>
              <a:ext cx="3952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" name="Rectangle 29">
              <a:extLst>
                <a:ext uri="{FF2B5EF4-FFF2-40B4-BE49-F238E27FC236}">
                  <a16:creationId xmlns:a16="http://schemas.microsoft.com/office/drawing/2014/main" id="{35580159-24C6-42E1-8941-CFD69AAF101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475" y="2806700"/>
              <a:ext cx="2428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W </a:t>
              </a:r>
            </a:p>
          </p:txBody>
        </p:sp>
        <p:sp>
          <p:nvSpPr>
            <p:cNvPr id="61" name="Rectangle 30">
              <a:extLst>
                <a:ext uri="{FF2B5EF4-FFF2-40B4-BE49-F238E27FC236}">
                  <a16:creationId xmlns:a16="http://schemas.microsoft.com/office/drawing/2014/main" id="{E528882A-76FA-477A-AA68-0D8919E89A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3113" y="2947988"/>
              <a:ext cx="17462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</a:t>
              </a:r>
            </a:p>
          </p:txBody>
        </p:sp>
        <p:sp>
          <p:nvSpPr>
            <p:cNvPr id="62" name="Rectangle 31">
              <a:extLst>
                <a:ext uri="{FF2B5EF4-FFF2-40B4-BE49-F238E27FC236}">
                  <a16:creationId xmlns:a16="http://schemas.microsoft.com/office/drawing/2014/main" id="{75B5B24B-E8E5-47FC-9CCE-A53B025F31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2863" y="2811463"/>
              <a:ext cx="1262062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Combinational </a:t>
              </a:r>
            </a:p>
          </p:txBody>
        </p:sp>
        <p:sp>
          <p:nvSpPr>
            <p:cNvPr id="63" name="Rectangle 32">
              <a:extLst>
                <a:ext uri="{FF2B5EF4-FFF2-40B4-BE49-F238E27FC236}">
                  <a16:creationId xmlns:a16="http://schemas.microsoft.com/office/drawing/2014/main" id="{103D4B07-0E44-499D-BEF7-28109E7816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238875" y="2509838"/>
              <a:ext cx="1493838" cy="10969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Rectangle 33">
              <a:extLst>
                <a:ext uri="{FF2B5EF4-FFF2-40B4-BE49-F238E27FC236}">
                  <a16:creationId xmlns:a16="http://schemas.microsoft.com/office/drawing/2014/main" id="{8EF0114F-7D2D-4C88-A5B8-F02ABB55C2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29413" y="3038475"/>
              <a:ext cx="5730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circuit </a:t>
              </a:r>
            </a:p>
          </p:txBody>
        </p:sp>
        <p:sp>
          <p:nvSpPr>
            <p:cNvPr id="65" name="Shape 640">
              <a:extLst>
                <a:ext uri="{FF2B5EF4-FFF2-40B4-BE49-F238E27FC236}">
                  <a16:creationId xmlns:a16="http://schemas.microsoft.com/office/drawing/2014/main" id="{AC8F61D1-9CCB-46DD-96CE-61F490C10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1013" y="2803525"/>
              <a:ext cx="395287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Q(t) </a:t>
              </a:r>
            </a:p>
          </p:txBody>
        </p:sp>
        <p:sp>
          <p:nvSpPr>
            <p:cNvPr id="66" name="Shape 643">
              <a:extLst>
                <a:ext uri="{FF2B5EF4-FFF2-40B4-BE49-F238E27FC236}">
                  <a16:creationId xmlns:a16="http://schemas.microsoft.com/office/drawing/2014/main" id="{2E889DD2-9CEA-4865-8FB7-2086C3129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8388" y="2803525"/>
              <a:ext cx="612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Q(t+1) </a:t>
              </a: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21" name="Group 1">
            <a:extLst>
              <a:ext uri="{FF2B5EF4-FFF2-40B4-BE49-F238E27FC236}">
                <a16:creationId xmlns:a16="http://schemas.microsoft.com/office/drawing/2014/main" id="{3FFBDC19-F932-4EF1-9D95-EE5FED37455F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1477963"/>
            <a:ext cx="6667500" cy="4111625"/>
            <a:chOff x="1493838" y="1033463"/>
            <a:chExt cx="6667500" cy="4111625"/>
          </a:xfrm>
        </p:grpSpPr>
        <p:sp>
          <p:nvSpPr>
            <p:cNvPr id="56324" name="Rectangle 4">
              <a:extLst>
                <a:ext uri="{FF2B5EF4-FFF2-40B4-BE49-F238E27FC236}">
                  <a16:creationId xmlns:a16="http://schemas.microsoft.com/office/drawing/2014/main" id="{A9F77713-376C-494E-8EF3-E4BEF3602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813" y="1038225"/>
              <a:ext cx="2600325" cy="177958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25" name="Freeform 5">
              <a:extLst>
                <a:ext uri="{FF2B5EF4-FFF2-40B4-BE49-F238E27FC236}">
                  <a16:creationId xmlns:a16="http://schemas.microsoft.com/office/drawing/2014/main" id="{DCCAC8E5-103A-44CF-A7D5-BA049CCF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5" y="1176338"/>
              <a:ext cx="136525" cy="44450"/>
            </a:xfrm>
            <a:custGeom>
              <a:avLst/>
              <a:gdLst>
                <a:gd name="T0" fmla="*/ 0 w 173"/>
                <a:gd name="T1" fmla="*/ 2147483646 h 58"/>
                <a:gd name="T2" fmla="*/ 2147483646 w 173"/>
                <a:gd name="T3" fmla="*/ 2147483646 h 58"/>
                <a:gd name="T4" fmla="*/ 0 w 173"/>
                <a:gd name="T5" fmla="*/ 0 h 58"/>
                <a:gd name="T6" fmla="*/ 0 w 173"/>
                <a:gd name="T7" fmla="*/ 2147483646 h 58"/>
                <a:gd name="T8" fmla="*/ 0 w 173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8"/>
                <a:gd name="T17" fmla="*/ 173 w 173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8">
                  <a:moveTo>
                    <a:pt x="0" y="58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6" name="Line 6">
              <a:extLst>
                <a:ext uri="{FF2B5EF4-FFF2-40B4-BE49-F238E27FC236}">
                  <a16:creationId xmlns:a16="http://schemas.microsoft.com/office/drawing/2014/main" id="{3C831D13-8EC6-4F66-AE8C-EBEBD371E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3050" y="1198563"/>
              <a:ext cx="4572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7" name="Freeform 7">
              <a:extLst>
                <a:ext uri="{FF2B5EF4-FFF2-40B4-BE49-F238E27FC236}">
                  <a16:creationId xmlns:a16="http://schemas.microsoft.com/office/drawing/2014/main" id="{1A8F2A7B-0A74-4366-8AFB-CD2887E0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5" y="1814513"/>
              <a:ext cx="136525" cy="46037"/>
            </a:xfrm>
            <a:custGeom>
              <a:avLst/>
              <a:gdLst>
                <a:gd name="T0" fmla="*/ 0 w 173"/>
                <a:gd name="T1" fmla="*/ 2147483646 h 57"/>
                <a:gd name="T2" fmla="*/ 2147483646 w 173"/>
                <a:gd name="T3" fmla="*/ 2147483646 h 57"/>
                <a:gd name="T4" fmla="*/ 0 w 173"/>
                <a:gd name="T5" fmla="*/ 0 h 57"/>
                <a:gd name="T6" fmla="*/ 0 w 173"/>
                <a:gd name="T7" fmla="*/ 2147483646 h 57"/>
                <a:gd name="T8" fmla="*/ 0 w 173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57"/>
                <a:gd name="T17" fmla="*/ 173 w 173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57">
                  <a:moveTo>
                    <a:pt x="0" y="57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tx1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8" name="Line 8">
              <a:extLst>
                <a:ext uri="{FF2B5EF4-FFF2-40B4-BE49-F238E27FC236}">
                  <a16:creationId xmlns:a16="http://schemas.microsoft.com/office/drawing/2014/main" id="{717CCF2A-728E-4355-A4F2-851634F1C1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3050" y="1836738"/>
              <a:ext cx="457200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29" name="Freeform 9">
              <a:extLst>
                <a:ext uri="{FF2B5EF4-FFF2-40B4-BE49-F238E27FC236}">
                  <a16:creationId xmlns:a16="http://schemas.microsoft.com/office/drawing/2014/main" id="{DF5AADCF-90BD-46A9-B187-8DDBF9E1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913" y="1358900"/>
              <a:ext cx="46037" cy="44450"/>
            </a:xfrm>
            <a:custGeom>
              <a:avLst/>
              <a:gdLst>
                <a:gd name="T0" fmla="*/ 0 w 57"/>
                <a:gd name="T1" fmla="*/ 2147483646 h 58"/>
                <a:gd name="T2" fmla="*/ 2147483646 w 57"/>
                <a:gd name="T3" fmla="*/ 2147483646 h 58"/>
                <a:gd name="T4" fmla="*/ 2147483646 w 57"/>
                <a:gd name="T5" fmla="*/ 2147483646 h 58"/>
                <a:gd name="T6" fmla="*/ 2147483646 w 57"/>
                <a:gd name="T7" fmla="*/ 2147483646 h 58"/>
                <a:gd name="T8" fmla="*/ 2147483646 w 57"/>
                <a:gd name="T9" fmla="*/ 2147483646 h 58"/>
                <a:gd name="T10" fmla="*/ 2147483646 w 57"/>
                <a:gd name="T11" fmla="*/ 2147483646 h 58"/>
                <a:gd name="T12" fmla="*/ 2147483646 w 57"/>
                <a:gd name="T13" fmla="*/ 2147483646 h 58"/>
                <a:gd name="T14" fmla="*/ 2147483646 w 57"/>
                <a:gd name="T15" fmla="*/ 2147483646 h 58"/>
                <a:gd name="T16" fmla="*/ 2147483646 w 57"/>
                <a:gd name="T17" fmla="*/ 2147483646 h 58"/>
                <a:gd name="T18" fmla="*/ 2147483646 w 57"/>
                <a:gd name="T19" fmla="*/ 0 h 58"/>
                <a:gd name="T20" fmla="*/ 2147483646 w 57"/>
                <a:gd name="T21" fmla="*/ 0 h 58"/>
                <a:gd name="T22" fmla="*/ 2147483646 w 57"/>
                <a:gd name="T23" fmla="*/ 0 h 58"/>
                <a:gd name="T24" fmla="*/ 2147483646 w 57"/>
                <a:gd name="T25" fmla="*/ 0 h 58"/>
                <a:gd name="T26" fmla="*/ 2147483646 w 57"/>
                <a:gd name="T27" fmla="*/ 2147483646 h 58"/>
                <a:gd name="T28" fmla="*/ 2147483646 w 57"/>
                <a:gd name="T29" fmla="*/ 2147483646 h 58"/>
                <a:gd name="T30" fmla="*/ 2147483646 w 57"/>
                <a:gd name="T31" fmla="*/ 2147483646 h 58"/>
                <a:gd name="T32" fmla="*/ 2147483646 w 57"/>
                <a:gd name="T33" fmla="*/ 2147483646 h 58"/>
                <a:gd name="T34" fmla="*/ 2147483646 w 57"/>
                <a:gd name="T35" fmla="*/ 2147483646 h 58"/>
                <a:gd name="T36" fmla="*/ 2147483646 w 57"/>
                <a:gd name="T37" fmla="*/ 2147483646 h 58"/>
                <a:gd name="T38" fmla="*/ 2147483646 w 57"/>
                <a:gd name="T39" fmla="*/ 2147483646 h 58"/>
                <a:gd name="T40" fmla="*/ 2147483646 w 57"/>
                <a:gd name="T41" fmla="*/ 2147483646 h 58"/>
                <a:gd name="T42" fmla="*/ 2147483646 w 57"/>
                <a:gd name="T43" fmla="*/ 2147483646 h 58"/>
                <a:gd name="T44" fmla="*/ 2147483646 w 57"/>
                <a:gd name="T45" fmla="*/ 2147483646 h 58"/>
                <a:gd name="T46" fmla="*/ 2147483646 w 57"/>
                <a:gd name="T47" fmla="*/ 2147483646 h 58"/>
                <a:gd name="T48" fmla="*/ 2147483646 w 57"/>
                <a:gd name="T49" fmla="*/ 2147483646 h 58"/>
                <a:gd name="T50" fmla="*/ 2147483646 w 57"/>
                <a:gd name="T51" fmla="*/ 2147483646 h 58"/>
                <a:gd name="T52" fmla="*/ 2147483646 w 57"/>
                <a:gd name="T53" fmla="*/ 2147483646 h 58"/>
                <a:gd name="T54" fmla="*/ 2147483646 w 57"/>
                <a:gd name="T55" fmla="*/ 2147483646 h 58"/>
                <a:gd name="T56" fmla="*/ 2147483646 w 57"/>
                <a:gd name="T57" fmla="*/ 2147483646 h 58"/>
                <a:gd name="T58" fmla="*/ 2147483646 w 57"/>
                <a:gd name="T59" fmla="*/ 2147483646 h 58"/>
                <a:gd name="T60" fmla="*/ 2147483646 w 57"/>
                <a:gd name="T61" fmla="*/ 2147483646 h 58"/>
                <a:gd name="T62" fmla="*/ 2147483646 w 57"/>
                <a:gd name="T63" fmla="*/ 2147483646 h 58"/>
                <a:gd name="T64" fmla="*/ 2147483646 w 57"/>
                <a:gd name="T65" fmla="*/ 2147483646 h 58"/>
                <a:gd name="T66" fmla="*/ 2147483646 w 57"/>
                <a:gd name="T67" fmla="*/ 2147483646 h 58"/>
                <a:gd name="T68" fmla="*/ 2147483646 w 57"/>
                <a:gd name="T69" fmla="*/ 2147483646 h 58"/>
                <a:gd name="T70" fmla="*/ 2147483646 w 57"/>
                <a:gd name="T71" fmla="*/ 2147483646 h 58"/>
                <a:gd name="T72" fmla="*/ 2147483646 w 57"/>
                <a:gd name="T73" fmla="*/ 2147483646 h 58"/>
                <a:gd name="T74" fmla="*/ 2147483646 w 57"/>
                <a:gd name="T75" fmla="*/ 2147483646 h 58"/>
                <a:gd name="T76" fmla="*/ 2147483646 w 57"/>
                <a:gd name="T77" fmla="*/ 2147483646 h 58"/>
                <a:gd name="T78" fmla="*/ 2147483646 w 57"/>
                <a:gd name="T79" fmla="*/ 2147483646 h 58"/>
                <a:gd name="T80" fmla="*/ 2147483646 w 57"/>
                <a:gd name="T81" fmla="*/ 2147483646 h 58"/>
                <a:gd name="T82" fmla="*/ 2147483646 w 57"/>
                <a:gd name="T83" fmla="*/ 2147483646 h 58"/>
                <a:gd name="T84" fmla="*/ 2147483646 w 57"/>
                <a:gd name="T85" fmla="*/ 2147483646 h 58"/>
                <a:gd name="T86" fmla="*/ 2147483646 w 57"/>
                <a:gd name="T87" fmla="*/ 2147483646 h 58"/>
                <a:gd name="T88" fmla="*/ 2147483646 w 57"/>
                <a:gd name="T89" fmla="*/ 2147483646 h 58"/>
                <a:gd name="T90" fmla="*/ 2147483646 w 57"/>
                <a:gd name="T91" fmla="*/ 2147483646 h 58"/>
                <a:gd name="T92" fmla="*/ 2147483646 w 57"/>
                <a:gd name="T93" fmla="*/ 2147483646 h 58"/>
                <a:gd name="T94" fmla="*/ 2147483646 w 57"/>
                <a:gd name="T95" fmla="*/ 2147483646 h 58"/>
                <a:gd name="T96" fmla="*/ 2147483646 w 57"/>
                <a:gd name="T97" fmla="*/ 2147483646 h 58"/>
                <a:gd name="T98" fmla="*/ 2147483646 w 57"/>
                <a:gd name="T99" fmla="*/ 2147483646 h 58"/>
                <a:gd name="T100" fmla="*/ 2147483646 w 57"/>
                <a:gd name="T101" fmla="*/ 2147483646 h 58"/>
                <a:gd name="T102" fmla="*/ 2147483646 w 57"/>
                <a:gd name="T103" fmla="*/ 2147483646 h 58"/>
                <a:gd name="T104" fmla="*/ 2147483646 w 57"/>
                <a:gd name="T105" fmla="*/ 2147483646 h 58"/>
                <a:gd name="T106" fmla="*/ 2147483646 w 57"/>
                <a:gd name="T107" fmla="*/ 2147483646 h 58"/>
                <a:gd name="T108" fmla="*/ 2147483646 w 57"/>
                <a:gd name="T109" fmla="*/ 2147483646 h 58"/>
                <a:gd name="T110" fmla="*/ 0 w 5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8"/>
                <a:gd name="T170" fmla="*/ 57 w 5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8">
                  <a:moveTo>
                    <a:pt x="0" y="32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7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50" y="7"/>
                  </a:lnTo>
                  <a:lnTo>
                    <a:pt x="51" y="9"/>
                  </a:lnTo>
                  <a:lnTo>
                    <a:pt x="53" y="10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7" y="20"/>
                  </a:lnTo>
                  <a:lnTo>
                    <a:pt x="57" y="22"/>
                  </a:lnTo>
                  <a:lnTo>
                    <a:pt x="57" y="23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4" y="45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9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3"/>
                  </a:lnTo>
                  <a:lnTo>
                    <a:pt x="44" y="55"/>
                  </a:lnTo>
                  <a:lnTo>
                    <a:pt x="43" y="55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5" y="58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5" y="58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1" y="58"/>
                  </a:lnTo>
                  <a:lnTo>
                    <a:pt x="21" y="56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49"/>
                  </a:lnTo>
                  <a:lnTo>
                    <a:pt x="5" y="47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0" name="Freeform 10">
              <a:extLst>
                <a:ext uri="{FF2B5EF4-FFF2-40B4-BE49-F238E27FC236}">
                  <a16:creationId xmlns:a16="http://schemas.microsoft.com/office/drawing/2014/main" id="{44FB2810-9B12-48E4-891E-D89EFEDF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913" y="1495425"/>
              <a:ext cx="46037" cy="44450"/>
            </a:xfrm>
            <a:custGeom>
              <a:avLst/>
              <a:gdLst>
                <a:gd name="T0" fmla="*/ 0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0 h 57"/>
                <a:gd name="T20" fmla="*/ 2147483646 w 57"/>
                <a:gd name="T21" fmla="*/ 0 h 57"/>
                <a:gd name="T22" fmla="*/ 2147483646 w 57"/>
                <a:gd name="T23" fmla="*/ 0 h 57"/>
                <a:gd name="T24" fmla="*/ 2147483646 w 57"/>
                <a:gd name="T25" fmla="*/ 0 h 57"/>
                <a:gd name="T26" fmla="*/ 2147483646 w 57"/>
                <a:gd name="T27" fmla="*/ 2147483646 h 57"/>
                <a:gd name="T28" fmla="*/ 2147483646 w 57"/>
                <a:gd name="T29" fmla="*/ 2147483646 h 57"/>
                <a:gd name="T30" fmla="*/ 2147483646 w 57"/>
                <a:gd name="T31" fmla="*/ 2147483646 h 57"/>
                <a:gd name="T32" fmla="*/ 2147483646 w 57"/>
                <a:gd name="T33" fmla="*/ 2147483646 h 57"/>
                <a:gd name="T34" fmla="*/ 2147483646 w 57"/>
                <a:gd name="T35" fmla="*/ 2147483646 h 57"/>
                <a:gd name="T36" fmla="*/ 2147483646 w 57"/>
                <a:gd name="T37" fmla="*/ 2147483646 h 57"/>
                <a:gd name="T38" fmla="*/ 2147483646 w 57"/>
                <a:gd name="T39" fmla="*/ 2147483646 h 57"/>
                <a:gd name="T40" fmla="*/ 2147483646 w 57"/>
                <a:gd name="T41" fmla="*/ 2147483646 h 57"/>
                <a:gd name="T42" fmla="*/ 2147483646 w 57"/>
                <a:gd name="T43" fmla="*/ 2147483646 h 57"/>
                <a:gd name="T44" fmla="*/ 2147483646 w 57"/>
                <a:gd name="T45" fmla="*/ 2147483646 h 57"/>
                <a:gd name="T46" fmla="*/ 2147483646 w 57"/>
                <a:gd name="T47" fmla="*/ 2147483646 h 57"/>
                <a:gd name="T48" fmla="*/ 2147483646 w 57"/>
                <a:gd name="T49" fmla="*/ 2147483646 h 57"/>
                <a:gd name="T50" fmla="*/ 2147483646 w 57"/>
                <a:gd name="T51" fmla="*/ 2147483646 h 57"/>
                <a:gd name="T52" fmla="*/ 2147483646 w 57"/>
                <a:gd name="T53" fmla="*/ 2147483646 h 57"/>
                <a:gd name="T54" fmla="*/ 2147483646 w 57"/>
                <a:gd name="T55" fmla="*/ 2147483646 h 57"/>
                <a:gd name="T56" fmla="*/ 2147483646 w 57"/>
                <a:gd name="T57" fmla="*/ 2147483646 h 57"/>
                <a:gd name="T58" fmla="*/ 2147483646 w 57"/>
                <a:gd name="T59" fmla="*/ 2147483646 h 57"/>
                <a:gd name="T60" fmla="*/ 2147483646 w 57"/>
                <a:gd name="T61" fmla="*/ 2147483646 h 57"/>
                <a:gd name="T62" fmla="*/ 2147483646 w 57"/>
                <a:gd name="T63" fmla="*/ 2147483646 h 57"/>
                <a:gd name="T64" fmla="*/ 2147483646 w 57"/>
                <a:gd name="T65" fmla="*/ 2147483646 h 57"/>
                <a:gd name="T66" fmla="*/ 2147483646 w 57"/>
                <a:gd name="T67" fmla="*/ 2147483646 h 57"/>
                <a:gd name="T68" fmla="*/ 2147483646 w 57"/>
                <a:gd name="T69" fmla="*/ 2147483646 h 57"/>
                <a:gd name="T70" fmla="*/ 2147483646 w 57"/>
                <a:gd name="T71" fmla="*/ 2147483646 h 57"/>
                <a:gd name="T72" fmla="*/ 2147483646 w 57"/>
                <a:gd name="T73" fmla="*/ 2147483646 h 57"/>
                <a:gd name="T74" fmla="*/ 2147483646 w 57"/>
                <a:gd name="T75" fmla="*/ 2147483646 h 57"/>
                <a:gd name="T76" fmla="*/ 2147483646 w 57"/>
                <a:gd name="T77" fmla="*/ 2147483646 h 57"/>
                <a:gd name="T78" fmla="*/ 2147483646 w 57"/>
                <a:gd name="T79" fmla="*/ 2147483646 h 57"/>
                <a:gd name="T80" fmla="*/ 2147483646 w 57"/>
                <a:gd name="T81" fmla="*/ 2147483646 h 57"/>
                <a:gd name="T82" fmla="*/ 2147483646 w 57"/>
                <a:gd name="T83" fmla="*/ 2147483646 h 57"/>
                <a:gd name="T84" fmla="*/ 2147483646 w 57"/>
                <a:gd name="T85" fmla="*/ 2147483646 h 57"/>
                <a:gd name="T86" fmla="*/ 2147483646 w 57"/>
                <a:gd name="T87" fmla="*/ 2147483646 h 57"/>
                <a:gd name="T88" fmla="*/ 2147483646 w 57"/>
                <a:gd name="T89" fmla="*/ 2147483646 h 57"/>
                <a:gd name="T90" fmla="*/ 2147483646 w 57"/>
                <a:gd name="T91" fmla="*/ 2147483646 h 57"/>
                <a:gd name="T92" fmla="*/ 2147483646 w 57"/>
                <a:gd name="T93" fmla="*/ 2147483646 h 57"/>
                <a:gd name="T94" fmla="*/ 2147483646 w 57"/>
                <a:gd name="T95" fmla="*/ 2147483646 h 57"/>
                <a:gd name="T96" fmla="*/ 2147483646 w 57"/>
                <a:gd name="T97" fmla="*/ 2147483646 h 57"/>
                <a:gd name="T98" fmla="*/ 2147483646 w 57"/>
                <a:gd name="T99" fmla="*/ 2147483646 h 57"/>
                <a:gd name="T100" fmla="*/ 2147483646 w 57"/>
                <a:gd name="T101" fmla="*/ 2147483646 h 57"/>
                <a:gd name="T102" fmla="*/ 2147483646 w 57"/>
                <a:gd name="T103" fmla="*/ 2147483646 h 57"/>
                <a:gd name="T104" fmla="*/ 2147483646 w 57"/>
                <a:gd name="T105" fmla="*/ 2147483646 h 57"/>
                <a:gd name="T106" fmla="*/ 2147483646 w 57"/>
                <a:gd name="T107" fmla="*/ 2147483646 h 57"/>
                <a:gd name="T108" fmla="*/ 2147483646 w 57"/>
                <a:gd name="T109" fmla="*/ 2147483646 h 57"/>
                <a:gd name="T110" fmla="*/ 0 w 57"/>
                <a:gd name="T111" fmla="*/ 2147483646 h 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7"/>
                <a:gd name="T170" fmla="*/ 57 w 57"/>
                <a:gd name="T171" fmla="*/ 57 h 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7">
                  <a:moveTo>
                    <a:pt x="0" y="31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5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6" y="17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7" y="21"/>
                  </a:lnTo>
                  <a:lnTo>
                    <a:pt x="57" y="22"/>
                  </a:lnTo>
                  <a:lnTo>
                    <a:pt x="57" y="24"/>
                  </a:lnTo>
                  <a:lnTo>
                    <a:pt x="57" y="25"/>
                  </a:lnTo>
                  <a:lnTo>
                    <a:pt x="57" y="31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1"/>
                  </a:lnTo>
                  <a:lnTo>
                    <a:pt x="56" y="43"/>
                  </a:lnTo>
                  <a:lnTo>
                    <a:pt x="54" y="44"/>
                  </a:lnTo>
                  <a:lnTo>
                    <a:pt x="53" y="45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8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6" y="53"/>
                  </a:lnTo>
                  <a:lnTo>
                    <a:pt x="44" y="54"/>
                  </a:lnTo>
                  <a:lnTo>
                    <a:pt x="43" y="54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5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1" y="57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0" y="51"/>
                  </a:lnTo>
                  <a:lnTo>
                    <a:pt x="8" y="50"/>
                  </a:lnTo>
                  <a:lnTo>
                    <a:pt x="7" y="48"/>
                  </a:lnTo>
                  <a:lnTo>
                    <a:pt x="5" y="47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1" y="40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1" name="Freeform 11">
              <a:extLst>
                <a:ext uri="{FF2B5EF4-FFF2-40B4-BE49-F238E27FC236}">
                  <a16:creationId xmlns:a16="http://schemas.microsoft.com/office/drawing/2014/main" id="{6C937591-639A-471D-AB2D-90691831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913" y="1631950"/>
              <a:ext cx="46037" cy="46038"/>
            </a:xfrm>
            <a:custGeom>
              <a:avLst/>
              <a:gdLst>
                <a:gd name="T0" fmla="*/ 0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0 h 57"/>
                <a:gd name="T20" fmla="*/ 2147483646 w 57"/>
                <a:gd name="T21" fmla="*/ 0 h 57"/>
                <a:gd name="T22" fmla="*/ 2147483646 w 57"/>
                <a:gd name="T23" fmla="*/ 0 h 57"/>
                <a:gd name="T24" fmla="*/ 2147483646 w 57"/>
                <a:gd name="T25" fmla="*/ 0 h 57"/>
                <a:gd name="T26" fmla="*/ 2147483646 w 57"/>
                <a:gd name="T27" fmla="*/ 2147483646 h 57"/>
                <a:gd name="T28" fmla="*/ 2147483646 w 57"/>
                <a:gd name="T29" fmla="*/ 2147483646 h 57"/>
                <a:gd name="T30" fmla="*/ 2147483646 w 57"/>
                <a:gd name="T31" fmla="*/ 2147483646 h 57"/>
                <a:gd name="T32" fmla="*/ 2147483646 w 57"/>
                <a:gd name="T33" fmla="*/ 2147483646 h 57"/>
                <a:gd name="T34" fmla="*/ 2147483646 w 57"/>
                <a:gd name="T35" fmla="*/ 2147483646 h 57"/>
                <a:gd name="T36" fmla="*/ 2147483646 w 57"/>
                <a:gd name="T37" fmla="*/ 2147483646 h 57"/>
                <a:gd name="T38" fmla="*/ 2147483646 w 57"/>
                <a:gd name="T39" fmla="*/ 2147483646 h 57"/>
                <a:gd name="T40" fmla="*/ 2147483646 w 57"/>
                <a:gd name="T41" fmla="*/ 2147483646 h 57"/>
                <a:gd name="T42" fmla="*/ 2147483646 w 57"/>
                <a:gd name="T43" fmla="*/ 2147483646 h 57"/>
                <a:gd name="T44" fmla="*/ 2147483646 w 57"/>
                <a:gd name="T45" fmla="*/ 2147483646 h 57"/>
                <a:gd name="T46" fmla="*/ 2147483646 w 57"/>
                <a:gd name="T47" fmla="*/ 2147483646 h 57"/>
                <a:gd name="T48" fmla="*/ 2147483646 w 57"/>
                <a:gd name="T49" fmla="*/ 2147483646 h 57"/>
                <a:gd name="T50" fmla="*/ 2147483646 w 57"/>
                <a:gd name="T51" fmla="*/ 2147483646 h 57"/>
                <a:gd name="T52" fmla="*/ 2147483646 w 57"/>
                <a:gd name="T53" fmla="*/ 2147483646 h 57"/>
                <a:gd name="T54" fmla="*/ 2147483646 w 57"/>
                <a:gd name="T55" fmla="*/ 2147483646 h 57"/>
                <a:gd name="T56" fmla="*/ 2147483646 w 57"/>
                <a:gd name="T57" fmla="*/ 2147483646 h 57"/>
                <a:gd name="T58" fmla="*/ 2147483646 w 57"/>
                <a:gd name="T59" fmla="*/ 2147483646 h 57"/>
                <a:gd name="T60" fmla="*/ 2147483646 w 57"/>
                <a:gd name="T61" fmla="*/ 2147483646 h 57"/>
                <a:gd name="T62" fmla="*/ 2147483646 w 57"/>
                <a:gd name="T63" fmla="*/ 2147483646 h 57"/>
                <a:gd name="T64" fmla="*/ 2147483646 w 57"/>
                <a:gd name="T65" fmla="*/ 2147483646 h 57"/>
                <a:gd name="T66" fmla="*/ 2147483646 w 57"/>
                <a:gd name="T67" fmla="*/ 2147483646 h 57"/>
                <a:gd name="T68" fmla="*/ 2147483646 w 57"/>
                <a:gd name="T69" fmla="*/ 2147483646 h 57"/>
                <a:gd name="T70" fmla="*/ 2147483646 w 57"/>
                <a:gd name="T71" fmla="*/ 2147483646 h 57"/>
                <a:gd name="T72" fmla="*/ 2147483646 w 57"/>
                <a:gd name="T73" fmla="*/ 2147483646 h 57"/>
                <a:gd name="T74" fmla="*/ 2147483646 w 57"/>
                <a:gd name="T75" fmla="*/ 2147483646 h 57"/>
                <a:gd name="T76" fmla="*/ 2147483646 w 57"/>
                <a:gd name="T77" fmla="*/ 2147483646 h 57"/>
                <a:gd name="T78" fmla="*/ 2147483646 w 57"/>
                <a:gd name="T79" fmla="*/ 2147483646 h 57"/>
                <a:gd name="T80" fmla="*/ 2147483646 w 57"/>
                <a:gd name="T81" fmla="*/ 2147483646 h 57"/>
                <a:gd name="T82" fmla="*/ 2147483646 w 57"/>
                <a:gd name="T83" fmla="*/ 2147483646 h 57"/>
                <a:gd name="T84" fmla="*/ 2147483646 w 57"/>
                <a:gd name="T85" fmla="*/ 2147483646 h 57"/>
                <a:gd name="T86" fmla="*/ 2147483646 w 57"/>
                <a:gd name="T87" fmla="*/ 2147483646 h 57"/>
                <a:gd name="T88" fmla="*/ 2147483646 w 57"/>
                <a:gd name="T89" fmla="*/ 2147483646 h 57"/>
                <a:gd name="T90" fmla="*/ 2147483646 w 57"/>
                <a:gd name="T91" fmla="*/ 2147483646 h 57"/>
                <a:gd name="T92" fmla="*/ 2147483646 w 57"/>
                <a:gd name="T93" fmla="*/ 2147483646 h 57"/>
                <a:gd name="T94" fmla="*/ 2147483646 w 57"/>
                <a:gd name="T95" fmla="*/ 2147483646 h 57"/>
                <a:gd name="T96" fmla="*/ 2147483646 w 57"/>
                <a:gd name="T97" fmla="*/ 2147483646 h 57"/>
                <a:gd name="T98" fmla="*/ 2147483646 w 57"/>
                <a:gd name="T99" fmla="*/ 2147483646 h 57"/>
                <a:gd name="T100" fmla="*/ 2147483646 w 57"/>
                <a:gd name="T101" fmla="*/ 2147483646 h 57"/>
                <a:gd name="T102" fmla="*/ 2147483646 w 57"/>
                <a:gd name="T103" fmla="*/ 2147483646 h 57"/>
                <a:gd name="T104" fmla="*/ 2147483646 w 57"/>
                <a:gd name="T105" fmla="*/ 2147483646 h 57"/>
                <a:gd name="T106" fmla="*/ 2147483646 w 57"/>
                <a:gd name="T107" fmla="*/ 2147483646 h 57"/>
                <a:gd name="T108" fmla="*/ 2147483646 w 57"/>
                <a:gd name="T109" fmla="*/ 2147483646 h 57"/>
                <a:gd name="T110" fmla="*/ 0 w 57"/>
                <a:gd name="T111" fmla="*/ 2147483646 h 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7"/>
                <a:gd name="T170" fmla="*/ 57 w 57"/>
                <a:gd name="T171" fmla="*/ 57 h 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7">
                  <a:moveTo>
                    <a:pt x="0" y="32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7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50" y="7"/>
                  </a:lnTo>
                  <a:lnTo>
                    <a:pt x="51" y="9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7" y="20"/>
                  </a:lnTo>
                  <a:lnTo>
                    <a:pt x="57" y="21"/>
                  </a:lnTo>
                  <a:lnTo>
                    <a:pt x="57" y="23"/>
                  </a:lnTo>
                  <a:lnTo>
                    <a:pt x="57" y="24"/>
                  </a:lnTo>
                  <a:lnTo>
                    <a:pt x="57" y="26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4" y="44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9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3"/>
                  </a:lnTo>
                  <a:lnTo>
                    <a:pt x="44" y="55"/>
                  </a:lnTo>
                  <a:lnTo>
                    <a:pt x="43" y="55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5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1" y="57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49"/>
                  </a:lnTo>
                  <a:lnTo>
                    <a:pt x="5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2" name="Freeform 12">
              <a:extLst>
                <a:ext uri="{FF2B5EF4-FFF2-40B4-BE49-F238E27FC236}">
                  <a16:creationId xmlns:a16="http://schemas.microsoft.com/office/drawing/2014/main" id="{662B3A00-FB3F-48F5-8F16-AE3B5379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5" y="2452688"/>
              <a:ext cx="136525" cy="68262"/>
            </a:xfrm>
            <a:custGeom>
              <a:avLst/>
              <a:gdLst>
                <a:gd name="T0" fmla="*/ 0 w 173"/>
                <a:gd name="T1" fmla="*/ 2147483646 h 86"/>
                <a:gd name="T2" fmla="*/ 2147483646 w 173"/>
                <a:gd name="T3" fmla="*/ 2147483646 h 86"/>
                <a:gd name="T4" fmla="*/ 0 w 173"/>
                <a:gd name="T5" fmla="*/ 0 h 86"/>
                <a:gd name="T6" fmla="*/ 0 w 173"/>
                <a:gd name="T7" fmla="*/ 2147483646 h 86"/>
                <a:gd name="T8" fmla="*/ 0 w 173"/>
                <a:gd name="T9" fmla="*/ 214748364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6"/>
                <a:gd name="T17" fmla="*/ 173 w 173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6">
                  <a:moveTo>
                    <a:pt x="0" y="86"/>
                  </a:moveTo>
                  <a:lnTo>
                    <a:pt x="173" y="57"/>
                  </a:lnTo>
                  <a:lnTo>
                    <a:pt x="0" y="0"/>
                  </a:lnTo>
                  <a:lnTo>
                    <a:pt x="0" y="57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3" name="Freeform 13">
              <a:extLst>
                <a:ext uri="{FF2B5EF4-FFF2-40B4-BE49-F238E27FC236}">
                  <a16:creationId xmlns:a16="http://schemas.microsoft.com/office/drawing/2014/main" id="{E28C7CA6-9A15-4F0D-9399-B52F1EA6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725" y="2498725"/>
              <a:ext cx="1300163" cy="1117600"/>
            </a:xfrm>
            <a:custGeom>
              <a:avLst/>
              <a:gdLst>
                <a:gd name="T0" fmla="*/ 2147483646 w 1638"/>
                <a:gd name="T1" fmla="*/ 0 h 1408"/>
                <a:gd name="T2" fmla="*/ 0 w 1638"/>
                <a:gd name="T3" fmla="*/ 0 h 1408"/>
                <a:gd name="T4" fmla="*/ 0 w 1638"/>
                <a:gd name="T5" fmla="*/ 2147483646 h 1408"/>
                <a:gd name="T6" fmla="*/ 2147483646 w 1638"/>
                <a:gd name="T7" fmla="*/ 2147483646 h 140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38"/>
                <a:gd name="T13" fmla="*/ 0 h 1408"/>
                <a:gd name="T14" fmla="*/ 1638 w 1638"/>
                <a:gd name="T15" fmla="*/ 1408 h 140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38" h="1408">
                  <a:moveTo>
                    <a:pt x="173" y="0"/>
                  </a:moveTo>
                  <a:lnTo>
                    <a:pt x="0" y="0"/>
                  </a:lnTo>
                  <a:lnTo>
                    <a:pt x="0" y="1408"/>
                  </a:lnTo>
                  <a:lnTo>
                    <a:pt x="1638" y="140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4" name="Freeform 14">
              <a:extLst>
                <a:ext uri="{FF2B5EF4-FFF2-40B4-BE49-F238E27FC236}">
                  <a16:creationId xmlns:a16="http://schemas.microsoft.com/office/drawing/2014/main" id="{98FA1DFD-D689-4AD4-B3FA-A26B5AD6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5" y="2133600"/>
              <a:ext cx="136525" cy="68263"/>
            </a:xfrm>
            <a:custGeom>
              <a:avLst/>
              <a:gdLst>
                <a:gd name="T0" fmla="*/ 0 w 173"/>
                <a:gd name="T1" fmla="*/ 2147483646 h 86"/>
                <a:gd name="T2" fmla="*/ 2147483646 w 173"/>
                <a:gd name="T3" fmla="*/ 2147483646 h 86"/>
                <a:gd name="T4" fmla="*/ 0 w 173"/>
                <a:gd name="T5" fmla="*/ 0 h 86"/>
                <a:gd name="T6" fmla="*/ 0 w 173"/>
                <a:gd name="T7" fmla="*/ 2147483646 h 86"/>
                <a:gd name="T8" fmla="*/ 0 w 173"/>
                <a:gd name="T9" fmla="*/ 214748364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6"/>
                <a:gd name="T17" fmla="*/ 173 w 173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6">
                  <a:moveTo>
                    <a:pt x="0" y="86"/>
                  </a:moveTo>
                  <a:lnTo>
                    <a:pt x="173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5" name="Freeform 15">
              <a:extLst>
                <a:ext uri="{FF2B5EF4-FFF2-40B4-BE49-F238E27FC236}">
                  <a16:creationId xmlns:a16="http://schemas.microsoft.com/office/drawing/2014/main" id="{EFF72796-030E-496C-A201-E808EF974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050" y="2155825"/>
              <a:ext cx="1620838" cy="2760663"/>
            </a:xfrm>
            <a:custGeom>
              <a:avLst/>
              <a:gdLst>
                <a:gd name="T0" fmla="*/ 2147483646 w 2040"/>
                <a:gd name="T1" fmla="*/ 0 h 3477"/>
                <a:gd name="T2" fmla="*/ 0 w 2040"/>
                <a:gd name="T3" fmla="*/ 0 h 3477"/>
                <a:gd name="T4" fmla="*/ 0 w 2040"/>
                <a:gd name="T5" fmla="*/ 2147483646 h 3477"/>
                <a:gd name="T6" fmla="*/ 2147483646 w 2040"/>
                <a:gd name="T7" fmla="*/ 2147483646 h 34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40"/>
                <a:gd name="T13" fmla="*/ 0 h 3477"/>
                <a:gd name="T14" fmla="*/ 2040 w 2040"/>
                <a:gd name="T15" fmla="*/ 3477 h 34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40" h="3477">
                  <a:moveTo>
                    <a:pt x="575" y="0"/>
                  </a:moveTo>
                  <a:lnTo>
                    <a:pt x="0" y="0"/>
                  </a:lnTo>
                  <a:lnTo>
                    <a:pt x="0" y="3477"/>
                  </a:lnTo>
                  <a:lnTo>
                    <a:pt x="2040" y="34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6" name="Rectangle 16">
              <a:extLst>
                <a:ext uri="{FF2B5EF4-FFF2-40B4-BE49-F238E27FC236}">
                  <a16:creationId xmlns:a16="http://schemas.microsoft.com/office/drawing/2014/main" id="{BE96ACDA-73A2-4422-B71E-733ABE45B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3387725"/>
              <a:ext cx="638175" cy="479425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7" name="Freeform 17">
              <a:extLst>
                <a:ext uri="{FF2B5EF4-FFF2-40B4-BE49-F238E27FC236}">
                  <a16:creationId xmlns:a16="http://schemas.microsoft.com/office/drawing/2014/main" id="{1BD14D15-3A13-47EB-B1F8-B2B125A1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3502025"/>
              <a:ext cx="228600" cy="228600"/>
            </a:xfrm>
            <a:custGeom>
              <a:avLst/>
              <a:gdLst>
                <a:gd name="T0" fmla="*/ 2147483646 w 288"/>
                <a:gd name="T1" fmla="*/ 2147483646 h 288"/>
                <a:gd name="T2" fmla="*/ 0 w 288"/>
                <a:gd name="T3" fmla="*/ 2147483646 h 288"/>
                <a:gd name="T4" fmla="*/ 2147483646 w 288"/>
                <a:gd name="T5" fmla="*/ 0 h 288"/>
                <a:gd name="T6" fmla="*/ 2147483646 w 288"/>
                <a:gd name="T7" fmla="*/ 2147483646 h 2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8"/>
                <a:gd name="T13" fmla="*/ 0 h 288"/>
                <a:gd name="T14" fmla="*/ 288 w 288"/>
                <a:gd name="T15" fmla="*/ 288 h 2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8" h="288">
                  <a:moveTo>
                    <a:pt x="288" y="288"/>
                  </a:moveTo>
                  <a:lnTo>
                    <a:pt x="0" y="288"/>
                  </a:lnTo>
                  <a:lnTo>
                    <a:pt x="144" y="0"/>
                  </a:lnTo>
                  <a:lnTo>
                    <a:pt x="288" y="288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38" name="Rectangle 18">
              <a:extLst>
                <a:ext uri="{FF2B5EF4-FFF2-40B4-BE49-F238E27FC236}">
                  <a16:creationId xmlns:a16="http://schemas.microsoft.com/office/drawing/2014/main" id="{647153FD-6148-47CF-A3CC-D30C0519D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4665663"/>
              <a:ext cx="638175" cy="479425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39" name="Freeform 19">
              <a:extLst>
                <a:ext uri="{FF2B5EF4-FFF2-40B4-BE49-F238E27FC236}">
                  <a16:creationId xmlns:a16="http://schemas.microsoft.com/office/drawing/2014/main" id="{2A840BBE-B30D-4B49-BD6C-50B9DEDE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4802188"/>
              <a:ext cx="228600" cy="228600"/>
            </a:xfrm>
            <a:custGeom>
              <a:avLst/>
              <a:gdLst>
                <a:gd name="T0" fmla="*/ 2147483646 w 288"/>
                <a:gd name="T1" fmla="*/ 2147483646 h 287"/>
                <a:gd name="T2" fmla="*/ 0 w 288"/>
                <a:gd name="T3" fmla="*/ 2147483646 h 287"/>
                <a:gd name="T4" fmla="*/ 2147483646 w 288"/>
                <a:gd name="T5" fmla="*/ 0 h 287"/>
                <a:gd name="T6" fmla="*/ 2147483646 w 288"/>
                <a:gd name="T7" fmla="*/ 2147483646 h 28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8"/>
                <a:gd name="T13" fmla="*/ 0 h 287"/>
                <a:gd name="T14" fmla="*/ 288 w 288"/>
                <a:gd name="T15" fmla="*/ 287 h 28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8" h="287">
                  <a:moveTo>
                    <a:pt x="288" y="287"/>
                  </a:moveTo>
                  <a:lnTo>
                    <a:pt x="0" y="287"/>
                  </a:lnTo>
                  <a:lnTo>
                    <a:pt x="144" y="0"/>
                  </a:lnTo>
                  <a:lnTo>
                    <a:pt x="288" y="287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0" name="Freeform 20">
              <a:extLst>
                <a:ext uri="{FF2B5EF4-FFF2-40B4-BE49-F238E27FC236}">
                  <a16:creationId xmlns:a16="http://schemas.microsoft.com/office/drawing/2014/main" id="{A07FA3D6-77A9-4B6B-85FD-687EDDBB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117975"/>
              <a:ext cx="44450" cy="23813"/>
            </a:xfrm>
            <a:custGeom>
              <a:avLst/>
              <a:gdLst>
                <a:gd name="T0" fmla="*/ 0 w 58"/>
                <a:gd name="T1" fmla="*/ 2147483646 h 29"/>
                <a:gd name="T2" fmla="*/ 2147483646 w 58"/>
                <a:gd name="T3" fmla="*/ 2147483646 h 29"/>
                <a:gd name="T4" fmla="*/ 2147483646 w 58"/>
                <a:gd name="T5" fmla="*/ 2147483646 h 29"/>
                <a:gd name="T6" fmla="*/ 2147483646 w 58"/>
                <a:gd name="T7" fmla="*/ 2147483646 h 29"/>
                <a:gd name="T8" fmla="*/ 2147483646 w 58"/>
                <a:gd name="T9" fmla="*/ 2147483646 h 29"/>
                <a:gd name="T10" fmla="*/ 2147483646 w 58"/>
                <a:gd name="T11" fmla="*/ 2147483646 h 29"/>
                <a:gd name="T12" fmla="*/ 2147483646 w 58"/>
                <a:gd name="T13" fmla="*/ 2147483646 h 29"/>
                <a:gd name="T14" fmla="*/ 2147483646 w 58"/>
                <a:gd name="T15" fmla="*/ 2147483646 h 29"/>
                <a:gd name="T16" fmla="*/ 2147483646 w 58"/>
                <a:gd name="T17" fmla="*/ 2147483646 h 29"/>
                <a:gd name="T18" fmla="*/ 2147483646 w 58"/>
                <a:gd name="T19" fmla="*/ 0 h 29"/>
                <a:gd name="T20" fmla="*/ 2147483646 w 58"/>
                <a:gd name="T21" fmla="*/ 0 h 29"/>
                <a:gd name="T22" fmla="*/ 2147483646 w 58"/>
                <a:gd name="T23" fmla="*/ 0 h 29"/>
                <a:gd name="T24" fmla="*/ 2147483646 w 58"/>
                <a:gd name="T25" fmla="*/ 0 h 29"/>
                <a:gd name="T26" fmla="*/ 2147483646 w 58"/>
                <a:gd name="T27" fmla="*/ 2147483646 h 29"/>
                <a:gd name="T28" fmla="*/ 2147483646 w 58"/>
                <a:gd name="T29" fmla="*/ 2147483646 h 29"/>
                <a:gd name="T30" fmla="*/ 2147483646 w 58"/>
                <a:gd name="T31" fmla="*/ 2147483646 h 29"/>
                <a:gd name="T32" fmla="*/ 2147483646 w 58"/>
                <a:gd name="T33" fmla="*/ 2147483646 h 29"/>
                <a:gd name="T34" fmla="*/ 2147483646 w 58"/>
                <a:gd name="T35" fmla="*/ 2147483646 h 29"/>
                <a:gd name="T36" fmla="*/ 2147483646 w 58"/>
                <a:gd name="T37" fmla="*/ 2147483646 h 29"/>
                <a:gd name="T38" fmla="*/ 2147483646 w 58"/>
                <a:gd name="T39" fmla="*/ 2147483646 h 29"/>
                <a:gd name="T40" fmla="*/ 2147483646 w 58"/>
                <a:gd name="T41" fmla="*/ 2147483646 h 29"/>
                <a:gd name="T42" fmla="*/ 2147483646 w 58"/>
                <a:gd name="T43" fmla="*/ 2147483646 h 29"/>
                <a:gd name="T44" fmla="*/ 2147483646 w 58"/>
                <a:gd name="T45" fmla="*/ 2147483646 h 29"/>
                <a:gd name="T46" fmla="*/ 2147483646 w 58"/>
                <a:gd name="T47" fmla="*/ 2147483646 h 29"/>
                <a:gd name="T48" fmla="*/ 2147483646 w 58"/>
                <a:gd name="T49" fmla="*/ 2147483646 h 29"/>
                <a:gd name="T50" fmla="*/ 2147483646 w 58"/>
                <a:gd name="T51" fmla="*/ 2147483646 h 29"/>
                <a:gd name="T52" fmla="*/ 2147483646 w 58"/>
                <a:gd name="T53" fmla="*/ 2147483646 h 29"/>
                <a:gd name="T54" fmla="*/ 2147483646 w 58"/>
                <a:gd name="T55" fmla="*/ 2147483646 h 29"/>
                <a:gd name="T56" fmla="*/ 2147483646 w 58"/>
                <a:gd name="T57" fmla="*/ 2147483646 h 29"/>
                <a:gd name="T58" fmla="*/ 2147483646 w 58"/>
                <a:gd name="T59" fmla="*/ 2147483646 h 29"/>
                <a:gd name="T60" fmla="*/ 2147483646 w 58"/>
                <a:gd name="T61" fmla="*/ 2147483646 h 29"/>
                <a:gd name="T62" fmla="*/ 2147483646 w 58"/>
                <a:gd name="T63" fmla="*/ 2147483646 h 29"/>
                <a:gd name="T64" fmla="*/ 2147483646 w 58"/>
                <a:gd name="T65" fmla="*/ 2147483646 h 29"/>
                <a:gd name="T66" fmla="*/ 2147483646 w 58"/>
                <a:gd name="T67" fmla="*/ 2147483646 h 29"/>
                <a:gd name="T68" fmla="*/ 2147483646 w 58"/>
                <a:gd name="T69" fmla="*/ 2147483646 h 29"/>
                <a:gd name="T70" fmla="*/ 2147483646 w 58"/>
                <a:gd name="T71" fmla="*/ 2147483646 h 29"/>
                <a:gd name="T72" fmla="*/ 2147483646 w 58"/>
                <a:gd name="T73" fmla="*/ 2147483646 h 29"/>
                <a:gd name="T74" fmla="*/ 2147483646 w 58"/>
                <a:gd name="T75" fmla="*/ 2147483646 h 29"/>
                <a:gd name="T76" fmla="*/ 2147483646 w 58"/>
                <a:gd name="T77" fmla="*/ 2147483646 h 29"/>
                <a:gd name="T78" fmla="*/ 2147483646 w 58"/>
                <a:gd name="T79" fmla="*/ 2147483646 h 29"/>
                <a:gd name="T80" fmla="*/ 2147483646 w 58"/>
                <a:gd name="T81" fmla="*/ 2147483646 h 29"/>
                <a:gd name="T82" fmla="*/ 2147483646 w 58"/>
                <a:gd name="T83" fmla="*/ 2147483646 h 29"/>
                <a:gd name="T84" fmla="*/ 2147483646 w 58"/>
                <a:gd name="T85" fmla="*/ 2147483646 h 29"/>
                <a:gd name="T86" fmla="*/ 2147483646 w 58"/>
                <a:gd name="T87" fmla="*/ 2147483646 h 29"/>
                <a:gd name="T88" fmla="*/ 2147483646 w 58"/>
                <a:gd name="T89" fmla="*/ 2147483646 h 29"/>
                <a:gd name="T90" fmla="*/ 2147483646 w 58"/>
                <a:gd name="T91" fmla="*/ 2147483646 h 29"/>
                <a:gd name="T92" fmla="*/ 2147483646 w 58"/>
                <a:gd name="T93" fmla="*/ 2147483646 h 29"/>
                <a:gd name="T94" fmla="*/ 2147483646 w 58"/>
                <a:gd name="T95" fmla="*/ 2147483646 h 29"/>
                <a:gd name="T96" fmla="*/ 2147483646 w 58"/>
                <a:gd name="T97" fmla="*/ 2147483646 h 29"/>
                <a:gd name="T98" fmla="*/ 2147483646 w 58"/>
                <a:gd name="T99" fmla="*/ 2147483646 h 29"/>
                <a:gd name="T100" fmla="*/ 2147483646 w 58"/>
                <a:gd name="T101" fmla="*/ 2147483646 h 29"/>
                <a:gd name="T102" fmla="*/ 2147483646 w 58"/>
                <a:gd name="T103" fmla="*/ 2147483646 h 29"/>
                <a:gd name="T104" fmla="*/ 2147483646 w 58"/>
                <a:gd name="T105" fmla="*/ 2147483646 h 29"/>
                <a:gd name="T106" fmla="*/ 2147483646 w 58"/>
                <a:gd name="T107" fmla="*/ 2147483646 h 29"/>
                <a:gd name="T108" fmla="*/ 2147483646 w 58"/>
                <a:gd name="T109" fmla="*/ 2147483646 h 29"/>
                <a:gd name="T110" fmla="*/ 0 w 58"/>
                <a:gd name="T111" fmla="*/ 2147483646 h 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8"/>
                <a:gd name="T169" fmla="*/ 0 h 29"/>
                <a:gd name="T170" fmla="*/ 58 w 58"/>
                <a:gd name="T171" fmla="*/ 29 h 2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8" h="29">
                  <a:moveTo>
                    <a:pt x="0" y="3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8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3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9" y="6"/>
                  </a:lnTo>
                  <a:lnTo>
                    <a:pt x="50" y="8"/>
                  </a:lnTo>
                  <a:lnTo>
                    <a:pt x="52" y="9"/>
                  </a:lnTo>
                  <a:lnTo>
                    <a:pt x="53" y="10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5" y="13"/>
                  </a:lnTo>
                  <a:lnTo>
                    <a:pt x="56" y="15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58" y="19"/>
                  </a:lnTo>
                  <a:lnTo>
                    <a:pt x="58" y="21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58" y="26"/>
                  </a:lnTo>
                  <a:lnTo>
                    <a:pt x="58" y="3"/>
                  </a:lnTo>
                  <a:lnTo>
                    <a:pt x="58" y="5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5" y="16"/>
                  </a:lnTo>
                  <a:lnTo>
                    <a:pt x="53" y="18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0" y="22"/>
                  </a:lnTo>
                  <a:lnTo>
                    <a:pt x="49" y="22"/>
                  </a:lnTo>
                  <a:lnTo>
                    <a:pt x="49" y="23"/>
                  </a:lnTo>
                  <a:lnTo>
                    <a:pt x="47" y="23"/>
                  </a:lnTo>
                  <a:lnTo>
                    <a:pt x="46" y="25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6" y="29"/>
                  </a:lnTo>
                  <a:lnTo>
                    <a:pt x="35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26" y="29"/>
                  </a:lnTo>
                  <a:lnTo>
                    <a:pt x="24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2" y="28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7" y="21"/>
                  </a:lnTo>
                  <a:lnTo>
                    <a:pt x="6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1" name="Freeform 21">
              <a:extLst>
                <a:ext uri="{FF2B5EF4-FFF2-40B4-BE49-F238E27FC236}">
                  <a16:creationId xmlns:a16="http://schemas.microsoft.com/office/drawing/2014/main" id="{4E36276D-3CB9-4AB2-9953-B9BC9C4D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254500"/>
              <a:ext cx="44450" cy="23813"/>
            </a:xfrm>
            <a:custGeom>
              <a:avLst/>
              <a:gdLst>
                <a:gd name="T0" fmla="*/ 0 w 58"/>
                <a:gd name="T1" fmla="*/ 2147483646 h 29"/>
                <a:gd name="T2" fmla="*/ 2147483646 w 58"/>
                <a:gd name="T3" fmla="*/ 2147483646 h 29"/>
                <a:gd name="T4" fmla="*/ 2147483646 w 58"/>
                <a:gd name="T5" fmla="*/ 2147483646 h 29"/>
                <a:gd name="T6" fmla="*/ 2147483646 w 58"/>
                <a:gd name="T7" fmla="*/ 2147483646 h 29"/>
                <a:gd name="T8" fmla="*/ 2147483646 w 58"/>
                <a:gd name="T9" fmla="*/ 2147483646 h 29"/>
                <a:gd name="T10" fmla="*/ 2147483646 w 58"/>
                <a:gd name="T11" fmla="*/ 2147483646 h 29"/>
                <a:gd name="T12" fmla="*/ 2147483646 w 58"/>
                <a:gd name="T13" fmla="*/ 2147483646 h 29"/>
                <a:gd name="T14" fmla="*/ 2147483646 w 58"/>
                <a:gd name="T15" fmla="*/ 2147483646 h 29"/>
                <a:gd name="T16" fmla="*/ 2147483646 w 58"/>
                <a:gd name="T17" fmla="*/ 2147483646 h 29"/>
                <a:gd name="T18" fmla="*/ 2147483646 w 58"/>
                <a:gd name="T19" fmla="*/ 0 h 29"/>
                <a:gd name="T20" fmla="*/ 2147483646 w 58"/>
                <a:gd name="T21" fmla="*/ 0 h 29"/>
                <a:gd name="T22" fmla="*/ 2147483646 w 58"/>
                <a:gd name="T23" fmla="*/ 0 h 29"/>
                <a:gd name="T24" fmla="*/ 2147483646 w 58"/>
                <a:gd name="T25" fmla="*/ 0 h 29"/>
                <a:gd name="T26" fmla="*/ 2147483646 w 58"/>
                <a:gd name="T27" fmla="*/ 2147483646 h 29"/>
                <a:gd name="T28" fmla="*/ 2147483646 w 58"/>
                <a:gd name="T29" fmla="*/ 2147483646 h 29"/>
                <a:gd name="T30" fmla="*/ 2147483646 w 58"/>
                <a:gd name="T31" fmla="*/ 2147483646 h 29"/>
                <a:gd name="T32" fmla="*/ 2147483646 w 58"/>
                <a:gd name="T33" fmla="*/ 2147483646 h 29"/>
                <a:gd name="T34" fmla="*/ 2147483646 w 58"/>
                <a:gd name="T35" fmla="*/ 2147483646 h 29"/>
                <a:gd name="T36" fmla="*/ 2147483646 w 58"/>
                <a:gd name="T37" fmla="*/ 2147483646 h 29"/>
                <a:gd name="T38" fmla="*/ 2147483646 w 58"/>
                <a:gd name="T39" fmla="*/ 2147483646 h 29"/>
                <a:gd name="T40" fmla="*/ 2147483646 w 58"/>
                <a:gd name="T41" fmla="*/ 2147483646 h 29"/>
                <a:gd name="T42" fmla="*/ 2147483646 w 58"/>
                <a:gd name="T43" fmla="*/ 2147483646 h 29"/>
                <a:gd name="T44" fmla="*/ 2147483646 w 58"/>
                <a:gd name="T45" fmla="*/ 2147483646 h 29"/>
                <a:gd name="T46" fmla="*/ 2147483646 w 58"/>
                <a:gd name="T47" fmla="*/ 2147483646 h 29"/>
                <a:gd name="T48" fmla="*/ 2147483646 w 58"/>
                <a:gd name="T49" fmla="*/ 2147483646 h 29"/>
                <a:gd name="T50" fmla="*/ 2147483646 w 58"/>
                <a:gd name="T51" fmla="*/ 2147483646 h 29"/>
                <a:gd name="T52" fmla="*/ 2147483646 w 58"/>
                <a:gd name="T53" fmla="*/ 2147483646 h 29"/>
                <a:gd name="T54" fmla="*/ 2147483646 w 58"/>
                <a:gd name="T55" fmla="*/ 2147483646 h 29"/>
                <a:gd name="T56" fmla="*/ 2147483646 w 58"/>
                <a:gd name="T57" fmla="*/ 2147483646 h 29"/>
                <a:gd name="T58" fmla="*/ 2147483646 w 58"/>
                <a:gd name="T59" fmla="*/ 2147483646 h 29"/>
                <a:gd name="T60" fmla="*/ 2147483646 w 58"/>
                <a:gd name="T61" fmla="*/ 2147483646 h 29"/>
                <a:gd name="T62" fmla="*/ 2147483646 w 58"/>
                <a:gd name="T63" fmla="*/ 2147483646 h 29"/>
                <a:gd name="T64" fmla="*/ 2147483646 w 58"/>
                <a:gd name="T65" fmla="*/ 2147483646 h 29"/>
                <a:gd name="T66" fmla="*/ 2147483646 w 58"/>
                <a:gd name="T67" fmla="*/ 2147483646 h 29"/>
                <a:gd name="T68" fmla="*/ 2147483646 w 58"/>
                <a:gd name="T69" fmla="*/ 2147483646 h 29"/>
                <a:gd name="T70" fmla="*/ 2147483646 w 58"/>
                <a:gd name="T71" fmla="*/ 2147483646 h 29"/>
                <a:gd name="T72" fmla="*/ 2147483646 w 58"/>
                <a:gd name="T73" fmla="*/ 2147483646 h 29"/>
                <a:gd name="T74" fmla="*/ 2147483646 w 58"/>
                <a:gd name="T75" fmla="*/ 2147483646 h 29"/>
                <a:gd name="T76" fmla="*/ 2147483646 w 58"/>
                <a:gd name="T77" fmla="*/ 2147483646 h 29"/>
                <a:gd name="T78" fmla="*/ 2147483646 w 58"/>
                <a:gd name="T79" fmla="*/ 2147483646 h 29"/>
                <a:gd name="T80" fmla="*/ 2147483646 w 58"/>
                <a:gd name="T81" fmla="*/ 2147483646 h 29"/>
                <a:gd name="T82" fmla="*/ 2147483646 w 58"/>
                <a:gd name="T83" fmla="*/ 2147483646 h 29"/>
                <a:gd name="T84" fmla="*/ 2147483646 w 58"/>
                <a:gd name="T85" fmla="*/ 2147483646 h 29"/>
                <a:gd name="T86" fmla="*/ 2147483646 w 58"/>
                <a:gd name="T87" fmla="*/ 2147483646 h 29"/>
                <a:gd name="T88" fmla="*/ 2147483646 w 58"/>
                <a:gd name="T89" fmla="*/ 2147483646 h 29"/>
                <a:gd name="T90" fmla="*/ 2147483646 w 58"/>
                <a:gd name="T91" fmla="*/ 2147483646 h 29"/>
                <a:gd name="T92" fmla="*/ 2147483646 w 58"/>
                <a:gd name="T93" fmla="*/ 2147483646 h 29"/>
                <a:gd name="T94" fmla="*/ 2147483646 w 58"/>
                <a:gd name="T95" fmla="*/ 2147483646 h 29"/>
                <a:gd name="T96" fmla="*/ 2147483646 w 58"/>
                <a:gd name="T97" fmla="*/ 2147483646 h 29"/>
                <a:gd name="T98" fmla="*/ 2147483646 w 58"/>
                <a:gd name="T99" fmla="*/ 2147483646 h 29"/>
                <a:gd name="T100" fmla="*/ 2147483646 w 58"/>
                <a:gd name="T101" fmla="*/ 2147483646 h 29"/>
                <a:gd name="T102" fmla="*/ 2147483646 w 58"/>
                <a:gd name="T103" fmla="*/ 2147483646 h 29"/>
                <a:gd name="T104" fmla="*/ 2147483646 w 58"/>
                <a:gd name="T105" fmla="*/ 2147483646 h 29"/>
                <a:gd name="T106" fmla="*/ 2147483646 w 58"/>
                <a:gd name="T107" fmla="*/ 2147483646 h 29"/>
                <a:gd name="T108" fmla="*/ 2147483646 w 58"/>
                <a:gd name="T109" fmla="*/ 2147483646 h 29"/>
                <a:gd name="T110" fmla="*/ 0 w 58"/>
                <a:gd name="T111" fmla="*/ 2147483646 h 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8"/>
                <a:gd name="T169" fmla="*/ 0 h 29"/>
                <a:gd name="T170" fmla="*/ 58 w 58"/>
                <a:gd name="T171" fmla="*/ 29 h 2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8" h="29">
                  <a:moveTo>
                    <a:pt x="0" y="3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4" y="11"/>
                  </a:lnTo>
                  <a:lnTo>
                    <a:pt x="6" y="10"/>
                  </a:lnTo>
                  <a:lnTo>
                    <a:pt x="6" y="8"/>
                  </a:lnTo>
                  <a:lnTo>
                    <a:pt x="7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0" y="1"/>
                  </a:lnTo>
                  <a:lnTo>
                    <a:pt x="42" y="1"/>
                  </a:lnTo>
                  <a:lnTo>
                    <a:pt x="43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9" y="6"/>
                  </a:lnTo>
                  <a:lnTo>
                    <a:pt x="50" y="7"/>
                  </a:lnTo>
                  <a:lnTo>
                    <a:pt x="52" y="8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5" y="11"/>
                  </a:lnTo>
                  <a:lnTo>
                    <a:pt x="55" y="13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8" y="19"/>
                  </a:lnTo>
                  <a:lnTo>
                    <a:pt x="58" y="20"/>
                  </a:lnTo>
                  <a:lnTo>
                    <a:pt x="58" y="21"/>
                  </a:lnTo>
                  <a:lnTo>
                    <a:pt x="58" y="23"/>
                  </a:lnTo>
                  <a:lnTo>
                    <a:pt x="58" y="24"/>
                  </a:lnTo>
                  <a:lnTo>
                    <a:pt x="58" y="26"/>
                  </a:lnTo>
                  <a:lnTo>
                    <a:pt x="58" y="3"/>
                  </a:lnTo>
                  <a:lnTo>
                    <a:pt x="58" y="4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8" y="8"/>
                  </a:lnTo>
                  <a:lnTo>
                    <a:pt x="56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6" y="14"/>
                  </a:lnTo>
                  <a:lnTo>
                    <a:pt x="55" y="16"/>
                  </a:lnTo>
                  <a:lnTo>
                    <a:pt x="53" y="17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0" y="21"/>
                  </a:lnTo>
                  <a:lnTo>
                    <a:pt x="49" y="21"/>
                  </a:lnTo>
                  <a:lnTo>
                    <a:pt x="49" y="23"/>
                  </a:lnTo>
                  <a:lnTo>
                    <a:pt x="47" y="23"/>
                  </a:lnTo>
                  <a:lnTo>
                    <a:pt x="46" y="24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36" y="29"/>
                  </a:lnTo>
                  <a:lnTo>
                    <a:pt x="35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26" y="29"/>
                  </a:lnTo>
                  <a:lnTo>
                    <a:pt x="24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2" y="27"/>
                  </a:lnTo>
                  <a:lnTo>
                    <a:pt x="20" y="27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0" y="23"/>
                  </a:lnTo>
                  <a:lnTo>
                    <a:pt x="9" y="21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2" name="Freeform 22">
              <a:extLst>
                <a:ext uri="{FF2B5EF4-FFF2-40B4-BE49-F238E27FC236}">
                  <a16:creationId xmlns:a16="http://schemas.microsoft.com/office/drawing/2014/main" id="{8D86AA56-8605-47DE-B05A-3C1B71AF8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392613"/>
              <a:ext cx="44450" cy="22225"/>
            </a:xfrm>
            <a:custGeom>
              <a:avLst/>
              <a:gdLst>
                <a:gd name="T0" fmla="*/ 0 w 58"/>
                <a:gd name="T1" fmla="*/ 2147483646 h 29"/>
                <a:gd name="T2" fmla="*/ 2147483646 w 58"/>
                <a:gd name="T3" fmla="*/ 2147483646 h 29"/>
                <a:gd name="T4" fmla="*/ 2147483646 w 58"/>
                <a:gd name="T5" fmla="*/ 2147483646 h 29"/>
                <a:gd name="T6" fmla="*/ 2147483646 w 58"/>
                <a:gd name="T7" fmla="*/ 2147483646 h 29"/>
                <a:gd name="T8" fmla="*/ 2147483646 w 58"/>
                <a:gd name="T9" fmla="*/ 2147483646 h 29"/>
                <a:gd name="T10" fmla="*/ 2147483646 w 58"/>
                <a:gd name="T11" fmla="*/ 2147483646 h 29"/>
                <a:gd name="T12" fmla="*/ 2147483646 w 58"/>
                <a:gd name="T13" fmla="*/ 2147483646 h 29"/>
                <a:gd name="T14" fmla="*/ 2147483646 w 58"/>
                <a:gd name="T15" fmla="*/ 2147483646 h 29"/>
                <a:gd name="T16" fmla="*/ 2147483646 w 58"/>
                <a:gd name="T17" fmla="*/ 2147483646 h 29"/>
                <a:gd name="T18" fmla="*/ 2147483646 w 58"/>
                <a:gd name="T19" fmla="*/ 0 h 29"/>
                <a:gd name="T20" fmla="*/ 2147483646 w 58"/>
                <a:gd name="T21" fmla="*/ 0 h 29"/>
                <a:gd name="T22" fmla="*/ 2147483646 w 58"/>
                <a:gd name="T23" fmla="*/ 0 h 29"/>
                <a:gd name="T24" fmla="*/ 2147483646 w 58"/>
                <a:gd name="T25" fmla="*/ 0 h 29"/>
                <a:gd name="T26" fmla="*/ 2147483646 w 58"/>
                <a:gd name="T27" fmla="*/ 2147483646 h 29"/>
                <a:gd name="T28" fmla="*/ 2147483646 w 58"/>
                <a:gd name="T29" fmla="*/ 2147483646 h 29"/>
                <a:gd name="T30" fmla="*/ 2147483646 w 58"/>
                <a:gd name="T31" fmla="*/ 2147483646 h 29"/>
                <a:gd name="T32" fmla="*/ 2147483646 w 58"/>
                <a:gd name="T33" fmla="*/ 2147483646 h 29"/>
                <a:gd name="T34" fmla="*/ 2147483646 w 58"/>
                <a:gd name="T35" fmla="*/ 2147483646 h 29"/>
                <a:gd name="T36" fmla="*/ 2147483646 w 58"/>
                <a:gd name="T37" fmla="*/ 2147483646 h 29"/>
                <a:gd name="T38" fmla="*/ 2147483646 w 58"/>
                <a:gd name="T39" fmla="*/ 2147483646 h 29"/>
                <a:gd name="T40" fmla="*/ 2147483646 w 58"/>
                <a:gd name="T41" fmla="*/ 2147483646 h 29"/>
                <a:gd name="T42" fmla="*/ 2147483646 w 58"/>
                <a:gd name="T43" fmla="*/ 2147483646 h 29"/>
                <a:gd name="T44" fmla="*/ 2147483646 w 58"/>
                <a:gd name="T45" fmla="*/ 2147483646 h 29"/>
                <a:gd name="T46" fmla="*/ 2147483646 w 58"/>
                <a:gd name="T47" fmla="*/ 2147483646 h 29"/>
                <a:gd name="T48" fmla="*/ 2147483646 w 58"/>
                <a:gd name="T49" fmla="*/ 2147483646 h 29"/>
                <a:gd name="T50" fmla="*/ 2147483646 w 58"/>
                <a:gd name="T51" fmla="*/ 2147483646 h 29"/>
                <a:gd name="T52" fmla="*/ 2147483646 w 58"/>
                <a:gd name="T53" fmla="*/ 2147483646 h 29"/>
                <a:gd name="T54" fmla="*/ 2147483646 w 58"/>
                <a:gd name="T55" fmla="*/ 2147483646 h 29"/>
                <a:gd name="T56" fmla="*/ 2147483646 w 58"/>
                <a:gd name="T57" fmla="*/ 2147483646 h 29"/>
                <a:gd name="T58" fmla="*/ 2147483646 w 58"/>
                <a:gd name="T59" fmla="*/ 2147483646 h 29"/>
                <a:gd name="T60" fmla="*/ 2147483646 w 58"/>
                <a:gd name="T61" fmla="*/ 2147483646 h 29"/>
                <a:gd name="T62" fmla="*/ 2147483646 w 58"/>
                <a:gd name="T63" fmla="*/ 2147483646 h 29"/>
                <a:gd name="T64" fmla="*/ 2147483646 w 58"/>
                <a:gd name="T65" fmla="*/ 2147483646 h 29"/>
                <a:gd name="T66" fmla="*/ 2147483646 w 58"/>
                <a:gd name="T67" fmla="*/ 2147483646 h 29"/>
                <a:gd name="T68" fmla="*/ 2147483646 w 58"/>
                <a:gd name="T69" fmla="*/ 2147483646 h 29"/>
                <a:gd name="T70" fmla="*/ 2147483646 w 58"/>
                <a:gd name="T71" fmla="*/ 2147483646 h 29"/>
                <a:gd name="T72" fmla="*/ 2147483646 w 58"/>
                <a:gd name="T73" fmla="*/ 2147483646 h 29"/>
                <a:gd name="T74" fmla="*/ 2147483646 w 58"/>
                <a:gd name="T75" fmla="*/ 2147483646 h 29"/>
                <a:gd name="T76" fmla="*/ 2147483646 w 58"/>
                <a:gd name="T77" fmla="*/ 2147483646 h 29"/>
                <a:gd name="T78" fmla="*/ 2147483646 w 58"/>
                <a:gd name="T79" fmla="*/ 2147483646 h 29"/>
                <a:gd name="T80" fmla="*/ 2147483646 w 58"/>
                <a:gd name="T81" fmla="*/ 2147483646 h 29"/>
                <a:gd name="T82" fmla="*/ 2147483646 w 58"/>
                <a:gd name="T83" fmla="*/ 2147483646 h 29"/>
                <a:gd name="T84" fmla="*/ 2147483646 w 58"/>
                <a:gd name="T85" fmla="*/ 2147483646 h 29"/>
                <a:gd name="T86" fmla="*/ 2147483646 w 58"/>
                <a:gd name="T87" fmla="*/ 2147483646 h 29"/>
                <a:gd name="T88" fmla="*/ 2147483646 w 58"/>
                <a:gd name="T89" fmla="*/ 2147483646 h 29"/>
                <a:gd name="T90" fmla="*/ 2147483646 w 58"/>
                <a:gd name="T91" fmla="*/ 2147483646 h 29"/>
                <a:gd name="T92" fmla="*/ 2147483646 w 58"/>
                <a:gd name="T93" fmla="*/ 2147483646 h 29"/>
                <a:gd name="T94" fmla="*/ 2147483646 w 58"/>
                <a:gd name="T95" fmla="*/ 2147483646 h 29"/>
                <a:gd name="T96" fmla="*/ 2147483646 w 58"/>
                <a:gd name="T97" fmla="*/ 2147483646 h 29"/>
                <a:gd name="T98" fmla="*/ 2147483646 w 58"/>
                <a:gd name="T99" fmla="*/ 2147483646 h 29"/>
                <a:gd name="T100" fmla="*/ 2147483646 w 58"/>
                <a:gd name="T101" fmla="*/ 2147483646 h 29"/>
                <a:gd name="T102" fmla="*/ 2147483646 w 58"/>
                <a:gd name="T103" fmla="*/ 2147483646 h 29"/>
                <a:gd name="T104" fmla="*/ 2147483646 w 58"/>
                <a:gd name="T105" fmla="*/ 2147483646 h 29"/>
                <a:gd name="T106" fmla="*/ 2147483646 w 58"/>
                <a:gd name="T107" fmla="*/ 2147483646 h 29"/>
                <a:gd name="T108" fmla="*/ 2147483646 w 58"/>
                <a:gd name="T109" fmla="*/ 2147483646 h 29"/>
                <a:gd name="T110" fmla="*/ 0 w 58"/>
                <a:gd name="T111" fmla="*/ 2147483646 h 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8"/>
                <a:gd name="T169" fmla="*/ 0 h 29"/>
                <a:gd name="T170" fmla="*/ 58 w 58"/>
                <a:gd name="T171" fmla="*/ 29 h 2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8" h="29">
                  <a:moveTo>
                    <a:pt x="0" y="3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3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9" y="6"/>
                  </a:lnTo>
                  <a:lnTo>
                    <a:pt x="50" y="7"/>
                  </a:lnTo>
                  <a:lnTo>
                    <a:pt x="52" y="9"/>
                  </a:lnTo>
                  <a:lnTo>
                    <a:pt x="53" y="10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5" y="13"/>
                  </a:lnTo>
                  <a:lnTo>
                    <a:pt x="56" y="15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58" y="19"/>
                  </a:lnTo>
                  <a:lnTo>
                    <a:pt x="58" y="20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58" y="26"/>
                  </a:lnTo>
                  <a:lnTo>
                    <a:pt x="58" y="3"/>
                  </a:lnTo>
                  <a:lnTo>
                    <a:pt x="58" y="5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8" y="9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5" y="16"/>
                  </a:lnTo>
                  <a:lnTo>
                    <a:pt x="53" y="18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49" y="22"/>
                  </a:lnTo>
                  <a:lnTo>
                    <a:pt x="49" y="23"/>
                  </a:lnTo>
                  <a:lnTo>
                    <a:pt x="47" y="23"/>
                  </a:lnTo>
                  <a:lnTo>
                    <a:pt x="46" y="25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6" y="29"/>
                  </a:lnTo>
                  <a:lnTo>
                    <a:pt x="35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26" y="29"/>
                  </a:lnTo>
                  <a:lnTo>
                    <a:pt x="24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2" y="28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3" name="Freeform 23">
              <a:extLst>
                <a:ext uri="{FF2B5EF4-FFF2-40B4-BE49-F238E27FC236}">
                  <a16:creationId xmlns:a16="http://schemas.microsoft.com/office/drawing/2014/main" id="{B39D5A56-ACFB-4755-9D91-38A1D51B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0" y="1176338"/>
              <a:ext cx="138113" cy="44450"/>
            </a:xfrm>
            <a:custGeom>
              <a:avLst/>
              <a:gdLst>
                <a:gd name="T0" fmla="*/ 0 w 172"/>
                <a:gd name="T1" fmla="*/ 2147483646 h 58"/>
                <a:gd name="T2" fmla="*/ 2147483646 w 172"/>
                <a:gd name="T3" fmla="*/ 2147483646 h 58"/>
                <a:gd name="T4" fmla="*/ 0 w 172"/>
                <a:gd name="T5" fmla="*/ 0 h 58"/>
                <a:gd name="T6" fmla="*/ 0 w 172"/>
                <a:gd name="T7" fmla="*/ 2147483646 h 58"/>
                <a:gd name="T8" fmla="*/ 0 w 172"/>
                <a:gd name="T9" fmla="*/ 214748364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2"/>
                <a:gd name="T16" fmla="*/ 0 h 58"/>
                <a:gd name="T17" fmla="*/ 172 w 172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2" h="58">
                  <a:moveTo>
                    <a:pt x="0" y="58"/>
                  </a:moveTo>
                  <a:lnTo>
                    <a:pt x="17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4" name="Line 24">
              <a:extLst>
                <a:ext uri="{FF2B5EF4-FFF2-40B4-BE49-F238E27FC236}">
                  <a16:creationId xmlns:a16="http://schemas.microsoft.com/office/drawing/2014/main" id="{6AA39EEA-60A5-4828-A5F4-D789032C04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53138" y="1198563"/>
              <a:ext cx="4556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5" name="Freeform 25">
              <a:extLst>
                <a:ext uri="{FF2B5EF4-FFF2-40B4-BE49-F238E27FC236}">
                  <a16:creationId xmlns:a16="http://schemas.microsoft.com/office/drawing/2014/main" id="{8DF3FCC4-7704-46AF-BB06-77784F5C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0" y="1814513"/>
              <a:ext cx="138113" cy="46037"/>
            </a:xfrm>
            <a:custGeom>
              <a:avLst/>
              <a:gdLst>
                <a:gd name="T0" fmla="*/ 0 w 172"/>
                <a:gd name="T1" fmla="*/ 2147483646 h 57"/>
                <a:gd name="T2" fmla="*/ 2147483646 w 172"/>
                <a:gd name="T3" fmla="*/ 2147483646 h 57"/>
                <a:gd name="T4" fmla="*/ 0 w 172"/>
                <a:gd name="T5" fmla="*/ 0 h 57"/>
                <a:gd name="T6" fmla="*/ 0 w 172"/>
                <a:gd name="T7" fmla="*/ 2147483646 h 57"/>
                <a:gd name="T8" fmla="*/ 0 w 172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2"/>
                <a:gd name="T16" fmla="*/ 0 h 57"/>
                <a:gd name="T17" fmla="*/ 172 w 172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2" h="57">
                  <a:moveTo>
                    <a:pt x="0" y="57"/>
                  </a:moveTo>
                  <a:lnTo>
                    <a:pt x="172" y="29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6" name="Line 26">
              <a:extLst>
                <a:ext uri="{FF2B5EF4-FFF2-40B4-BE49-F238E27FC236}">
                  <a16:creationId xmlns:a16="http://schemas.microsoft.com/office/drawing/2014/main" id="{1A217C53-2593-41BA-B654-8BEBF84B2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53138" y="1836738"/>
              <a:ext cx="455612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7" name="Freeform 27">
              <a:extLst>
                <a:ext uri="{FF2B5EF4-FFF2-40B4-BE49-F238E27FC236}">
                  <a16:creationId xmlns:a16="http://schemas.microsoft.com/office/drawing/2014/main" id="{96DA05DA-45D2-4657-9931-AB35565D9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4894263"/>
              <a:ext cx="160337" cy="44450"/>
            </a:xfrm>
            <a:custGeom>
              <a:avLst/>
              <a:gdLst>
                <a:gd name="T0" fmla="*/ 2147483646 w 201"/>
                <a:gd name="T1" fmla="*/ 0 h 57"/>
                <a:gd name="T2" fmla="*/ 0 w 201"/>
                <a:gd name="T3" fmla="*/ 2147483646 h 57"/>
                <a:gd name="T4" fmla="*/ 2147483646 w 201"/>
                <a:gd name="T5" fmla="*/ 2147483646 h 57"/>
                <a:gd name="T6" fmla="*/ 2147483646 w 201"/>
                <a:gd name="T7" fmla="*/ 2147483646 h 57"/>
                <a:gd name="T8" fmla="*/ 2147483646 w 20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"/>
                <a:gd name="T16" fmla="*/ 0 h 57"/>
                <a:gd name="T17" fmla="*/ 201 w 201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" h="57">
                  <a:moveTo>
                    <a:pt x="201" y="0"/>
                  </a:moveTo>
                  <a:lnTo>
                    <a:pt x="0" y="28"/>
                  </a:lnTo>
                  <a:lnTo>
                    <a:pt x="201" y="57"/>
                  </a:lnTo>
                  <a:lnTo>
                    <a:pt x="201" y="2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8" name="Freeform 28">
              <a:extLst>
                <a:ext uri="{FF2B5EF4-FFF2-40B4-BE49-F238E27FC236}">
                  <a16:creationId xmlns:a16="http://schemas.microsoft.com/office/drawing/2014/main" id="{A14801D2-4BBE-4654-87DE-5EF75479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25" y="2155825"/>
              <a:ext cx="1436688" cy="2760663"/>
            </a:xfrm>
            <a:custGeom>
              <a:avLst/>
              <a:gdLst>
                <a:gd name="T0" fmla="*/ 0 w 1811"/>
                <a:gd name="T1" fmla="*/ 2147483646 h 3477"/>
                <a:gd name="T2" fmla="*/ 2147483646 w 1811"/>
                <a:gd name="T3" fmla="*/ 2147483646 h 3477"/>
                <a:gd name="T4" fmla="*/ 2147483646 w 1811"/>
                <a:gd name="T5" fmla="*/ 0 h 3477"/>
                <a:gd name="T6" fmla="*/ 2147483646 w 1811"/>
                <a:gd name="T7" fmla="*/ 0 h 34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11"/>
                <a:gd name="T13" fmla="*/ 0 h 3477"/>
                <a:gd name="T14" fmla="*/ 1811 w 1811"/>
                <a:gd name="T15" fmla="*/ 3477 h 34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11" h="3477">
                  <a:moveTo>
                    <a:pt x="0" y="3477"/>
                  </a:moveTo>
                  <a:lnTo>
                    <a:pt x="1811" y="3477"/>
                  </a:lnTo>
                  <a:lnTo>
                    <a:pt x="1811" y="0"/>
                  </a:lnTo>
                  <a:lnTo>
                    <a:pt x="100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49" name="Freeform 29">
              <a:extLst>
                <a:ext uri="{FF2B5EF4-FFF2-40B4-BE49-F238E27FC236}">
                  <a16:creationId xmlns:a16="http://schemas.microsoft.com/office/drawing/2014/main" id="{B1F02FD7-8DE9-407F-BD21-ED7C5C3A7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3594100"/>
              <a:ext cx="160337" cy="44450"/>
            </a:xfrm>
            <a:custGeom>
              <a:avLst/>
              <a:gdLst>
                <a:gd name="T0" fmla="*/ 2147483646 w 201"/>
                <a:gd name="T1" fmla="*/ 0 h 58"/>
                <a:gd name="T2" fmla="*/ 0 w 201"/>
                <a:gd name="T3" fmla="*/ 2147483646 h 58"/>
                <a:gd name="T4" fmla="*/ 2147483646 w 201"/>
                <a:gd name="T5" fmla="*/ 2147483646 h 58"/>
                <a:gd name="T6" fmla="*/ 2147483646 w 201"/>
                <a:gd name="T7" fmla="*/ 2147483646 h 58"/>
                <a:gd name="T8" fmla="*/ 2147483646 w 20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"/>
                <a:gd name="T16" fmla="*/ 0 h 58"/>
                <a:gd name="T17" fmla="*/ 201 w 201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" h="58">
                  <a:moveTo>
                    <a:pt x="201" y="0"/>
                  </a:moveTo>
                  <a:lnTo>
                    <a:pt x="0" y="29"/>
                  </a:lnTo>
                  <a:lnTo>
                    <a:pt x="201" y="58"/>
                  </a:lnTo>
                  <a:lnTo>
                    <a:pt x="201" y="29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50" name="Freeform 30">
              <a:extLst>
                <a:ext uri="{FF2B5EF4-FFF2-40B4-BE49-F238E27FC236}">
                  <a16:creationId xmlns:a16="http://schemas.microsoft.com/office/drawing/2014/main" id="{825C93E2-AEBC-4D76-A11D-44860865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25" y="2498725"/>
              <a:ext cx="1117600" cy="1117600"/>
            </a:xfrm>
            <a:custGeom>
              <a:avLst/>
              <a:gdLst>
                <a:gd name="T0" fmla="*/ 0 w 1408"/>
                <a:gd name="T1" fmla="*/ 2147483646 h 1408"/>
                <a:gd name="T2" fmla="*/ 2147483646 w 1408"/>
                <a:gd name="T3" fmla="*/ 2147483646 h 1408"/>
                <a:gd name="T4" fmla="*/ 2147483646 w 1408"/>
                <a:gd name="T5" fmla="*/ 0 h 1408"/>
                <a:gd name="T6" fmla="*/ 2147483646 w 1408"/>
                <a:gd name="T7" fmla="*/ 0 h 140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8"/>
                <a:gd name="T13" fmla="*/ 0 h 1408"/>
                <a:gd name="T14" fmla="*/ 1408 w 1408"/>
                <a:gd name="T15" fmla="*/ 1408 h 140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8" h="1408">
                  <a:moveTo>
                    <a:pt x="0" y="1408"/>
                  </a:moveTo>
                  <a:lnTo>
                    <a:pt x="1408" y="1408"/>
                  </a:lnTo>
                  <a:lnTo>
                    <a:pt x="1408" y="0"/>
                  </a:lnTo>
                  <a:lnTo>
                    <a:pt x="100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51" name="Freeform 31">
              <a:extLst>
                <a:ext uri="{FF2B5EF4-FFF2-40B4-BE49-F238E27FC236}">
                  <a16:creationId xmlns:a16="http://schemas.microsoft.com/office/drawing/2014/main" id="{EC421816-3418-45C2-97C6-0551B8FB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0" y="1358900"/>
              <a:ext cx="46038" cy="44450"/>
            </a:xfrm>
            <a:custGeom>
              <a:avLst/>
              <a:gdLst>
                <a:gd name="T0" fmla="*/ 0 w 57"/>
                <a:gd name="T1" fmla="*/ 2147483646 h 58"/>
                <a:gd name="T2" fmla="*/ 2147483646 w 57"/>
                <a:gd name="T3" fmla="*/ 2147483646 h 58"/>
                <a:gd name="T4" fmla="*/ 2147483646 w 57"/>
                <a:gd name="T5" fmla="*/ 2147483646 h 58"/>
                <a:gd name="T6" fmla="*/ 2147483646 w 57"/>
                <a:gd name="T7" fmla="*/ 2147483646 h 58"/>
                <a:gd name="T8" fmla="*/ 2147483646 w 57"/>
                <a:gd name="T9" fmla="*/ 2147483646 h 58"/>
                <a:gd name="T10" fmla="*/ 2147483646 w 57"/>
                <a:gd name="T11" fmla="*/ 2147483646 h 58"/>
                <a:gd name="T12" fmla="*/ 2147483646 w 57"/>
                <a:gd name="T13" fmla="*/ 2147483646 h 58"/>
                <a:gd name="T14" fmla="*/ 2147483646 w 57"/>
                <a:gd name="T15" fmla="*/ 2147483646 h 58"/>
                <a:gd name="T16" fmla="*/ 2147483646 w 57"/>
                <a:gd name="T17" fmla="*/ 2147483646 h 58"/>
                <a:gd name="T18" fmla="*/ 2147483646 w 57"/>
                <a:gd name="T19" fmla="*/ 0 h 58"/>
                <a:gd name="T20" fmla="*/ 2147483646 w 57"/>
                <a:gd name="T21" fmla="*/ 0 h 58"/>
                <a:gd name="T22" fmla="*/ 2147483646 w 57"/>
                <a:gd name="T23" fmla="*/ 0 h 58"/>
                <a:gd name="T24" fmla="*/ 2147483646 w 57"/>
                <a:gd name="T25" fmla="*/ 0 h 58"/>
                <a:gd name="T26" fmla="*/ 2147483646 w 57"/>
                <a:gd name="T27" fmla="*/ 2147483646 h 58"/>
                <a:gd name="T28" fmla="*/ 2147483646 w 57"/>
                <a:gd name="T29" fmla="*/ 2147483646 h 58"/>
                <a:gd name="T30" fmla="*/ 2147483646 w 57"/>
                <a:gd name="T31" fmla="*/ 2147483646 h 58"/>
                <a:gd name="T32" fmla="*/ 2147483646 w 57"/>
                <a:gd name="T33" fmla="*/ 2147483646 h 58"/>
                <a:gd name="T34" fmla="*/ 2147483646 w 57"/>
                <a:gd name="T35" fmla="*/ 2147483646 h 58"/>
                <a:gd name="T36" fmla="*/ 2147483646 w 57"/>
                <a:gd name="T37" fmla="*/ 2147483646 h 58"/>
                <a:gd name="T38" fmla="*/ 2147483646 w 57"/>
                <a:gd name="T39" fmla="*/ 2147483646 h 58"/>
                <a:gd name="T40" fmla="*/ 2147483646 w 57"/>
                <a:gd name="T41" fmla="*/ 2147483646 h 58"/>
                <a:gd name="T42" fmla="*/ 2147483646 w 57"/>
                <a:gd name="T43" fmla="*/ 2147483646 h 58"/>
                <a:gd name="T44" fmla="*/ 2147483646 w 57"/>
                <a:gd name="T45" fmla="*/ 2147483646 h 58"/>
                <a:gd name="T46" fmla="*/ 2147483646 w 57"/>
                <a:gd name="T47" fmla="*/ 2147483646 h 58"/>
                <a:gd name="T48" fmla="*/ 2147483646 w 57"/>
                <a:gd name="T49" fmla="*/ 2147483646 h 58"/>
                <a:gd name="T50" fmla="*/ 2147483646 w 57"/>
                <a:gd name="T51" fmla="*/ 2147483646 h 58"/>
                <a:gd name="T52" fmla="*/ 2147483646 w 57"/>
                <a:gd name="T53" fmla="*/ 2147483646 h 58"/>
                <a:gd name="T54" fmla="*/ 2147483646 w 57"/>
                <a:gd name="T55" fmla="*/ 2147483646 h 58"/>
                <a:gd name="T56" fmla="*/ 2147483646 w 57"/>
                <a:gd name="T57" fmla="*/ 2147483646 h 58"/>
                <a:gd name="T58" fmla="*/ 2147483646 w 57"/>
                <a:gd name="T59" fmla="*/ 2147483646 h 58"/>
                <a:gd name="T60" fmla="*/ 2147483646 w 57"/>
                <a:gd name="T61" fmla="*/ 2147483646 h 58"/>
                <a:gd name="T62" fmla="*/ 2147483646 w 57"/>
                <a:gd name="T63" fmla="*/ 2147483646 h 58"/>
                <a:gd name="T64" fmla="*/ 2147483646 w 57"/>
                <a:gd name="T65" fmla="*/ 2147483646 h 58"/>
                <a:gd name="T66" fmla="*/ 2147483646 w 57"/>
                <a:gd name="T67" fmla="*/ 2147483646 h 58"/>
                <a:gd name="T68" fmla="*/ 2147483646 w 57"/>
                <a:gd name="T69" fmla="*/ 2147483646 h 58"/>
                <a:gd name="T70" fmla="*/ 2147483646 w 57"/>
                <a:gd name="T71" fmla="*/ 2147483646 h 58"/>
                <a:gd name="T72" fmla="*/ 2147483646 w 57"/>
                <a:gd name="T73" fmla="*/ 2147483646 h 58"/>
                <a:gd name="T74" fmla="*/ 2147483646 w 57"/>
                <a:gd name="T75" fmla="*/ 2147483646 h 58"/>
                <a:gd name="T76" fmla="*/ 2147483646 w 57"/>
                <a:gd name="T77" fmla="*/ 2147483646 h 58"/>
                <a:gd name="T78" fmla="*/ 2147483646 w 57"/>
                <a:gd name="T79" fmla="*/ 2147483646 h 58"/>
                <a:gd name="T80" fmla="*/ 2147483646 w 57"/>
                <a:gd name="T81" fmla="*/ 2147483646 h 58"/>
                <a:gd name="T82" fmla="*/ 2147483646 w 57"/>
                <a:gd name="T83" fmla="*/ 2147483646 h 58"/>
                <a:gd name="T84" fmla="*/ 2147483646 w 57"/>
                <a:gd name="T85" fmla="*/ 2147483646 h 58"/>
                <a:gd name="T86" fmla="*/ 2147483646 w 57"/>
                <a:gd name="T87" fmla="*/ 2147483646 h 58"/>
                <a:gd name="T88" fmla="*/ 2147483646 w 57"/>
                <a:gd name="T89" fmla="*/ 2147483646 h 58"/>
                <a:gd name="T90" fmla="*/ 2147483646 w 57"/>
                <a:gd name="T91" fmla="*/ 2147483646 h 58"/>
                <a:gd name="T92" fmla="*/ 2147483646 w 57"/>
                <a:gd name="T93" fmla="*/ 2147483646 h 58"/>
                <a:gd name="T94" fmla="*/ 2147483646 w 57"/>
                <a:gd name="T95" fmla="*/ 2147483646 h 58"/>
                <a:gd name="T96" fmla="*/ 2147483646 w 57"/>
                <a:gd name="T97" fmla="*/ 2147483646 h 58"/>
                <a:gd name="T98" fmla="*/ 2147483646 w 57"/>
                <a:gd name="T99" fmla="*/ 2147483646 h 58"/>
                <a:gd name="T100" fmla="*/ 2147483646 w 57"/>
                <a:gd name="T101" fmla="*/ 2147483646 h 58"/>
                <a:gd name="T102" fmla="*/ 2147483646 w 57"/>
                <a:gd name="T103" fmla="*/ 2147483646 h 58"/>
                <a:gd name="T104" fmla="*/ 2147483646 w 57"/>
                <a:gd name="T105" fmla="*/ 2147483646 h 58"/>
                <a:gd name="T106" fmla="*/ 2147483646 w 57"/>
                <a:gd name="T107" fmla="*/ 2147483646 h 58"/>
                <a:gd name="T108" fmla="*/ 2147483646 w 57"/>
                <a:gd name="T109" fmla="*/ 2147483646 h 58"/>
                <a:gd name="T110" fmla="*/ 0 w 57"/>
                <a:gd name="T111" fmla="*/ 2147483646 h 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8"/>
                <a:gd name="T170" fmla="*/ 57 w 57"/>
                <a:gd name="T171" fmla="*/ 58 h 5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8">
                  <a:moveTo>
                    <a:pt x="0" y="32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50" y="7"/>
                  </a:lnTo>
                  <a:lnTo>
                    <a:pt x="51" y="9"/>
                  </a:lnTo>
                  <a:lnTo>
                    <a:pt x="53" y="10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7" y="20"/>
                  </a:lnTo>
                  <a:lnTo>
                    <a:pt x="57" y="22"/>
                  </a:lnTo>
                  <a:lnTo>
                    <a:pt x="57" y="23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4" y="45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9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3"/>
                  </a:lnTo>
                  <a:lnTo>
                    <a:pt x="44" y="55"/>
                  </a:lnTo>
                  <a:lnTo>
                    <a:pt x="43" y="55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5" y="58"/>
                  </a:lnTo>
                  <a:lnTo>
                    <a:pt x="24" y="58"/>
                  </a:lnTo>
                  <a:lnTo>
                    <a:pt x="23" y="58"/>
                  </a:lnTo>
                  <a:lnTo>
                    <a:pt x="21" y="58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3" y="53"/>
                  </a:lnTo>
                  <a:lnTo>
                    <a:pt x="11" y="53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5" y="47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52" name="Freeform 32">
              <a:extLst>
                <a:ext uri="{FF2B5EF4-FFF2-40B4-BE49-F238E27FC236}">
                  <a16:creationId xmlns:a16="http://schemas.microsoft.com/office/drawing/2014/main" id="{F7DF5DC1-5E46-43CA-9A9D-C310BC1E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0" y="1495425"/>
              <a:ext cx="46038" cy="44450"/>
            </a:xfrm>
            <a:custGeom>
              <a:avLst/>
              <a:gdLst>
                <a:gd name="T0" fmla="*/ 0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0 h 57"/>
                <a:gd name="T20" fmla="*/ 2147483646 w 57"/>
                <a:gd name="T21" fmla="*/ 0 h 57"/>
                <a:gd name="T22" fmla="*/ 2147483646 w 57"/>
                <a:gd name="T23" fmla="*/ 0 h 57"/>
                <a:gd name="T24" fmla="*/ 2147483646 w 57"/>
                <a:gd name="T25" fmla="*/ 0 h 57"/>
                <a:gd name="T26" fmla="*/ 2147483646 w 57"/>
                <a:gd name="T27" fmla="*/ 2147483646 h 57"/>
                <a:gd name="T28" fmla="*/ 2147483646 w 57"/>
                <a:gd name="T29" fmla="*/ 2147483646 h 57"/>
                <a:gd name="T30" fmla="*/ 2147483646 w 57"/>
                <a:gd name="T31" fmla="*/ 2147483646 h 57"/>
                <a:gd name="T32" fmla="*/ 2147483646 w 57"/>
                <a:gd name="T33" fmla="*/ 2147483646 h 57"/>
                <a:gd name="T34" fmla="*/ 2147483646 w 57"/>
                <a:gd name="T35" fmla="*/ 2147483646 h 57"/>
                <a:gd name="T36" fmla="*/ 2147483646 w 57"/>
                <a:gd name="T37" fmla="*/ 2147483646 h 57"/>
                <a:gd name="T38" fmla="*/ 2147483646 w 57"/>
                <a:gd name="T39" fmla="*/ 2147483646 h 57"/>
                <a:gd name="T40" fmla="*/ 2147483646 w 57"/>
                <a:gd name="T41" fmla="*/ 2147483646 h 57"/>
                <a:gd name="T42" fmla="*/ 2147483646 w 57"/>
                <a:gd name="T43" fmla="*/ 2147483646 h 57"/>
                <a:gd name="T44" fmla="*/ 2147483646 w 57"/>
                <a:gd name="T45" fmla="*/ 2147483646 h 57"/>
                <a:gd name="T46" fmla="*/ 2147483646 w 57"/>
                <a:gd name="T47" fmla="*/ 2147483646 h 57"/>
                <a:gd name="T48" fmla="*/ 2147483646 w 57"/>
                <a:gd name="T49" fmla="*/ 2147483646 h 57"/>
                <a:gd name="T50" fmla="*/ 2147483646 w 57"/>
                <a:gd name="T51" fmla="*/ 2147483646 h 57"/>
                <a:gd name="T52" fmla="*/ 2147483646 w 57"/>
                <a:gd name="T53" fmla="*/ 2147483646 h 57"/>
                <a:gd name="T54" fmla="*/ 2147483646 w 57"/>
                <a:gd name="T55" fmla="*/ 2147483646 h 57"/>
                <a:gd name="T56" fmla="*/ 2147483646 w 57"/>
                <a:gd name="T57" fmla="*/ 2147483646 h 57"/>
                <a:gd name="T58" fmla="*/ 2147483646 w 57"/>
                <a:gd name="T59" fmla="*/ 2147483646 h 57"/>
                <a:gd name="T60" fmla="*/ 2147483646 w 57"/>
                <a:gd name="T61" fmla="*/ 2147483646 h 57"/>
                <a:gd name="T62" fmla="*/ 2147483646 w 57"/>
                <a:gd name="T63" fmla="*/ 2147483646 h 57"/>
                <a:gd name="T64" fmla="*/ 2147483646 w 57"/>
                <a:gd name="T65" fmla="*/ 2147483646 h 57"/>
                <a:gd name="T66" fmla="*/ 2147483646 w 57"/>
                <a:gd name="T67" fmla="*/ 2147483646 h 57"/>
                <a:gd name="T68" fmla="*/ 2147483646 w 57"/>
                <a:gd name="T69" fmla="*/ 2147483646 h 57"/>
                <a:gd name="T70" fmla="*/ 2147483646 w 57"/>
                <a:gd name="T71" fmla="*/ 2147483646 h 57"/>
                <a:gd name="T72" fmla="*/ 2147483646 w 57"/>
                <a:gd name="T73" fmla="*/ 2147483646 h 57"/>
                <a:gd name="T74" fmla="*/ 2147483646 w 57"/>
                <a:gd name="T75" fmla="*/ 2147483646 h 57"/>
                <a:gd name="T76" fmla="*/ 2147483646 w 57"/>
                <a:gd name="T77" fmla="*/ 2147483646 h 57"/>
                <a:gd name="T78" fmla="*/ 2147483646 w 57"/>
                <a:gd name="T79" fmla="*/ 2147483646 h 57"/>
                <a:gd name="T80" fmla="*/ 2147483646 w 57"/>
                <a:gd name="T81" fmla="*/ 2147483646 h 57"/>
                <a:gd name="T82" fmla="*/ 2147483646 w 57"/>
                <a:gd name="T83" fmla="*/ 2147483646 h 57"/>
                <a:gd name="T84" fmla="*/ 2147483646 w 57"/>
                <a:gd name="T85" fmla="*/ 2147483646 h 57"/>
                <a:gd name="T86" fmla="*/ 2147483646 w 57"/>
                <a:gd name="T87" fmla="*/ 2147483646 h 57"/>
                <a:gd name="T88" fmla="*/ 2147483646 w 57"/>
                <a:gd name="T89" fmla="*/ 2147483646 h 57"/>
                <a:gd name="T90" fmla="*/ 2147483646 w 57"/>
                <a:gd name="T91" fmla="*/ 2147483646 h 57"/>
                <a:gd name="T92" fmla="*/ 2147483646 w 57"/>
                <a:gd name="T93" fmla="*/ 2147483646 h 57"/>
                <a:gd name="T94" fmla="*/ 2147483646 w 57"/>
                <a:gd name="T95" fmla="*/ 2147483646 h 57"/>
                <a:gd name="T96" fmla="*/ 2147483646 w 57"/>
                <a:gd name="T97" fmla="*/ 2147483646 h 57"/>
                <a:gd name="T98" fmla="*/ 2147483646 w 57"/>
                <a:gd name="T99" fmla="*/ 2147483646 h 57"/>
                <a:gd name="T100" fmla="*/ 2147483646 w 57"/>
                <a:gd name="T101" fmla="*/ 2147483646 h 57"/>
                <a:gd name="T102" fmla="*/ 2147483646 w 57"/>
                <a:gd name="T103" fmla="*/ 2147483646 h 57"/>
                <a:gd name="T104" fmla="*/ 2147483646 w 57"/>
                <a:gd name="T105" fmla="*/ 2147483646 h 57"/>
                <a:gd name="T106" fmla="*/ 2147483646 w 57"/>
                <a:gd name="T107" fmla="*/ 2147483646 h 57"/>
                <a:gd name="T108" fmla="*/ 2147483646 w 57"/>
                <a:gd name="T109" fmla="*/ 2147483646 h 57"/>
                <a:gd name="T110" fmla="*/ 0 w 57"/>
                <a:gd name="T111" fmla="*/ 2147483646 h 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7"/>
                <a:gd name="T170" fmla="*/ 57 w 57"/>
                <a:gd name="T171" fmla="*/ 57 h 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7">
                  <a:moveTo>
                    <a:pt x="0" y="31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5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6" y="17"/>
                  </a:lnTo>
                  <a:lnTo>
                    <a:pt x="57" y="18"/>
                  </a:lnTo>
                  <a:lnTo>
                    <a:pt x="57" y="20"/>
                  </a:lnTo>
                  <a:lnTo>
                    <a:pt x="57" y="21"/>
                  </a:lnTo>
                  <a:lnTo>
                    <a:pt x="57" y="22"/>
                  </a:lnTo>
                  <a:lnTo>
                    <a:pt x="57" y="24"/>
                  </a:lnTo>
                  <a:lnTo>
                    <a:pt x="57" y="25"/>
                  </a:lnTo>
                  <a:lnTo>
                    <a:pt x="57" y="31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1"/>
                  </a:lnTo>
                  <a:lnTo>
                    <a:pt x="56" y="43"/>
                  </a:lnTo>
                  <a:lnTo>
                    <a:pt x="54" y="44"/>
                  </a:lnTo>
                  <a:lnTo>
                    <a:pt x="53" y="45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8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6" y="53"/>
                  </a:lnTo>
                  <a:lnTo>
                    <a:pt x="44" y="54"/>
                  </a:lnTo>
                  <a:lnTo>
                    <a:pt x="43" y="54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1" y="57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7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3" y="53"/>
                  </a:lnTo>
                  <a:lnTo>
                    <a:pt x="11" y="53"/>
                  </a:lnTo>
                  <a:lnTo>
                    <a:pt x="10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5" y="47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1" y="40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53" name="Freeform 33">
              <a:extLst>
                <a:ext uri="{FF2B5EF4-FFF2-40B4-BE49-F238E27FC236}">
                  <a16:creationId xmlns:a16="http://schemas.microsoft.com/office/drawing/2014/main" id="{B0F6747B-7775-448E-BBCB-683AD6B00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0" y="1631950"/>
              <a:ext cx="46038" cy="46038"/>
            </a:xfrm>
            <a:custGeom>
              <a:avLst/>
              <a:gdLst>
                <a:gd name="T0" fmla="*/ 0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0 h 57"/>
                <a:gd name="T20" fmla="*/ 2147483646 w 57"/>
                <a:gd name="T21" fmla="*/ 0 h 57"/>
                <a:gd name="T22" fmla="*/ 2147483646 w 57"/>
                <a:gd name="T23" fmla="*/ 0 h 57"/>
                <a:gd name="T24" fmla="*/ 2147483646 w 57"/>
                <a:gd name="T25" fmla="*/ 0 h 57"/>
                <a:gd name="T26" fmla="*/ 2147483646 w 57"/>
                <a:gd name="T27" fmla="*/ 2147483646 h 57"/>
                <a:gd name="T28" fmla="*/ 2147483646 w 57"/>
                <a:gd name="T29" fmla="*/ 2147483646 h 57"/>
                <a:gd name="T30" fmla="*/ 2147483646 w 57"/>
                <a:gd name="T31" fmla="*/ 2147483646 h 57"/>
                <a:gd name="T32" fmla="*/ 2147483646 w 57"/>
                <a:gd name="T33" fmla="*/ 2147483646 h 57"/>
                <a:gd name="T34" fmla="*/ 2147483646 w 57"/>
                <a:gd name="T35" fmla="*/ 2147483646 h 57"/>
                <a:gd name="T36" fmla="*/ 2147483646 w 57"/>
                <a:gd name="T37" fmla="*/ 2147483646 h 57"/>
                <a:gd name="T38" fmla="*/ 2147483646 w 57"/>
                <a:gd name="T39" fmla="*/ 2147483646 h 57"/>
                <a:gd name="T40" fmla="*/ 2147483646 w 57"/>
                <a:gd name="T41" fmla="*/ 2147483646 h 57"/>
                <a:gd name="T42" fmla="*/ 2147483646 w 57"/>
                <a:gd name="T43" fmla="*/ 2147483646 h 57"/>
                <a:gd name="T44" fmla="*/ 2147483646 w 57"/>
                <a:gd name="T45" fmla="*/ 2147483646 h 57"/>
                <a:gd name="T46" fmla="*/ 2147483646 w 57"/>
                <a:gd name="T47" fmla="*/ 2147483646 h 57"/>
                <a:gd name="T48" fmla="*/ 2147483646 w 57"/>
                <a:gd name="T49" fmla="*/ 2147483646 h 57"/>
                <a:gd name="T50" fmla="*/ 2147483646 w 57"/>
                <a:gd name="T51" fmla="*/ 2147483646 h 57"/>
                <a:gd name="T52" fmla="*/ 2147483646 w 57"/>
                <a:gd name="T53" fmla="*/ 2147483646 h 57"/>
                <a:gd name="T54" fmla="*/ 2147483646 w 57"/>
                <a:gd name="T55" fmla="*/ 2147483646 h 57"/>
                <a:gd name="T56" fmla="*/ 2147483646 w 57"/>
                <a:gd name="T57" fmla="*/ 2147483646 h 57"/>
                <a:gd name="T58" fmla="*/ 2147483646 w 57"/>
                <a:gd name="T59" fmla="*/ 2147483646 h 57"/>
                <a:gd name="T60" fmla="*/ 2147483646 w 57"/>
                <a:gd name="T61" fmla="*/ 2147483646 h 57"/>
                <a:gd name="T62" fmla="*/ 2147483646 w 57"/>
                <a:gd name="T63" fmla="*/ 2147483646 h 57"/>
                <a:gd name="T64" fmla="*/ 2147483646 w 57"/>
                <a:gd name="T65" fmla="*/ 2147483646 h 57"/>
                <a:gd name="T66" fmla="*/ 2147483646 w 57"/>
                <a:gd name="T67" fmla="*/ 2147483646 h 57"/>
                <a:gd name="T68" fmla="*/ 2147483646 w 57"/>
                <a:gd name="T69" fmla="*/ 2147483646 h 57"/>
                <a:gd name="T70" fmla="*/ 2147483646 w 57"/>
                <a:gd name="T71" fmla="*/ 2147483646 h 57"/>
                <a:gd name="T72" fmla="*/ 2147483646 w 57"/>
                <a:gd name="T73" fmla="*/ 2147483646 h 57"/>
                <a:gd name="T74" fmla="*/ 2147483646 w 57"/>
                <a:gd name="T75" fmla="*/ 2147483646 h 57"/>
                <a:gd name="T76" fmla="*/ 2147483646 w 57"/>
                <a:gd name="T77" fmla="*/ 2147483646 h 57"/>
                <a:gd name="T78" fmla="*/ 2147483646 w 57"/>
                <a:gd name="T79" fmla="*/ 2147483646 h 57"/>
                <a:gd name="T80" fmla="*/ 2147483646 w 57"/>
                <a:gd name="T81" fmla="*/ 2147483646 h 57"/>
                <a:gd name="T82" fmla="*/ 2147483646 w 57"/>
                <a:gd name="T83" fmla="*/ 2147483646 h 57"/>
                <a:gd name="T84" fmla="*/ 2147483646 w 57"/>
                <a:gd name="T85" fmla="*/ 2147483646 h 57"/>
                <a:gd name="T86" fmla="*/ 2147483646 w 57"/>
                <a:gd name="T87" fmla="*/ 2147483646 h 57"/>
                <a:gd name="T88" fmla="*/ 2147483646 w 57"/>
                <a:gd name="T89" fmla="*/ 2147483646 h 57"/>
                <a:gd name="T90" fmla="*/ 2147483646 w 57"/>
                <a:gd name="T91" fmla="*/ 2147483646 h 57"/>
                <a:gd name="T92" fmla="*/ 2147483646 w 57"/>
                <a:gd name="T93" fmla="*/ 2147483646 h 57"/>
                <a:gd name="T94" fmla="*/ 2147483646 w 57"/>
                <a:gd name="T95" fmla="*/ 2147483646 h 57"/>
                <a:gd name="T96" fmla="*/ 2147483646 w 57"/>
                <a:gd name="T97" fmla="*/ 2147483646 h 57"/>
                <a:gd name="T98" fmla="*/ 2147483646 w 57"/>
                <a:gd name="T99" fmla="*/ 2147483646 h 57"/>
                <a:gd name="T100" fmla="*/ 2147483646 w 57"/>
                <a:gd name="T101" fmla="*/ 2147483646 h 57"/>
                <a:gd name="T102" fmla="*/ 2147483646 w 57"/>
                <a:gd name="T103" fmla="*/ 2147483646 h 57"/>
                <a:gd name="T104" fmla="*/ 2147483646 w 57"/>
                <a:gd name="T105" fmla="*/ 2147483646 h 57"/>
                <a:gd name="T106" fmla="*/ 2147483646 w 57"/>
                <a:gd name="T107" fmla="*/ 2147483646 h 57"/>
                <a:gd name="T108" fmla="*/ 2147483646 w 57"/>
                <a:gd name="T109" fmla="*/ 2147483646 h 57"/>
                <a:gd name="T110" fmla="*/ 0 w 57"/>
                <a:gd name="T111" fmla="*/ 2147483646 h 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57"/>
                <a:gd name="T170" fmla="*/ 57 w 57"/>
                <a:gd name="T171" fmla="*/ 57 h 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57">
                  <a:moveTo>
                    <a:pt x="0" y="32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50" y="7"/>
                  </a:lnTo>
                  <a:lnTo>
                    <a:pt x="51" y="9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7" y="20"/>
                  </a:lnTo>
                  <a:lnTo>
                    <a:pt x="57" y="21"/>
                  </a:lnTo>
                  <a:lnTo>
                    <a:pt x="57" y="23"/>
                  </a:lnTo>
                  <a:lnTo>
                    <a:pt x="57" y="24"/>
                  </a:lnTo>
                  <a:lnTo>
                    <a:pt x="57" y="26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4" y="44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1" y="47"/>
                  </a:lnTo>
                  <a:lnTo>
                    <a:pt x="51" y="49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3"/>
                  </a:lnTo>
                  <a:lnTo>
                    <a:pt x="44" y="55"/>
                  </a:lnTo>
                  <a:lnTo>
                    <a:pt x="43" y="55"/>
                  </a:lnTo>
                  <a:lnTo>
                    <a:pt x="41" y="55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1" y="57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7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3" y="53"/>
                  </a:lnTo>
                  <a:lnTo>
                    <a:pt x="11" y="53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5" y="47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6354" name="Rectangle 34">
              <a:extLst>
                <a:ext uri="{FF2B5EF4-FFF2-40B4-BE49-F238E27FC236}">
                  <a16:creationId xmlns:a16="http://schemas.microsoft.com/office/drawing/2014/main" id="{D549012C-CB70-4DAC-9004-DA33D1780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8613" y="1673225"/>
              <a:ext cx="1422400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Combinational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5" name="Rectangle 35">
              <a:extLst>
                <a:ext uri="{FF2B5EF4-FFF2-40B4-BE49-F238E27FC236}">
                  <a16:creationId xmlns:a16="http://schemas.microsoft.com/office/drawing/2014/main" id="{6490D565-71C8-4496-810C-65EFD91BC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275" y="1924050"/>
              <a:ext cx="6937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circuit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6" name="Rectangle 36">
              <a:extLst>
                <a:ext uri="{FF2B5EF4-FFF2-40B4-BE49-F238E27FC236}">
                  <a16:creationId xmlns:a16="http://schemas.microsoft.com/office/drawing/2014/main" id="{9B3015A5-E13B-437D-8E7B-3F406B4F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9725" y="330200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7" name="Rectangle 37">
              <a:extLst>
                <a:ext uri="{FF2B5EF4-FFF2-40B4-BE49-F238E27FC236}">
                  <a16:creationId xmlns:a16="http://schemas.microsoft.com/office/drawing/2014/main" id="{2C7BBE50-434B-4AEB-8765-EC337341E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5300" y="3405188"/>
              <a:ext cx="1809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8" name="Rectangle 38">
              <a:extLst>
                <a:ext uri="{FF2B5EF4-FFF2-40B4-BE49-F238E27FC236}">
                  <a16:creationId xmlns:a16="http://schemas.microsoft.com/office/drawing/2014/main" id="{7469CB8E-028E-41A2-8313-82C41150D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550" y="458946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59" name="Rectangle 39">
              <a:extLst>
                <a:ext uri="{FF2B5EF4-FFF2-40B4-BE49-F238E27FC236}">
                  <a16:creationId xmlns:a16="http://schemas.microsoft.com/office/drawing/2014/main" id="{462C9E43-5B01-46AB-89F4-86243D40D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25" y="46942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0" name="Rectangle 40">
              <a:extLst>
                <a:ext uri="{FF2B5EF4-FFF2-40B4-BE49-F238E27FC236}">
                  <a16:creationId xmlns:a16="http://schemas.microsoft.com/office/drawing/2014/main" id="{8710B2F4-AE0C-459D-907A-15B6166B1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475" y="3244850"/>
              <a:ext cx="2365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1" name="Rectangle 41">
              <a:extLst>
                <a:ext uri="{FF2B5EF4-FFF2-40B4-BE49-F238E27FC236}">
                  <a16:creationId xmlns:a16="http://schemas.microsoft.com/office/drawing/2014/main" id="{F0E24267-7205-4CE0-A542-6CA3B7649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8" y="3348038"/>
              <a:ext cx="1809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k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2" name="Rectangle 42">
              <a:extLst>
                <a:ext uri="{FF2B5EF4-FFF2-40B4-BE49-F238E27FC236}">
                  <a16:creationId xmlns:a16="http://schemas.microsoft.com/office/drawing/2014/main" id="{768CDC26-BAA4-405E-81F2-04CBE7A95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000" y="4532313"/>
              <a:ext cx="2365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3" name="Rectangle 43">
              <a:extLst>
                <a:ext uri="{FF2B5EF4-FFF2-40B4-BE49-F238E27FC236}">
                  <a16:creationId xmlns:a16="http://schemas.microsoft.com/office/drawing/2014/main" id="{0650963B-40F9-4F76-AFF9-2F7772B33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013" y="463550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4" name="Rectangle 44">
              <a:extLst>
                <a:ext uri="{FF2B5EF4-FFF2-40B4-BE49-F238E27FC236}">
                  <a16:creationId xmlns:a16="http://schemas.microsoft.com/office/drawing/2014/main" id="{28C6E350-3301-4BBF-9BF5-10CC2B72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0" y="10334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5" name="Rectangle 45">
              <a:extLst>
                <a:ext uri="{FF2B5EF4-FFF2-40B4-BE49-F238E27FC236}">
                  <a16:creationId xmlns:a16="http://schemas.microsoft.com/office/drawing/2014/main" id="{FADFF49A-8635-47A7-A3A6-6711828CE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250" y="11382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6" name="Rectangle 46">
              <a:extLst>
                <a:ext uri="{FF2B5EF4-FFF2-40B4-BE49-F238E27FC236}">
                  <a16:creationId xmlns:a16="http://schemas.microsoft.com/office/drawing/2014/main" id="{90228853-0928-4B45-A397-428BC2D27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200" y="1681163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7" name="Rectangle 47">
              <a:extLst>
                <a:ext uri="{FF2B5EF4-FFF2-40B4-BE49-F238E27FC236}">
                  <a16:creationId xmlns:a16="http://schemas.microsoft.com/office/drawing/2014/main" id="{FD3D3819-1F89-44A2-845D-B6AF5A903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250" y="1784350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n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8" name="Rectangle 48">
              <a:extLst>
                <a:ext uri="{FF2B5EF4-FFF2-40B4-BE49-F238E27FC236}">
                  <a16:creationId xmlns:a16="http://schemas.microsoft.com/office/drawing/2014/main" id="{E107C317-C850-4FAA-A934-0E7622B9B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5300" y="10334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69" name="Rectangle 49">
              <a:extLst>
                <a:ext uri="{FF2B5EF4-FFF2-40B4-BE49-F238E27FC236}">
                  <a16:creationId xmlns:a16="http://schemas.microsoft.com/office/drawing/2014/main" id="{35D63333-85C3-40EA-AD8D-3AC0B015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4200" y="113823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0" name="Rectangle 50">
              <a:extLst>
                <a:ext uri="{FF2B5EF4-FFF2-40B4-BE49-F238E27FC236}">
                  <a16:creationId xmlns:a16="http://schemas.microsoft.com/office/drawing/2014/main" id="{F70B64BD-D6A4-4679-A537-6CB4B0D40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7838" y="1681163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z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1" name="Rectangle 51">
              <a:extLst>
                <a:ext uri="{FF2B5EF4-FFF2-40B4-BE49-F238E27FC236}">
                  <a16:creationId xmlns:a16="http://schemas.microsoft.com/office/drawing/2014/main" id="{A8EB2F3B-5753-4411-A529-E49D26B60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5150" y="1784350"/>
              <a:ext cx="227013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3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m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2" name="Rectangle 52">
              <a:extLst>
                <a:ext uri="{FF2B5EF4-FFF2-40B4-BE49-F238E27FC236}">
                  <a16:creationId xmlns:a16="http://schemas.microsoft.com/office/drawing/2014/main" id="{3BCBF282-C43C-442E-B598-5D450BFD6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5838" y="1403350"/>
              <a:ext cx="825500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Outputs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3" name="Rectangle 53">
              <a:extLst>
                <a:ext uri="{FF2B5EF4-FFF2-40B4-BE49-F238E27FC236}">
                  <a16:creationId xmlns:a16="http://schemas.microsoft.com/office/drawing/2014/main" id="{6DF649E2-E1F5-4EA4-8D61-3570147F3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2138" y="4052888"/>
              <a:ext cx="97472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Next-state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4" name="Rectangle 54">
              <a:extLst>
                <a:ext uri="{FF2B5EF4-FFF2-40B4-BE49-F238E27FC236}">
                  <a16:creationId xmlns:a16="http://schemas.microsoft.com/office/drawing/2014/main" id="{613F5C39-0AF7-4650-84D9-8AB33C4BF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4525" y="4257675"/>
              <a:ext cx="9223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variables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5" name="Rectangle 55">
              <a:extLst>
                <a:ext uri="{FF2B5EF4-FFF2-40B4-BE49-F238E27FC236}">
                  <a16:creationId xmlns:a16="http://schemas.microsoft.com/office/drawing/2014/main" id="{2C3E0BC7-141F-4934-8CD9-F904701FB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838" y="4064000"/>
              <a:ext cx="1246187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Present-state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6" name="Rectangle 56">
              <a:extLst>
                <a:ext uri="{FF2B5EF4-FFF2-40B4-BE49-F238E27FC236}">
                  <a16:creationId xmlns:a16="http://schemas.microsoft.com/office/drawing/2014/main" id="{113B1D1A-5270-4143-B5E5-EE092DA1A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825" y="4270375"/>
              <a:ext cx="922338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variables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6377" name="Rectangle 57">
              <a:extLst>
                <a:ext uri="{FF2B5EF4-FFF2-40B4-BE49-F238E27FC236}">
                  <a16:creationId xmlns:a16="http://schemas.microsoft.com/office/drawing/2014/main" id="{799DA4FF-AC4C-4704-A02C-2B63E5DC1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288" y="1406525"/>
              <a:ext cx="628650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Inputs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58" name="Rectangle 2">
            <a:extLst>
              <a:ext uri="{FF2B5EF4-FFF2-40B4-BE49-F238E27FC236}">
                <a16:creationId xmlns:a16="http://schemas.microsoft.com/office/drawing/2014/main" id="{937C3DD3-DDC5-9A41-B8AA-462E69912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525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general model for a sequential circuit</a:t>
            </a:r>
          </a:p>
        </p:txBody>
      </p:sp>
      <p:sp>
        <p:nvSpPr>
          <p:cNvPr id="56323" name="TextBox 125">
            <a:extLst>
              <a:ext uri="{FF2B5EF4-FFF2-40B4-BE49-F238E27FC236}">
                <a16:creationId xmlns:a16="http://schemas.microsoft.com/office/drawing/2014/main" id="{4F4284D3-32F0-473B-B309-DA54EEDEC7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6.85 from the textbook ]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DB30DD5D-3F00-7342-B250-617D02FCBE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Examples of Solved Problems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7E6C647-8944-9F46-9CEF-B20CDFCE60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 6.12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1F757B5B-44A1-6E4B-BA52-FF4F47D74D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152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67AC8265-12EE-8342-B0BC-52FB2B410C1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Design an FSM that detects if the previous two values of the input </a:t>
            </a:r>
            <a:r>
              <a:rPr lang="en-US" dirty="0">
                <a:solidFill>
                  <a:srgbClr val="FF0000"/>
                </a:solidFill>
                <a:ea typeface="+mn-ea"/>
                <a:cs typeface="+mn-cs"/>
              </a:rPr>
              <a:t>w </a:t>
            </a:r>
            <a:r>
              <a:rPr lang="en-US" dirty="0">
                <a:ea typeface="+mn-ea"/>
                <a:cs typeface="+mn-cs"/>
              </a:rPr>
              <a:t>were equal to </a:t>
            </a:r>
            <a:r>
              <a:rPr lang="en-US" dirty="0">
                <a:solidFill>
                  <a:srgbClr val="FF0000"/>
                </a:solidFill>
                <a:ea typeface="+mn-ea"/>
                <a:cs typeface="+mn-cs"/>
              </a:rPr>
              <a:t>00 or 11</a:t>
            </a:r>
            <a:r>
              <a:rPr lang="en-US" dirty="0">
                <a:ea typeface="+mn-ea"/>
                <a:cs typeface="+mn-cs"/>
              </a:rPr>
              <a:t>.</a:t>
            </a: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If either condition is true then the output z should be set to 1; otherwise to 0.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1E010E0A-2AC6-1046-8714-98DDFC3FDC9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Diagram</a:t>
            </a:r>
          </a:p>
        </p:txBody>
      </p:sp>
      <p:sp>
        <p:nvSpPr>
          <p:cNvPr id="61443" name="TextBox 125">
            <a:extLst>
              <a:ext uri="{FF2B5EF4-FFF2-40B4-BE49-F238E27FC236}">
                <a16:creationId xmlns:a16="http://schemas.microsoft.com/office/drawing/2014/main" id="{D8036D57-B050-47FB-AFB2-C2BC7433E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6.86 from the textbook ]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3FCF655-EF58-45C9-B92E-E4A45E69A87F}"/>
              </a:ext>
            </a:extLst>
          </p:cNvPr>
          <p:cNvSpPr/>
          <p:nvPr/>
        </p:nvSpPr>
        <p:spPr>
          <a:xfrm>
            <a:off x="0" y="1524000"/>
            <a:ext cx="28194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/>
              <a:t>Design an FSM that detects if the previous two values of the input w were equal to </a:t>
            </a:r>
            <a:r>
              <a:rPr lang="en-US" sz="2000" dirty="0">
                <a:solidFill>
                  <a:srgbClr val="FF0000"/>
                </a:solidFill>
              </a:rPr>
              <a:t>00 or 11</a:t>
            </a:r>
            <a:r>
              <a:rPr lang="en-US" sz="2000" dirty="0"/>
              <a:t>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002EC2A-32D3-4271-A70B-9DA7CF2E70C3}"/>
                  </a:ext>
                </a:extLst>
              </p14:cNvPr>
              <p14:cNvContentPartPr/>
              <p14:nvPr/>
            </p14:nvContentPartPr>
            <p14:xfrm>
              <a:off x="3813480" y="141840"/>
              <a:ext cx="5224320" cy="46746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002EC2A-32D3-4271-A70B-9DA7CF2E70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804120" y="132480"/>
                <a:ext cx="5243040" cy="4693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801816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41" name="Picture 1028" descr="new_fig8">
            <a:extLst>
              <a:ext uri="{FF2B5EF4-FFF2-40B4-BE49-F238E27FC236}">
                <a16:creationId xmlns:a16="http://schemas.microsoft.com/office/drawing/2014/main" id="{370F955F-FDFE-403A-B2F5-0A635354C1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754" y="917223"/>
            <a:ext cx="6109396" cy="4388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1E010E0A-2AC6-1046-8714-98DDFC3FDC9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Diagram</a:t>
            </a:r>
          </a:p>
        </p:txBody>
      </p:sp>
      <p:sp>
        <p:nvSpPr>
          <p:cNvPr id="61443" name="TextBox 125">
            <a:extLst>
              <a:ext uri="{FF2B5EF4-FFF2-40B4-BE49-F238E27FC236}">
                <a16:creationId xmlns:a16="http://schemas.microsoft.com/office/drawing/2014/main" id="{D8036D57-B050-47FB-AFB2-C2BC7433E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6.86 from the textbook ]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0538CF8-41D2-418A-A13C-87360683482E}"/>
              </a:ext>
            </a:extLst>
          </p:cNvPr>
          <p:cNvSpPr/>
          <p:nvPr/>
        </p:nvSpPr>
        <p:spPr>
          <a:xfrm>
            <a:off x="0" y="1524000"/>
            <a:ext cx="28194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/>
              <a:t>Design an FSM that detects if the previous two values of the input w were equal to </a:t>
            </a:r>
            <a:r>
              <a:rPr lang="en-US" sz="2000" dirty="0">
                <a:solidFill>
                  <a:srgbClr val="FF0000"/>
                </a:solidFill>
              </a:rPr>
              <a:t>00 or 11</a:t>
            </a:r>
            <a:r>
              <a:rPr lang="en-US" sz="2000" dirty="0"/>
              <a:t>.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5" name="Picture 4">
            <a:extLst>
              <a:ext uri="{FF2B5EF4-FFF2-40B4-BE49-F238E27FC236}">
                <a16:creationId xmlns:a16="http://schemas.microsoft.com/office/drawing/2014/main" id="{F19E1A41-31F2-46DB-9361-4B4ADDCCB8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1012" y="2032000"/>
            <a:ext cx="4776788" cy="292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00EB8940-A8FD-D447-8BC8-A70F1148851E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Table for the FSM</a:t>
            </a:r>
          </a:p>
        </p:txBody>
      </p:sp>
      <p:sp>
        <p:nvSpPr>
          <p:cNvPr id="62467" name="TextBox 125">
            <a:extLst>
              <a:ext uri="{FF2B5EF4-FFF2-40B4-BE49-F238E27FC236}">
                <a16:creationId xmlns:a16="http://schemas.microsoft.com/office/drawing/2014/main" id="{5E2DE924-1274-49BD-BB04-46D8B97C2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6.87 from the textbook ]</a:t>
            </a:r>
          </a:p>
        </p:txBody>
      </p:sp>
      <p:pic>
        <p:nvPicPr>
          <p:cNvPr id="62468" name="Picture 1028" descr="new_fig8">
            <a:extLst>
              <a:ext uri="{FF2B5EF4-FFF2-40B4-BE49-F238E27FC236}">
                <a16:creationId xmlns:a16="http://schemas.microsoft.com/office/drawing/2014/main" id="{2FCD4761-5F81-4374-A6AC-FE949A50B9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0" y="1582738"/>
            <a:ext cx="4405312" cy="3163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9" name="TextBox 125">
            <a:extLst>
              <a:ext uri="{FF2B5EF4-FFF2-40B4-BE49-F238E27FC236}">
                <a16:creationId xmlns:a16="http://schemas.microsoft.com/office/drawing/2014/main" id="{56DB98C3-167E-47BA-A94A-945E646DB4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688" y="6462713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6.86 from the textbook ]</a:t>
            </a:r>
          </a:p>
        </p:txBody>
      </p:sp>
      <p:sp>
        <p:nvSpPr>
          <p:cNvPr id="2" name="Arrow: Right 1">
            <a:extLst>
              <a:ext uri="{FF2B5EF4-FFF2-40B4-BE49-F238E27FC236}">
                <a16:creationId xmlns:a16="http://schemas.microsoft.com/office/drawing/2014/main" id="{CD1179DC-8D19-4836-8307-541DACDF4E8C}"/>
              </a:ext>
            </a:extLst>
          </p:cNvPr>
          <p:cNvSpPr/>
          <p:nvPr/>
        </p:nvSpPr>
        <p:spPr bwMode="auto">
          <a:xfrm>
            <a:off x="3733800" y="3276600"/>
            <a:ext cx="703262" cy="533400"/>
          </a:xfrm>
          <a:prstGeom prst="rightArrow">
            <a:avLst/>
          </a:prstGeom>
          <a:ln>
            <a:headEnd type="none" w="med" len="med"/>
            <a:tailEnd type="none" w="med" len="med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3" name="Picture 5">
            <a:extLst>
              <a:ext uri="{FF2B5EF4-FFF2-40B4-BE49-F238E27FC236}">
                <a16:creationId xmlns:a16="http://schemas.microsoft.com/office/drawing/2014/main" id="{818251B6-9581-4DD2-B6F1-AFDEAD1BE4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7050" y="2128838"/>
            <a:ext cx="4806950" cy="284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F58EC444-43B7-0D4F-AB9F-34C2E11B97DF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 for the FSM</a:t>
            </a:r>
          </a:p>
        </p:txBody>
      </p:sp>
      <p:sp>
        <p:nvSpPr>
          <p:cNvPr id="64515" name="TextBox 125">
            <a:extLst>
              <a:ext uri="{FF2B5EF4-FFF2-40B4-BE49-F238E27FC236}">
                <a16:creationId xmlns:a16="http://schemas.microsoft.com/office/drawing/2014/main" id="{E9B19452-4736-437E-A938-694C3934B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6.88 from the textbook ]</a:t>
            </a:r>
          </a:p>
        </p:txBody>
      </p:sp>
      <p:pic>
        <p:nvPicPr>
          <p:cNvPr id="64516" name="Picture 4">
            <a:extLst>
              <a:ext uri="{FF2B5EF4-FFF2-40B4-BE49-F238E27FC236}">
                <a16:creationId xmlns:a16="http://schemas.microsoft.com/office/drawing/2014/main" id="{ADAB8B15-3071-4B41-BFAE-DAD2A629BC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271713"/>
            <a:ext cx="4414838" cy="270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Arrow: Right 5">
            <a:extLst>
              <a:ext uri="{FF2B5EF4-FFF2-40B4-BE49-F238E27FC236}">
                <a16:creationId xmlns:a16="http://schemas.microsoft.com/office/drawing/2014/main" id="{F26E20BF-988A-4E6B-91EF-3F45220C019E}"/>
              </a:ext>
            </a:extLst>
          </p:cNvPr>
          <p:cNvSpPr/>
          <p:nvPr/>
        </p:nvSpPr>
        <p:spPr bwMode="auto">
          <a:xfrm>
            <a:off x="4063207" y="3162300"/>
            <a:ext cx="703262" cy="533400"/>
          </a:xfrm>
          <a:prstGeom prst="rightArrow">
            <a:avLst/>
          </a:prstGeom>
          <a:ln>
            <a:headEnd type="none" w="med" len="med"/>
            <a:tailEnd type="none" w="med" len="med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187C8F1-454B-4DDE-9120-659D33071BE5}"/>
                  </a:ext>
                </a:extLst>
              </p14:cNvPr>
              <p14:cNvContentPartPr/>
              <p14:nvPr/>
            </p14:nvContentPartPr>
            <p14:xfrm>
              <a:off x="5388840" y="731520"/>
              <a:ext cx="3189240" cy="49129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187C8F1-454B-4DDE-9120-659D33071BE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379480" y="722160"/>
                <a:ext cx="3207960" cy="49316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1" name="Picture 5">
            <a:extLst>
              <a:ext uri="{FF2B5EF4-FFF2-40B4-BE49-F238E27FC236}">
                <a16:creationId xmlns:a16="http://schemas.microsoft.com/office/drawing/2014/main" id="{8C2DE5CF-AF7B-4611-B656-FF94389365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13" y="620713"/>
            <a:ext cx="7369175" cy="435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3F3DDFC7-DEAD-BE4A-AB58-992E5AE9167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 for the FSM</a:t>
            </a:r>
          </a:p>
        </p:txBody>
      </p:sp>
      <p:pic>
        <p:nvPicPr>
          <p:cNvPr id="66563" name="Picture 5" descr="Screen shot 2013-12-09 at 3.46.12 PM.png">
            <a:extLst>
              <a:ext uri="{FF2B5EF4-FFF2-40B4-BE49-F238E27FC236}">
                <a16:creationId xmlns:a16="http://schemas.microsoft.com/office/drawing/2014/main" id="{EDDB9054-2815-4D33-B422-A435375B52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7638" y="5201358"/>
            <a:ext cx="3132137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6564" name="Straight Arrow Connector 2">
            <a:extLst>
              <a:ext uri="{FF2B5EF4-FFF2-40B4-BE49-F238E27FC236}">
                <a16:creationId xmlns:a16="http://schemas.microsoft.com/office/drawing/2014/main" id="{DBB86FA7-79C6-4E43-BCEF-E76381367512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32588" y="4635500"/>
            <a:ext cx="11112" cy="517525"/>
          </a:xfrm>
          <a:prstGeom prst="straightConnector1">
            <a:avLst/>
          </a:prstGeom>
          <a:noFill/>
          <a:ln w="5715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6565" name="TextBox 1">
            <a:extLst>
              <a:ext uri="{FF2B5EF4-FFF2-40B4-BE49-F238E27FC236}">
                <a16:creationId xmlns:a16="http://schemas.microsoft.com/office/drawing/2014/main" id="{517E5DEE-37E5-4E06-A337-C7C23D96A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8563" y="6010983"/>
            <a:ext cx="39036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How can we derive this expression?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5" name="Picture 5">
            <a:extLst>
              <a:ext uri="{FF2B5EF4-FFF2-40B4-BE49-F238E27FC236}">
                <a16:creationId xmlns:a16="http://schemas.microsoft.com/office/drawing/2014/main" id="{210AFD7F-F5D5-4D85-AFF4-AFDE5A8F61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13" y="620713"/>
            <a:ext cx="7369175" cy="435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0DEF9B03-8D60-6B42-A15A-FC6E175B521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 for the FSM</a:t>
            </a:r>
          </a:p>
        </p:txBody>
      </p:sp>
      <p:sp>
        <p:nvSpPr>
          <p:cNvPr id="67587" name="TextBox 1">
            <a:extLst>
              <a:ext uri="{FF2B5EF4-FFF2-40B4-BE49-F238E27FC236}">
                <a16:creationId xmlns:a16="http://schemas.microsoft.com/office/drawing/2014/main" id="{F88A3452-AC48-457B-9BD9-C30CCE68E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532313"/>
            <a:ext cx="6699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</p:txBody>
      </p:sp>
      <p:sp>
        <p:nvSpPr>
          <p:cNvPr id="67588" name="TextBox 5">
            <a:extLst>
              <a:ext uri="{FF2B5EF4-FFF2-40B4-BE49-F238E27FC236}">
                <a16:creationId xmlns:a16="http://schemas.microsoft.com/office/drawing/2014/main" id="{D83315A1-76B9-4A25-9C74-40B93DF48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0" y="4530725"/>
            <a:ext cx="66833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</p:txBody>
      </p:sp>
      <p:sp>
        <p:nvSpPr>
          <p:cNvPr id="67589" name="TextBox 6">
            <a:extLst>
              <a:ext uri="{FF2B5EF4-FFF2-40B4-BE49-F238E27FC236}">
                <a16:creationId xmlns:a16="http://schemas.microsoft.com/office/drawing/2014/main" id="{8B183CAD-BF34-4293-A9F9-04A9AA4D5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825" y="4532313"/>
            <a:ext cx="6699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101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111</a:t>
            </a:r>
          </a:p>
        </p:txBody>
      </p:sp>
      <p:sp>
        <p:nvSpPr>
          <p:cNvPr id="67590" name="TextBox 7">
            <a:extLst>
              <a:ext uri="{FF2B5EF4-FFF2-40B4-BE49-F238E27FC236}">
                <a16:creationId xmlns:a16="http://schemas.microsoft.com/office/drawing/2014/main" id="{E075DF47-722C-430B-B325-96A868D7C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6850" y="4506913"/>
            <a:ext cx="3460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6595ACAB-4BDB-5B4A-BAA4-2EA36C934115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 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68661" name="Picture 3" descr="Screen shot 2015-11-30 at 7.45.50 PM.png">
            <a:extLst>
              <a:ext uri="{FF2B5EF4-FFF2-40B4-BE49-F238E27FC236}">
                <a16:creationId xmlns:a16="http://schemas.microsoft.com/office/drawing/2014/main" id="{D32E02D1-5EE5-46D7-B164-4F53465769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" y="1555750"/>
            <a:ext cx="6313487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07CE12B5-339C-B74D-9B88-D2494D95888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the Output z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82D7063-8BFD-4FFC-9170-C5C956230BD0}"/>
                  </a:ext>
                </a:extLst>
              </p14:cNvPr>
              <p14:cNvContentPartPr/>
              <p14:nvPr/>
            </p14:nvContentPartPr>
            <p14:xfrm>
              <a:off x="5508720" y="598320"/>
              <a:ext cx="3156120" cy="5701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82D7063-8BFD-4FFC-9170-C5C956230BD0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499360" y="588960"/>
                <a:ext cx="3174840" cy="5720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4FA2FFA2-3506-0B4C-A0AE-9E9C7636027D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69685" name="Picture 3" descr="Screen shot 2015-11-30 at 7.45.50 PM.png">
            <a:extLst>
              <a:ext uri="{FF2B5EF4-FFF2-40B4-BE49-F238E27FC236}">
                <a16:creationId xmlns:a16="http://schemas.microsoft.com/office/drawing/2014/main" id="{4D26FFD6-DA8B-4D84-9D8E-FFC07F6E71F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" y="1555750"/>
            <a:ext cx="6313487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7528B3CA-663A-B549-A1D4-51C5B68A4C11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the Output z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ED7A10F5-36E8-354B-87AA-547B22C0E1C8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70709" name="Picture 3" descr="Screen shot 2015-11-30 at 7.45.50 PM.png">
            <a:extLst>
              <a:ext uri="{FF2B5EF4-FFF2-40B4-BE49-F238E27FC236}">
                <a16:creationId xmlns:a16="http://schemas.microsoft.com/office/drawing/2014/main" id="{5AC61654-C68D-4F52-AA39-CDD91D86E53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" y="1555750"/>
            <a:ext cx="6313487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8A12EBF3-414D-3F47-A1CB-7ACE2364FBD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the Output z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C62DEA6-C153-8542-A633-07E4C290C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382963"/>
            <a:ext cx="914400" cy="3144837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3F1CBDE-B742-8543-881B-78FAD98EA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913" y="3382963"/>
            <a:ext cx="395287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33D2907-31FB-E44A-B626-AB691AB7F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359150"/>
            <a:ext cx="1406525" cy="3071813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B9F5572-0D72-E141-97A2-43C2BA81D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359150"/>
            <a:ext cx="395288" cy="3071813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1D035B74-6392-4F4B-B880-74BDD039D510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71733" name="Picture 3" descr="Screen shot 2015-11-30 at 7.45.50 PM.png">
            <a:extLst>
              <a:ext uri="{FF2B5EF4-FFF2-40B4-BE49-F238E27FC236}">
                <a16:creationId xmlns:a16="http://schemas.microsoft.com/office/drawing/2014/main" id="{E364700F-D493-4608-9879-6831735D80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" y="1555750"/>
            <a:ext cx="6313487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2973A2B1-3ED4-9E4A-8C61-376F69118C8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K-Map for the Output z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CD23A7C-D31C-144D-8BF1-3DB7AC6BE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382963"/>
            <a:ext cx="914400" cy="3144837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7C7B62-B820-EB4B-BA7D-A70143441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913" y="3382963"/>
            <a:ext cx="395287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A2A6DCD-3C38-F544-8EF7-A6C693C93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359150"/>
            <a:ext cx="1406525" cy="3071813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24AABAF-4A9A-FC47-8D88-4E59E60CA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359150"/>
            <a:ext cx="395288" cy="3071813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1739" name="Shape 1662">
            <a:extLst>
              <a:ext uri="{FF2B5EF4-FFF2-40B4-BE49-F238E27FC236}">
                <a16:creationId xmlns:a16="http://schemas.microsoft.com/office/drawing/2014/main" id="{E64E0E3A-8102-4C35-AD10-FC9BAA294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grpSp>
        <p:nvGrpSpPr>
          <p:cNvPr id="71740" name="Group 2">
            <a:extLst>
              <a:ext uri="{FF2B5EF4-FFF2-40B4-BE49-F238E27FC236}">
                <a16:creationId xmlns:a16="http://schemas.microsoft.com/office/drawing/2014/main" id="{C5467DB5-EE92-4D7F-9D8A-F19C482F37CC}"/>
              </a:ext>
            </a:extLst>
          </p:cNvPr>
          <p:cNvGrpSpPr>
            <a:grpSpLocks/>
          </p:cNvGrpSpPr>
          <p:nvPr/>
        </p:nvGrpSpPr>
        <p:grpSpPr bwMode="auto">
          <a:xfrm>
            <a:off x="5878513" y="685800"/>
            <a:ext cx="2728912" cy="1778000"/>
            <a:chOff x="4970811" y="2889713"/>
            <a:chExt cx="2728913" cy="1778000"/>
          </a:xfrm>
        </p:grpSpPr>
        <p:grpSp>
          <p:nvGrpSpPr>
            <p:cNvPr id="71741" name="Group 105">
              <a:extLst>
                <a:ext uri="{FF2B5EF4-FFF2-40B4-BE49-F238E27FC236}">
                  <a16:creationId xmlns:a16="http://schemas.microsoft.com/office/drawing/2014/main" id="{CAECFC21-81E5-41FC-8EF3-8269B32E55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64" name="Shape 3318">
                <a:extLst>
                  <a:ext uri="{FF2B5EF4-FFF2-40B4-BE49-F238E27FC236}">
                    <a16:creationId xmlns:a16="http://schemas.microsoft.com/office/drawing/2014/main" id="{C9E0E0C1-0DF3-4747-956F-1FB8E77FB9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7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71744" name="Shape 3319">
                <a:extLst>
                  <a:ext uri="{FF2B5EF4-FFF2-40B4-BE49-F238E27FC236}">
                    <a16:creationId xmlns:a16="http://schemas.microsoft.com/office/drawing/2014/main" id="{1FF1C22C-DCB1-4C2D-8FD7-9D564590E2F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1745" name="Shape 3320">
                <a:extLst>
                  <a:ext uri="{FF2B5EF4-FFF2-40B4-BE49-F238E27FC236}">
                    <a16:creationId xmlns:a16="http://schemas.microsoft.com/office/drawing/2014/main" id="{55BE2C7A-7A20-4661-A359-878E0CDE7A5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1746" name="Shape 3321">
                <a:extLst>
                  <a:ext uri="{FF2B5EF4-FFF2-40B4-BE49-F238E27FC236}">
                    <a16:creationId xmlns:a16="http://schemas.microsoft.com/office/drawing/2014/main" id="{07BB3BE2-66F2-41B3-886F-AFD980EA28B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68" name="Shape 3322">
                <a:extLst>
                  <a:ext uri="{FF2B5EF4-FFF2-40B4-BE49-F238E27FC236}">
                    <a16:creationId xmlns:a16="http://schemas.microsoft.com/office/drawing/2014/main" id="{678AF0AD-6E8F-464C-A4A6-C218964356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71748" name="Shape 3323">
                <a:extLst>
                  <a:ext uri="{FF2B5EF4-FFF2-40B4-BE49-F238E27FC236}">
                    <a16:creationId xmlns:a16="http://schemas.microsoft.com/office/drawing/2014/main" id="{072908A9-41FE-4846-83EF-2F14CA968E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1749" name="Shape 3324">
                <a:extLst>
                  <a:ext uri="{FF2B5EF4-FFF2-40B4-BE49-F238E27FC236}">
                    <a16:creationId xmlns:a16="http://schemas.microsoft.com/office/drawing/2014/main" id="{5C8DC318-FBC7-4DF0-B312-35068D61D83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71" name="Shape 3325">
                <a:extLst>
                  <a:ext uri="{FF2B5EF4-FFF2-40B4-BE49-F238E27FC236}">
                    <a16:creationId xmlns:a16="http://schemas.microsoft.com/office/drawing/2014/main" id="{A0B48DC3-D8C6-1D4E-B354-C2ABC7916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72" name="Shape 3326">
                <a:extLst>
                  <a:ext uri="{FF2B5EF4-FFF2-40B4-BE49-F238E27FC236}">
                    <a16:creationId xmlns:a16="http://schemas.microsoft.com/office/drawing/2014/main" id="{FC598CFC-27B1-184A-B4B4-BCAA49571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73" name="Shape 3327">
                <a:extLst>
                  <a:ext uri="{FF2B5EF4-FFF2-40B4-BE49-F238E27FC236}">
                    <a16:creationId xmlns:a16="http://schemas.microsoft.com/office/drawing/2014/main" id="{359F38D7-07A8-D84D-AD66-96FB3C1B69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74" name="Shape 3328">
                <a:extLst>
                  <a:ext uri="{FF2B5EF4-FFF2-40B4-BE49-F238E27FC236}">
                    <a16:creationId xmlns:a16="http://schemas.microsoft.com/office/drawing/2014/main" id="{E4698F2F-FF44-6141-8EA8-C9CFE4B30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75" name="Shape 3329">
                <a:extLst>
                  <a:ext uri="{FF2B5EF4-FFF2-40B4-BE49-F238E27FC236}">
                    <a16:creationId xmlns:a16="http://schemas.microsoft.com/office/drawing/2014/main" id="{5F0EFCCF-9390-B24C-B70F-3DFDA748D4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76" name="Shape 3330">
                <a:extLst>
                  <a:ext uri="{FF2B5EF4-FFF2-40B4-BE49-F238E27FC236}">
                    <a16:creationId xmlns:a16="http://schemas.microsoft.com/office/drawing/2014/main" id="{9107DDAA-81DA-F041-9B4D-F8A2042B15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77" name="Shape 3331">
                <a:extLst>
                  <a:ext uri="{FF2B5EF4-FFF2-40B4-BE49-F238E27FC236}">
                    <a16:creationId xmlns:a16="http://schemas.microsoft.com/office/drawing/2014/main" id="{C5014F12-609D-B441-841A-9E8D6D0609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7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78" name="Shape 3332">
                <a:extLst>
                  <a:ext uri="{FF2B5EF4-FFF2-40B4-BE49-F238E27FC236}">
                    <a16:creationId xmlns:a16="http://schemas.microsoft.com/office/drawing/2014/main" id="{0618D52F-9841-7F4B-87E4-FEA9D523D6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79" name="Shape 3333">
                <a:extLst>
                  <a:ext uri="{FF2B5EF4-FFF2-40B4-BE49-F238E27FC236}">
                    <a16:creationId xmlns:a16="http://schemas.microsoft.com/office/drawing/2014/main" id="{CF818352-F7FF-E844-828E-0030DD7CF5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3 </a:t>
                </a:r>
              </a:p>
            </p:txBody>
          </p:sp>
          <p:sp>
            <p:nvSpPr>
              <p:cNvPr id="80" name="Shape 3334">
                <a:extLst>
                  <a:ext uri="{FF2B5EF4-FFF2-40B4-BE49-F238E27FC236}">
                    <a16:creationId xmlns:a16="http://schemas.microsoft.com/office/drawing/2014/main" id="{A7A06659-1B3D-A24C-9556-E6AB631AE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81" name="Shape 3335">
                <a:extLst>
                  <a:ext uri="{FF2B5EF4-FFF2-40B4-BE49-F238E27FC236}">
                    <a16:creationId xmlns:a16="http://schemas.microsoft.com/office/drawing/2014/main" id="{36CE0678-2016-FE4E-B264-D1B46BFD4D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82" name="Shape 3336">
                <a:extLst>
                  <a:ext uri="{FF2B5EF4-FFF2-40B4-BE49-F238E27FC236}">
                    <a16:creationId xmlns:a16="http://schemas.microsoft.com/office/drawing/2014/main" id="{0921C0BD-5BE8-2A48-888F-8D971D894A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2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z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63" name="TextBox 1">
              <a:extLst>
                <a:ext uri="{FF2B5EF4-FFF2-40B4-BE49-F238E27FC236}">
                  <a16:creationId xmlns:a16="http://schemas.microsoft.com/office/drawing/2014/main" id="{22E95C62-0DCF-D54F-98C7-6044254FB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6"/>
              <a:ext cx="1895476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1    d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0    d    d</a:t>
              </a: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8A7404EB-C08E-5047-8EA0-254019D9D11B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72757" name="Picture 3" descr="Screen shot 2015-11-30 at 7.45.50 PM.png">
            <a:extLst>
              <a:ext uri="{FF2B5EF4-FFF2-40B4-BE49-F238E27FC236}">
                <a16:creationId xmlns:a16="http://schemas.microsoft.com/office/drawing/2014/main" id="{AEC0F644-B131-496F-9856-E205C16617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" y="1555750"/>
            <a:ext cx="6313487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E4747C59-E8A8-124A-A110-618CA08520AA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The Expression for the Output z</a:t>
            </a:r>
          </a:p>
        </p:txBody>
      </p:sp>
      <p:sp>
        <p:nvSpPr>
          <p:cNvPr id="72759" name="Shape 1662">
            <a:extLst>
              <a:ext uri="{FF2B5EF4-FFF2-40B4-BE49-F238E27FC236}">
                <a16:creationId xmlns:a16="http://schemas.microsoft.com/office/drawing/2014/main" id="{96118F88-B2C0-49E9-9BA0-423D58E9E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grpSp>
        <p:nvGrpSpPr>
          <p:cNvPr id="72760" name="Group 2">
            <a:extLst>
              <a:ext uri="{FF2B5EF4-FFF2-40B4-BE49-F238E27FC236}">
                <a16:creationId xmlns:a16="http://schemas.microsoft.com/office/drawing/2014/main" id="{4961DEE3-9D7F-4D0D-9F16-6BEBC33F93D8}"/>
              </a:ext>
            </a:extLst>
          </p:cNvPr>
          <p:cNvGrpSpPr>
            <a:grpSpLocks/>
          </p:cNvGrpSpPr>
          <p:nvPr/>
        </p:nvGrpSpPr>
        <p:grpSpPr bwMode="auto">
          <a:xfrm>
            <a:off x="5878513" y="685800"/>
            <a:ext cx="2728912" cy="1778000"/>
            <a:chOff x="4970811" y="2889713"/>
            <a:chExt cx="2728913" cy="1778000"/>
          </a:xfrm>
        </p:grpSpPr>
        <p:grpSp>
          <p:nvGrpSpPr>
            <p:cNvPr id="72768" name="Group 105">
              <a:extLst>
                <a:ext uri="{FF2B5EF4-FFF2-40B4-BE49-F238E27FC236}">
                  <a16:creationId xmlns:a16="http://schemas.microsoft.com/office/drawing/2014/main" id="{4CD72CC8-5F9A-4B28-93FD-991DA687F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64" name="Shape 3318">
                <a:extLst>
                  <a:ext uri="{FF2B5EF4-FFF2-40B4-BE49-F238E27FC236}">
                    <a16:creationId xmlns:a16="http://schemas.microsoft.com/office/drawing/2014/main" id="{EC3D868A-159F-1B4D-8752-D54CB534D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7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72771" name="Shape 3319">
                <a:extLst>
                  <a:ext uri="{FF2B5EF4-FFF2-40B4-BE49-F238E27FC236}">
                    <a16:creationId xmlns:a16="http://schemas.microsoft.com/office/drawing/2014/main" id="{18191B6E-1E09-4048-B654-3361A0493F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772" name="Shape 3320">
                <a:extLst>
                  <a:ext uri="{FF2B5EF4-FFF2-40B4-BE49-F238E27FC236}">
                    <a16:creationId xmlns:a16="http://schemas.microsoft.com/office/drawing/2014/main" id="{D8053D12-084D-4E89-A9D1-0E04D15C2FD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773" name="Shape 3321">
                <a:extLst>
                  <a:ext uri="{FF2B5EF4-FFF2-40B4-BE49-F238E27FC236}">
                    <a16:creationId xmlns:a16="http://schemas.microsoft.com/office/drawing/2014/main" id="{D60476BB-5BA5-48B7-BE7C-51A20311040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68" name="Shape 3322">
                <a:extLst>
                  <a:ext uri="{FF2B5EF4-FFF2-40B4-BE49-F238E27FC236}">
                    <a16:creationId xmlns:a16="http://schemas.microsoft.com/office/drawing/2014/main" id="{A365A629-AAD9-694E-BF70-1A967F4BE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72775" name="Shape 3323">
                <a:extLst>
                  <a:ext uri="{FF2B5EF4-FFF2-40B4-BE49-F238E27FC236}">
                    <a16:creationId xmlns:a16="http://schemas.microsoft.com/office/drawing/2014/main" id="{C78180AD-87A8-4981-889B-53378C306D7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776" name="Shape 3324">
                <a:extLst>
                  <a:ext uri="{FF2B5EF4-FFF2-40B4-BE49-F238E27FC236}">
                    <a16:creationId xmlns:a16="http://schemas.microsoft.com/office/drawing/2014/main" id="{6AABDE38-7940-4C03-B0BF-88DCE93170C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71" name="Shape 3325">
                <a:extLst>
                  <a:ext uri="{FF2B5EF4-FFF2-40B4-BE49-F238E27FC236}">
                    <a16:creationId xmlns:a16="http://schemas.microsoft.com/office/drawing/2014/main" id="{7375173E-66E4-DF46-BD3E-7CBB7CE6C8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72" name="Shape 3326">
                <a:extLst>
                  <a:ext uri="{FF2B5EF4-FFF2-40B4-BE49-F238E27FC236}">
                    <a16:creationId xmlns:a16="http://schemas.microsoft.com/office/drawing/2014/main" id="{C8F70954-A8F8-D24D-85D3-B19F559F84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73" name="Shape 3327">
                <a:extLst>
                  <a:ext uri="{FF2B5EF4-FFF2-40B4-BE49-F238E27FC236}">
                    <a16:creationId xmlns:a16="http://schemas.microsoft.com/office/drawing/2014/main" id="{C50493E1-9EF7-DD49-A74B-B0A12434DC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74" name="Shape 3328">
                <a:extLst>
                  <a:ext uri="{FF2B5EF4-FFF2-40B4-BE49-F238E27FC236}">
                    <a16:creationId xmlns:a16="http://schemas.microsoft.com/office/drawing/2014/main" id="{63F95F27-E6D0-0D4C-AC17-51533DF6F1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75" name="Shape 3329">
                <a:extLst>
                  <a:ext uri="{FF2B5EF4-FFF2-40B4-BE49-F238E27FC236}">
                    <a16:creationId xmlns:a16="http://schemas.microsoft.com/office/drawing/2014/main" id="{3BEB599D-0611-254B-8BB1-97BAA81803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76" name="Shape 3330">
                <a:extLst>
                  <a:ext uri="{FF2B5EF4-FFF2-40B4-BE49-F238E27FC236}">
                    <a16:creationId xmlns:a16="http://schemas.microsoft.com/office/drawing/2014/main" id="{E6F69361-E57B-FD48-AE73-060553A062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77" name="Shape 3331">
                <a:extLst>
                  <a:ext uri="{FF2B5EF4-FFF2-40B4-BE49-F238E27FC236}">
                    <a16:creationId xmlns:a16="http://schemas.microsoft.com/office/drawing/2014/main" id="{CA143D12-855F-5C44-951B-E4DB94A753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7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78" name="Shape 3332">
                <a:extLst>
                  <a:ext uri="{FF2B5EF4-FFF2-40B4-BE49-F238E27FC236}">
                    <a16:creationId xmlns:a16="http://schemas.microsoft.com/office/drawing/2014/main" id="{F0BCF4B2-F3B3-2D45-8FD5-838C92EA01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79" name="Shape 3333">
                <a:extLst>
                  <a:ext uri="{FF2B5EF4-FFF2-40B4-BE49-F238E27FC236}">
                    <a16:creationId xmlns:a16="http://schemas.microsoft.com/office/drawing/2014/main" id="{ED03FED3-F5E1-204B-9635-0304FF7E17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3 </a:t>
                </a:r>
              </a:p>
            </p:txBody>
          </p:sp>
          <p:sp>
            <p:nvSpPr>
              <p:cNvPr id="80" name="Shape 3334">
                <a:extLst>
                  <a:ext uri="{FF2B5EF4-FFF2-40B4-BE49-F238E27FC236}">
                    <a16:creationId xmlns:a16="http://schemas.microsoft.com/office/drawing/2014/main" id="{9DB36F20-7ECB-244D-8264-711D12340C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81" name="Shape 3335">
                <a:extLst>
                  <a:ext uri="{FF2B5EF4-FFF2-40B4-BE49-F238E27FC236}">
                    <a16:creationId xmlns:a16="http://schemas.microsoft.com/office/drawing/2014/main" id="{1C03946B-C395-144B-9F9D-E18E0BA23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82" name="Shape 3336">
                <a:extLst>
                  <a:ext uri="{FF2B5EF4-FFF2-40B4-BE49-F238E27FC236}">
                    <a16:creationId xmlns:a16="http://schemas.microsoft.com/office/drawing/2014/main" id="{1D398B7B-3B09-7F40-8988-7398525E7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2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z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63" name="TextBox 1">
              <a:extLst>
                <a:ext uri="{FF2B5EF4-FFF2-40B4-BE49-F238E27FC236}">
                  <a16:creationId xmlns:a16="http://schemas.microsoft.com/office/drawing/2014/main" id="{8CA2C404-E157-9841-83EC-924A7BA35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6"/>
              <a:ext cx="1895476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1    d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0    d    d</a:t>
              </a:r>
            </a:p>
          </p:txBody>
        </p:sp>
      </p:grpSp>
      <p:sp>
        <p:nvSpPr>
          <p:cNvPr id="72761" name="Freeform 50">
            <a:extLst>
              <a:ext uri="{FF2B5EF4-FFF2-40B4-BE49-F238E27FC236}">
                <a16:creationId xmlns:a16="http://schemas.microsoft.com/office/drawing/2014/main" id="{CE8B741A-2453-4C38-9FA4-F1AA61576DFA}"/>
              </a:ext>
            </a:extLst>
          </p:cNvPr>
          <p:cNvSpPr>
            <a:spLocks/>
          </p:cNvSpPr>
          <p:nvPr/>
        </p:nvSpPr>
        <p:spPr bwMode="auto">
          <a:xfrm rot="-5400000">
            <a:off x="7677943" y="1542257"/>
            <a:ext cx="893763" cy="857250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762" name="Freeform 50">
            <a:extLst>
              <a:ext uri="{FF2B5EF4-FFF2-40B4-BE49-F238E27FC236}">
                <a16:creationId xmlns:a16="http://schemas.microsoft.com/office/drawing/2014/main" id="{0E781BCF-AEAF-471A-AB2A-E46DE91C63DA}"/>
              </a:ext>
            </a:extLst>
          </p:cNvPr>
          <p:cNvSpPr>
            <a:spLocks/>
          </p:cNvSpPr>
          <p:nvPr/>
        </p:nvSpPr>
        <p:spPr bwMode="auto">
          <a:xfrm rot="-5400000">
            <a:off x="7404100" y="1358900"/>
            <a:ext cx="431800" cy="762000"/>
          </a:xfrm>
          <a:custGeom>
            <a:avLst/>
            <a:gdLst>
              <a:gd name="T0" fmla="*/ 0 w 1249"/>
              <a:gd name="T1" fmla="*/ 2147483646 h 545"/>
              <a:gd name="T2" fmla="*/ 2147483646 w 1249"/>
              <a:gd name="T3" fmla="*/ 2147483646 h 545"/>
              <a:gd name="T4" fmla="*/ 2147483646 w 1249"/>
              <a:gd name="T5" fmla="*/ 2147483646 h 545"/>
              <a:gd name="T6" fmla="*/ 2147483646 w 1249"/>
              <a:gd name="T7" fmla="*/ 2147483646 h 545"/>
              <a:gd name="T8" fmla="*/ 2147483646 w 1249"/>
              <a:gd name="T9" fmla="*/ 2147483646 h 545"/>
              <a:gd name="T10" fmla="*/ 2147483646 w 1249"/>
              <a:gd name="T11" fmla="*/ 2147483646 h 545"/>
              <a:gd name="T12" fmla="*/ 2147483646 w 1249"/>
              <a:gd name="T13" fmla="*/ 2147483646 h 545"/>
              <a:gd name="T14" fmla="*/ 2147483646 w 1249"/>
              <a:gd name="T15" fmla="*/ 2147483646 h 545"/>
              <a:gd name="T16" fmla="*/ 2147483646 w 1249"/>
              <a:gd name="T17" fmla="*/ 2147483646 h 545"/>
              <a:gd name="T18" fmla="*/ 2147483646 w 1249"/>
              <a:gd name="T19" fmla="*/ 2147483646 h 545"/>
              <a:gd name="T20" fmla="*/ 2147483646 w 1249"/>
              <a:gd name="T21" fmla="*/ 0 h 545"/>
              <a:gd name="T22" fmla="*/ 2147483646 w 1249"/>
              <a:gd name="T23" fmla="*/ 0 h 545"/>
              <a:gd name="T24" fmla="*/ 2147483646 w 1249"/>
              <a:gd name="T25" fmla="*/ 2147483646 h 545"/>
              <a:gd name="T26" fmla="*/ 2147483646 w 1249"/>
              <a:gd name="T27" fmla="*/ 2147483646 h 545"/>
              <a:gd name="T28" fmla="*/ 2147483646 w 1249"/>
              <a:gd name="T29" fmla="*/ 2147483646 h 545"/>
              <a:gd name="T30" fmla="*/ 2147483646 w 1249"/>
              <a:gd name="T31" fmla="*/ 2147483646 h 545"/>
              <a:gd name="T32" fmla="*/ 2147483646 w 1249"/>
              <a:gd name="T33" fmla="*/ 2147483646 h 545"/>
              <a:gd name="T34" fmla="*/ 2147483646 w 1249"/>
              <a:gd name="T35" fmla="*/ 2147483646 h 545"/>
              <a:gd name="T36" fmla="*/ 2147483646 w 1249"/>
              <a:gd name="T37" fmla="*/ 2147483646 h 545"/>
              <a:gd name="T38" fmla="*/ 2147483646 w 1249"/>
              <a:gd name="T39" fmla="*/ 2147483646 h 545"/>
              <a:gd name="T40" fmla="*/ 2147483646 w 1249"/>
              <a:gd name="T41" fmla="*/ 2147483646 h 545"/>
              <a:gd name="T42" fmla="*/ 2147483646 w 1249"/>
              <a:gd name="T43" fmla="*/ 2147483646 h 545"/>
              <a:gd name="T44" fmla="*/ 2147483646 w 1249"/>
              <a:gd name="T45" fmla="*/ 2147483646 h 545"/>
              <a:gd name="T46" fmla="*/ 2147483646 w 1249"/>
              <a:gd name="T47" fmla="*/ 2147483646 h 545"/>
              <a:gd name="T48" fmla="*/ 2147483646 w 1249"/>
              <a:gd name="T49" fmla="*/ 2147483646 h 545"/>
              <a:gd name="T50" fmla="*/ 2147483646 w 1249"/>
              <a:gd name="T51" fmla="*/ 2147483646 h 545"/>
              <a:gd name="T52" fmla="*/ 2147483646 w 1249"/>
              <a:gd name="T53" fmla="*/ 2147483646 h 545"/>
              <a:gd name="T54" fmla="*/ 2147483646 w 1249"/>
              <a:gd name="T55" fmla="*/ 2147483646 h 545"/>
              <a:gd name="T56" fmla="*/ 2147483646 w 1249"/>
              <a:gd name="T57" fmla="*/ 2147483646 h 545"/>
              <a:gd name="T58" fmla="*/ 2147483646 w 1249"/>
              <a:gd name="T59" fmla="*/ 2147483646 h 545"/>
              <a:gd name="T60" fmla="*/ 2147483646 w 1249"/>
              <a:gd name="T61" fmla="*/ 2147483646 h 545"/>
              <a:gd name="T62" fmla="*/ 2147483646 w 1249"/>
              <a:gd name="T63" fmla="*/ 2147483646 h 545"/>
              <a:gd name="T64" fmla="*/ 2147483646 w 1249"/>
              <a:gd name="T65" fmla="*/ 2147483646 h 545"/>
              <a:gd name="T66" fmla="*/ 2147483646 w 1249"/>
              <a:gd name="T67" fmla="*/ 2147483646 h 545"/>
              <a:gd name="T68" fmla="*/ 2147483646 w 1249"/>
              <a:gd name="T69" fmla="*/ 2147483646 h 545"/>
              <a:gd name="T70" fmla="*/ 2147483646 w 1249"/>
              <a:gd name="T71" fmla="*/ 2147483646 h 545"/>
              <a:gd name="T72" fmla="*/ 2147483646 w 1249"/>
              <a:gd name="T73" fmla="*/ 2147483646 h 545"/>
              <a:gd name="T74" fmla="*/ 2147483646 w 1249"/>
              <a:gd name="T75" fmla="*/ 2147483646 h 545"/>
              <a:gd name="T76" fmla="*/ 2147483646 w 1249"/>
              <a:gd name="T77" fmla="*/ 2147483646 h 545"/>
              <a:gd name="T78" fmla="*/ 2147483646 w 1249"/>
              <a:gd name="T79" fmla="*/ 2147483646 h 545"/>
              <a:gd name="T80" fmla="*/ 2147483646 w 1249"/>
              <a:gd name="T81" fmla="*/ 2147483646 h 545"/>
              <a:gd name="T82" fmla="*/ 2147483646 w 1249"/>
              <a:gd name="T83" fmla="*/ 2147483646 h 545"/>
              <a:gd name="T84" fmla="*/ 2147483646 w 1249"/>
              <a:gd name="T85" fmla="*/ 2147483646 h 545"/>
              <a:gd name="T86" fmla="*/ 2147483646 w 1249"/>
              <a:gd name="T87" fmla="*/ 2147483646 h 545"/>
              <a:gd name="T88" fmla="*/ 0 w 1249"/>
              <a:gd name="T89" fmla="*/ 2147483646 h 54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249" h="545">
                <a:moveTo>
                  <a:pt x="0" y="271"/>
                </a:moveTo>
                <a:lnTo>
                  <a:pt x="0" y="272"/>
                </a:lnTo>
                <a:lnTo>
                  <a:pt x="0" y="258"/>
                </a:lnTo>
                <a:lnTo>
                  <a:pt x="2" y="244"/>
                </a:lnTo>
                <a:lnTo>
                  <a:pt x="3" y="231"/>
                </a:lnTo>
                <a:lnTo>
                  <a:pt x="5" y="218"/>
                </a:lnTo>
                <a:lnTo>
                  <a:pt x="8" y="204"/>
                </a:lnTo>
                <a:lnTo>
                  <a:pt x="13" y="191"/>
                </a:lnTo>
                <a:lnTo>
                  <a:pt x="16" y="178"/>
                </a:lnTo>
                <a:lnTo>
                  <a:pt x="21" y="167"/>
                </a:lnTo>
                <a:lnTo>
                  <a:pt x="27" y="154"/>
                </a:lnTo>
                <a:lnTo>
                  <a:pt x="32" y="143"/>
                </a:lnTo>
                <a:lnTo>
                  <a:pt x="40" y="132"/>
                </a:lnTo>
                <a:lnTo>
                  <a:pt x="47" y="120"/>
                </a:lnTo>
                <a:lnTo>
                  <a:pt x="55" y="109"/>
                </a:lnTo>
                <a:lnTo>
                  <a:pt x="63" y="100"/>
                </a:lnTo>
                <a:lnTo>
                  <a:pt x="71" y="88"/>
                </a:lnTo>
                <a:lnTo>
                  <a:pt x="80" y="79"/>
                </a:lnTo>
                <a:lnTo>
                  <a:pt x="90" y="71"/>
                </a:lnTo>
                <a:lnTo>
                  <a:pt x="99" y="63"/>
                </a:lnTo>
                <a:lnTo>
                  <a:pt x="109" y="53"/>
                </a:lnTo>
                <a:lnTo>
                  <a:pt x="120" y="47"/>
                </a:lnTo>
                <a:lnTo>
                  <a:pt x="131" y="39"/>
                </a:lnTo>
                <a:lnTo>
                  <a:pt x="143" y="32"/>
                </a:lnTo>
                <a:lnTo>
                  <a:pt x="154" y="26"/>
                </a:lnTo>
                <a:lnTo>
                  <a:pt x="167" y="21"/>
                </a:lnTo>
                <a:lnTo>
                  <a:pt x="179" y="16"/>
                </a:lnTo>
                <a:lnTo>
                  <a:pt x="191" y="12"/>
                </a:lnTo>
                <a:lnTo>
                  <a:pt x="205" y="8"/>
                </a:lnTo>
                <a:lnTo>
                  <a:pt x="218" y="5"/>
                </a:lnTo>
                <a:lnTo>
                  <a:pt x="231" y="4"/>
                </a:lnTo>
                <a:lnTo>
                  <a:pt x="245" y="2"/>
                </a:lnTo>
                <a:lnTo>
                  <a:pt x="258" y="0"/>
                </a:lnTo>
                <a:lnTo>
                  <a:pt x="272" y="0"/>
                </a:lnTo>
                <a:lnTo>
                  <a:pt x="977" y="0"/>
                </a:lnTo>
                <a:lnTo>
                  <a:pt x="989" y="0"/>
                </a:lnTo>
                <a:lnTo>
                  <a:pt x="1004" y="2"/>
                </a:lnTo>
                <a:lnTo>
                  <a:pt x="1018" y="4"/>
                </a:lnTo>
                <a:lnTo>
                  <a:pt x="1031" y="5"/>
                </a:lnTo>
                <a:lnTo>
                  <a:pt x="1044" y="8"/>
                </a:lnTo>
                <a:lnTo>
                  <a:pt x="1057" y="12"/>
                </a:lnTo>
                <a:lnTo>
                  <a:pt x="1069" y="16"/>
                </a:lnTo>
                <a:lnTo>
                  <a:pt x="1082" y="21"/>
                </a:lnTo>
                <a:lnTo>
                  <a:pt x="1093" y="26"/>
                </a:lnTo>
                <a:lnTo>
                  <a:pt x="1106" y="32"/>
                </a:lnTo>
                <a:lnTo>
                  <a:pt x="1117" y="39"/>
                </a:lnTo>
                <a:lnTo>
                  <a:pt x="1129" y="47"/>
                </a:lnTo>
                <a:lnTo>
                  <a:pt x="1140" y="53"/>
                </a:lnTo>
                <a:lnTo>
                  <a:pt x="1149" y="63"/>
                </a:lnTo>
                <a:lnTo>
                  <a:pt x="1159" y="71"/>
                </a:lnTo>
                <a:lnTo>
                  <a:pt x="1169" y="79"/>
                </a:lnTo>
                <a:lnTo>
                  <a:pt x="1178" y="88"/>
                </a:lnTo>
                <a:lnTo>
                  <a:pt x="1186" y="100"/>
                </a:lnTo>
                <a:lnTo>
                  <a:pt x="1194" y="109"/>
                </a:lnTo>
                <a:lnTo>
                  <a:pt x="1202" y="120"/>
                </a:lnTo>
                <a:lnTo>
                  <a:pt x="1209" y="132"/>
                </a:lnTo>
                <a:lnTo>
                  <a:pt x="1215" y="143"/>
                </a:lnTo>
                <a:lnTo>
                  <a:pt x="1221" y="154"/>
                </a:lnTo>
                <a:lnTo>
                  <a:pt x="1228" y="167"/>
                </a:lnTo>
                <a:lnTo>
                  <a:pt x="1233" y="178"/>
                </a:lnTo>
                <a:lnTo>
                  <a:pt x="1236" y="191"/>
                </a:lnTo>
                <a:lnTo>
                  <a:pt x="1241" y="204"/>
                </a:lnTo>
                <a:lnTo>
                  <a:pt x="1242" y="218"/>
                </a:lnTo>
                <a:lnTo>
                  <a:pt x="1246" y="231"/>
                </a:lnTo>
                <a:lnTo>
                  <a:pt x="1247" y="244"/>
                </a:lnTo>
                <a:lnTo>
                  <a:pt x="1249" y="258"/>
                </a:lnTo>
                <a:lnTo>
                  <a:pt x="1249" y="272"/>
                </a:lnTo>
                <a:lnTo>
                  <a:pt x="1249" y="271"/>
                </a:lnTo>
                <a:lnTo>
                  <a:pt x="1249" y="285"/>
                </a:lnTo>
                <a:lnTo>
                  <a:pt x="1247" y="300"/>
                </a:lnTo>
                <a:lnTo>
                  <a:pt x="1246" y="312"/>
                </a:lnTo>
                <a:lnTo>
                  <a:pt x="1242" y="327"/>
                </a:lnTo>
                <a:lnTo>
                  <a:pt x="1241" y="340"/>
                </a:lnTo>
                <a:lnTo>
                  <a:pt x="1236" y="353"/>
                </a:lnTo>
                <a:lnTo>
                  <a:pt x="1233" y="365"/>
                </a:lnTo>
                <a:lnTo>
                  <a:pt x="1228" y="378"/>
                </a:lnTo>
                <a:lnTo>
                  <a:pt x="1221" y="389"/>
                </a:lnTo>
                <a:lnTo>
                  <a:pt x="1215" y="402"/>
                </a:lnTo>
                <a:lnTo>
                  <a:pt x="1209" y="413"/>
                </a:lnTo>
                <a:lnTo>
                  <a:pt x="1202" y="425"/>
                </a:lnTo>
                <a:lnTo>
                  <a:pt x="1194" y="434"/>
                </a:lnTo>
                <a:lnTo>
                  <a:pt x="1186" y="445"/>
                </a:lnTo>
                <a:lnTo>
                  <a:pt x="1178" y="455"/>
                </a:lnTo>
                <a:lnTo>
                  <a:pt x="1169" y="465"/>
                </a:lnTo>
                <a:lnTo>
                  <a:pt x="1159" y="473"/>
                </a:lnTo>
                <a:lnTo>
                  <a:pt x="1149" y="482"/>
                </a:lnTo>
                <a:lnTo>
                  <a:pt x="1140" y="490"/>
                </a:lnTo>
                <a:lnTo>
                  <a:pt x="1129" y="498"/>
                </a:lnTo>
                <a:lnTo>
                  <a:pt x="1117" y="505"/>
                </a:lnTo>
                <a:lnTo>
                  <a:pt x="1106" y="511"/>
                </a:lnTo>
                <a:lnTo>
                  <a:pt x="1093" y="517"/>
                </a:lnTo>
                <a:lnTo>
                  <a:pt x="1082" y="522"/>
                </a:lnTo>
                <a:lnTo>
                  <a:pt x="1069" y="527"/>
                </a:lnTo>
                <a:lnTo>
                  <a:pt x="1057" y="532"/>
                </a:lnTo>
                <a:lnTo>
                  <a:pt x="1044" y="535"/>
                </a:lnTo>
                <a:lnTo>
                  <a:pt x="1031" y="538"/>
                </a:lnTo>
                <a:lnTo>
                  <a:pt x="1018" y="541"/>
                </a:lnTo>
                <a:lnTo>
                  <a:pt x="1004" y="543"/>
                </a:lnTo>
                <a:lnTo>
                  <a:pt x="989" y="543"/>
                </a:lnTo>
                <a:lnTo>
                  <a:pt x="977" y="545"/>
                </a:lnTo>
                <a:lnTo>
                  <a:pt x="272" y="545"/>
                </a:lnTo>
                <a:lnTo>
                  <a:pt x="258" y="543"/>
                </a:lnTo>
                <a:lnTo>
                  <a:pt x="245" y="543"/>
                </a:lnTo>
                <a:lnTo>
                  <a:pt x="231" y="541"/>
                </a:lnTo>
                <a:lnTo>
                  <a:pt x="218" y="538"/>
                </a:lnTo>
                <a:lnTo>
                  <a:pt x="205" y="535"/>
                </a:lnTo>
                <a:lnTo>
                  <a:pt x="191" y="532"/>
                </a:lnTo>
                <a:lnTo>
                  <a:pt x="179" y="527"/>
                </a:lnTo>
                <a:lnTo>
                  <a:pt x="167" y="522"/>
                </a:lnTo>
                <a:lnTo>
                  <a:pt x="154" y="517"/>
                </a:lnTo>
                <a:lnTo>
                  <a:pt x="143" y="511"/>
                </a:lnTo>
                <a:lnTo>
                  <a:pt x="131" y="505"/>
                </a:lnTo>
                <a:lnTo>
                  <a:pt x="120" y="498"/>
                </a:lnTo>
                <a:lnTo>
                  <a:pt x="109" y="490"/>
                </a:lnTo>
                <a:lnTo>
                  <a:pt x="99" y="482"/>
                </a:lnTo>
                <a:lnTo>
                  <a:pt x="90" y="473"/>
                </a:lnTo>
                <a:lnTo>
                  <a:pt x="80" y="465"/>
                </a:lnTo>
                <a:lnTo>
                  <a:pt x="71" y="455"/>
                </a:lnTo>
                <a:lnTo>
                  <a:pt x="63" y="445"/>
                </a:lnTo>
                <a:lnTo>
                  <a:pt x="55" y="434"/>
                </a:lnTo>
                <a:lnTo>
                  <a:pt x="47" y="425"/>
                </a:lnTo>
                <a:lnTo>
                  <a:pt x="40" y="413"/>
                </a:lnTo>
                <a:lnTo>
                  <a:pt x="32" y="402"/>
                </a:lnTo>
                <a:lnTo>
                  <a:pt x="27" y="389"/>
                </a:lnTo>
                <a:lnTo>
                  <a:pt x="21" y="378"/>
                </a:lnTo>
                <a:lnTo>
                  <a:pt x="16" y="365"/>
                </a:lnTo>
                <a:lnTo>
                  <a:pt x="13" y="353"/>
                </a:lnTo>
                <a:lnTo>
                  <a:pt x="8" y="340"/>
                </a:lnTo>
                <a:lnTo>
                  <a:pt x="5" y="327"/>
                </a:lnTo>
                <a:lnTo>
                  <a:pt x="3" y="312"/>
                </a:lnTo>
                <a:lnTo>
                  <a:pt x="2" y="300"/>
                </a:lnTo>
                <a:lnTo>
                  <a:pt x="0" y="285"/>
                </a:lnTo>
                <a:lnTo>
                  <a:pt x="0" y="271"/>
                </a:lnTo>
                <a:close/>
              </a:path>
            </a:pathLst>
          </a:custGeom>
          <a:noFill/>
          <a:ln w="23813">
            <a:solidFill>
              <a:srgbClr val="0000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2763" name="TextBox 1">
            <a:extLst>
              <a:ext uri="{FF2B5EF4-FFF2-40B4-BE49-F238E27FC236}">
                <a16:creationId xmlns:a16="http://schemas.microsoft.com/office/drawing/2014/main" id="{F2B296A1-D1AD-46C0-9D0C-3ED1D825C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5200" y="685800"/>
            <a:ext cx="4270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72764" name="TextBox 34">
            <a:extLst>
              <a:ext uri="{FF2B5EF4-FFF2-40B4-BE49-F238E27FC236}">
                <a16:creationId xmlns:a16="http://schemas.microsoft.com/office/drawing/2014/main" id="{D966ECDA-B683-49AF-9196-F5080F5E0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685800"/>
            <a:ext cx="741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72765" name="Straight Connector 11">
            <a:extLst>
              <a:ext uri="{FF2B5EF4-FFF2-40B4-BE49-F238E27FC236}">
                <a16:creationId xmlns:a16="http://schemas.microsoft.com/office/drawing/2014/main" id="{F46F6AED-6E34-4726-8D8A-F478382246CF}"/>
              </a:ext>
            </a:extLst>
          </p:cNvPr>
          <p:cNvCxnSpPr>
            <a:cxnSpLocks noChangeShapeType="1"/>
            <a:stCxn id="72763" idx="2"/>
          </p:cNvCxnSpPr>
          <p:nvPr/>
        </p:nvCxnSpPr>
        <p:spPr bwMode="auto">
          <a:xfrm flipH="1">
            <a:off x="8447088" y="1147763"/>
            <a:ext cx="352425" cy="4349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66" name="Straight Connector 38">
            <a:extLst>
              <a:ext uri="{FF2B5EF4-FFF2-40B4-BE49-F238E27FC236}">
                <a16:creationId xmlns:a16="http://schemas.microsoft.com/office/drawing/2014/main" id="{2249F23A-0840-43ED-818A-2BE30E599CE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620000" y="1143000"/>
            <a:ext cx="0" cy="37623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767" name="Straight Connector 3">
            <a:extLst>
              <a:ext uri="{FF2B5EF4-FFF2-40B4-BE49-F238E27FC236}">
                <a16:creationId xmlns:a16="http://schemas.microsoft.com/office/drawing/2014/main" id="{58AC9A6E-AE6F-4D86-954E-27332757CBF6}"/>
              </a:ext>
            </a:extLst>
          </p:cNvPr>
          <p:cNvCxnSpPr>
            <a:cxnSpLocks/>
          </p:cNvCxnSpPr>
          <p:nvPr/>
        </p:nvCxnSpPr>
        <p:spPr bwMode="auto">
          <a:xfrm>
            <a:off x="7239000" y="790575"/>
            <a:ext cx="327025" cy="0"/>
          </a:xfrm>
          <a:prstGeom prst="line">
            <a:avLst/>
          </a:prstGeom>
          <a:noFill/>
          <a:ln w="31750" algn="ctr">
            <a:solidFill>
              <a:schemeClr val="accent2"/>
            </a:solidFill>
            <a:round/>
            <a:headEnd/>
            <a:tailEnd/>
          </a:ln>
        </p:spPr>
      </p:cxn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29" name="Picture 5">
            <a:extLst>
              <a:ext uri="{FF2B5EF4-FFF2-40B4-BE49-F238E27FC236}">
                <a16:creationId xmlns:a16="http://schemas.microsoft.com/office/drawing/2014/main" id="{5AF26882-4BBD-430E-B350-164B4E00B8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13" y="620713"/>
            <a:ext cx="7369175" cy="435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0654F95-A3CE-9B47-89B6-7F2ACEE8E62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 for the FSM</a:t>
            </a:r>
          </a:p>
        </p:txBody>
      </p:sp>
      <p:pic>
        <p:nvPicPr>
          <p:cNvPr id="73731" name="Picture 6" descr="Screen shot 2013-12-09 at 3.46.06 PM.png">
            <a:extLst>
              <a:ext uri="{FF2B5EF4-FFF2-40B4-BE49-F238E27FC236}">
                <a16:creationId xmlns:a16="http://schemas.microsoft.com/office/drawing/2014/main" id="{273D2E5E-151B-40D0-A205-1BC9799024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" y="5268913"/>
            <a:ext cx="4413250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73732" name="Straight Arrow Connector 7">
            <a:extLst>
              <a:ext uri="{FF2B5EF4-FFF2-40B4-BE49-F238E27FC236}">
                <a16:creationId xmlns:a16="http://schemas.microsoft.com/office/drawing/2014/main" id="{DFE0E8BD-6EDF-47D7-9CC2-3F186A49561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95550" y="4635500"/>
            <a:ext cx="2238375" cy="6334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3733" name="TextBox 7">
            <a:extLst>
              <a:ext uri="{FF2B5EF4-FFF2-40B4-BE49-F238E27FC236}">
                <a16:creationId xmlns:a16="http://schemas.microsoft.com/office/drawing/2014/main" id="{5A7E3494-CA14-4E0B-B0F4-A0D821EB3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3925" y="6208713"/>
            <a:ext cx="41989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How can we derive these expressions?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2005768E-35AB-9244-9895-708C9046A7FD}"/>
              </a:ext>
            </a:extLst>
          </p:cNvPr>
          <p:cNvGraphicFramePr>
            <a:graphicFrameLocks noGrp="1"/>
          </p:cNvGraphicFramePr>
          <p:nvPr/>
        </p:nvGraphicFramePr>
        <p:xfrm>
          <a:off x="5861050" y="71438"/>
          <a:ext cx="3130550" cy="6777038"/>
        </p:xfrm>
        <a:graphic>
          <a:graphicData uri="http://schemas.openxmlformats.org/drawingml/2006/table">
            <a:tbl>
              <a:tblPr/>
              <a:tblGrid>
                <a:gridCol w="4476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pic>
        <p:nvPicPr>
          <p:cNvPr id="74899" name="Picture 2" descr="Screen shot 2015-11-30 at 7.45.50 PM.png">
            <a:extLst>
              <a:ext uri="{FF2B5EF4-FFF2-40B4-BE49-F238E27FC236}">
                <a16:creationId xmlns:a16="http://schemas.microsoft.com/office/drawing/2014/main" id="{B22CFA74-AEDF-43D9-BC52-BAC12E990C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419225"/>
            <a:ext cx="5772150" cy="454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09FC5944-5F55-F64A-B9AA-5BC1AD5FB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913" y="3124200"/>
            <a:ext cx="217487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97A03D-8F12-1F48-B0FE-4352E4BEC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3975" y="3713163"/>
            <a:ext cx="395288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26919C9-5067-3042-BAC3-63918DC90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3975" y="519113"/>
            <a:ext cx="395288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A1BB30B-6E12-AC43-8408-4E29A2C74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25" y="3124200"/>
            <a:ext cx="188913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197B8DC5-756E-514A-87AF-FCADF7EFADD3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3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486CE675-9A51-E842-8A99-2EBF6DA2F99E}"/>
              </a:ext>
            </a:extLst>
          </p:cNvPr>
          <p:cNvGraphicFramePr>
            <a:graphicFrameLocks noGrp="1"/>
          </p:cNvGraphicFramePr>
          <p:nvPr/>
        </p:nvGraphicFramePr>
        <p:xfrm>
          <a:off x="5861050" y="71438"/>
          <a:ext cx="3130550" cy="6777038"/>
        </p:xfrm>
        <a:graphic>
          <a:graphicData uri="http://schemas.openxmlformats.org/drawingml/2006/table">
            <a:tbl>
              <a:tblPr/>
              <a:tblGrid>
                <a:gridCol w="4476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pic>
        <p:nvPicPr>
          <p:cNvPr id="75923" name="Picture 2" descr="Screen shot 2015-11-30 at 7.45.50 PM.png">
            <a:extLst>
              <a:ext uri="{FF2B5EF4-FFF2-40B4-BE49-F238E27FC236}">
                <a16:creationId xmlns:a16="http://schemas.microsoft.com/office/drawing/2014/main" id="{654D6DBC-5D59-46B8-80DD-6D79B3E6D1F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419225"/>
            <a:ext cx="5772150" cy="454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6F8F9A29-BFC6-0E42-8F9D-14CD0EB84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124200"/>
            <a:ext cx="215900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ADDE9D5-C603-CD44-8A92-20CE398E1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650" y="3713163"/>
            <a:ext cx="395288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D63F59D-26A3-1940-AAE0-312BCA986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650" y="519113"/>
            <a:ext cx="395288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6C7D07A-62AC-8748-8493-48015AFEF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425" y="3124200"/>
            <a:ext cx="188913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A840B6C8-9325-F042-86A1-65F14473B42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08546C85-551A-664A-BDBC-20F937542F3C}"/>
              </a:ext>
            </a:extLst>
          </p:cNvPr>
          <p:cNvGraphicFramePr/>
          <p:nvPr/>
        </p:nvGraphicFramePr>
        <p:xfrm>
          <a:off x="5861050" y="71438"/>
          <a:ext cx="3130547" cy="67659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47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6686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pic>
        <p:nvPicPr>
          <p:cNvPr id="76947" name="Picture 2" descr="Screen shot 2015-11-30 at 7.45.50 PM.png">
            <a:extLst>
              <a:ext uri="{FF2B5EF4-FFF2-40B4-BE49-F238E27FC236}">
                <a16:creationId xmlns:a16="http://schemas.microsoft.com/office/drawing/2014/main" id="{B4FC926E-B294-443D-9C8C-16E57AE75D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419225"/>
            <a:ext cx="5772150" cy="454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9F08BB66-407C-0A46-BCCA-BB0910787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13" y="3124200"/>
            <a:ext cx="217487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D7049E9-6FF3-734D-BDC9-365F511AC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7738" y="3713163"/>
            <a:ext cx="395287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71C517D-B4A9-7F43-A439-40F5C1891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7738" y="519113"/>
            <a:ext cx="395287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017A8BC-F295-5A43-B787-9D0585F47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9525" y="3124200"/>
            <a:ext cx="188913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45D482BC-AA58-2741-8010-F877D505F55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8BBD7893-5F85-1245-8FAF-9FEEA1406A08}"/>
              </a:ext>
            </a:extLst>
          </p:cNvPr>
          <p:cNvGraphicFramePr/>
          <p:nvPr/>
        </p:nvGraphicFramePr>
        <p:xfrm>
          <a:off x="5861050" y="71438"/>
          <a:ext cx="3130547" cy="67659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47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6686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A004B50C-108F-D649-B5D3-4715892EE39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20871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K-Maps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3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</a:p>
        </p:txBody>
      </p:sp>
      <p:grpSp>
        <p:nvGrpSpPr>
          <p:cNvPr id="78996" name="Group 284">
            <a:extLst>
              <a:ext uri="{FF2B5EF4-FFF2-40B4-BE49-F238E27FC236}">
                <a16:creationId xmlns:a16="http://schemas.microsoft.com/office/drawing/2014/main" id="{5F050CF6-8BDD-43C9-8758-A2DC0EE944AF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4883150"/>
            <a:ext cx="350837" cy="1755775"/>
            <a:chOff x="3023723" y="4905265"/>
            <a:chExt cx="350964" cy="1756460"/>
          </a:xfrm>
        </p:grpSpPr>
        <p:sp>
          <p:nvSpPr>
            <p:cNvPr id="79128" name="Line 61">
              <a:extLst>
                <a:ext uri="{FF2B5EF4-FFF2-40B4-BE49-F238E27FC236}">
                  <a16:creationId xmlns:a16="http://schemas.microsoft.com/office/drawing/2014/main" id="{02201024-9FFE-47D1-A510-605162BC07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2752054" y="5772533"/>
              <a:ext cx="1243954" cy="1310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9129" name="Group 105">
              <a:extLst>
                <a:ext uri="{FF2B5EF4-FFF2-40B4-BE49-F238E27FC236}">
                  <a16:creationId xmlns:a16="http://schemas.microsoft.com/office/drawing/2014/main" id="{9F5CE454-6882-4AF7-9710-0826B7CE7626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 flipH="1">
              <a:off x="3130867" y="6196972"/>
              <a:ext cx="169303" cy="318337"/>
              <a:chOff x="1039" y="1647"/>
              <a:chExt cx="141" cy="270"/>
            </a:xfrm>
          </p:grpSpPr>
          <p:sp>
            <p:nvSpPr>
              <p:cNvPr id="79137" name="Arc 106">
                <a:extLst>
                  <a:ext uri="{FF2B5EF4-FFF2-40B4-BE49-F238E27FC236}">
                    <a16:creationId xmlns:a16="http://schemas.microsoft.com/office/drawing/2014/main" id="{AD184007-992D-4B3F-85FA-14B4FE4B51A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39" y="1647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138" name="Arc 107">
                <a:extLst>
                  <a:ext uri="{FF2B5EF4-FFF2-40B4-BE49-F238E27FC236}">
                    <a16:creationId xmlns:a16="http://schemas.microsoft.com/office/drawing/2014/main" id="{01DD66F0-457A-48DD-A150-D587D0DF34D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039" y="1782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9130" name="Line 108">
              <a:extLst>
                <a:ext uri="{FF2B5EF4-FFF2-40B4-BE49-F238E27FC236}">
                  <a16:creationId xmlns:a16="http://schemas.microsoft.com/office/drawing/2014/main" id="{621CEDDA-A382-45EE-8CF1-74000E4139E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2938758" y="6538646"/>
              <a:ext cx="242982" cy="3176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31" name="Line 109">
              <a:extLst>
                <a:ext uri="{FF2B5EF4-FFF2-40B4-BE49-F238E27FC236}">
                  <a16:creationId xmlns:a16="http://schemas.microsoft.com/office/drawing/2014/main" id="{D897F569-6B84-4426-9D2A-6C69DEB2814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3250019" y="6537058"/>
              <a:ext cx="242982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9132" name="Group 111">
              <a:extLst>
                <a:ext uri="{FF2B5EF4-FFF2-40B4-BE49-F238E27FC236}">
                  <a16:creationId xmlns:a16="http://schemas.microsoft.com/office/drawing/2014/main" id="{71D84FE7-C568-4247-B7A0-035F8F26BDE0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3107348" y="5068991"/>
              <a:ext cx="169303" cy="318337"/>
              <a:chOff x="1039" y="1647"/>
              <a:chExt cx="141" cy="270"/>
            </a:xfrm>
          </p:grpSpPr>
          <p:sp>
            <p:nvSpPr>
              <p:cNvPr id="79135" name="Arc 112">
                <a:extLst>
                  <a:ext uri="{FF2B5EF4-FFF2-40B4-BE49-F238E27FC236}">
                    <a16:creationId xmlns:a16="http://schemas.microsoft.com/office/drawing/2014/main" id="{22570842-F30C-483B-BAEE-AAC500A5D52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39" y="1647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136" name="Arc 113">
                <a:extLst>
                  <a:ext uri="{FF2B5EF4-FFF2-40B4-BE49-F238E27FC236}">
                    <a16:creationId xmlns:a16="http://schemas.microsoft.com/office/drawing/2014/main" id="{DDD344E4-35F1-43AE-A12D-69370AAE0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039" y="1782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79133" name="Line 114">
              <a:extLst>
                <a:ext uri="{FF2B5EF4-FFF2-40B4-BE49-F238E27FC236}">
                  <a16:creationId xmlns:a16="http://schemas.microsoft.com/office/drawing/2014/main" id="{A5D8B25E-0279-47A3-8E22-C496A2C41C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2903820" y="5025168"/>
              <a:ext cx="242983" cy="3176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34" name="Line 115">
              <a:extLst>
                <a:ext uri="{FF2B5EF4-FFF2-40B4-BE49-F238E27FC236}">
                  <a16:creationId xmlns:a16="http://schemas.microsoft.com/office/drawing/2014/main" id="{CC59C7B3-BC0C-417E-B272-312C2656CE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250019" y="5029933"/>
              <a:ext cx="242983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78997" name="Group 178">
            <a:extLst>
              <a:ext uri="{FF2B5EF4-FFF2-40B4-BE49-F238E27FC236}">
                <a16:creationId xmlns:a16="http://schemas.microsoft.com/office/drawing/2014/main" id="{3E4CA1C6-8DEC-430F-8427-4F043EBCF8CD}"/>
              </a:ext>
            </a:extLst>
          </p:cNvPr>
          <p:cNvGrpSpPr>
            <a:grpSpLocks/>
          </p:cNvGrpSpPr>
          <p:nvPr/>
        </p:nvGrpSpPr>
        <p:grpSpPr bwMode="auto">
          <a:xfrm>
            <a:off x="157163" y="628650"/>
            <a:ext cx="2536825" cy="2555875"/>
            <a:chOff x="157895" y="629173"/>
            <a:chExt cx="2536490" cy="2556135"/>
          </a:xfrm>
        </p:grpSpPr>
        <p:sp>
          <p:nvSpPr>
            <p:cNvPr id="79088" name="Rectangle 379">
              <a:extLst>
                <a:ext uri="{FF2B5EF4-FFF2-40B4-BE49-F238E27FC236}">
                  <a16:creationId xmlns:a16="http://schemas.microsoft.com/office/drawing/2014/main" id="{EB423690-4CD6-445A-85AC-05F298A89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9" name="Line 380">
              <a:extLst>
                <a:ext uri="{FF2B5EF4-FFF2-40B4-BE49-F238E27FC236}">
                  <a16:creationId xmlns:a16="http://schemas.microsoft.com/office/drawing/2014/main" id="{51EF231F-4CF0-4323-8707-DC5D6E658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0" name="Line 381">
              <a:extLst>
                <a:ext uri="{FF2B5EF4-FFF2-40B4-BE49-F238E27FC236}">
                  <a16:creationId xmlns:a16="http://schemas.microsoft.com/office/drawing/2014/main" id="{18823E44-2318-4D6B-9C04-3B750CF24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1" name="Line 382">
              <a:extLst>
                <a:ext uri="{FF2B5EF4-FFF2-40B4-BE49-F238E27FC236}">
                  <a16:creationId xmlns:a16="http://schemas.microsoft.com/office/drawing/2014/main" id="{A704936D-7142-4F16-8121-BEB3A3842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2" name="Rectangle 383">
              <a:extLst>
                <a:ext uri="{FF2B5EF4-FFF2-40B4-BE49-F238E27FC236}">
                  <a16:creationId xmlns:a16="http://schemas.microsoft.com/office/drawing/2014/main" id="{CE8C0D21-1524-401B-B1B2-96D3D05C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93" name="Rectangle 387">
              <a:extLst>
                <a:ext uri="{FF2B5EF4-FFF2-40B4-BE49-F238E27FC236}">
                  <a16:creationId xmlns:a16="http://schemas.microsoft.com/office/drawing/2014/main" id="{0775383A-C126-49A0-A352-6EFA2685A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94" name="Rectangle 391">
              <a:extLst>
                <a:ext uri="{FF2B5EF4-FFF2-40B4-BE49-F238E27FC236}">
                  <a16:creationId xmlns:a16="http://schemas.microsoft.com/office/drawing/2014/main" id="{D1855D93-4D11-4EB3-9480-9008B9254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95" name="Line 392">
              <a:extLst>
                <a:ext uri="{FF2B5EF4-FFF2-40B4-BE49-F238E27FC236}">
                  <a16:creationId xmlns:a16="http://schemas.microsoft.com/office/drawing/2014/main" id="{D4B3727A-EBE0-4E34-BB91-B3F147782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6" name="Line 393">
              <a:extLst>
                <a:ext uri="{FF2B5EF4-FFF2-40B4-BE49-F238E27FC236}">
                  <a16:creationId xmlns:a16="http://schemas.microsoft.com/office/drawing/2014/main" id="{BBB358C4-9858-4345-8529-2A781A4B35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97" name="Rectangle 394">
              <a:extLst>
                <a:ext uri="{FF2B5EF4-FFF2-40B4-BE49-F238E27FC236}">
                  <a16:creationId xmlns:a16="http://schemas.microsoft.com/office/drawing/2014/main" id="{5C1F065D-1B5C-43F0-808D-538513C4A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98" name="Rectangle 395">
              <a:extLst>
                <a:ext uri="{FF2B5EF4-FFF2-40B4-BE49-F238E27FC236}">
                  <a16:creationId xmlns:a16="http://schemas.microsoft.com/office/drawing/2014/main" id="{366A4B1E-D14C-45C6-87F7-FCF920373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99" name="Rectangle 396">
              <a:extLst>
                <a:ext uri="{FF2B5EF4-FFF2-40B4-BE49-F238E27FC236}">
                  <a16:creationId xmlns:a16="http://schemas.microsoft.com/office/drawing/2014/main" id="{EBA61770-184E-4F2D-A0B4-39E97028D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0" name="Rectangle 397">
              <a:extLst>
                <a:ext uri="{FF2B5EF4-FFF2-40B4-BE49-F238E27FC236}">
                  <a16:creationId xmlns:a16="http://schemas.microsoft.com/office/drawing/2014/main" id="{EB4C87F0-64C3-4918-B11D-83ABF607F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1" name="Rectangle 398">
              <a:extLst>
                <a:ext uri="{FF2B5EF4-FFF2-40B4-BE49-F238E27FC236}">
                  <a16:creationId xmlns:a16="http://schemas.microsoft.com/office/drawing/2014/main" id="{BCE5E9BE-D5F2-42C4-A6FA-8BF341B73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2" name="Rectangle 399">
              <a:extLst>
                <a:ext uri="{FF2B5EF4-FFF2-40B4-BE49-F238E27FC236}">
                  <a16:creationId xmlns:a16="http://schemas.microsoft.com/office/drawing/2014/main" id="{543C9BA8-D1E2-46A6-9968-365417C85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3" name="Rectangle 400">
              <a:extLst>
                <a:ext uri="{FF2B5EF4-FFF2-40B4-BE49-F238E27FC236}">
                  <a16:creationId xmlns:a16="http://schemas.microsoft.com/office/drawing/2014/main" id="{9BAF308B-7059-4184-87D0-B38A0E76C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4" name="Rectangle 401">
              <a:extLst>
                <a:ext uri="{FF2B5EF4-FFF2-40B4-BE49-F238E27FC236}">
                  <a16:creationId xmlns:a16="http://schemas.microsoft.com/office/drawing/2014/main" id="{F281926D-CB7D-4392-854D-56E22BFC1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5" name="Rectangle 402">
              <a:extLst>
                <a:ext uri="{FF2B5EF4-FFF2-40B4-BE49-F238E27FC236}">
                  <a16:creationId xmlns:a16="http://schemas.microsoft.com/office/drawing/2014/main" id="{0DB7AAC8-2B5E-4918-9BE4-6C747BEAB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6" name="Rectangle 403">
              <a:extLst>
                <a:ext uri="{FF2B5EF4-FFF2-40B4-BE49-F238E27FC236}">
                  <a16:creationId xmlns:a16="http://schemas.microsoft.com/office/drawing/2014/main" id="{8F624704-E9FF-4406-932B-A40B4A46E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7" name="Rectangle 404">
              <a:extLst>
                <a:ext uri="{FF2B5EF4-FFF2-40B4-BE49-F238E27FC236}">
                  <a16:creationId xmlns:a16="http://schemas.microsoft.com/office/drawing/2014/main" id="{BABB7D03-0D3E-4A97-9D25-9099F02EE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8" name="Rectangle 405">
              <a:extLst>
                <a:ext uri="{FF2B5EF4-FFF2-40B4-BE49-F238E27FC236}">
                  <a16:creationId xmlns:a16="http://schemas.microsoft.com/office/drawing/2014/main" id="{831559A4-7E02-4AF0-9B69-88F12ED19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09" name="Line 406">
              <a:extLst>
                <a:ext uri="{FF2B5EF4-FFF2-40B4-BE49-F238E27FC236}">
                  <a16:creationId xmlns:a16="http://schemas.microsoft.com/office/drawing/2014/main" id="{A3D9F8C4-AD79-41B0-987A-8EB9E2B08F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10" name="Line 407">
              <a:extLst>
                <a:ext uri="{FF2B5EF4-FFF2-40B4-BE49-F238E27FC236}">
                  <a16:creationId xmlns:a16="http://schemas.microsoft.com/office/drawing/2014/main" id="{0411AB96-D168-4047-AF0E-3534A999A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11" name="Rectangle 408">
              <a:extLst>
                <a:ext uri="{FF2B5EF4-FFF2-40B4-BE49-F238E27FC236}">
                  <a16:creationId xmlns:a16="http://schemas.microsoft.com/office/drawing/2014/main" id="{C3B2B624-5F56-4894-A97E-6D5296050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2" name="Rectangle 409">
              <a:extLst>
                <a:ext uri="{FF2B5EF4-FFF2-40B4-BE49-F238E27FC236}">
                  <a16:creationId xmlns:a16="http://schemas.microsoft.com/office/drawing/2014/main" id="{876C6AB3-95EE-4CA6-A1ED-EF2386C57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3" name="Line 410">
              <a:extLst>
                <a:ext uri="{FF2B5EF4-FFF2-40B4-BE49-F238E27FC236}">
                  <a16:creationId xmlns:a16="http://schemas.microsoft.com/office/drawing/2014/main" id="{C0C565AB-0E84-4D91-B4EE-832BFBCFF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14" name="Line 411">
              <a:extLst>
                <a:ext uri="{FF2B5EF4-FFF2-40B4-BE49-F238E27FC236}">
                  <a16:creationId xmlns:a16="http://schemas.microsoft.com/office/drawing/2014/main" id="{7813E17B-C1B0-4DCB-97A9-06D8F5B8EE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15" name="Rectangle 412">
              <a:extLst>
                <a:ext uri="{FF2B5EF4-FFF2-40B4-BE49-F238E27FC236}">
                  <a16:creationId xmlns:a16="http://schemas.microsoft.com/office/drawing/2014/main" id="{C53DFCA9-1095-4ACA-9463-9C756FF2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6" name="Rectangle 413">
              <a:extLst>
                <a:ext uri="{FF2B5EF4-FFF2-40B4-BE49-F238E27FC236}">
                  <a16:creationId xmlns:a16="http://schemas.microsoft.com/office/drawing/2014/main" id="{BEAD2BE7-F605-46B9-AE7D-EF1A3E689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7" name="Rectangle 414">
              <a:extLst>
                <a:ext uri="{FF2B5EF4-FFF2-40B4-BE49-F238E27FC236}">
                  <a16:creationId xmlns:a16="http://schemas.microsoft.com/office/drawing/2014/main" id="{99470479-7CD6-4DB4-9F5F-218F2C48B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8" name="Rectangle 415">
              <a:extLst>
                <a:ext uri="{FF2B5EF4-FFF2-40B4-BE49-F238E27FC236}">
                  <a16:creationId xmlns:a16="http://schemas.microsoft.com/office/drawing/2014/main" id="{86E89817-FC03-49C6-A72A-A72D9DFBD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19" name="Rectangle 416">
              <a:extLst>
                <a:ext uri="{FF2B5EF4-FFF2-40B4-BE49-F238E27FC236}">
                  <a16:creationId xmlns:a16="http://schemas.microsoft.com/office/drawing/2014/main" id="{E96C7785-7C6D-4F19-B048-1E0F43727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0" name="Rectangle 417">
              <a:extLst>
                <a:ext uri="{FF2B5EF4-FFF2-40B4-BE49-F238E27FC236}">
                  <a16:creationId xmlns:a16="http://schemas.microsoft.com/office/drawing/2014/main" id="{6B0AC55C-1B45-4ACC-B5D6-FB5A57BD5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1" name="Rectangle 418">
              <a:extLst>
                <a:ext uri="{FF2B5EF4-FFF2-40B4-BE49-F238E27FC236}">
                  <a16:creationId xmlns:a16="http://schemas.microsoft.com/office/drawing/2014/main" id="{944B9D10-A8AE-4F79-ADE4-B0F7D44F1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2" name="Rectangle 419">
              <a:extLst>
                <a:ext uri="{FF2B5EF4-FFF2-40B4-BE49-F238E27FC236}">
                  <a16:creationId xmlns:a16="http://schemas.microsoft.com/office/drawing/2014/main" id="{FB55E94F-85DC-43E9-B0E1-F7D932480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3" name="Rectangle 420">
              <a:extLst>
                <a:ext uri="{FF2B5EF4-FFF2-40B4-BE49-F238E27FC236}">
                  <a16:creationId xmlns:a16="http://schemas.microsoft.com/office/drawing/2014/main" id="{D13E6059-465A-4770-B554-9C70AECA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4" name="Rectangle 421">
              <a:extLst>
                <a:ext uri="{FF2B5EF4-FFF2-40B4-BE49-F238E27FC236}">
                  <a16:creationId xmlns:a16="http://schemas.microsoft.com/office/drawing/2014/main" id="{F93FC5C0-9120-47DB-8E52-4CC481DDA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5" name="Rectangle 422">
              <a:extLst>
                <a:ext uri="{FF2B5EF4-FFF2-40B4-BE49-F238E27FC236}">
                  <a16:creationId xmlns:a16="http://schemas.microsoft.com/office/drawing/2014/main" id="{3280A1BD-4169-466F-B02B-D8E6527F1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6" name="Rectangle 425">
              <a:extLst>
                <a:ext uri="{FF2B5EF4-FFF2-40B4-BE49-F238E27FC236}">
                  <a16:creationId xmlns:a16="http://schemas.microsoft.com/office/drawing/2014/main" id="{97BDBC97-334D-4570-8D39-EE744F9ED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127" name="Rectangle 383">
              <a:extLst>
                <a:ext uri="{FF2B5EF4-FFF2-40B4-BE49-F238E27FC236}">
                  <a16:creationId xmlns:a16="http://schemas.microsoft.com/office/drawing/2014/main" id="{BDBBD971-2DF6-4B48-91B7-07043B22A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8998" name="Group 179">
            <a:extLst>
              <a:ext uri="{FF2B5EF4-FFF2-40B4-BE49-F238E27FC236}">
                <a16:creationId xmlns:a16="http://schemas.microsoft.com/office/drawing/2014/main" id="{425713AE-58B3-4E75-8159-B0D151E8DE85}"/>
              </a:ext>
            </a:extLst>
          </p:cNvPr>
          <p:cNvGrpSpPr>
            <a:grpSpLocks/>
          </p:cNvGrpSpPr>
          <p:nvPr/>
        </p:nvGrpSpPr>
        <p:grpSpPr bwMode="auto">
          <a:xfrm>
            <a:off x="217488" y="4097338"/>
            <a:ext cx="2536825" cy="2555875"/>
            <a:chOff x="157895" y="629173"/>
            <a:chExt cx="2536490" cy="2556135"/>
          </a:xfrm>
        </p:grpSpPr>
        <p:sp>
          <p:nvSpPr>
            <p:cNvPr id="79048" name="Rectangle 379">
              <a:extLst>
                <a:ext uri="{FF2B5EF4-FFF2-40B4-BE49-F238E27FC236}">
                  <a16:creationId xmlns:a16="http://schemas.microsoft.com/office/drawing/2014/main" id="{00AE98F8-F434-4D5B-B4F4-E8D7EECF2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9" name="Line 380">
              <a:extLst>
                <a:ext uri="{FF2B5EF4-FFF2-40B4-BE49-F238E27FC236}">
                  <a16:creationId xmlns:a16="http://schemas.microsoft.com/office/drawing/2014/main" id="{1CC6E850-F512-48B5-98AF-1A8E37219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0" name="Line 381">
              <a:extLst>
                <a:ext uri="{FF2B5EF4-FFF2-40B4-BE49-F238E27FC236}">
                  <a16:creationId xmlns:a16="http://schemas.microsoft.com/office/drawing/2014/main" id="{C8948ED8-67C1-4143-BFCA-DE537E42D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1" name="Line 382">
              <a:extLst>
                <a:ext uri="{FF2B5EF4-FFF2-40B4-BE49-F238E27FC236}">
                  <a16:creationId xmlns:a16="http://schemas.microsoft.com/office/drawing/2014/main" id="{19D0C650-690B-49B6-8848-84CC7069F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2" name="Rectangle 383">
              <a:extLst>
                <a:ext uri="{FF2B5EF4-FFF2-40B4-BE49-F238E27FC236}">
                  <a16:creationId xmlns:a16="http://schemas.microsoft.com/office/drawing/2014/main" id="{74F8CCFE-1974-459A-B48C-AD9790FEA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53" name="Rectangle 387">
              <a:extLst>
                <a:ext uri="{FF2B5EF4-FFF2-40B4-BE49-F238E27FC236}">
                  <a16:creationId xmlns:a16="http://schemas.microsoft.com/office/drawing/2014/main" id="{7FAD24F7-F1A5-4CCC-83DF-ED3F397A4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54" name="Rectangle 391">
              <a:extLst>
                <a:ext uri="{FF2B5EF4-FFF2-40B4-BE49-F238E27FC236}">
                  <a16:creationId xmlns:a16="http://schemas.microsoft.com/office/drawing/2014/main" id="{21B506D1-2175-4EAB-877D-D8BF535B6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55" name="Line 392">
              <a:extLst>
                <a:ext uri="{FF2B5EF4-FFF2-40B4-BE49-F238E27FC236}">
                  <a16:creationId xmlns:a16="http://schemas.microsoft.com/office/drawing/2014/main" id="{7793D1F8-03DD-49F6-B261-CD84F5F25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6" name="Line 393">
              <a:extLst>
                <a:ext uri="{FF2B5EF4-FFF2-40B4-BE49-F238E27FC236}">
                  <a16:creationId xmlns:a16="http://schemas.microsoft.com/office/drawing/2014/main" id="{B1E21ED4-52F4-4B43-9EB7-3099DA2E4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57" name="Rectangle 394">
              <a:extLst>
                <a:ext uri="{FF2B5EF4-FFF2-40B4-BE49-F238E27FC236}">
                  <a16:creationId xmlns:a16="http://schemas.microsoft.com/office/drawing/2014/main" id="{0053C577-40E0-461E-9AC3-54EC87485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58" name="Rectangle 395">
              <a:extLst>
                <a:ext uri="{FF2B5EF4-FFF2-40B4-BE49-F238E27FC236}">
                  <a16:creationId xmlns:a16="http://schemas.microsoft.com/office/drawing/2014/main" id="{FF9C6C98-BC93-4BC9-A6BB-51F0E2DA8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59" name="Rectangle 396">
              <a:extLst>
                <a:ext uri="{FF2B5EF4-FFF2-40B4-BE49-F238E27FC236}">
                  <a16:creationId xmlns:a16="http://schemas.microsoft.com/office/drawing/2014/main" id="{B2FDB357-8262-4A89-AD43-52917B385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0" name="Rectangle 397">
              <a:extLst>
                <a:ext uri="{FF2B5EF4-FFF2-40B4-BE49-F238E27FC236}">
                  <a16:creationId xmlns:a16="http://schemas.microsoft.com/office/drawing/2014/main" id="{2EE4F7D7-E4D7-4A0C-95C8-7A0B6CF66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1" name="Rectangle 398">
              <a:extLst>
                <a:ext uri="{FF2B5EF4-FFF2-40B4-BE49-F238E27FC236}">
                  <a16:creationId xmlns:a16="http://schemas.microsoft.com/office/drawing/2014/main" id="{ACDC0DF2-8D34-4925-9944-5F3C8B08D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2" name="Rectangle 399">
              <a:extLst>
                <a:ext uri="{FF2B5EF4-FFF2-40B4-BE49-F238E27FC236}">
                  <a16:creationId xmlns:a16="http://schemas.microsoft.com/office/drawing/2014/main" id="{9C29B336-B49F-441F-B19D-C3EE45CFA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3" name="Rectangle 400">
              <a:extLst>
                <a:ext uri="{FF2B5EF4-FFF2-40B4-BE49-F238E27FC236}">
                  <a16:creationId xmlns:a16="http://schemas.microsoft.com/office/drawing/2014/main" id="{53733750-C54A-4026-BEB2-65B2F1C7E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4" name="Rectangle 401">
              <a:extLst>
                <a:ext uri="{FF2B5EF4-FFF2-40B4-BE49-F238E27FC236}">
                  <a16:creationId xmlns:a16="http://schemas.microsoft.com/office/drawing/2014/main" id="{C9869226-1AB5-4674-A985-366396F43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5" name="Rectangle 402">
              <a:extLst>
                <a:ext uri="{FF2B5EF4-FFF2-40B4-BE49-F238E27FC236}">
                  <a16:creationId xmlns:a16="http://schemas.microsoft.com/office/drawing/2014/main" id="{D37A0E8A-E1C1-458F-8910-7861E12D9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6" name="Rectangle 403">
              <a:extLst>
                <a:ext uri="{FF2B5EF4-FFF2-40B4-BE49-F238E27FC236}">
                  <a16:creationId xmlns:a16="http://schemas.microsoft.com/office/drawing/2014/main" id="{109AFFF6-E412-4ED6-8C4D-37CB29CD8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7" name="Rectangle 404">
              <a:extLst>
                <a:ext uri="{FF2B5EF4-FFF2-40B4-BE49-F238E27FC236}">
                  <a16:creationId xmlns:a16="http://schemas.microsoft.com/office/drawing/2014/main" id="{D938D5DA-EEDD-4C32-9A80-5B9C4481C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8" name="Rectangle 405">
              <a:extLst>
                <a:ext uri="{FF2B5EF4-FFF2-40B4-BE49-F238E27FC236}">
                  <a16:creationId xmlns:a16="http://schemas.microsoft.com/office/drawing/2014/main" id="{47843EE5-74A6-410E-9074-01C274FB5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69" name="Line 406">
              <a:extLst>
                <a:ext uri="{FF2B5EF4-FFF2-40B4-BE49-F238E27FC236}">
                  <a16:creationId xmlns:a16="http://schemas.microsoft.com/office/drawing/2014/main" id="{942970F5-6C84-4804-945C-9B9358B9FF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0" name="Line 407">
              <a:extLst>
                <a:ext uri="{FF2B5EF4-FFF2-40B4-BE49-F238E27FC236}">
                  <a16:creationId xmlns:a16="http://schemas.microsoft.com/office/drawing/2014/main" id="{49C42F55-810E-463C-AD3C-873FF65C1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1" name="Rectangle 408">
              <a:extLst>
                <a:ext uri="{FF2B5EF4-FFF2-40B4-BE49-F238E27FC236}">
                  <a16:creationId xmlns:a16="http://schemas.microsoft.com/office/drawing/2014/main" id="{9311F98B-C7D8-4C80-A9CF-E95BAB76D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2" name="Rectangle 409">
              <a:extLst>
                <a:ext uri="{FF2B5EF4-FFF2-40B4-BE49-F238E27FC236}">
                  <a16:creationId xmlns:a16="http://schemas.microsoft.com/office/drawing/2014/main" id="{D298720B-6E35-47D0-B19E-D609F020D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3" name="Line 410">
              <a:extLst>
                <a:ext uri="{FF2B5EF4-FFF2-40B4-BE49-F238E27FC236}">
                  <a16:creationId xmlns:a16="http://schemas.microsoft.com/office/drawing/2014/main" id="{DD7F7C5C-7B80-489D-8DC2-E1441FBCF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4" name="Line 411">
              <a:extLst>
                <a:ext uri="{FF2B5EF4-FFF2-40B4-BE49-F238E27FC236}">
                  <a16:creationId xmlns:a16="http://schemas.microsoft.com/office/drawing/2014/main" id="{5A363FDD-AA5A-4BE9-8E83-B150CF80AE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75" name="Rectangle 412">
              <a:extLst>
                <a:ext uri="{FF2B5EF4-FFF2-40B4-BE49-F238E27FC236}">
                  <a16:creationId xmlns:a16="http://schemas.microsoft.com/office/drawing/2014/main" id="{28C23187-218D-4BAE-88DA-0F5102771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6" name="Rectangle 413">
              <a:extLst>
                <a:ext uri="{FF2B5EF4-FFF2-40B4-BE49-F238E27FC236}">
                  <a16:creationId xmlns:a16="http://schemas.microsoft.com/office/drawing/2014/main" id="{F7A695B2-E9BF-4C07-9F02-4FFF5413A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7" name="Rectangle 414">
              <a:extLst>
                <a:ext uri="{FF2B5EF4-FFF2-40B4-BE49-F238E27FC236}">
                  <a16:creationId xmlns:a16="http://schemas.microsoft.com/office/drawing/2014/main" id="{458EEDC8-91B6-4E8C-96F8-112B70915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8" name="Rectangle 415">
              <a:extLst>
                <a:ext uri="{FF2B5EF4-FFF2-40B4-BE49-F238E27FC236}">
                  <a16:creationId xmlns:a16="http://schemas.microsoft.com/office/drawing/2014/main" id="{59BB7091-7012-4F8B-B08D-AB938A012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79" name="Rectangle 416">
              <a:extLst>
                <a:ext uri="{FF2B5EF4-FFF2-40B4-BE49-F238E27FC236}">
                  <a16:creationId xmlns:a16="http://schemas.microsoft.com/office/drawing/2014/main" id="{D75631D6-5713-4DE0-B1C3-1723E33FC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0" name="Rectangle 417">
              <a:extLst>
                <a:ext uri="{FF2B5EF4-FFF2-40B4-BE49-F238E27FC236}">
                  <a16:creationId xmlns:a16="http://schemas.microsoft.com/office/drawing/2014/main" id="{D880A118-B255-4DBA-BAB7-B0EF93D3B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1" name="Rectangle 418">
              <a:extLst>
                <a:ext uri="{FF2B5EF4-FFF2-40B4-BE49-F238E27FC236}">
                  <a16:creationId xmlns:a16="http://schemas.microsoft.com/office/drawing/2014/main" id="{DBEF0D26-887C-4630-BFEA-F8C8D72E7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2" name="Rectangle 419">
              <a:extLst>
                <a:ext uri="{FF2B5EF4-FFF2-40B4-BE49-F238E27FC236}">
                  <a16:creationId xmlns:a16="http://schemas.microsoft.com/office/drawing/2014/main" id="{8791A87B-C428-4BD1-B9AA-CC180EF27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3" name="Rectangle 420">
              <a:extLst>
                <a:ext uri="{FF2B5EF4-FFF2-40B4-BE49-F238E27FC236}">
                  <a16:creationId xmlns:a16="http://schemas.microsoft.com/office/drawing/2014/main" id="{BD262A22-E4C1-4431-8796-2018AB687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4" name="Rectangle 421">
              <a:extLst>
                <a:ext uri="{FF2B5EF4-FFF2-40B4-BE49-F238E27FC236}">
                  <a16:creationId xmlns:a16="http://schemas.microsoft.com/office/drawing/2014/main" id="{2E6F73FF-7978-4AD7-8E9E-EC68104FA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5" name="Rectangle 422">
              <a:extLst>
                <a:ext uri="{FF2B5EF4-FFF2-40B4-BE49-F238E27FC236}">
                  <a16:creationId xmlns:a16="http://schemas.microsoft.com/office/drawing/2014/main" id="{4AD5C923-0A4F-48C6-9BDE-388D6523D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6" name="Rectangle 425">
              <a:extLst>
                <a:ext uri="{FF2B5EF4-FFF2-40B4-BE49-F238E27FC236}">
                  <a16:creationId xmlns:a16="http://schemas.microsoft.com/office/drawing/2014/main" id="{3DB2C972-57B7-4859-A00F-2034E4157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87" name="Rectangle 383">
              <a:extLst>
                <a:ext uri="{FF2B5EF4-FFF2-40B4-BE49-F238E27FC236}">
                  <a16:creationId xmlns:a16="http://schemas.microsoft.com/office/drawing/2014/main" id="{A24B3CC0-B648-42A0-9779-1C2952156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78999" name="Group 220">
            <a:extLst>
              <a:ext uri="{FF2B5EF4-FFF2-40B4-BE49-F238E27FC236}">
                <a16:creationId xmlns:a16="http://schemas.microsoft.com/office/drawing/2014/main" id="{E9589D14-B29E-41CE-9F41-ACC4F6B64150}"/>
              </a:ext>
            </a:extLst>
          </p:cNvPr>
          <p:cNvGrpSpPr>
            <a:grpSpLocks/>
          </p:cNvGrpSpPr>
          <p:nvPr/>
        </p:nvGrpSpPr>
        <p:grpSpPr bwMode="auto">
          <a:xfrm>
            <a:off x="2951163" y="2376488"/>
            <a:ext cx="2536825" cy="2555875"/>
            <a:chOff x="157895" y="629173"/>
            <a:chExt cx="2536490" cy="2556135"/>
          </a:xfrm>
        </p:grpSpPr>
        <p:sp>
          <p:nvSpPr>
            <p:cNvPr id="79008" name="Rectangle 379">
              <a:extLst>
                <a:ext uri="{FF2B5EF4-FFF2-40B4-BE49-F238E27FC236}">
                  <a16:creationId xmlns:a16="http://schemas.microsoft.com/office/drawing/2014/main" id="{49E12D63-96C8-4A87-B7D1-8213E1202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09" name="Line 380">
              <a:extLst>
                <a:ext uri="{FF2B5EF4-FFF2-40B4-BE49-F238E27FC236}">
                  <a16:creationId xmlns:a16="http://schemas.microsoft.com/office/drawing/2014/main" id="{5FC4D985-20FC-40F3-B509-E21612F15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0" name="Line 381">
              <a:extLst>
                <a:ext uri="{FF2B5EF4-FFF2-40B4-BE49-F238E27FC236}">
                  <a16:creationId xmlns:a16="http://schemas.microsoft.com/office/drawing/2014/main" id="{3FA9984C-452F-4405-BD62-100153907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1" name="Line 382">
              <a:extLst>
                <a:ext uri="{FF2B5EF4-FFF2-40B4-BE49-F238E27FC236}">
                  <a16:creationId xmlns:a16="http://schemas.microsoft.com/office/drawing/2014/main" id="{35DA50AB-7939-45E4-A212-6ABA4CE501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2" name="Rectangle 383">
              <a:extLst>
                <a:ext uri="{FF2B5EF4-FFF2-40B4-BE49-F238E27FC236}">
                  <a16:creationId xmlns:a16="http://schemas.microsoft.com/office/drawing/2014/main" id="{EB3A14C4-11CE-4DEC-B054-ABA623151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13" name="Rectangle 387">
              <a:extLst>
                <a:ext uri="{FF2B5EF4-FFF2-40B4-BE49-F238E27FC236}">
                  <a16:creationId xmlns:a16="http://schemas.microsoft.com/office/drawing/2014/main" id="{B1BB5D06-8975-4DBB-A330-736F4DCEB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14" name="Rectangle 391">
              <a:extLst>
                <a:ext uri="{FF2B5EF4-FFF2-40B4-BE49-F238E27FC236}">
                  <a16:creationId xmlns:a16="http://schemas.microsoft.com/office/drawing/2014/main" id="{B73F6B59-B6B1-4171-BD38-DF746808C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15" name="Line 392">
              <a:extLst>
                <a:ext uri="{FF2B5EF4-FFF2-40B4-BE49-F238E27FC236}">
                  <a16:creationId xmlns:a16="http://schemas.microsoft.com/office/drawing/2014/main" id="{5148925E-976F-41A7-8DAF-B0F831C80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6" name="Line 393">
              <a:extLst>
                <a:ext uri="{FF2B5EF4-FFF2-40B4-BE49-F238E27FC236}">
                  <a16:creationId xmlns:a16="http://schemas.microsoft.com/office/drawing/2014/main" id="{4A008E88-179A-4496-9191-79F33DD6FA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17" name="Rectangle 394">
              <a:extLst>
                <a:ext uri="{FF2B5EF4-FFF2-40B4-BE49-F238E27FC236}">
                  <a16:creationId xmlns:a16="http://schemas.microsoft.com/office/drawing/2014/main" id="{6EF671F3-597C-481D-AFB7-86AB881B9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18" name="Rectangle 395">
              <a:extLst>
                <a:ext uri="{FF2B5EF4-FFF2-40B4-BE49-F238E27FC236}">
                  <a16:creationId xmlns:a16="http://schemas.microsoft.com/office/drawing/2014/main" id="{B910F8F3-E521-4209-8030-22D37599D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19" name="Rectangle 396">
              <a:extLst>
                <a:ext uri="{FF2B5EF4-FFF2-40B4-BE49-F238E27FC236}">
                  <a16:creationId xmlns:a16="http://schemas.microsoft.com/office/drawing/2014/main" id="{45140912-071C-4BC7-9037-A7C34567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0" name="Rectangle 397">
              <a:extLst>
                <a:ext uri="{FF2B5EF4-FFF2-40B4-BE49-F238E27FC236}">
                  <a16:creationId xmlns:a16="http://schemas.microsoft.com/office/drawing/2014/main" id="{5BB612DC-3E8C-47E1-BC54-FFD0E3EDA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1" name="Rectangle 398">
              <a:extLst>
                <a:ext uri="{FF2B5EF4-FFF2-40B4-BE49-F238E27FC236}">
                  <a16:creationId xmlns:a16="http://schemas.microsoft.com/office/drawing/2014/main" id="{C27D74D7-23CC-418B-8A08-F70D8B8C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2" name="Rectangle 399">
              <a:extLst>
                <a:ext uri="{FF2B5EF4-FFF2-40B4-BE49-F238E27FC236}">
                  <a16:creationId xmlns:a16="http://schemas.microsoft.com/office/drawing/2014/main" id="{F2555440-4294-43B3-A3D1-68431864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3" name="Rectangle 400">
              <a:extLst>
                <a:ext uri="{FF2B5EF4-FFF2-40B4-BE49-F238E27FC236}">
                  <a16:creationId xmlns:a16="http://schemas.microsoft.com/office/drawing/2014/main" id="{C25C796B-D995-43F7-BC33-A0CD403E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4" name="Rectangle 401">
              <a:extLst>
                <a:ext uri="{FF2B5EF4-FFF2-40B4-BE49-F238E27FC236}">
                  <a16:creationId xmlns:a16="http://schemas.microsoft.com/office/drawing/2014/main" id="{11BF9902-894C-46FC-B511-7133F54E3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5" name="Rectangle 402">
              <a:extLst>
                <a:ext uri="{FF2B5EF4-FFF2-40B4-BE49-F238E27FC236}">
                  <a16:creationId xmlns:a16="http://schemas.microsoft.com/office/drawing/2014/main" id="{4395BB32-A566-4374-82F2-E2ABAE08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6" name="Rectangle 403">
              <a:extLst>
                <a:ext uri="{FF2B5EF4-FFF2-40B4-BE49-F238E27FC236}">
                  <a16:creationId xmlns:a16="http://schemas.microsoft.com/office/drawing/2014/main" id="{9FD2BB17-DC62-416D-8ECE-8AAF997DD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7" name="Rectangle 404">
              <a:extLst>
                <a:ext uri="{FF2B5EF4-FFF2-40B4-BE49-F238E27FC236}">
                  <a16:creationId xmlns:a16="http://schemas.microsoft.com/office/drawing/2014/main" id="{C3E21C40-D1F3-4F92-B576-3F94D1314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8" name="Rectangle 405">
              <a:extLst>
                <a:ext uri="{FF2B5EF4-FFF2-40B4-BE49-F238E27FC236}">
                  <a16:creationId xmlns:a16="http://schemas.microsoft.com/office/drawing/2014/main" id="{201A390E-66A4-44F8-9D65-A3AFC32E1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29" name="Line 406">
              <a:extLst>
                <a:ext uri="{FF2B5EF4-FFF2-40B4-BE49-F238E27FC236}">
                  <a16:creationId xmlns:a16="http://schemas.microsoft.com/office/drawing/2014/main" id="{4528708D-51AA-4EED-ADDC-AB19925B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0" name="Line 407">
              <a:extLst>
                <a:ext uri="{FF2B5EF4-FFF2-40B4-BE49-F238E27FC236}">
                  <a16:creationId xmlns:a16="http://schemas.microsoft.com/office/drawing/2014/main" id="{E26DE53A-BFC6-4186-8F6A-42C9EC9BF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1" name="Rectangle 408">
              <a:extLst>
                <a:ext uri="{FF2B5EF4-FFF2-40B4-BE49-F238E27FC236}">
                  <a16:creationId xmlns:a16="http://schemas.microsoft.com/office/drawing/2014/main" id="{5CC93195-3CAD-4F48-A13D-705153E26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2" name="Rectangle 409">
              <a:extLst>
                <a:ext uri="{FF2B5EF4-FFF2-40B4-BE49-F238E27FC236}">
                  <a16:creationId xmlns:a16="http://schemas.microsoft.com/office/drawing/2014/main" id="{8FEE2B33-85FC-400E-AD63-5AC3F2EA2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3" name="Line 410">
              <a:extLst>
                <a:ext uri="{FF2B5EF4-FFF2-40B4-BE49-F238E27FC236}">
                  <a16:creationId xmlns:a16="http://schemas.microsoft.com/office/drawing/2014/main" id="{276BD521-C165-4CF3-9653-D886DDE3D0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4" name="Line 411">
              <a:extLst>
                <a:ext uri="{FF2B5EF4-FFF2-40B4-BE49-F238E27FC236}">
                  <a16:creationId xmlns:a16="http://schemas.microsoft.com/office/drawing/2014/main" id="{C5DC26C5-7D72-45BE-BCAF-BAD9E7193D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35" name="Rectangle 412">
              <a:extLst>
                <a:ext uri="{FF2B5EF4-FFF2-40B4-BE49-F238E27FC236}">
                  <a16:creationId xmlns:a16="http://schemas.microsoft.com/office/drawing/2014/main" id="{934E1D9C-92AE-411F-A4B5-7AF8084B7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6" name="Rectangle 413">
              <a:extLst>
                <a:ext uri="{FF2B5EF4-FFF2-40B4-BE49-F238E27FC236}">
                  <a16:creationId xmlns:a16="http://schemas.microsoft.com/office/drawing/2014/main" id="{745C7AC9-9547-4B8D-BB40-117A6DF32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7" name="Rectangle 414">
              <a:extLst>
                <a:ext uri="{FF2B5EF4-FFF2-40B4-BE49-F238E27FC236}">
                  <a16:creationId xmlns:a16="http://schemas.microsoft.com/office/drawing/2014/main" id="{007AA830-020B-4230-9AA1-64931C40D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8" name="Rectangle 415">
              <a:extLst>
                <a:ext uri="{FF2B5EF4-FFF2-40B4-BE49-F238E27FC236}">
                  <a16:creationId xmlns:a16="http://schemas.microsoft.com/office/drawing/2014/main" id="{4E4CAEF9-399C-4B03-BD42-7766387CC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39" name="Rectangle 416">
              <a:extLst>
                <a:ext uri="{FF2B5EF4-FFF2-40B4-BE49-F238E27FC236}">
                  <a16:creationId xmlns:a16="http://schemas.microsoft.com/office/drawing/2014/main" id="{463D89C1-5C80-4F1B-9390-5364CFB41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0" name="Rectangle 417">
              <a:extLst>
                <a:ext uri="{FF2B5EF4-FFF2-40B4-BE49-F238E27FC236}">
                  <a16:creationId xmlns:a16="http://schemas.microsoft.com/office/drawing/2014/main" id="{38A2E85A-EE2A-43F6-B05B-439E1238A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1" name="Rectangle 418">
              <a:extLst>
                <a:ext uri="{FF2B5EF4-FFF2-40B4-BE49-F238E27FC236}">
                  <a16:creationId xmlns:a16="http://schemas.microsoft.com/office/drawing/2014/main" id="{08E168A6-D8F6-47ED-A26A-6D1318825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2" name="Rectangle 419">
              <a:extLst>
                <a:ext uri="{FF2B5EF4-FFF2-40B4-BE49-F238E27FC236}">
                  <a16:creationId xmlns:a16="http://schemas.microsoft.com/office/drawing/2014/main" id="{B9FB96FF-F60E-4B11-A3FF-F2DAB0711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3" name="Rectangle 420">
              <a:extLst>
                <a:ext uri="{FF2B5EF4-FFF2-40B4-BE49-F238E27FC236}">
                  <a16:creationId xmlns:a16="http://schemas.microsoft.com/office/drawing/2014/main" id="{1B5A9AFC-4222-41B6-A95E-F063285B9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4" name="Rectangle 421">
              <a:extLst>
                <a:ext uri="{FF2B5EF4-FFF2-40B4-BE49-F238E27FC236}">
                  <a16:creationId xmlns:a16="http://schemas.microsoft.com/office/drawing/2014/main" id="{C1F9A2E4-3D53-4CF0-B403-28D0E03BA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5" name="Rectangle 422">
              <a:extLst>
                <a:ext uri="{FF2B5EF4-FFF2-40B4-BE49-F238E27FC236}">
                  <a16:creationId xmlns:a16="http://schemas.microsoft.com/office/drawing/2014/main" id="{AE150601-F6B4-4C57-9C08-099B4343E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6" name="Rectangle 425">
              <a:extLst>
                <a:ext uri="{FF2B5EF4-FFF2-40B4-BE49-F238E27FC236}">
                  <a16:creationId xmlns:a16="http://schemas.microsoft.com/office/drawing/2014/main" id="{E5D557A3-EF63-45EE-ABFF-E3F0E3644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9047" name="Rectangle 383">
              <a:extLst>
                <a:ext uri="{FF2B5EF4-FFF2-40B4-BE49-F238E27FC236}">
                  <a16:creationId xmlns:a16="http://schemas.microsoft.com/office/drawing/2014/main" id="{A1B1BE37-DEF7-4DA3-BBD8-90974869B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62" name="Rounded Rectangle 261">
            <a:extLst>
              <a:ext uri="{FF2B5EF4-FFF2-40B4-BE49-F238E27FC236}">
                <a16:creationId xmlns:a16="http://schemas.microsoft.com/office/drawing/2014/main" id="{D80EF7B6-764E-A847-B8B7-54D4A8633E1D}"/>
              </a:ext>
            </a:extLst>
          </p:cNvPr>
          <p:cNvSpPr/>
          <p:nvPr/>
        </p:nvSpPr>
        <p:spPr bwMode="auto">
          <a:xfrm rot="16200000">
            <a:off x="1191419" y="2112169"/>
            <a:ext cx="1676400" cy="382588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3" name="Rounded Rectangle 262">
            <a:extLst>
              <a:ext uri="{FF2B5EF4-FFF2-40B4-BE49-F238E27FC236}">
                <a16:creationId xmlns:a16="http://schemas.microsoft.com/office/drawing/2014/main" id="{6B5443CF-7F00-8D49-949D-04E674C1DC12}"/>
              </a:ext>
            </a:extLst>
          </p:cNvPr>
          <p:cNvSpPr/>
          <p:nvPr/>
        </p:nvSpPr>
        <p:spPr bwMode="auto">
          <a:xfrm rot="16200000">
            <a:off x="2089150" y="2147888"/>
            <a:ext cx="333375" cy="733425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4" name="Rounded Rectangle 263">
            <a:extLst>
              <a:ext uri="{FF2B5EF4-FFF2-40B4-BE49-F238E27FC236}">
                <a16:creationId xmlns:a16="http://schemas.microsoft.com/office/drawing/2014/main" id="{F0FA84D0-6C6A-DD47-A476-3DFA58D990DC}"/>
              </a:ext>
            </a:extLst>
          </p:cNvPr>
          <p:cNvSpPr/>
          <p:nvPr/>
        </p:nvSpPr>
        <p:spPr bwMode="auto">
          <a:xfrm rot="16200000">
            <a:off x="4425950" y="2963863"/>
            <a:ext cx="357187" cy="1684338"/>
          </a:xfrm>
          <a:prstGeom prst="roundRect">
            <a:avLst/>
          </a:prstGeom>
          <a:noFill/>
          <a:ln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5" name="Rounded Rectangle 264">
            <a:extLst>
              <a:ext uri="{FF2B5EF4-FFF2-40B4-BE49-F238E27FC236}">
                <a16:creationId xmlns:a16="http://schemas.microsoft.com/office/drawing/2014/main" id="{20243D2F-32D1-DD45-B60C-8E6F7D004182}"/>
              </a:ext>
            </a:extLst>
          </p:cNvPr>
          <p:cNvSpPr/>
          <p:nvPr/>
        </p:nvSpPr>
        <p:spPr bwMode="auto">
          <a:xfrm rot="16200000">
            <a:off x="4408488" y="3867150"/>
            <a:ext cx="357188" cy="1684337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6" name="Rounded Rectangle 265">
            <a:extLst>
              <a:ext uri="{FF2B5EF4-FFF2-40B4-BE49-F238E27FC236}">
                <a16:creationId xmlns:a16="http://schemas.microsoft.com/office/drawing/2014/main" id="{05BC24C2-5DAC-5740-88A4-32C4C4AF6BB6}"/>
              </a:ext>
            </a:extLst>
          </p:cNvPr>
          <p:cNvSpPr/>
          <p:nvPr/>
        </p:nvSpPr>
        <p:spPr bwMode="auto">
          <a:xfrm rot="16200000">
            <a:off x="4880769" y="3412331"/>
            <a:ext cx="762000" cy="382588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7" name="Rounded Rectangle 266">
            <a:extLst>
              <a:ext uri="{FF2B5EF4-FFF2-40B4-BE49-F238E27FC236}">
                <a16:creationId xmlns:a16="http://schemas.microsoft.com/office/drawing/2014/main" id="{4E542818-66CC-794B-B180-7ADCC2EE9B5C}"/>
              </a:ext>
            </a:extLst>
          </p:cNvPr>
          <p:cNvSpPr/>
          <p:nvPr/>
        </p:nvSpPr>
        <p:spPr bwMode="auto">
          <a:xfrm rot="16200000">
            <a:off x="2144713" y="5145087"/>
            <a:ext cx="762000" cy="384175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8" name="Rounded Rectangle 267">
            <a:extLst>
              <a:ext uri="{FF2B5EF4-FFF2-40B4-BE49-F238E27FC236}">
                <a16:creationId xmlns:a16="http://schemas.microsoft.com/office/drawing/2014/main" id="{D1FEF0CD-474F-F44A-BA52-DCB04CDE0940}"/>
              </a:ext>
            </a:extLst>
          </p:cNvPr>
          <p:cNvSpPr/>
          <p:nvPr/>
        </p:nvSpPr>
        <p:spPr bwMode="auto">
          <a:xfrm rot="16200000">
            <a:off x="1266825" y="4724400"/>
            <a:ext cx="333375" cy="733425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9" name="Rounded Rectangle 268">
            <a:extLst>
              <a:ext uri="{FF2B5EF4-FFF2-40B4-BE49-F238E27FC236}">
                <a16:creationId xmlns:a16="http://schemas.microsoft.com/office/drawing/2014/main" id="{F0755215-3CB0-894A-B22F-16FEC7FECD3C}"/>
              </a:ext>
            </a:extLst>
          </p:cNvPr>
          <p:cNvSpPr/>
          <p:nvPr/>
        </p:nvSpPr>
        <p:spPr bwMode="auto">
          <a:xfrm rot="16200000">
            <a:off x="1266825" y="5614988"/>
            <a:ext cx="333375" cy="733425"/>
          </a:xfrm>
          <a:prstGeom prst="roundRect">
            <a:avLst/>
          </a:prstGeom>
          <a:noFill/>
          <a:ln>
            <a:solidFill>
              <a:srgbClr val="00009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C841C7BA-CE41-3D42-B62E-8F7E219BBD58}"/>
              </a:ext>
            </a:extLst>
          </p:cNvPr>
          <p:cNvGraphicFramePr/>
          <p:nvPr/>
        </p:nvGraphicFramePr>
        <p:xfrm>
          <a:off x="5861050" y="71438"/>
          <a:ext cx="3130547" cy="67659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47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6686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F809B509-8DCA-C845-BC20-F4AD02F113C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586105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Expressions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3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</a:p>
        </p:txBody>
      </p:sp>
      <p:grpSp>
        <p:nvGrpSpPr>
          <p:cNvPr id="80020" name="Group 284">
            <a:extLst>
              <a:ext uri="{FF2B5EF4-FFF2-40B4-BE49-F238E27FC236}">
                <a16:creationId xmlns:a16="http://schemas.microsoft.com/office/drawing/2014/main" id="{D0950417-8042-4199-AEA7-4E3451F274FA}"/>
              </a:ext>
            </a:extLst>
          </p:cNvPr>
          <p:cNvGrpSpPr>
            <a:grpSpLocks/>
          </p:cNvGrpSpPr>
          <p:nvPr/>
        </p:nvGrpSpPr>
        <p:grpSpPr bwMode="auto">
          <a:xfrm>
            <a:off x="2215630" y="4053425"/>
            <a:ext cx="350837" cy="1755775"/>
            <a:chOff x="3023723" y="4905265"/>
            <a:chExt cx="350964" cy="1756460"/>
          </a:xfrm>
        </p:grpSpPr>
        <p:sp>
          <p:nvSpPr>
            <p:cNvPr id="80153" name="Line 61">
              <a:extLst>
                <a:ext uri="{FF2B5EF4-FFF2-40B4-BE49-F238E27FC236}">
                  <a16:creationId xmlns:a16="http://schemas.microsoft.com/office/drawing/2014/main" id="{A0E060BC-8BDE-40E4-A61A-51856AFD923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2752054" y="5772533"/>
              <a:ext cx="1243954" cy="1310"/>
            </a:xfrm>
            <a:prstGeom prst="line">
              <a:avLst/>
            </a:prstGeom>
            <a:noFill/>
            <a:ln w="23813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0154" name="Group 105">
              <a:extLst>
                <a:ext uri="{FF2B5EF4-FFF2-40B4-BE49-F238E27FC236}">
                  <a16:creationId xmlns:a16="http://schemas.microsoft.com/office/drawing/2014/main" id="{E012DA19-6CFD-4904-A9B5-3B56130487FA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 flipH="1">
              <a:off x="3130867" y="6196972"/>
              <a:ext cx="169303" cy="318337"/>
              <a:chOff x="1039" y="1647"/>
              <a:chExt cx="141" cy="270"/>
            </a:xfrm>
          </p:grpSpPr>
          <p:sp>
            <p:nvSpPr>
              <p:cNvPr id="80162" name="Arc 106">
                <a:extLst>
                  <a:ext uri="{FF2B5EF4-FFF2-40B4-BE49-F238E27FC236}">
                    <a16:creationId xmlns:a16="http://schemas.microsoft.com/office/drawing/2014/main" id="{E996B6A3-506D-4E55-9B29-564AA2960DA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39" y="1647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163" name="Arc 107">
                <a:extLst>
                  <a:ext uri="{FF2B5EF4-FFF2-40B4-BE49-F238E27FC236}">
                    <a16:creationId xmlns:a16="http://schemas.microsoft.com/office/drawing/2014/main" id="{7F43B89F-FD21-4F20-8069-5E75639430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039" y="1782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0155" name="Line 108">
              <a:extLst>
                <a:ext uri="{FF2B5EF4-FFF2-40B4-BE49-F238E27FC236}">
                  <a16:creationId xmlns:a16="http://schemas.microsoft.com/office/drawing/2014/main" id="{773D5B00-1DBB-4BE9-920B-3219D90CF2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2938758" y="6538646"/>
              <a:ext cx="242982" cy="3176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56" name="Line 109">
              <a:extLst>
                <a:ext uri="{FF2B5EF4-FFF2-40B4-BE49-F238E27FC236}">
                  <a16:creationId xmlns:a16="http://schemas.microsoft.com/office/drawing/2014/main" id="{29CD497F-6A76-4A21-BF71-9689BBD3006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3250019" y="6537058"/>
              <a:ext cx="242982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80157" name="Group 111">
              <a:extLst>
                <a:ext uri="{FF2B5EF4-FFF2-40B4-BE49-F238E27FC236}">
                  <a16:creationId xmlns:a16="http://schemas.microsoft.com/office/drawing/2014/main" id="{B50EB693-9699-4BB5-BDFD-2F8F6953B896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3107348" y="5068991"/>
              <a:ext cx="169303" cy="318337"/>
              <a:chOff x="1039" y="1647"/>
              <a:chExt cx="141" cy="270"/>
            </a:xfrm>
          </p:grpSpPr>
          <p:sp>
            <p:nvSpPr>
              <p:cNvPr id="80160" name="Arc 112">
                <a:extLst>
                  <a:ext uri="{FF2B5EF4-FFF2-40B4-BE49-F238E27FC236}">
                    <a16:creationId xmlns:a16="http://schemas.microsoft.com/office/drawing/2014/main" id="{A3AFDD99-7B16-420E-826D-BA4C1F8557D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39" y="1647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161" name="Arc 113">
                <a:extLst>
                  <a:ext uri="{FF2B5EF4-FFF2-40B4-BE49-F238E27FC236}">
                    <a16:creationId xmlns:a16="http://schemas.microsoft.com/office/drawing/2014/main" id="{5BA32A70-47A5-48DA-8DC1-83F5DEE959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039" y="1782"/>
                <a:ext cx="141" cy="13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0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28575">
                <a:solidFill>
                  <a:srgbClr val="008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80158" name="Line 114">
              <a:extLst>
                <a:ext uri="{FF2B5EF4-FFF2-40B4-BE49-F238E27FC236}">
                  <a16:creationId xmlns:a16="http://schemas.microsoft.com/office/drawing/2014/main" id="{2547C29B-67B3-4CE2-8001-328C4C41B04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2903820" y="5025168"/>
              <a:ext cx="242983" cy="3176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59" name="Line 115">
              <a:extLst>
                <a:ext uri="{FF2B5EF4-FFF2-40B4-BE49-F238E27FC236}">
                  <a16:creationId xmlns:a16="http://schemas.microsoft.com/office/drawing/2014/main" id="{388315D9-1E64-4FD9-AE88-FFCA64C222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250019" y="5029933"/>
              <a:ext cx="242983" cy="0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0021" name="Group 178">
            <a:extLst>
              <a:ext uri="{FF2B5EF4-FFF2-40B4-BE49-F238E27FC236}">
                <a16:creationId xmlns:a16="http://schemas.microsoft.com/office/drawing/2014/main" id="{726F0EA1-CCEC-459F-B283-6E94851E07A3}"/>
              </a:ext>
            </a:extLst>
          </p:cNvPr>
          <p:cNvGrpSpPr>
            <a:grpSpLocks/>
          </p:cNvGrpSpPr>
          <p:nvPr/>
        </p:nvGrpSpPr>
        <p:grpSpPr bwMode="auto">
          <a:xfrm>
            <a:off x="89435" y="628650"/>
            <a:ext cx="2536825" cy="2555875"/>
            <a:chOff x="157895" y="629173"/>
            <a:chExt cx="2536490" cy="2556135"/>
          </a:xfrm>
        </p:grpSpPr>
        <p:sp>
          <p:nvSpPr>
            <p:cNvPr id="80113" name="Rectangle 379">
              <a:extLst>
                <a:ext uri="{FF2B5EF4-FFF2-40B4-BE49-F238E27FC236}">
                  <a16:creationId xmlns:a16="http://schemas.microsoft.com/office/drawing/2014/main" id="{596593AD-F314-4313-A812-39784CD3A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4" name="Line 380">
              <a:extLst>
                <a:ext uri="{FF2B5EF4-FFF2-40B4-BE49-F238E27FC236}">
                  <a16:creationId xmlns:a16="http://schemas.microsoft.com/office/drawing/2014/main" id="{646F4A89-17A6-457C-B893-F94A19688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5" name="Line 381">
              <a:extLst>
                <a:ext uri="{FF2B5EF4-FFF2-40B4-BE49-F238E27FC236}">
                  <a16:creationId xmlns:a16="http://schemas.microsoft.com/office/drawing/2014/main" id="{2EB727BE-BCEC-43C6-B6B9-E32B6A26C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6" name="Line 382">
              <a:extLst>
                <a:ext uri="{FF2B5EF4-FFF2-40B4-BE49-F238E27FC236}">
                  <a16:creationId xmlns:a16="http://schemas.microsoft.com/office/drawing/2014/main" id="{ECFD4E49-D1E6-4C80-A2B8-080181D285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17" name="Rectangle 383">
              <a:extLst>
                <a:ext uri="{FF2B5EF4-FFF2-40B4-BE49-F238E27FC236}">
                  <a16:creationId xmlns:a16="http://schemas.microsoft.com/office/drawing/2014/main" id="{F81E4A5F-4D68-46BF-9464-3D05842D0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8" name="Rectangle 387">
              <a:extLst>
                <a:ext uri="{FF2B5EF4-FFF2-40B4-BE49-F238E27FC236}">
                  <a16:creationId xmlns:a16="http://schemas.microsoft.com/office/drawing/2014/main" id="{CA862FB9-949C-4983-9BAF-131907F07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9" name="Rectangle 391">
              <a:extLst>
                <a:ext uri="{FF2B5EF4-FFF2-40B4-BE49-F238E27FC236}">
                  <a16:creationId xmlns:a16="http://schemas.microsoft.com/office/drawing/2014/main" id="{CE19FF36-F48F-4627-A8FB-CF0F2EBE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0" name="Line 392">
              <a:extLst>
                <a:ext uri="{FF2B5EF4-FFF2-40B4-BE49-F238E27FC236}">
                  <a16:creationId xmlns:a16="http://schemas.microsoft.com/office/drawing/2014/main" id="{A056A8D3-6E3F-4748-9114-1F438A8EB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1" name="Line 393">
              <a:extLst>
                <a:ext uri="{FF2B5EF4-FFF2-40B4-BE49-F238E27FC236}">
                  <a16:creationId xmlns:a16="http://schemas.microsoft.com/office/drawing/2014/main" id="{D494C4C9-D639-4896-9A01-807366C52D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22" name="Rectangle 394">
              <a:extLst>
                <a:ext uri="{FF2B5EF4-FFF2-40B4-BE49-F238E27FC236}">
                  <a16:creationId xmlns:a16="http://schemas.microsoft.com/office/drawing/2014/main" id="{85F12F9B-F085-48BF-A1B9-40E9DD1F3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3" name="Rectangle 395">
              <a:extLst>
                <a:ext uri="{FF2B5EF4-FFF2-40B4-BE49-F238E27FC236}">
                  <a16:creationId xmlns:a16="http://schemas.microsoft.com/office/drawing/2014/main" id="{BAEFA888-3650-44BF-8E09-5F634C09C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4" name="Rectangle 396">
              <a:extLst>
                <a:ext uri="{FF2B5EF4-FFF2-40B4-BE49-F238E27FC236}">
                  <a16:creationId xmlns:a16="http://schemas.microsoft.com/office/drawing/2014/main" id="{756DF535-9D54-4302-A349-C99A04DC3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5" name="Rectangle 397">
              <a:extLst>
                <a:ext uri="{FF2B5EF4-FFF2-40B4-BE49-F238E27FC236}">
                  <a16:creationId xmlns:a16="http://schemas.microsoft.com/office/drawing/2014/main" id="{1C383D88-B861-4ADB-A832-9B07EBF4D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6" name="Rectangle 398">
              <a:extLst>
                <a:ext uri="{FF2B5EF4-FFF2-40B4-BE49-F238E27FC236}">
                  <a16:creationId xmlns:a16="http://schemas.microsoft.com/office/drawing/2014/main" id="{FA73F3F8-0BB1-4655-B38B-1A91BE03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7" name="Rectangle 399">
              <a:extLst>
                <a:ext uri="{FF2B5EF4-FFF2-40B4-BE49-F238E27FC236}">
                  <a16:creationId xmlns:a16="http://schemas.microsoft.com/office/drawing/2014/main" id="{F89712C2-EC68-4D8D-8749-0BA9307F5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8" name="Rectangle 400">
              <a:extLst>
                <a:ext uri="{FF2B5EF4-FFF2-40B4-BE49-F238E27FC236}">
                  <a16:creationId xmlns:a16="http://schemas.microsoft.com/office/drawing/2014/main" id="{35AFD064-5FE7-4FEA-A1E4-CD3918E41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29" name="Rectangle 401">
              <a:extLst>
                <a:ext uri="{FF2B5EF4-FFF2-40B4-BE49-F238E27FC236}">
                  <a16:creationId xmlns:a16="http://schemas.microsoft.com/office/drawing/2014/main" id="{9B29EF5A-98AE-4306-A255-A08C33649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0" name="Rectangle 402">
              <a:extLst>
                <a:ext uri="{FF2B5EF4-FFF2-40B4-BE49-F238E27FC236}">
                  <a16:creationId xmlns:a16="http://schemas.microsoft.com/office/drawing/2014/main" id="{5FA9735E-6325-4046-8F93-17B47326D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1" name="Rectangle 403">
              <a:extLst>
                <a:ext uri="{FF2B5EF4-FFF2-40B4-BE49-F238E27FC236}">
                  <a16:creationId xmlns:a16="http://schemas.microsoft.com/office/drawing/2014/main" id="{EDB9DE17-28C2-4F45-8AA8-010712175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2" name="Rectangle 404">
              <a:extLst>
                <a:ext uri="{FF2B5EF4-FFF2-40B4-BE49-F238E27FC236}">
                  <a16:creationId xmlns:a16="http://schemas.microsoft.com/office/drawing/2014/main" id="{5452C846-C8B4-4430-8009-B9A47B9B0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3" name="Rectangle 405">
              <a:extLst>
                <a:ext uri="{FF2B5EF4-FFF2-40B4-BE49-F238E27FC236}">
                  <a16:creationId xmlns:a16="http://schemas.microsoft.com/office/drawing/2014/main" id="{62E9CF11-DFD6-4F00-99AB-E00B8E38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4" name="Line 406">
              <a:extLst>
                <a:ext uri="{FF2B5EF4-FFF2-40B4-BE49-F238E27FC236}">
                  <a16:creationId xmlns:a16="http://schemas.microsoft.com/office/drawing/2014/main" id="{E209CC89-3E94-4877-93B5-C0FCCBC047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5" name="Line 407">
              <a:extLst>
                <a:ext uri="{FF2B5EF4-FFF2-40B4-BE49-F238E27FC236}">
                  <a16:creationId xmlns:a16="http://schemas.microsoft.com/office/drawing/2014/main" id="{98E71187-6228-4F9B-9CBE-C948549BC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6" name="Rectangle 408">
              <a:extLst>
                <a:ext uri="{FF2B5EF4-FFF2-40B4-BE49-F238E27FC236}">
                  <a16:creationId xmlns:a16="http://schemas.microsoft.com/office/drawing/2014/main" id="{1DC109C6-64B8-4369-8034-7BED7238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7" name="Rectangle 409">
              <a:extLst>
                <a:ext uri="{FF2B5EF4-FFF2-40B4-BE49-F238E27FC236}">
                  <a16:creationId xmlns:a16="http://schemas.microsoft.com/office/drawing/2014/main" id="{F7199B0F-7DE8-4E1C-9380-8F71A7F1E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38" name="Line 410">
              <a:extLst>
                <a:ext uri="{FF2B5EF4-FFF2-40B4-BE49-F238E27FC236}">
                  <a16:creationId xmlns:a16="http://schemas.microsoft.com/office/drawing/2014/main" id="{13B19807-3A61-47B1-B0C6-AFDD41F82E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39" name="Line 411">
              <a:extLst>
                <a:ext uri="{FF2B5EF4-FFF2-40B4-BE49-F238E27FC236}">
                  <a16:creationId xmlns:a16="http://schemas.microsoft.com/office/drawing/2014/main" id="{FAE95DB1-10AD-4CA5-99DE-3BEE5198DB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40" name="Rectangle 412">
              <a:extLst>
                <a:ext uri="{FF2B5EF4-FFF2-40B4-BE49-F238E27FC236}">
                  <a16:creationId xmlns:a16="http://schemas.microsoft.com/office/drawing/2014/main" id="{BA764E94-4028-454F-BAED-9826CA6F2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1" name="Rectangle 413">
              <a:extLst>
                <a:ext uri="{FF2B5EF4-FFF2-40B4-BE49-F238E27FC236}">
                  <a16:creationId xmlns:a16="http://schemas.microsoft.com/office/drawing/2014/main" id="{DDA3B9B3-356E-4799-8FC3-360C40B26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2" name="Rectangle 414">
              <a:extLst>
                <a:ext uri="{FF2B5EF4-FFF2-40B4-BE49-F238E27FC236}">
                  <a16:creationId xmlns:a16="http://schemas.microsoft.com/office/drawing/2014/main" id="{5FB02248-C603-4724-8B15-CFB4CE0C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3" name="Rectangle 415">
              <a:extLst>
                <a:ext uri="{FF2B5EF4-FFF2-40B4-BE49-F238E27FC236}">
                  <a16:creationId xmlns:a16="http://schemas.microsoft.com/office/drawing/2014/main" id="{68BD0462-D64C-4E1A-9275-5F36C7449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4" name="Rectangle 416">
              <a:extLst>
                <a:ext uri="{FF2B5EF4-FFF2-40B4-BE49-F238E27FC236}">
                  <a16:creationId xmlns:a16="http://schemas.microsoft.com/office/drawing/2014/main" id="{BB1B2274-1382-4372-B255-99103AD32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5" name="Rectangle 417">
              <a:extLst>
                <a:ext uri="{FF2B5EF4-FFF2-40B4-BE49-F238E27FC236}">
                  <a16:creationId xmlns:a16="http://schemas.microsoft.com/office/drawing/2014/main" id="{EA2C2177-8E2D-4F5D-B1D1-906B624F7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6" name="Rectangle 418">
              <a:extLst>
                <a:ext uri="{FF2B5EF4-FFF2-40B4-BE49-F238E27FC236}">
                  <a16:creationId xmlns:a16="http://schemas.microsoft.com/office/drawing/2014/main" id="{DBAF265F-0789-4AA2-B2B4-5DD49F09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7" name="Rectangle 419">
              <a:extLst>
                <a:ext uri="{FF2B5EF4-FFF2-40B4-BE49-F238E27FC236}">
                  <a16:creationId xmlns:a16="http://schemas.microsoft.com/office/drawing/2014/main" id="{9EFA06E6-002E-427B-B456-DC9DA07A3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8" name="Rectangle 420">
              <a:extLst>
                <a:ext uri="{FF2B5EF4-FFF2-40B4-BE49-F238E27FC236}">
                  <a16:creationId xmlns:a16="http://schemas.microsoft.com/office/drawing/2014/main" id="{1A530C9E-51B5-4353-A258-5F5AD8F31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49" name="Rectangle 421">
              <a:extLst>
                <a:ext uri="{FF2B5EF4-FFF2-40B4-BE49-F238E27FC236}">
                  <a16:creationId xmlns:a16="http://schemas.microsoft.com/office/drawing/2014/main" id="{340A464E-B026-4C21-8B2D-12D7BCB96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50" name="Rectangle 422">
              <a:extLst>
                <a:ext uri="{FF2B5EF4-FFF2-40B4-BE49-F238E27FC236}">
                  <a16:creationId xmlns:a16="http://schemas.microsoft.com/office/drawing/2014/main" id="{6119EC8B-9C60-4E1B-8F8C-5CE3C54AB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51" name="Rectangle 425">
              <a:extLst>
                <a:ext uri="{FF2B5EF4-FFF2-40B4-BE49-F238E27FC236}">
                  <a16:creationId xmlns:a16="http://schemas.microsoft.com/office/drawing/2014/main" id="{EAB1203F-ADC5-4F80-BD12-37EC2D192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52" name="Rectangle 383">
              <a:extLst>
                <a:ext uri="{FF2B5EF4-FFF2-40B4-BE49-F238E27FC236}">
                  <a16:creationId xmlns:a16="http://schemas.microsoft.com/office/drawing/2014/main" id="{D8451A4A-C977-48F3-A19E-48E605CDE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0022" name="Group 179">
            <a:extLst>
              <a:ext uri="{FF2B5EF4-FFF2-40B4-BE49-F238E27FC236}">
                <a16:creationId xmlns:a16="http://schemas.microsoft.com/office/drawing/2014/main" id="{AE862F35-C751-4EE8-B0C1-E5132C49319F}"/>
              </a:ext>
            </a:extLst>
          </p:cNvPr>
          <p:cNvGrpSpPr>
            <a:grpSpLocks/>
          </p:cNvGrpSpPr>
          <p:nvPr/>
        </p:nvGrpSpPr>
        <p:grpSpPr bwMode="auto">
          <a:xfrm>
            <a:off x="82030" y="3267613"/>
            <a:ext cx="2536825" cy="2555875"/>
            <a:chOff x="157895" y="629173"/>
            <a:chExt cx="2536490" cy="2556135"/>
          </a:xfrm>
        </p:grpSpPr>
        <p:sp>
          <p:nvSpPr>
            <p:cNvPr id="80073" name="Rectangle 379">
              <a:extLst>
                <a:ext uri="{FF2B5EF4-FFF2-40B4-BE49-F238E27FC236}">
                  <a16:creationId xmlns:a16="http://schemas.microsoft.com/office/drawing/2014/main" id="{AC9C970D-23EF-44C7-96CB-026FDC390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4" name="Line 380">
              <a:extLst>
                <a:ext uri="{FF2B5EF4-FFF2-40B4-BE49-F238E27FC236}">
                  <a16:creationId xmlns:a16="http://schemas.microsoft.com/office/drawing/2014/main" id="{08AAF13E-AD2F-446D-9C69-B0E1ACA2A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5" name="Line 381">
              <a:extLst>
                <a:ext uri="{FF2B5EF4-FFF2-40B4-BE49-F238E27FC236}">
                  <a16:creationId xmlns:a16="http://schemas.microsoft.com/office/drawing/2014/main" id="{B33DF06B-CBBF-4CF2-81E3-B59C94FCCB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6" name="Line 382">
              <a:extLst>
                <a:ext uri="{FF2B5EF4-FFF2-40B4-BE49-F238E27FC236}">
                  <a16:creationId xmlns:a16="http://schemas.microsoft.com/office/drawing/2014/main" id="{ACF8C97C-9BDC-418A-A65D-53B5D6A09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77" name="Rectangle 383">
              <a:extLst>
                <a:ext uri="{FF2B5EF4-FFF2-40B4-BE49-F238E27FC236}">
                  <a16:creationId xmlns:a16="http://schemas.microsoft.com/office/drawing/2014/main" id="{316F3D91-2071-411B-B2B4-5455E1FE5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8" name="Rectangle 387">
              <a:extLst>
                <a:ext uri="{FF2B5EF4-FFF2-40B4-BE49-F238E27FC236}">
                  <a16:creationId xmlns:a16="http://schemas.microsoft.com/office/drawing/2014/main" id="{D51FC9BF-C455-48BE-8EBB-4BD2393C2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9" name="Rectangle 391">
              <a:extLst>
                <a:ext uri="{FF2B5EF4-FFF2-40B4-BE49-F238E27FC236}">
                  <a16:creationId xmlns:a16="http://schemas.microsoft.com/office/drawing/2014/main" id="{592A0068-BF61-473B-A3DB-9BAEFB28D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0" name="Line 392">
              <a:extLst>
                <a:ext uri="{FF2B5EF4-FFF2-40B4-BE49-F238E27FC236}">
                  <a16:creationId xmlns:a16="http://schemas.microsoft.com/office/drawing/2014/main" id="{08669F45-C65C-4DE7-8864-183B0521BF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1" name="Line 393">
              <a:extLst>
                <a:ext uri="{FF2B5EF4-FFF2-40B4-BE49-F238E27FC236}">
                  <a16:creationId xmlns:a16="http://schemas.microsoft.com/office/drawing/2014/main" id="{442F44E9-7C52-4A91-8492-2167D6F189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82" name="Rectangle 394">
              <a:extLst>
                <a:ext uri="{FF2B5EF4-FFF2-40B4-BE49-F238E27FC236}">
                  <a16:creationId xmlns:a16="http://schemas.microsoft.com/office/drawing/2014/main" id="{40E73301-F602-4177-A86F-32DCD6A75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3" name="Rectangle 395">
              <a:extLst>
                <a:ext uri="{FF2B5EF4-FFF2-40B4-BE49-F238E27FC236}">
                  <a16:creationId xmlns:a16="http://schemas.microsoft.com/office/drawing/2014/main" id="{24DCDB26-280C-4339-93FA-D0233D306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4" name="Rectangle 396">
              <a:extLst>
                <a:ext uri="{FF2B5EF4-FFF2-40B4-BE49-F238E27FC236}">
                  <a16:creationId xmlns:a16="http://schemas.microsoft.com/office/drawing/2014/main" id="{34ABA9DE-0D5D-4B81-A8A3-0CE30A17B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5" name="Rectangle 397">
              <a:extLst>
                <a:ext uri="{FF2B5EF4-FFF2-40B4-BE49-F238E27FC236}">
                  <a16:creationId xmlns:a16="http://schemas.microsoft.com/office/drawing/2014/main" id="{0CD11595-D0F4-414A-B6F0-C449BB990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6" name="Rectangle 398">
              <a:extLst>
                <a:ext uri="{FF2B5EF4-FFF2-40B4-BE49-F238E27FC236}">
                  <a16:creationId xmlns:a16="http://schemas.microsoft.com/office/drawing/2014/main" id="{1F942D66-0B36-499D-AEA2-AE5FC8C08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7" name="Rectangle 399">
              <a:extLst>
                <a:ext uri="{FF2B5EF4-FFF2-40B4-BE49-F238E27FC236}">
                  <a16:creationId xmlns:a16="http://schemas.microsoft.com/office/drawing/2014/main" id="{91A4728A-6317-4C86-8325-F1B22CDD3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8" name="Rectangle 400">
              <a:extLst>
                <a:ext uri="{FF2B5EF4-FFF2-40B4-BE49-F238E27FC236}">
                  <a16:creationId xmlns:a16="http://schemas.microsoft.com/office/drawing/2014/main" id="{68190D89-3087-4798-B850-0CB1366D0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89" name="Rectangle 401">
              <a:extLst>
                <a:ext uri="{FF2B5EF4-FFF2-40B4-BE49-F238E27FC236}">
                  <a16:creationId xmlns:a16="http://schemas.microsoft.com/office/drawing/2014/main" id="{2C993EE2-F467-427E-A562-4312E83C9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0" name="Rectangle 402">
              <a:extLst>
                <a:ext uri="{FF2B5EF4-FFF2-40B4-BE49-F238E27FC236}">
                  <a16:creationId xmlns:a16="http://schemas.microsoft.com/office/drawing/2014/main" id="{D082D9BF-F843-47A4-B821-E5E479115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1" name="Rectangle 403">
              <a:extLst>
                <a:ext uri="{FF2B5EF4-FFF2-40B4-BE49-F238E27FC236}">
                  <a16:creationId xmlns:a16="http://schemas.microsoft.com/office/drawing/2014/main" id="{6A167680-05EC-4308-9998-2CE55A914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2" name="Rectangle 404">
              <a:extLst>
                <a:ext uri="{FF2B5EF4-FFF2-40B4-BE49-F238E27FC236}">
                  <a16:creationId xmlns:a16="http://schemas.microsoft.com/office/drawing/2014/main" id="{AE429FA0-4D57-41D0-BD2A-99D9F682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3" name="Rectangle 405">
              <a:extLst>
                <a:ext uri="{FF2B5EF4-FFF2-40B4-BE49-F238E27FC236}">
                  <a16:creationId xmlns:a16="http://schemas.microsoft.com/office/drawing/2014/main" id="{920697D0-36EA-4C67-92A6-075F2D2BE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4" name="Line 406">
              <a:extLst>
                <a:ext uri="{FF2B5EF4-FFF2-40B4-BE49-F238E27FC236}">
                  <a16:creationId xmlns:a16="http://schemas.microsoft.com/office/drawing/2014/main" id="{A7C1F255-91D0-427E-ACAC-FC281197A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5" name="Line 407">
              <a:extLst>
                <a:ext uri="{FF2B5EF4-FFF2-40B4-BE49-F238E27FC236}">
                  <a16:creationId xmlns:a16="http://schemas.microsoft.com/office/drawing/2014/main" id="{484B219F-176B-43EC-A7FC-360B1874C2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6" name="Rectangle 408">
              <a:extLst>
                <a:ext uri="{FF2B5EF4-FFF2-40B4-BE49-F238E27FC236}">
                  <a16:creationId xmlns:a16="http://schemas.microsoft.com/office/drawing/2014/main" id="{CFD11B64-0D9D-4D99-BA34-08585ED91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7" name="Rectangle 409">
              <a:extLst>
                <a:ext uri="{FF2B5EF4-FFF2-40B4-BE49-F238E27FC236}">
                  <a16:creationId xmlns:a16="http://schemas.microsoft.com/office/drawing/2014/main" id="{2C577138-5DDB-499D-884B-8F2056B9E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98" name="Line 410">
              <a:extLst>
                <a:ext uri="{FF2B5EF4-FFF2-40B4-BE49-F238E27FC236}">
                  <a16:creationId xmlns:a16="http://schemas.microsoft.com/office/drawing/2014/main" id="{773F103F-F853-4646-9AD9-35A573AB3A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99" name="Line 411">
              <a:extLst>
                <a:ext uri="{FF2B5EF4-FFF2-40B4-BE49-F238E27FC236}">
                  <a16:creationId xmlns:a16="http://schemas.microsoft.com/office/drawing/2014/main" id="{31E827CD-1A92-44AE-AD4A-D00DE72F3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100" name="Rectangle 412">
              <a:extLst>
                <a:ext uri="{FF2B5EF4-FFF2-40B4-BE49-F238E27FC236}">
                  <a16:creationId xmlns:a16="http://schemas.microsoft.com/office/drawing/2014/main" id="{58F30C09-8AAE-4E87-85FA-5A702415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1" name="Rectangle 413">
              <a:extLst>
                <a:ext uri="{FF2B5EF4-FFF2-40B4-BE49-F238E27FC236}">
                  <a16:creationId xmlns:a16="http://schemas.microsoft.com/office/drawing/2014/main" id="{B1FF8F04-CCAA-4C8A-860C-B086A3426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2" name="Rectangle 414">
              <a:extLst>
                <a:ext uri="{FF2B5EF4-FFF2-40B4-BE49-F238E27FC236}">
                  <a16:creationId xmlns:a16="http://schemas.microsoft.com/office/drawing/2014/main" id="{08353D68-2F05-4C00-A04B-0BC85383E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3" name="Rectangle 415">
              <a:extLst>
                <a:ext uri="{FF2B5EF4-FFF2-40B4-BE49-F238E27FC236}">
                  <a16:creationId xmlns:a16="http://schemas.microsoft.com/office/drawing/2014/main" id="{B1368118-4C67-4C7D-BCA3-88EAF52A4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4" name="Rectangle 416">
              <a:extLst>
                <a:ext uri="{FF2B5EF4-FFF2-40B4-BE49-F238E27FC236}">
                  <a16:creationId xmlns:a16="http://schemas.microsoft.com/office/drawing/2014/main" id="{E2F12811-47A7-43D1-A43A-AFF1AB4AD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5" name="Rectangle 417">
              <a:extLst>
                <a:ext uri="{FF2B5EF4-FFF2-40B4-BE49-F238E27FC236}">
                  <a16:creationId xmlns:a16="http://schemas.microsoft.com/office/drawing/2014/main" id="{6DF3FDE2-354E-456A-9A3D-11C1B4A4F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6" name="Rectangle 418">
              <a:extLst>
                <a:ext uri="{FF2B5EF4-FFF2-40B4-BE49-F238E27FC236}">
                  <a16:creationId xmlns:a16="http://schemas.microsoft.com/office/drawing/2014/main" id="{90B51179-F932-43B7-AB10-A42149CFB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7" name="Rectangle 419">
              <a:extLst>
                <a:ext uri="{FF2B5EF4-FFF2-40B4-BE49-F238E27FC236}">
                  <a16:creationId xmlns:a16="http://schemas.microsoft.com/office/drawing/2014/main" id="{3CEC21E3-3187-4B5C-B190-B5F1553BE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8" name="Rectangle 420">
              <a:extLst>
                <a:ext uri="{FF2B5EF4-FFF2-40B4-BE49-F238E27FC236}">
                  <a16:creationId xmlns:a16="http://schemas.microsoft.com/office/drawing/2014/main" id="{8D32A3F6-6DA6-41B5-9274-AB962F007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09" name="Rectangle 421">
              <a:extLst>
                <a:ext uri="{FF2B5EF4-FFF2-40B4-BE49-F238E27FC236}">
                  <a16:creationId xmlns:a16="http://schemas.microsoft.com/office/drawing/2014/main" id="{B5F19713-154E-4EB5-B94A-4CC3C3AD3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0" name="Rectangle 422">
              <a:extLst>
                <a:ext uri="{FF2B5EF4-FFF2-40B4-BE49-F238E27FC236}">
                  <a16:creationId xmlns:a16="http://schemas.microsoft.com/office/drawing/2014/main" id="{34D64C75-A0C1-4727-8C43-18852DB08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1" name="Rectangle 425">
              <a:extLst>
                <a:ext uri="{FF2B5EF4-FFF2-40B4-BE49-F238E27FC236}">
                  <a16:creationId xmlns:a16="http://schemas.microsoft.com/office/drawing/2014/main" id="{7302578B-887F-4B71-81B4-3AE1B000F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112" name="Rectangle 383">
              <a:extLst>
                <a:ext uri="{FF2B5EF4-FFF2-40B4-BE49-F238E27FC236}">
                  <a16:creationId xmlns:a16="http://schemas.microsoft.com/office/drawing/2014/main" id="{0BD41B49-9386-4FEA-AD3F-C8E896BB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80023" name="Group 220">
            <a:extLst>
              <a:ext uri="{FF2B5EF4-FFF2-40B4-BE49-F238E27FC236}">
                <a16:creationId xmlns:a16="http://schemas.microsoft.com/office/drawing/2014/main" id="{85823FA3-3FB2-4490-AE28-F10E78A15A3E}"/>
              </a:ext>
            </a:extLst>
          </p:cNvPr>
          <p:cNvGrpSpPr>
            <a:grpSpLocks/>
          </p:cNvGrpSpPr>
          <p:nvPr/>
        </p:nvGrpSpPr>
        <p:grpSpPr bwMode="auto">
          <a:xfrm>
            <a:off x="2951163" y="615422"/>
            <a:ext cx="2536825" cy="2555875"/>
            <a:chOff x="157895" y="629173"/>
            <a:chExt cx="2536490" cy="2556135"/>
          </a:xfrm>
        </p:grpSpPr>
        <p:sp>
          <p:nvSpPr>
            <p:cNvPr id="80033" name="Rectangle 379">
              <a:extLst>
                <a:ext uri="{FF2B5EF4-FFF2-40B4-BE49-F238E27FC236}">
                  <a16:creationId xmlns:a16="http://schemas.microsoft.com/office/drawing/2014/main" id="{E5FB4523-21CA-48EA-8AFD-F95F1300B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34" name="Line 380">
              <a:extLst>
                <a:ext uri="{FF2B5EF4-FFF2-40B4-BE49-F238E27FC236}">
                  <a16:creationId xmlns:a16="http://schemas.microsoft.com/office/drawing/2014/main" id="{9F01DDAE-E644-430B-8064-2D42A1818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5" name="Line 381">
              <a:extLst>
                <a:ext uri="{FF2B5EF4-FFF2-40B4-BE49-F238E27FC236}">
                  <a16:creationId xmlns:a16="http://schemas.microsoft.com/office/drawing/2014/main" id="{DCFCEB51-3C38-498E-BBD7-119B2A0160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6" name="Line 382">
              <a:extLst>
                <a:ext uri="{FF2B5EF4-FFF2-40B4-BE49-F238E27FC236}">
                  <a16:creationId xmlns:a16="http://schemas.microsoft.com/office/drawing/2014/main" id="{5F203754-2D63-45C5-9246-F9EAD3C89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37" name="Rectangle 383">
              <a:extLst>
                <a:ext uri="{FF2B5EF4-FFF2-40B4-BE49-F238E27FC236}">
                  <a16:creationId xmlns:a16="http://schemas.microsoft.com/office/drawing/2014/main" id="{69BD5AA7-F8FD-451B-80D6-8919E1BC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38" name="Rectangle 387">
              <a:extLst>
                <a:ext uri="{FF2B5EF4-FFF2-40B4-BE49-F238E27FC236}">
                  <a16:creationId xmlns:a16="http://schemas.microsoft.com/office/drawing/2014/main" id="{98E3CCF8-F5B5-4813-A49D-DE509587F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39" name="Rectangle 391">
              <a:extLst>
                <a:ext uri="{FF2B5EF4-FFF2-40B4-BE49-F238E27FC236}">
                  <a16:creationId xmlns:a16="http://schemas.microsoft.com/office/drawing/2014/main" id="{3947DEB4-1740-48DD-8145-F005D2CB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0" name="Line 392">
              <a:extLst>
                <a:ext uri="{FF2B5EF4-FFF2-40B4-BE49-F238E27FC236}">
                  <a16:creationId xmlns:a16="http://schemas.microsoft.com/office/drawing/2014/main" id="{3B5E9AB0-988E-4743-ACD4-40259B621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1" name="Line 393">
              <a:extLst>
                <a:ext uri="{FF2B5EF4-FFF2-40B4-BE49-F238E27FC236}">
                  <a16:creationId xmlns:a16="http://schemas.microsoft.com/office/drawing/2014/main" id="{995931DA-9849-476A-8BF1-5F98F623D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42" name="Rectangle 394">
              <a:extLst>
                <a:ext uri="{FF2B5EF4-FFF2-40B4-BE49-F238E27FC236}">
                  <a16:creationId xmlns:a16="http://schemas.microsoft.com/office/drawing/2014/main" id="{DE3692D8-67C5-4B8D-994B-F1393B732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3" name="Rectangle 395">
              <a:extLst>
                <a:ext uri="{FF2B5EF4-FFF2-40B4-BE49-F238E27FC236}">
                  <a16:creationId xmlns:a16="http://schemas.microsoft.com/office/drawing/2014/main" id="{636E970B-32DB-4513-8190-0B70846D8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4" name="Rectangle 396">
              <a:extLst>
                <a:ext uri="{FF2B5EF4-FFF2-40B4-BE49-F238E27FC236}">
                  <a16:creationId xmlns:a16="http://schemas.microsoft.com/office/drawing/2014/main" id="{82640DFD-7FCD-4A62-B747-6A247229F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5" name="Rectangle 397">
              <a:extLst>
                <a:ext uri="{FF2B5EF4-FFF2-40B4-BE49-F238E27FC236}">
                  <a16:creationId xmlns:a16="http://schemas.microsoft.com/office/drawing/2014/main" id="{0182D7A7-F711-4E12-8D18-3E6940A41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6" name="Rectangle 398">
              <a:extLst>
                <a:ext uri="{FF2B5EF4-FFF2-40B4-BE49-F238E27FC236}">
                  <a16:creationId xmlns:a16="http://schemas.microsoft.com/office/drawing/2014/main" id="{AC5F446F-9207-4F96-8E46-84001ED2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7" name="Rectangle 399">
              <a:extLst>
                <a:ext uri="{FF2B5EF4-FFF2-40B4-BE49-F238E27FC236}">
                  <a16:creationId xmlns:a16="http://schemas.microsoft.com/office/drawing/2014/main" id="{D94FDC6E-17E8-417B-A6EC-96979B64B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8" name="Rectangle 400">
              <a:extLst>
                <a:ext uri="{FF2B5EF4-FFF2-40B4-BE49-F238E27FC236}">
                  <a16:creationId xmlns:a16="http://schemas.microsoft.com/office/drawing/2014/main" id="{675F86F4-B69F-4554-BE6A-2E8D4614D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49" name="Rectangle 401">
              <a:extLst>
                <a:ext uri="{FF2B5EF4-FFF2-40B4-BE49-F238E27FC236}">
                  <a16:creationId xmlns:a16="http://schemas.microsoft.com/office/drawing/2014/main" id="{8B7A23C4-946F-4F73-A6E7-47301004D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0" name="Rectangle 402">
              <a:extLst>
                <a:ext uri="{FF2B5EF4-FFF2-40B4-BE49-F238E27FC236}">
                  <a16:creationId xmlns:a16="http://schemas.microsoft.com/office/drawing/2014/main" id="{6270C660-36CC-4D76-BF47-B2B8D83CD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1" name="Rectangle 403">
              <a:extLst>
                <a:ext uri="{FF2B5EF4-FFF2-40B4-BE49-F238E27FC236}">
                  <a16:creationId xmlns:a16="http://schemas.microsoft.com/office/drawing/2014/main" id="{BD4225AB-4456-48AD-BF2E-944A17B1D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2" name="Rectangle 404">
              <a:extLst>
                <a:ext uri="{FF2B5EF4-FFF2-40B4-BE49-F238E27FC236}">
                  <a16:creationId xmlns:a16="http://schemas.microsoft.com/office/drawing/2014/main" id="{4726382F-84F5-4140-AD10-F4A9DF3BE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3" name="Rectangle 405">
              <a:extLst>
                <a:ext uri="{FF2B5EF4-FFF2-40B4-BE49-F238E27FC236}">
                  <a16:creationId xmlns:a16="http://schemas.microsoft.com/office/drawing/2014/main" id="{FF76CD83-1520-4A95-B79E-D1B1925B1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4" name="Line 406">
              <a:extLst>
                <a:ext uri="{FF2B5EF4-FFF2-40B4-BE49-F238E27FC236}">
                  <a16:creationId xmlns:a16="http://schemas.microsoft.com/office/drawing/2014/main" id="{049B562C-3CEA-4A64-BC02-959E17729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5" name="Line 407">
              <a:extLst>
                <a:ext uri="{FF2B5EF4-FFF2-40B4-BE49-F238E27FC236}">
                  <a16:creationId xmlns:a16="http://schemas.microsoft.com/office/drawing/2014/main" id="{AC71B321-9FED-4FFA-B3DD-94FB58A41E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6" name="Rectangle 408">
              <a:extLst>
                <a:ext uri="{FF2B5EF4-FFF2-40B4-BE49-F238E27FC236}">
                  <a16:creationId xmlns:a16="http://schemas.microsoft.com/office/drawing/2014/main" id="{D65CF36F-ECDC-4802-A3AE-22983951A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7" name="Rectangle 409">
              <a:extLst>
                <a:ext uri="{FF2B5EF4-FFF2-40B4-BE49-F238E27FC236}">
                  <a16:creationId xmlns:a16="http://schemas.microsoft.com/office/drawing/2014/main" id="{0E773F86-8CFC-4A33-BEB1-13D12CA9D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58" name="Line 410">
              <a:extLst>
                <a:ext uri="{FF2B5EF4-FFF2-40B4-BE49-F238E27FC236}">
                  <a16:creationId xmlns:a16="http://schemas.microsoft.com/office/drawing/2014/main" id="{C771E496-C236-472C-966A-DDE0388F9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59" name="Line 411">
              <a:extLst>
                <a:ext uri="{FF2B5EF4-FFF2-40B4-BE49-F238E27FC236}">
                  <a16:creationId xmlns:a16="http://schemas.microsoft.com/office/drawing/2014/main" id="{AD42E278-FAA8-4E9C-9864-C37A63B6F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0060" name="Rectangle 412">
              <a:extLst>
                <a:ext uri="{FF2B5EF4-FFF2-40B4-BE49-F238E27FC236}">
                  <a16:creationId xmlns:a16="http://schemas.microsoft.com/office/drawing/2014/main" id="{80EDF1DD-32DF-41F4-BEF4-E63B71E4B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1" name="Rectangle 413">
              <a:extLst>
                <a:ext uri="{FF2B5EF4-FFF2-40B4-BE49-F238E27FC236}">
                  <a16:creationId xmlns:a16="http://schemas.microsoft.com/office/drawing/2014/main" id="{F008BDCA-EB79-4E0A-8B89-196C0053D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2" name="Rectangle 414">
              <a:extLst>
                <a:ext uri="{FF2B5EF4-FFF2-40B4-BE49-F238E27FC236}">
                  <a16:creationId xmlns:a16="http://schemas.microsoft.com/office/drawing/2014/main" id="{EE0FA9D0-A6D7-4638-BA48-03C0F15FF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3" name="Rectangle 415">
              <a:extLst>
                <a:ext uri="{FF2B5EF4-FFF2-40B4-BE49-F238E27FC236}">
                  <a16:creationId xmlns:a16="http://schemas.microsoft.com/office/drawing/2014/main" id="{4F7C5BB3-C80C-455E-8A1B-ED7C477FA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4" name="Rectangle 416">
              <a:extLst>
                <a:ext uri="{FF2B5EF4-FFF2-40B4-BE49-F238E27FC236}">
                  <a16:creationId xmlns:a16="http://schemas.microsoft.com/office/drawing/2014/main" id="{576D7865-2851-4B27-8D58-0A73FE11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5" name="Rectangle 417">
              <a:extLst>
                <a:ext uri="{FF2B5EF4-FFF2-40B4-BE49-F238E27FC236}">
                  <a16:creationId xmlns:a16="http://schemas.microsoft.com/office/drawing/2014/main" id="{ACD3735E-645E-487B-A82F-2D1BD8A6A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6" name="Rectangle 418">
              <a:extLst>
                <a:ext uri="{FF2B5EF4-FFF2-40B4-BE49-F238E27FC236}">
                  <a16:creationId xmlns:a16="http://schemas.microsoft.com/office/drawing/2014/main" id="{FF8B2292-C62F-4B3E-84F4-5914C2492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7" name="Rectangle 419">
              <a:extLst>
                <a:ext uri="{FF2B5EF4-FFF2-40B4-BE49-F238E27FC236}">
                  <a16:creationId xmlns:a16="http://schemas.microsoft.com/office/drawing/2014/main" id="{267632CD-5726-4412-8148-679E0EA7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8" name="Rectangle 420">
              <a:extLst>
                <a:ext uri="{FF2B5EF4-FFF2-40B4-BE49-F238E27FC236}">
                  <a16:creationId xmlns:a16="http://schemas.microsoft.com/office/drawing/2014/main" id="{B6BFDA5D-5303-41CB-855B-08A1BF4E3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69" name="Rectangle 421">
              <a:extLst>
                <a:ext uri="{FF2B5EF4-FFF2-40B4-BE49-F238E27FC236}">
                  <a16:creationId xmlns:a16="http://schemas.microsoft.com/office/drawing/2014/main" id="{C1D0971A-B924-4A6F-A1A0-FD4F2FEB8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0" name="Rectangle 422">
              <a:extLst>
                <a:ext uri="{FF2B5EF4-FFF2-40B4-BE49-F238E27FC236}">
                  <a16:creationId xmlns:a16="http://schemas.microsoft.com/office/drawing/2014/main" id="{DEDF611A-42A4-4E4C-9118-520E12AC6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1" name="Rectangle 425">
              <a:extLst>
                <a:ext uri="{FF2B5EF4-FFF2-40B4-BE49-F238E27FC236}">
                  <a16:creationId xmlns:a16="http://schemas.microsoft.com/office/drawing/2014/main" id="{5DC43AF7-9D1B-4532-9A4B-0202DDA4A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0072" name="Rectangle 383">
              <a:extLst>
                <a:ext uri="{FF2B5EF4-FFF2-40B4-BE49-F238E27FC236}">
                  <a16:creationId xmlns:a16="http://schemas.microsoft.com/office/drawing/2014/main" id="{0DF36145-202A-4294-8DF7-EE4882200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262" name="Rounded Rectangle 261">
            <a:extLst>
              <a:ext uri="{FF2B5EF4-FFF2-40B4-BE49-F238E27FC236}">
                <a16:creationId xmlns:a16="http://schemas.microsoft.com/office/drawing/2014/main" id="{25209442-7F3D-7C44-B0CD-DBA82613B5FC}"/>
              </a:ext>
            </a:extLst>
          </p:cNvPr>
          <p:cNvSpPr/>
          <p:nvPr/>
        </p:nvSpPr>
        <p:spPr bwMode="auto">
          <a:xfrm rot="16200000">
            <a:off x="1123691" y="2112169"/>
            <a:ext cx="1676400" cy="382588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3" name="Rounded Rectangle 262">
            <a:extLst>
              <a:ext uri="{FF2B5EF4-FFF2-40B4-BE49-F238E27FC236}">
                <a16:creationId xmlns:a16="http://schemas.microsoft.com/office/drawing/2014/main" id="{028DE64A-FBD1-5E43-99B5-8EA5963EBF89}"/>
              </a:ext>
            </a:extLst>
          </p:cNvPr>
          <p:cNvSpPr/>
          <p:nvPr/>
        </p:nvSpPr>
        <p:spPr bwMode="auto">
          <a:xfrm rot="16200000">
            <a:off x="2021422" y="2147888"/>
            <a:ext cx="333375" cy="733425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4" name="Rounded Rectangle 263">
            <a:extLst>
              <a:ext uri="{FF2B5EF4-FFF2-40B4-BE49-F238E27FC236}">
                <a16:creationId xmlns:a16="http://schemas.microsoft.com/office/drawing/2014/main" id="{544B7619-C079-8041-9A85-35C31733FBDF}"/>
              </a:ext>
            </a:extLst>
          </p:cNvPr>
          <p:cNvSpPr/>
          <p:nvPr/>
        </p:nvSpPr>
        <p:spPr bwMode="auto">
          <a:xfrm rot="16200000">
            <a:off x="4425950" y="1202797"/>
            <a:ext cx="357187" cy="1684338"/>
          </a:xfrm>
          <a:prstGeom prst="roundRect">
            <a:avLst/>
          </a:prstGeom>
          <a:noFill/>
          <a:ln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5" name="Rounded Rectangle 264">
            <a:extLst>
              <a:ext uri="{FF2B5EF4-FFF2-40B4-BE49-F238E27FC236}">
                <a16:creationId xmlns:a16="http://schemas.microsoft.com/office/drawing/2014/main" id="{DA283BDB-8C03-8F40-834F-B15A96BEA1EB}"/>
              </a:ext>
            </a:extLst>
          </p:cNvPr>
          <p:cNvSpPr/>
          <p:nvPr/>
        </p:nvSpPr>
        <p:spPr bwMode="auto">
          <a:xfrm rot="16200000">
            <a:off x="4408488" y="2106084"/>
            <a:ext cx="357188" cy="1684337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6" name="Rounded Rectangle 265">
            <a:extLst>
              <a:ext uri="{FF2B5EF4-FFF2-40B4-BE49-F238E27FC236}">
                <a16:creationId xmlns:a16="http://schemas.microsoft.com/office/drawing/2014/main" id="{DEE7F88C-6475-7540-AFA9-A2D6E70DA0C6}"/>
              </a:ext>
            </a:extLst>
          </p:cNvPr>
          <p:cNvSpPr/>
          <p:nvPr/>
        </p:nvSpPr>
        <p:spPr bwMode="auto">
          <a:xfrm rot="16200000">
            <a:off x="4880769" y="1651265"/>
            <a:ext cx="762000" cy="382588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7" name="Rounded Rectangle 266">
            <a:extLst>
              <a:ext uri="{FF2B5EF4-FFF2-40B4-BE49-F238E27FC236}">
                <a16:creationId xmlns:a16="http://schemas.microsoft.com/office/drawing/2014/main" id="{07797F38-F7D3-E84A-B2B4-65E364A79A91}"/>
              </a:ext>
            </a:extLst>
          </p:cNvPr>
          <p:cNvSpPr/>
          <p:nvPr/>
        </p:nvSpPr>
        <p:spPr bwMode="auto">
          <a:xfrm rot="16200000">
            <a:off x="2009255" y="4315362"/>
            <a:ext cx="762000" cy="384175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8" name="Rounded Rectangle 267">
            <a:extLst>
              <a:ext uri="{FF2B5EF4-FFF2-40B4-BE49-F238E27FC236}">
                <a16:creationId xmlns:a16="http://schemas.microsoft.com/office/drawing/2014/main" id="{4981297C-62EC-8D4D-8C39-E322C300F793}"/>
              </a:ext>
            </a:extLst>
          </p:cNvPr>
          <p:cNvSpPr/>
          <p:nvPr/>
        </p:nvSpPr>
        <p:spPr bwMode="auto">
          <a:xfrm rot="16200000">
            <a:off x="1131367" y="3894675"/>
            <a:ext cx="333375" cy="733425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269" name="Rounded Rectangle 268">
            <a:extLst>
              <a:ext uri="{FF2B5EF4-FFF2-40B4-BE49-F238E27FC236}">
                <a16:creationId xmlns:a16="http://schemas.microsoft.com/office/drawing/2014/main" id="{93553256-DF60-6C40-83AA-BE641CE9EE31}"/>
              </a:ext>
            </a:extLst>
          </p:cNvPr>
          <p:cNvSpPr/>
          <p:nvPr/>
        </p:nvSpPr>
        <p:spPr bwMode="auto">
          <a:xfrm rot="16200000">
            <a:off x="1131367" y="4785263"/>
            <a:ext cx="333375" cy="733425"/>
          </a:xfrm>
          <a:prstGeom prst="roundRect">
            <a:avLst/>
          </a:prstGeom>
          <a:noFill/>
          <a:ln>
            <a:solidFill>
              <a:srgbClr val="00009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pic>
        <p:nvPicPr>
          <p:cNvPr id="80032" name="Picture 4" descr="Screen shot 2013-12-09 at 3.46.06 PM.png">
            <a:extLst>
              <a:ext uri="{FF2B5EF4-FFF2-40B4-BE49-F238E27FC236}">
                <a16:creationId xmlns:a16="http://schemas.microsoft.com/office/drawing/2014/main" id="{E68D86FC-71FF-49EE-905D-8E6122A985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1929" y="4550589"/>
            <a:ext cx="5229537" cy="15028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1C6424BC-95BB-49EF-BBD7-428F4AA733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Next State and Output Expressions</a:t>
            </a:r>
          </a:p>
        </p:txBody>
      </p:sp>
      <p:pic>
        <p:nvPicPr>
          <p:cNvPr id="80898" name="Picture 3" descr="Screen shot 2013-12-09 at 3.46.12 PM.png">
            <a:extLst>
              <a:ext uri="{FF2B5EF4-FFF2-40B4-BE49-F238E27FC236}">
                <a16:creationId xmlns:a16="http://schemas.microsoft.com/office/drawing/2014/main" id="{A890F6BD-BFCB-4C96-BE7F-7737387431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8425" y="4768850"/>
            <a:ext cx="3132138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899" name="Picture 4" descr="Screen shot 2013-12-09 at 3.46.06 PM.png">
            <a:extLst>
              <a:ext uri="{FF2B5EF4-FFF2-40B4-BE49-F238E27FC236}">
                <a16:creationId xmlns:a16="http://schemas.microsoft.com/office/drawing/2014/main" id="{0915163C-DE91-40ED-9F20-BAB26905D9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2363" y="1866900"/>
            <a:ext cx="71024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5" name="Picture 4">
            <a:extLst>
              <a:ext uri="{FF2B5EF4-FFF2-40B4-BE49-F238E27FC236}">
                <a16:creationId xmlns:a16="http://schemas.microsoft.com/office/drawing/2014/main" id="{1BEE6B04-CC58-4E08-B19E-D22A98F9A8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2650" y="350838"/>
            <a:ext cx="4414838" cy="270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6" name="Picture 4">
            <a:extLst>
              <a:ext uri="{FF2B5EF4-FFF2-40B4-BE49-F238E27FC236}">
                <a16:creationId xmlns:a16="http://schemas.microsoft.com/office/drawing/2014/main" id="{3A4013BD-E3F3-4A5E-8F89-A6D2634F80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338" y="2800350"/>
            <a:ext cx="4910662" cy="303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7" name="Picture 4">
            <a:extLst>
              <a:ext uri="{FF2B5EF4-FFF2-40B4-BE49-F238E27FC236}">
                <a16:creationId xmlns:a16="http://schemas.microsoft.com/office/drawing/2014/main" id="{D84447FA-5A6F-400C-907A-034DCD1542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163" y="323850"/>
            <a:ext cx="4414837" cy="270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8" name="Picture 5">
            <a:extLst>
              <a:ext uri="{FF2B5EF4-FFF2-40B4-BE49-F238E27FC236}">
                <a16:creationId xmlns:a16="http://schemas.microsoft.com/office/drawing/2014/main" id="{AD6B6D38-8E90-4EC0-AF82-CD44AE4E2D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998788"/>
            <a:ext cx="4687888" cy="283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190CEC7-913C-2540-A41E-6ED0983AF17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sp>
        <p:nvSpPr>
          <p:cNvPr id="82950" name="TextBox 125">
            <a:extLst>
              <a:ext uri="{FF2B5EF4-FFF2-40B4-BE49-F238E27FC236}">
                <a16:creationId xmlns:a16="http://schemas.microsoft.com/office/drawing/2014/main" id="{E4F37043-A9E7-435D-8745-F37C7AF7D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6.89 from the textbook ]</a:t>
            </a:r>
          </a:p>
        </p:txBody>
      </p:sp>
      <p:cxnSp>
        <p:nvCxnSpPr>
          <p:cNvPr id="82951" name="Straight Arrow Connector 2">
            <a:extLst>
              <a:ext uri="{FF2B5EF4-FFF2-40B4-BE49-F238E27FC236}">
                <a16:creationId xmlns:a16="http://schemas.microsoft.com/office/drawing/2014/main" id="{95DD26E4-F133-4DE2-BF84-147DA0A9894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18150" y="5634038"/>
            <a:ext cx="0" cy="3365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52" name="TextBox 125">
            <a:extLst>
              <a:ext uri="{FF2B5EF4-FFF2-40B4-BE49-F238E27FC236}">
                <a16:creationId xmlns:a16="http://schemas.microsoft.com/office/drawing/2014/main" id="{FF556AA5-6A99-4DCE-AB63-4799B25B1D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0938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6.87 from the textbook ]</a:t>
            </a:r>
          </a:p>
        </p:txBody>
      </p:sp>
      <p:sp>
        <p:nvSpPr>
          <p:cNvPr id="82953" name="TextBox 6">
            <a:extLst>
              <a:ext uri="{FF2B5EF4-FFF2-40B4-BE49-F238E27FC236}">
                <a16:creationId xmlns:a16="http://schemas.microsoft.com/office/drawing/2014/main" id="{9CD49AE6-2723-47B1-A0F7-F68738BDA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6021388"/>
            <a:ext cx="221138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B,C, D, E – when y</a:t>
            </a:r>
            <a:r>
              <a:rPr kumimoji="0" lang="en-US" altLang="en-US" sz="18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=1 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F80D217-E9A3-43D2-B308-D9E104D3F622}"/>
                  </a:ext>
                </a:extLst>
              </p14:cNvPr>
              <p14:cNvContentPartPr/>
              <p14:nvPr/>
            </p14:nvContentPartPr>
            <p14:xfrm>
              <a:off x="3061440" y="5332320"/>
              <a:ext cx="506160" cy="500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F80D217-E9A3-43D2-B308-D9E104D3F622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052080" y="5322960"/>
                <a:ext cx="524880" cy="519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69" name="Picture 4">
            <a:extLst>
              <a:ext uri="{FF2B5EF4-FFF2-40B4-BE49-F238E27FC236}">
                <a16:creationId xmlns:a16="http://schemas.microsoft.com/office/drawing/2014/main" id="{447A81FD-35A1-4224-B58D-D76A98ECC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8213" y="803275"/>
            <a:ext cx="7026275" cy="386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108058F8-B780-8840-94C2-2B5AB62C3FC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sp>
        <p:nvSpPr>
          <p:cNvPr id="83971" name="TextBox 125">
            <a:extLst>
              <a:ext uri="{FF2B5EF4-FFF2-40B4-BE49-F238E27FC236}">
                <a16:creationId xmlns:a16="http://schemas.microsoft.com/office/drawing/2014/main" id="{26A6C4ED-1DDC-4EA6-86AD-BA9357CBCB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6.89 from the textbook ]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3" name="Picture 4">
            <a:extLst>
              <a:ext uri="{FF2B5EF4-FFF2-40B4-BE49-F238E27FC236}">
                <a16:creationId xmlns:a16="http://schemas.microsoft.com/office/drawing/2014/main" id="{7297677D-0524-49DA-A6B2-747A975FA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8213" y="803275"/>
            <a:ext cx="7026275" cy="386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CF3F79CD-5527-D548-BD38-CA5A99D820F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cxnSp>
        <p:nvCxnSpPr>
          <p:cNvPr id="84995" name="Straight Connector 2">
            <a:extLst>
              <a:ext uri="{FF2B5EF4-FFF2-40B4-BE49-F238E27FC236}">
                <a16:creationId xmlns:a16="http://schemas.microsoft.com/office/drawing/2014/main" id="{03179B2B-1EE6-40B5-A931-FFB86460463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87525" y="3009900"/>
            <a:ext cx="58832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996" name="TextBox 4">
            <a:extLst>
              <a:ext uri="{FF2B5EF4-FFF2-40B4-BE49-F238E27FC236}">
                <a16:creationId xmlns:a16="http://schemas.microsoft.com/office/drawing/2014/main" id="{17A08B19-0116-49D1-A4F1-47FA9B1A7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2784475"/>
            <a:ext cx="9652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cut here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990B0C7B-6FF3-FD41-BE93-44F6B0318AF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pic>
        <p:nvPicPr>
          <p:cNvPr id="86018" name="Picture 1" descr="Screen shot 2015-11-30 at 9.41.12 PM.png">
            <a:extLst>
              <a:ext uri="{FF2B5EF4-FFF2-40B4-BE49-F238E27FC236}">
                <a16:creationId xmlns:a16="http://schemas.microsoft.com/office/drawing/2014/main" id="{A8768B29-EB71-465C-9B22-E28845E59EF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6413" y="1073150"/>
            <a:ext cx="5392737" cy="190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19" name="Picture 5" descr="Screen shot 2015-11-30 at 9.41.22 PM.png">
            <a:extLst>
              <a:ext uri="{FF2B5EF4-FFF2-40B4-BE49-F238E27FC236}">
                <a16:creationId xmlns:a16="http://schemas.microsoft.com/office/drawing/2014/main" id="{81761438-E501-4364-8EA2-4089E7458EE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0225" y="4194175"/>
            <a:ext cx="5380038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TextBox 7">
            <a:extLst>
              <a:ext uri="{FF2B5EF4-FFF2-40B4-BE49-F238E27FC236}">
                <a16:creationId xmlns:a16="http://schemas.microsoft.com/office/drawing/2014/main" id="{950A97EB-40DF-42E4-AA09-CD55476F0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2979738"/>
            <a:ext cx="6699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</p:txBody>
      </p:sp>
      <p:sp>
        <p:nvSpPr>
          <p:cNvPr id="86021" name="TextBox 8">
            <a:extLst>
              <a:ext uri="{FF2B5EF4-FFF2-40B4-BE49-F238E27FC236}">
                <a16:creationId xmlns:a16="http://schemas.microsoft.com/office/drawing/2014/main" id="{8D95ED50-D5CF-4D8A-8F76-A2E8FF3F8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8713" y="2978150"/>
            <a:ext cx="669925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ddd</a:t>
            </a:r>
          </a:p>
        </p:txBody>
      </p:sp>
      <p:sp>
        <p:nvSpPr>
          <p:cNvPr id="86022" name="TextBox 9">
            <a:extLst>
              <a:ext uri="{FF2B5EF4-FFF2-40B4-BE49-F238E27FC236}">
                <a16:creationId xmlns:a16="http://schemas.microsoft.com/office/drawing/2014/main" id="{C6AAC4BF-9375-42E6-984F-A59F394798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1113" y="2979738"/>
            <a:ext cx="668337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001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010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011</a:t>
            </a:r>
          </a:p>
        </p:txBody>
      </p:sp>
      <p:sp>
        <p:nvSpPr>
          <p:cNvPr id="86023" name="TextBox 10">
            <a:extLst>
              <a:ext uri="{FF2B5EF4-FFF2-40B4-BE49-F238E27FC236}">
                <a16:creationId xmlns:a16="http://schemas.microsoft.com/office/drawing/2014/main" id="{40EE8C2A-31CD-40C8-9588-120ABEB5C2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2954338"/>
            <a:ext cx="3460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BD2A3956-93A0-EB4C-808C-38804C07894A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Title 1">
            <a:extLst>
              <a:ext uri="{FF2B5EF4-FFF2-40B4-BE49-F238E27FC236}">
                <a16:creationId xmlns:a16="http://schemas.microsoft.com/office/drawing/2014/main" id="{3E6A6737-35A7-8C4A-BEA9-9D9C81D8FFB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the Output z</a:t>
            </a:r>
          </a:p>
        </p:txBody>
      </p:sp>
      <p:sp>
        <p:nvSpPr>
          <p:cNvPr id="87094" name="Shape 1662">
            <a:extLst>
              <a:ext uri="{FF2B5EF4-FFF2-40B4-BE49-F238E27FC236}">
                <a16:creationId xmlns:a16="http://schemas.microsoft.com/office/drawing/2014/main" id="{38C3278F-B546-402B-9D30-578799DAC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pic>
        <p:nvPicPr>
          <p:cNvPr id="87095" name="Picture 5" descr="Screen shot 2015-11-30 at 9.49.38 PM.png">
            <a:extLst>
              <a:ext uri="{FF2B5EF4-FFF2-40B4-BE49-F238E27FC236}">
                <a16:creationId xmlns:a16="http://schemas.microsoft.com/office/drawing/2014/main" id="{27C929E3-7CFF-4AE2-87BC-FDA6B1DF3A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1778000"/>
            <a:ext cx="5486400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" name="Rectangle 36">
            <a:extLst>
              <a:ext uri="{FF2B5EF4-FFF2-40B4-BE49-F238E27FC236}">
                <a16:creationId xmlns:a16="http://schemas.microsoft.com/office/drawing/2014/main" id="{443984E1-74A4-954F-8732-790640532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538" y="3405188"/>
            <a:ext cx="698500" cy="2941637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EBBA4BC-BE21-8048-B247-70952A601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429000"/>
            <a:ext cx="381000" cy="28956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6EDDCCD-5B63-7642-9281-CDCE51CE5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359150"/>
            <a:ext cx="1406525" cy="3071813"/>
          </a:xfrm>
          <a:prstGeom prst="rect">
            <a:avLst/>
          </a:prstGeom>
          <a:solidFill>
            <a:srgbClr val="3366FF">
              <a:alpha val="25098"/>
            </a:srgbClr>
          </a:solidFill>
          <a:ln w="9525">
            <a:solidFill>
              <a:srgbClr val="3366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CA60AF0-05A7-8147-B789-77620ED05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359150"/>
            <a:ext cx="395288" cy="3071813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3A24AC9B-18CC-A248-82BE-4D044645C116}"/>
              </a:ext>
            </a:extLst>
          </p:cNvPr>
          <p:cNvGraphicFramePr>
            <a:graphicFrameLocks noGrp="1"/>
          </p:cNvGraphicFramePr>
          <p:nvPr/>
        </p:nvGraphicFramePr>
        <p:xfrm>
          <a:off x="6624638" y="2917825"/>
          <a:ext cx="1982787" cy="3571875"/>
        </p:xfrm>
        <a:graphic>
          <a:graphicData uri="http://schemas.openxmlformats.org/drawingml/2006/table">
            <a:tbl>
              <a:tblPr/>
              <a:tblGrid>
                <a:gridCol w="495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4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4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06" marR="91406" marT="91405" marB="914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Title 1">
            <a:extLst>
              <a:ext uri="{FF2B5EF4-FFF2-40B4-BE49-F238E27FC236}">
                <a16:creationId xmlns:a16="http://schemas.microsoft.com/office/drawing/2014/main" id="{BEBE5F23-3D8F-8B4B-8AC5-75AA0812DEA5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Expression for the Output z</a:t>
            </a:r>
          </a:p>
        </p:txBody>
      </p:sp>
      <p:sp>
        <p:nvSpPr>
          <p:cNvPr id="88118" name="Shape 1662">
            <a:extLst>
              <a:ext uri="{FF2B5EF4-FFF2-40B4-BE49-F238E27FC236}">
                <a16:creationId xmlns:a16="http://schemas.microsoft.com/office/drawing/2014/main" id="{58A59BE9-8436-42AD-B6FD-2F700B27DF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grpSp>
        <p:nvGrpSpPr>
          <p:cNvPr id="88119" name="Group 2">
            <a:extLst>
              <a:ext uri="{FF2B5EF4-FFF2-40B4-BE49-F238E27FC236}">
                <a16:creationId xmlns:a16="http://schemas.microsoft.com/office/drawing/2014/main" id="{8D35F7F6-E137-4A25-9C36-313882ADF99A}"/>
              </a:ext>
            </a:extLst>
          </p:cNvPr>
          <p:cNvGrpSpPr>
            <a:grpSpLocks/>
          </p:cNvGrpSpPr>
          <p:nvPr/>
        </p:nvGrpSpPr>
        <p:grpSpPr bwMode="auto">
          <a:xfrm>
            <a:off x="5878513" y="685800"/>
            <a:ext cx="2728912" cy="1778000"/>
            <a:chOff x="4970811" y="2889713"/>
            <a:chExt cx="2728913" cy="1778000"/>
          </a:xfrm>
        </p:grpSpPr>
        <p:grpSp>
          <p:nvGrpSpPr>
            <p:cNvPr id="88124" name="Group 105">
              <a:extLst>
                <a:ext uri="{FF2B5EF4-FFF2-40B4-BE49-F238E27FC236}">
                  <a16:creationId xmlns:a16="http://schemas.microsoft.com/office/drawing/2014/main" id="{07E090B9-F419-4DEA-9DB2-1E64DEEE84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1" y="2889713"/>
              <a:ext cx="2728913" cy="1778000"/>
              <a:chOff x="4851400" y="3867150"/>
              <a:chExt cx="2728913" cy="1778000"/>
            </a:xfrm>
          </p:grpSpPr>
          <p:sp>
            <p:nvSpPr>
              <p:cNvPr id="64" name="Shape 3318">
                <a:extLst>
                  <a:ext uri="{FF2B5EF4-FFF2-40B4-BE49-F238E27FC236}">
                    <a16:creationId xmlns:a16="http://schemas.microsoft.com/office/drawing/2014/main" id="{57A940B2-E60A-BE4D-A425-9CC8ED58C8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7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88127" name="Shape 3319">
                <a:extLst>
                  <a:ext uri="{FF2B5EF4-FFF2-40B4-BE49-F238E27FC236}">
                    <a16:creationId xmlns:a16="http://schemas.microsoft.com/office/drawing/2014/main" id="{BCC23B9B-CDFA-43DD-AA3F-717A1B4D70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8128" name="Shape 3320">
                <a:extLst>
                  <a:ext uri="{FF2B5EF4-FFF2-40B4-BE49-F238E27FC236}">
                    <a16:creationId xmlns:a16="http://schemas.microsoft.com/office/drawing/2014/main" id="{86E97DC1-1445-4B18-893A-A826CC86017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8129" name="Shape 3321">
                <a:extLst>
                  <a:ext uri="{FF2B5EF4-FFF2-40B4-BE49-F238E27FC236}">
                    <a16:creationId xmlns:a16="http://schemas.microsoft.com/office/drawing/2014/main" id="{E85111A9-7B36-4888-9DBD-E2A2F0B98F9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68" name="Shape 3322">
                <a:extLst>
                  <a:ext uri="{FF2B5EF4-FFF2-40B4-BE49-F238E27FC236}">
                    <a16:creationId xmlns:a16="http://schemas.microsoft.com/office/drawing/2014/main" id="{0771A658-E7D9-954B-814B-C701AADAA0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3" y="4660900"/>
                <a:ext cx="984250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88131" name="Shape 3323">
                <a:extLst>
                  <a:ext uri="{FF2B5EF4-FFF2-40B4-BE49-F238E27FC236}">
                    <a16:creationId xmlns:a16="http://schemas.microsoft.com/office/drawing/2014/main" id="{A21A46A7-B6B3-4A0B-B790-7EE7C3841CD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8132" name="Shape 3324">
                <a:extLst>
                  <a:ext uri="{FF2B5EF4-FFF2-40B4-BE49-F238E27FC236}">
                    <a16:creationId xmlns:a16="http://schemas.microsoft.com/office/drawing/2014/main" id="{B27B4FBF-0887-45D2-88CB-A78F9AB17E8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71" name="Shape 3325">
                <a:extLst>
                  <a:ext uri="{FF2B5EF4-FFF2-40B4-BE49-F238E27FC236}">
                    <a16:creationId xmlns:a16="http://schemas.microsoft.com/office/drawing/2014/main" id="{DD699420-4314-BE49-8B55-8C6AF2CDCD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5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72" name="Shape 3326">
                <a:extLst>
                  <a:ext uri="{FF2B5EF4-FFF2-40B4-BE49-F238E27FC236}">
                    <a16:creationId xmlns:a16="http://schemas.microsoft.com/office/drawing/2014/main" id="{4C39D6D4-91CB-9142-A347-9C2DC31BC8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73" name="Shape 3327">
                <a:extLst>
                  <a:ext uri="{FF2B5EF4-FFF2-40B4-BE49-F238E27FC236}">
                    <a16:creationId xmlns:a16="http://schemas.microsoft.com/office/drawing/2014/main" id="{6FC5E7CD-6EB4-A647-BD31-7CCDBD2628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8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74" name="Shape 3328">
                <a:extLst>
                  <a:ext uri="{FF2B5EF4-FFF2-40B4-BE49-F238E27FC236}">
                    <a16:creationId xmlns:a16="http://schemas.microsoft.com/office/drawing/2014/main" id="{624A21D4-F4AE-7F46-9658-5D5B0192C3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3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75" name="Shape 3329">
                <a:extLst>
                  <a:ext uri="{FF2B5EF4-FFF2-40B4-BE49-F238E27FC236}">
                    <a16:creationId xmlns:a16="http://schemas.microsoft.com/office/drawing/2014/main" id="{C109C64C-4B8E-D046-956F-26C27D1A41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76" name="Shape 3330">
                <a:extLst>
                  <a:ext uri="{FF2B5EF4-FFF2-40B4-BE49-F238E27FC236}">
                    <a16:creationId xmlns:a16="http://schemas.microsoft.com/office/drawing/2014/main" id="{7131C2FA-0772-E64C-9340-D8B84F7B75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500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77" name="Shape 3331">
                <a:extLst>
                  <a:ext uri="{FF2B5EF4-FFF2-40B4-BE49-F238E27FC236}">
                    <a16:creationId xmlns:a16="http://schemas.microsoft.com/office/drawing/2014/main" id="{F178D8B7-A748-F34C-827D-A5E7DDEA41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7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78" name="Shape 3332">
                <a:extLst>
                  <a:ext uri="{FF2B5EF4-FFF2-40B4-BE49-F238E27FC236}">
                    <a16:creationId xmlns:a16="http://schemas.microsoft.com/office/drawing/2014/main" id="{932DBF97-1B1C-7C41-8E4F-29A4E5261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30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79" name="Shape 3333">
                <a:extLst>
                  <a:ext uri="{FF2B5EF4-FFF2-40B4-BE49-F238E27FC236}">
                    <a16:creationId xmlns:a16="http://schemas.microsoft.com/office/drawing/2014/main" id="{4814A76E-4074-274B-BD44-BC9B5BEA75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2131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3 </a:t>
                </a:r>
              </a:p>
            </p:txBody>
          </p:sp>
          <p:sp>
            <p:nvSpPr>
              <p:cNvPr id="80" name="Shape 3334">
                <a:extLst>
                  <a:ext uri="{FF2B5EF4-FFF2-40B4-BE49-F238E27FC236}">
                    <a16:creationId xmlns:a16="http://schemas.microsoft.com/office/drawing/2014/main" id="{C51B10D9-CE41-DD49-B89E-C3FF2666D6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50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81" name="Shape 3335">
                <a:extLst>
                  <a:ext uri="{FF2B5EF4-FFF2-40B4-BE49-F238E27FC236}">
                    <a16:creationId xmlns:a16="http://schemas.microsoft.com/office/drawing/2014/main" id="{8C36E47F-40C3-9C40-B7C4-11D150851C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82" name="Shape 3336">
                <a:extLst>
                  <a:ext uri="{FF2B5EF4-FFF2-40B4-BE49-F238E27FC236}">
                    <a16:creationId xmlns:a16="http://schemas.microsoft.com/office/drawing/2014/main" id="{D0AF73E3-2E1E-AE42-950E-78C56EF8F0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400" y="3867150"/>
                <a:ext cx="163512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z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63" name="TextBox 1">
              <a:extLst>
                <a:ext uri="{FF2B5EF4-FFF2-40B4-BE49-F238E27FC236}">
                  <a16:creationId xmlns:a16="http://schemas.microsoft.com/office/drawing/2014/main" id="{CA070C7B-E753-E948-B139-29796D4108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6"/>
              <a:ext cx="1895476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d    0    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d    d    1    1</a:t>
              </a:r>
            </a:p>
          </p:txBody>
        </p:sp>
      </p:grpSp>
      <p:sp>
        <p:nvSpPr>
          <p:cNvPr id="88120" name="TextBox 34">
            <a:extLst>
              <a:ext uri="{FF2B5EF4-FFF2-40B4-BE49-F238E27FC236}">
                <a16:creationId xmlns:a16="http://schemas.microsoft.com/office/drawing/2014/main" id="{C16B24EB-918A-4A5A-8F83-784F65A78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685800"/>
            <a:ext cx="428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cxnSp>
        <p:nvCxnSpPr>
          <p:cNvPr id="88121" name="Straight Connector 38">
            <a:extLst>
              <a:ext uri="{FF2B5EF4-FFF2-40B4-BE49-F238E27FC236}">
                <a16:creationId xmlns:a16="http://schemas.microsoft.com/office/drawing/2014/main" id="{2DBB4C73-A784-4FC9-A36F-6043869A5B6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458200" y="1120775"/>
            <a:ext cx="304800" cy="909638"/>
          </a:xfrm>
          <a:prstGeom prst="line">
            <a:avLst/>
          </a:prstGeom>
          <a:noFill/>
          <a:ln w="254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88122" name="Picture 5" descr="Screen shot 2015-11-30 at 9.49.38 PM.png">
            <a:extLst>
              <a:ext uri="{FF2B5EF4-FFF2-40B4-BE49-F238E27FC236}">
                <a16:creationId xmlns:a16="http://schemas.microsoft.com/office/drawing/2014/main" id="{EC95FF18-9777-4359-AC49-809AA1BFC9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1778000"/>
            <a:ext cx="5486400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CEA4CEA3-A6DA-EA4B-8E41-309DEC34C8B3}"/>
              </a:ext>
            </a:extLst>
          </p:cNvPr>
          <p:cNvSpPr/>
          <p:nvPr/>
        </p:nvSpPr>
        <p:spPr bwMode="auto">
          <a:xfrm rot="16200000">
            <a:off x="7431087" y="1298576"/>
            <a:ext cx="392113" cy="1852612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089" name="Picture 8" descr="Screen shot 2015-11-30 at 9.49.38 PM.png">
            <a:extLst>
              <a:ext uri="{FF2B5EF4-FFF2-40B4-BE49-F238E27FC236}">
                <a16:creationId xmlns:a16="http://schemas.microsoft.com/office/drawing/2014/main" id="{5DEBDD86-07C8-4556-94DA-41BF0E3BEF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1778000"/>
            <a:ext cx="5486400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D2D77E2E-30ED-5240-B009-B92F4F5E565C}"/>
              </a:ext>
            </a:extLst>
          </p:cNvPr>
          <p:cNvGraphicFramePr>
            <a:graphicFrameLocks noGrp="1"/>
          </p:cNvGraphicFramePr>
          <p:nvPr/>
        </p:nvGraphicFramePr>
        <p:xfrm>
          <a:off x="5861050" y="71438"/>
          <a:ext cx="3130550" cy="6777038"/>
        </p:xfrm>
        <a:graphic>
          <a:graphicData uri="http://schemas.openxmlformats.org/drawingml/2006/table">
            <a:tbl>
              <a:tblPr/>
              <a:tblGrid>
                <a:gridCol w="4476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D43A9703-4D50-E84B-802F-43D8B1C9B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8688" y="3463925"/>
            <a:ext cx="217487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841BD8A-2D84-F046-9C21-C2AF17BAF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3975" y="3713163"/>
            <a:ext cx="395288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AD69F8-1CA6-DC4B-B7FC-9EA347B32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3975" y="519113"/>
            <a:ext cx="395288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A6AC22A-1FB6-1F44-8F6A-3CBFC2B20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3463925"/>
            <a:ext cx="188912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5D752C79-A0F8-454F-9758-390D21A1F268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3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3" name="Picture 8" descr="Screen shot 2015-11-30 at 9.49.38 PM.png">
            <a:extLst>
              <a:ext uri="{FF2B5EF4-FFF2-40B4-BE49-F238E27FC236}">
                <a16:creationId xmlns:a16="http://schemas.microsoft.com/office/drawing/2014/main" id="{D2180BAA-2423-4B8C-8918-E21D746E930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1778000"/>
            <a:ext cx="5486400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1EFDC7D5-4231-5142-B3B5-24C045F78CE4}"/>
              </a:ext>
            </a:extLst>
          </p:cNvPr>
          <p:cNvGraphicFramePr>
            <a:graphicFrameLocks noGrp="1"/>
          </p:cNvGraphicFramePr>
          <p:nvPr/>
        </p:nvGraphicFramePr>
        <p:xfrm>
          <a:off x="5861050" y="71438"/>
          <a:ext cx="3130550" cy="6777038"/>
        </p:xfrm>
        <a:graphic>
          <a:graphicData uri="http://schemas.openxmlformats.org/drawingml/2006/table">
            <a:tbl>
              <a:tblPr/>
              <a:tblGrid>
                <a:gridCol w="4476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0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3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</a:endParaRPr>
                    </a:p>
                  </a:txBody>
                  <a:tcPr marL="91387" marR="91387" marT="91413" marB="9141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A114619A-FF02-C34C-AEC3-144327C70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6325" y="3463925"/>
            <a:ext cx="217488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352B141-1277-5549-BE46-E734BC844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6888" y="3713163"/>
            <a:ext cx="395287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83F8949-7699-0747-BF4E-0F785D4CF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6888" y="519113"/>
            <a:ext cx="395287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EDD9EBA-0EDD-7C4C-AB29-36B74EFEA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5" y="3463925"/>
            <a:ext cx="188913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E799256B-C70E-C043-8555-FA23B2FF4C3D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7" name="Picture 8" descr="Screen shot 2015-11-30 at 9.49.38 PM.png">
            <a:extLst>
              <a:ext uri="{FF2B5EF4-FFF2-40B4-BE49-F238E27FC236}">
                <a16:creationId xmlns:a16="http://schemas.microsoft.com/office/drawing/2014/main" id="{4A9C063B-2E7F-4D3F-A2E6-3458A5DE6C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1778000"/>
            <a:ext cx="5486400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92059702-2955-4A4E-BDF7-3D7E9DFF0F69}"/>
              </a:ext>
            </a:extLst>
          </p:cNvPr>
          <p:cNvGraphicFramePr/>
          <p:nvPr/>
        </p:nvGraphicFramePr>
        <p:xfrm>
          <a:off x="5861050" y="71438"/>
          <a:ext cx="3130547" cy="67659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47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6686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37944CF8-4CC0-B845-A407-273FFD826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3463925"/>
            <a:ext cx="215900" cy="28194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AEA4C24-11D9-7E41-96FE-B0F27AF3A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0913" y="3713163"/>
            <a:ext cx="395287" cy="31242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ED78E66-FD8C-D247-AABE-0F2C4E45F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0913" y="519113"/>
            <a:ext cx="395287" cy="3124200"/>
          </a:xfrm>
          <a:prstGeom prst="rect">
            <a:avLst/>
          </a:prstGeom>
          <a:solidFill>
            <a:srgbClr val="0000FF">
              <a:alpha val="2509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60799F1-2D6C-894D-B3EE-4849C9ADB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1263" y="3463925"/>
            <a:ext cx="188912" cy="2819400"/>
          </a:xfrm>
          <a:prstGeom prst="rect">
            <a:avLst/>
          </a:prstGeom>
          <a:solidFill>
            <a:srgbClr val="FF0000">
              <a:alpha val="2509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790AF4E-10E3-C340-8C55-E7C82E125BB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67226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Shape 730">
            <a:extLst>
              <a:ext uri="{FF2B5EF4-FFF2-40B4-BE49-F238E27FC236}">
                <a16:creationId xmlns:a16="http://schemas.microsoft.com/office/drawing/2014/main" id="{ACF1E746-2EFC-354C-8D58-F443F06B53A0}"/>
              </a:ext>
            </a:extLst>
          </p:cNvPr>
          <p:cNvGraphicFramePr/>
          <p:nvPr/>
        </p:nvGraphicFramePr>
        <p:xfrm>
          <a:off x="5861050" y="71438"/>
          <a:ext cx="3130547" cy="67659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4472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72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6686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w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600" b="1" i="1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3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2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1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Y</a:t>
                      </a:r>
                      <a:r>
                        <a:rPr lang="en-US" sz="1600" b="1" i="1" baseline="-25000" dirty="0">
                          <a:latin typeface="+mn-lt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0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0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96202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en-US" sz="1400" dirty="0">
                          <a:latin typeface="Times New Roman"/>
                          <a:ea typeface="Times New Roman"/>
                          <a:cs typeface="Times New Roman"/>
                          <a:sym typeface="Times New Roman"/>
                        </a:rPr>
                        <a:t>1</a:t>
                      </a:r>
                    </a:p>
                  </a:txBody>
                  <a:tcPr marL="91387" marR="91387" marT="91413" marB="914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</a:t>
                      </a:r>
                      <a:endParaRPr sz="1400" dirty="0"/>
                    </a:p>
                  </a:txBody>
                  <a:tcPr marL="91387" marR="91387" marT="91413" marB="91413"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grpSp>
        <p:nvGrpSpPr>
          <p:cNvPr id="94355" name="Group 9">
            <a:extLst>
              <a:ext uri="{FF2B5EF4-FFF2-40B4-BE49-F238E27FC236}">
                <a16:creationId xmlns:a16="http://schemas.microsoft.com/office/drawing/2014/main" id="{27D8093B-AB1E-4018-8C6A-ADDA1E2C8CDC}"/>
              </a:ext>
            </a:extLst>
          </p:cNvPr>
          <p:cNvGrpSpPr>
            <a:grpSpLocks/>
          </p:cNvGrpSpPr>
          <p:nvPr/>
        </p:nvGrpSpPr>
        <p:grpSpPr bwMode="auto">
          <a:xfrm>
            <a:off x="157163" y="628650"/>
            <a:ext cx="2536825" cy="2555875"/>
            <a:chOff x="157895" y="629173"/>
            <a:chExt cx="2536490" cy="2556135"/>
          </a:xfrm>
        </p:grpSpPr>
        <p:sp>
          <p:nvSpPr>
            <p:cNvPr id="94444" name="Rectangle 379">
              <a:extLst>
                <a:ext uri="{FF2B5EF4-FFF2-40B4-BE49-F238E27FC236}">
                  <a16:creationId xmlns:a16="http://schemas.microsoft.com/office/drawing/2014/main" id="{752A9F15-4FF5-456A-9251-95E516A3E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5" name="Line 380">
              <a:extLst>
                <a:ext uri="{FF2B5EF4-FFF2-40B4-BE49-F238E27FC236}">
                  <a16:creationId xmlns:a16="http://schemas.microsoft.com/office/drawing/2014/main" id="{6F78E5B0-FDBE-49B6-8065-693592B19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46" name="Line 381">
              <a:extLst>
                <a:ext uri="{FF2B5EF4-FFF2-40B4-BE49-F238E27FC236}">
                  <a16:creationId xmlns:a16="http://schemas.microsoft.com/office/drawing/2014/main" id="{61AD32E2-B675-4F9B-AB05-6F40EF6E57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47" name="Line 382">
              <a:extLst>
                <a:ext uri="{FF2B5EF4-FFF2-40B4-BE49-F238E27FC236}">
                  <a16:creationId xmlns:a16="http://schemas.microsoft.com/office/drawing/2014/main" id="{59559416-05F3-4AF2-8B62-91411A155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48" name="Rectangle 383">
              <a:extLst>
                <a:ext uri="{FF2B5EF4-FFF2-40B4-BE49-F238E27FC236}">
                  <a16:creationId xmlns:a16="http://schemas.microsoft.com/office/drawing/2014/main" id="{9AFCC0C1-D10B-4D2E-ABA0-9A4E3D583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9" name="Rectangle 387">
              <a:extLst>
                <a:ext uri="{FF2B5EF4-FFF2-40B4-BE49-F238E27FC236}">
                  <a16:creationId xmlns:a16="http://schemas.microsoft.com/office/drawing/2014/main" id="{6628CF94-2770-4626-9A5A-B293A598A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0" name="Rectangle 391">
              <a:extLst>
                <a:ext uri="{FF2B5EF4-FFF2-40B4-BE49-F238E27FC236}">
                  <a16:creationId xmlns:a16="http://schemas.microsoft.com/office/drawing/2014/main" id="{8CC21C82-850D-4E97-86A9-2EBF5F9E9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1" name="Line 392">
              <a:extLst>
                <a:ext uri="{FF2B5EF4-FFF2-40B4-BE49-F238E27FC236}">
                  <a16:creationId xmlns:a16="http://schemas.microsoft.com/office/drawing/2014/main" id="{7A8057CB-E10F-465B-8E02-6F74B5D69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52" name="Line 393">
              <a:extLst>
                <a:ext uri="{FF2B5EF4-FFF2-40B4-BE49-F238E27FC236}">
                  <a16:creationId xmlns:a16="http://schemas.microsoft.com/office/drawing/2014/main" id="{9E9C5739-C0B5-443D-9239-DBF70B050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53" name="Rectangle 394">
              <a:extLst>
                <a:ext uri="{FF2B5EF4-FFF2-40B4-BE49-F238E27FC236}">
                  <a16:creationId xmlns:a16="http://schemas.microsoft.com/office/drawing/2014/main" id="{1860EFBE-000C-4906-ACE1-FC04D3FB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4" name="Rectangle 395">
              <a:extLst>
                <a:ext uri="{FF2B5EF4-FFF2-40B4-BE49-F238E27FC236}">
                  <a16:creationId xmlns:a16="http://schemas.microsoft.com/office/drawing/2014/main" id="{53CE3B93-DB6B-427E-8611-2BA733E3F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5" name="Rectangle 396">
              <a:extLst>
                <a:ext uri="{FF2B5EF4-FFF2-40B4-BE49-F238E27FC236}">
                  <a16:creationId xmlns:a16="http://schemas.microsoft.com/office/drawing/2014/main" id="{63C60F30-EC15-4A57-96CA-31E3496A1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6" name="Rectangle 397">
              <a:extLst>
                <a:ext uri="{FF2B5EF4-FFF2-40B4-BE49-F238E27FC236}">
                  <a16:creationId xmlns:a16="http://schemas.microsoft.com/office/drawing/2014/main" id="{02B1FB66-C7E0-4010-BDED-F52D58CA5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7" name="Rectangle 398">
              <a:extLst>
                <a:ext uri="{FF2B5EF4-FFF2-40B4-BE49-F238E27FC236}">
                  <a16:creationId xmlns:a16="http://schemas.microsoft.com/office/drawing/2014/main" id="{5D5904EE-9C2E-4BA4-A8C1-0100B9133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8" name="Rectangle 399">
              <a:extLst>
                <a:ext uri="{FF2B5EF4-FFF2-40B4-BE49-F238E27FC236}">
                  <a16:creationId xmlns:a16="http://schemas.microsoft.com/office/drawing/2014/main" id="{3BB5254F-38DE-4AE1-9742-7895019B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59" name="Rectangle 400">
              <a:extLst>
                <a:ext uri="{FF2B5EF4-FFF2-40B4-BE49-F238E27FC236}">
                  <a16:creationId xmlns:a16="http://schemas.microsoft.com/office/drawing/2014/main" id="{4E8C9924-440A-4925-8CC0-18A6B53E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0" name="Rectangle 401">
              <a:extLst>
                <a:ext uri="{FF2B5EF4-FFF2-40B4-BE49-F238E27FC236}">
                  <a16:creationId xmlns:a16="http://schemas.microsoft.com/office/drawing/2014/main" id="{4A81DBA6-0E5D-4583-8862-EE7943AC7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1" name="Rectangle 402">
              <a:extLst>
                <a:ext uri="{FF2B5EF4-FFF2-40B4-BE49-F238E27FC236}">
                  <a16:creationId xmlns:a16="http://schemas.microsoft.com/office/drawing/2014/main" id="{B9C40CC1-B9EC-453B-8832-F8C8E3DD8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2" name="Rectangle 403">
              <a:extLst>
                <a:ext uri="{FF2B5EF4-FFF2-40B4-BE49-F238E27FC236}">
                  <a16:creationId xmlns:a16="http://schemas.microsoft.com/office/drawing/2014/main" id="{976865DD-B8E1-4AF6-B931-91CFAE430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3" name="Rectangle 404">
              <a:extLst>
                <a:ext uri="{FF2B5EF4-FFF2-40B4-BE49-F238E27FC236}">
                  <a16:creationId xmlns:a16="http://schemas.microsoft.com/office/drawing/2014/main" id="{F14723E7-0477-4C52-B502-35B54631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4" name="Rectangle 405">
              <a:extLst>
                <a:ext uri="{FF2B5EF4-FFF2-40B4-BE49-F238E27FC236}">
                  <a16:creationId xmlns:a16="http://schemas.microsoft.com/office/drawing/2014/main" id="{5D3D5A39-4C78-4120-9048-160ADE097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5" name="Line 406">
              <a:extLst>
                <a:ext uri="{FF2B5EF4-FFF2-40B4-BE49-F238E27FC236}">
                  <a16:creationId xmlns:a16="http://schemas.microsoft.com/office/drawing/2014/main" id="{92CBA7B8-D61A-4B4A-8D8D-A7C90EBEB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66" name="Line 407">
              <a:extLst>
                <a:ext uri="{FF2B5EF4-FFF2-40B4-BE49-F238E27FC236}">
                  <a16:creationId xmlns:a16="http://schemas.microsoft.com/office/drawing/2014/main" id="{E52E9E87-2E80-4778-AC01-5AE643A47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67" name="Rectangle 408">
              <a:extLst>
                <a:ext uri="{FF2B5EF4-FFF2-40B4-BE49-F238E27FC236}">
                  <a16:creationId xmlns:a16="http://schemas.microsoft.com/office/drawing/2014/main" id="{C949EF41-5ABC-4FF5-B987-E552BDD76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8" name="Rectangle 409">
              <a:extLst>
                <a:ext uri="{FF2B5EF4-FFF2-40B4-BE49-F238E27FC236}">
                  <a16:creationId xmlns:a16="http://schemas.microsoft.com/office/drawing/2014/main" id="{22E39561-F898-4D58-8DA7-9BA787291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69" name="Line 410">
              <a:extLst>
                <a:ext uri="{FF2B5EF4-FFF2-40B4-BE49-F238E27FC236}">
                  <a16:creationId xmlns:a16="http://schemas.microsoft.com/office/drawing/2014/main" id="{49C1D2A9-70DB-4706-9D35-3E1A392CB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70" name="Line 411">
              <a:extLst>
                <a:ext uri="{FF2B5EF4-FFF2-40B4-BE49-F238E27FC236}">
                  <a16:creationId xmlns:a16="http://schemas.microsoft.com/office/drawing/2014/main" id="{77C2AC04-EE06-4D88-AD25-4FD8525DAB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71" name="Rectangle 412">
              <a:extLst>
                <a:ext uri="{FF2B5EF4-FFF2-40B4-BE49-F238E27FC236}">
                  <a16:creationId xmlns:a16="http://schemas.microsoft.com/office/drawing/2014/main" id="{61837D82-703F-4AD4-84A0-DBE2C8E7C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2" name="Rectangle 413">
              <a:extLst>
                <a:ext uri="{FF2B5EF4-FFF2-40B4-BE49-F238E27FC236}">
                  <a16:creationId xmlns:a16="http://schemas.microsoft.com/office/drawing/2014/main" id="{9703BCCC-BF34-4CCD-AC55-3D7426835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3" name="Rectangle 414">
              <a:extLst>
                <a:ext uri="{FF2B5EF4-FFF2-40B4-BE49-F238E27FC236}">
                  <a16:creationId xmlns:a16="http://schemas.microsoft.com/office/drawing/2014/main" id="{9BA92B6A-C895-4059-B2FA-60BDC7C63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4" name="Rectangle 415">
              <a:extLst>
                <a:ext uri="{FF2B5EF4-FFF2-40B4-BE49-F238E27FC236}">
                  <a16:creationId xmlns:a16="http://schemas.microsoft.com/office/drawing/2014/main" id="{5683CEA5-9E68-4230-8748-80A6D73B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5" name="Rectangle 416">
              <a:extLst>
                <a:ext uri="{FF2B5EF4-FFF2-40B4-BE49-F238E27FC236}">
                  <a16:creationId xmlns:a16="http://schemas.microsoft.com/office/drawing/2014/main" id="{B9685D41-BE9D-469B-AC2B-4481DE736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6" name="Rectangle 417">
              <a:extLst>
                <a:ext uri="{FF2B5EF4-FFF2-40B4-BE49-F238E27FC236}">
                  <a16:creationId xmlns:a16="http://schemas.microsoft.com/office/drawing/2014/main" id="{C19C7B23-DA0C-4516-A39D-C575ED49F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7" name="Rectangle 418">
              <a:extLst>
                <a:ext uri="{FF2B5EF4-FFF2-40B4-BE49-F238E27FC236}">
                  <a16:creationId xmlns:a16="http://schemas.microsoft.com/office/drawing/2014/main" id="{5A268A67-2D91-471B-8D27-D7295098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8" name="Rectangle 419">
              <a:extLst>
                <a:ext uri="{FF2B5EF4-FFF2-40B4-BE49-F238E27FC236}">
                  <a16:creationId xmlns:a16="http://schemas.microsoft.com/office/drawing/2014/main" id="{4B4579E0-F095-4FFC-BC51-9842723F0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79" name="Rectangle 420">
              <a:extLst>
                <a:ext uri="{FF2B5EF4-FFF2-40B4-BE49-F238E27FC236}">
                  <a16:creationId xmlns:a16="http://schemas.microsoft.com/office/drawing/2014/main" id="{5B433ED2-FB54-474A-8FDA-17D62013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80" name="Rectangle 421">
              <a:extLst>
                <a:ext uri="{FF2B5EF4-FFF2-40B4-BE49-F238E27FC236}">
                  <a16:creationId xmlns:a16="http://schemas.microsoft.com/office/drawing/2014/main" id="{9E223A85-A58B-4F3B-A119-82DD5FF3F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81" name="Rectangle 422">
              <a:extLst>
                <a:ext uri="{FF2B5EF4-FFF2-40B4-BE49-F238E27FC236}">
                  <a16:creationId xmlns:a16="http://schemas.microsoft.com/office/drawing/2014/main" id="{1AB7B3F0-CA99-4C55-984C-7C875BAC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82" name="Rectangle 425">
              <a:extLst>
                <a:ext uri="{FF2B5EF4-FFF2-40B4-BE49-F238E27FC236}">
                  <a16:creationId xmlns:a16="http://schemas.microsoft.com/office/drawing/2014/main" id="{CE21ABA9-BA04-43FC-B558-09164DEE8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83" name="Rectangle 383">
              <a:extLst>
                <a:ext uri="{FF2B5EF4-FFF2-40B4-BE49-F238E27FC236}">
                  <a16:creationId xmlns:a16="http://schemas.microsoft.com/office/drawing/2014/main" id="{E6CB7561-A77D-4C67-BEDB-D10235C4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4356" name="Group 50">
            <a:extLst>
              <a:ext uri="{FF2B5EF4-FFF2-40B4-BE49-F238E27FC236}">
                <a16:creationId xmlns:a16="http://schemas.microsoft.com/office/drawing/2014/main" id="{620FABBE-CD86-4C01-8F8C-D541F1F7A31D}"/>
              </a:ext>
            </a:extLst>
          </p:cNvPr>
          <p:cNvGrpSpPr>
            <a:grpSpLocks/>
          </p:cNvGrpSpPr>
          <p:nvPr/>
        </p:nvGrpSpPr>
        <p:grpSpPr bwMode="auto">
          <a:xfrm>
            <a:off x="217488" y="4097338"/>
            <a:ext cx="2536825" cy="2555875"/>
            <a:chOff x="157895" y="629173"/>
            <a:chExt cx="2536490" cy="2556135"/>
          </a:xfrm>
        </p:grpSpPr>
        <p:sp>
          <p:nvSpPr>
            <p:cNvPr id="94404" name="Rectangle 379">
              <a:extLst>
                <a:ext uri="{FF2B5EF4-FFF2-40B4-BE49-F238E27FC236}">
                  <a16:creationId xmlns:a16="http://schemas.microsoft.com/office/drawing/2014/main" id="{50F424C3-F63D-4506-91ED-0569F3100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5" name="Line 380">
              <a:extLst>
                <a:ext uri="{FF2B5EF4-FFF2-40B4-BE49-F238E27FC236}">
                  <a16:creationId xmlns:a16="http://schemas.microsoft.com/office/drawing/2014/main" id="{ECE9EBC3-DF6F-4228-968C-A9D412C95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06" name="Line 381">
              <a:extLst>
                <a:ext uri="{FF2B5EF4-FFF2-40B4-BE49-F238E27FC236}">
                  <a16:creationId xmlns:a16="http://schemas.microsoft.com/office/drawing/2014/main" id="{07143803-AF6E-432C-9AC7-5627043FCA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07" name="Line 382">
              <a:extLst>
                <a:ext uri="{FF2B5EF4-FFF2-40B4-BE49-F238E27FC236}">
                  <a16:creationId xmlns:a16="http://schemas.microsoft.com/office/drawing/2014/main" id="{8BE69945-BB59-4EB8-B627-9AA879CFD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08" name="Rectangle 383">
              <a:extLst>
                <a:ext uri="{FF2B5EF4-FFF2-40B4-BE49-F238E27FC236}">
                  <a16:creationId xmlns:a16="http://schemas.microsoft.com/office/drawing/2014/main" id="{8FEF1FD7-850C-4A23-9C16-AD8ADCF36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9" name="Rectangle 387">
              <a:extLst>
                <a:ext uri="{FF2B5EF4-FFF2-40B4-BE49-F238E27FC236}">
                  <a16:creationId xmlns:a16="http://schemas.microsoft.com/office/drawing/2014/main" id="{40A8BFEA-561C-471B-87D0-B01BF49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0" name="Rectangle 391">
              <a:extLst>
                <a:ext uri="{FF2B5EF4-FFF2-40B4-BE49-F238E27FC236}">
                  <a16:creationId xmlns:a16="http://schemas.microsoft.com/office/drawing/2014/main" id="{9B6F549C-F3F6-424E-9577-2FE45A30A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1" name="Line 392">
              <a:extLst>
                <a:ext uri="{FF2B5EF4-FFF2-40B4-BE49-F238E27FC236}">
                  <a16:creationId xmlns:a16="http://schemas.microsoft.com/office/drawing/2014/main" id="{DD8F221F-7B56-4B04-8DD0-A2E63516FE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12" name="Line 393">
              <a:extLst>
                <a:ext uri="{FF2B5EF4-FFF2-40B4-BE49-F238E27FC236}">
                  <a16:creationId xmlns:a16="http://schemas.microsoft.com/office/drawing/2014/main" id="{6B4D25E9-61DD-4717-828B-F88CB7C25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13" name="Rectangle 394">
              <a:extLst>
                <a:ext uri="{FF2B5EF4-FFF2-40B4-BE49-F238E27FC236}">
                  <a16:creationId xmlns:a16="http://schemas.microsoft.com/office/drawing/2014/main" id="{83F128A1-80C5-4749-9009-1158A0CB2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4" name="Rectangle 395">
              <a:extLst>
                <a:ext uri="{FF2B5EF4-FFF2-40B4-BE49-F238E27FC236}">
                  <a16:creationId xmlns:a16="http://schemas.microsoft.com/office/drawing/2014/main" id="{01CE5362-69C1-4C8C-8015-05C250792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5" name="Rectangle 396">
              <a:extLst>
                <a:ext uri="{FF2B5EF4-FFF2-40B4-BE49-F238E27FC236}">
                  <a16:creationId xmlns:a16="http://schemas.microsoft.com/office/drawing/2014/main" id="{C1E04EC1-D3E1-49BE-A7A9-2C63C83DD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6" name="Rectangle 397">
              <a:extLst>
                <a:ext uri="{FF2B5EF4-FFF2-40B4-BE49-F238E27FC236}">
                  <a16:creationId xmlns:a16="http://schemas.microsoft.com/office/drawing/2014/main" id="{BC0593C8-9ECC-490A-B58A-C33C09B2F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7" name="Rectangle 398">
              <a:extLst>
                <a:ext uri="{FF2B5EF4-FFF2-40B4-BE49-F238E27FC236}">
                  <a16:creationId xmlns:a16="http://schemas.microsoft.com/office/drawing/2014/main" id="{40408EBF-7398-4148-9520-51F72605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8" name="Rectangle 399">
              <a:extLst>
                <a:ext uri="{FF2B5EF4-FFF2-40B4-BE49-F238E27FC236}">
                  <a16:creationId xmlns:a16="http://schemas.microsoft.com/office/drawing/2014/main" id="{B359C456-BF3D-4180-9284-1386B1ADF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19" name="Rectangle 400">
              <a:extLst>
                <a:ext uri="{FF2B5EF4-FFF2-40B4-BE49-F238E27FC236}">
                  <a16:creationId xmlns:a16="http://schemas.microsoft.com/office/drawing/2014/main" id="{87CDFAB0-AE5B-417B-9626-3CD11BF0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0" name="Rectangle 401">
              <a:extLst>
                <a:ext uri="{FF2B5EF4-FFF2-40B4-BE49-F238E27FC236}">
                  <a16:creationId xmlns:a16="http://schemas.microsoft.com/office/drawing/2014/main" id="{7E703704-42F6-4932-B199-90248B43C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1" name="Rectangle 402">
              <a:extLst>
                <a:ext uri="{FF2B5EF4-FFF2-40B4-BE49-F238E27FC236}">
                  <a16:creationId xmlns:a16="http://schemas.microsoft.com/office/drawing/2014/main" id="{904E37DC-2E25-4F92-8A08-EB352E4AE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2" name="Rectangle 403">
              <a:extLst>
                <a:ext uri="{FF2B5EF4-FFF2-40B4-BE49-F238E27FC236}">
                  <a16:creationId xmlns:a16="http://schemas.microsoft.com/office/drawing/2014/main" id="{B03ED673-ACA1-4966-BEDD-221B7B90B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3" name="Rectangle 404">
              <a:extLst>
                <a:ext uri="{FF2B5EF4-FFF2-40B4-BE49-F238E27FC236}">
                  <a16:creationId xmlns:a16="http://schemas.microsoft.com/office/drawing/2014/main" id="{7EC9DE20-AA6B-432A-B621-883C745C3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4" name="Rectangle 405">
              <a:extLst>
                <a:ext uri="{FF2B5EF4-FFF2-40B4-BE49-F238E27FC236}">
                  <a16:creationId xmlns:a16="http://schemas.microsoft.com/office/drawing/2014/main" id="{F0F64B64-CDF4-4E6D-860E-184856D48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5" name="Line 406">
              <a:extLst>
                <a:ext uri="{FF2B5EF4-FFF2-40B4-BE49-F238E27FC236}">
                  <a16:creationId xmlns:a16="http://schemas.microsoft.com/office/drawing/2014/main" id="{365CEC8A-8940-4C60-AAAE-D1279B65E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26" name="Line 407">
              <a:extLst>
                <a:ext uri="{FF2B5EF4-FFF2-40B4-BE49-F238E27FC236}">
                  <a16:creationId xmlns:a16="http://schemas.microsoft.com/office/drawing/2014/main" id="{927118FA-DAA3-46FF-A50A-202577449A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27" name="Rectangle 408">
              <a:extLst>
                <a:ext uri="{FF2B5EF4-FFF2-40B4-BE49-F238E27FC236}">
                  <a16:creationId xmlns:a16="http://schemas.microsoft.com/office/drawing/2014/main" id="{A6C7126D-BD2B-40F8-BC35-A4A11DF38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8" name="Rectangle 409">
              <a:extLst>
                <a:ext uri="{FF2B5EF4-FFF2-40B4-BE49-F238E27FC236}">
                  <a16:creationId xmlns:a16="http://schemas.microsoft.com/office/drawing/2014/main" id="{D23CC1A6-2A63-4DEC-ACAE-DA2C44325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29" name="Line 410">
              <a:extLst>
                <a:ext uri="{FF2B5EF4-FFF2-40B4-BE49-F238E27FC236}">
                  <a16:creationId xmlns:a16="http://schemas.microsoft.com/office/drawing/2014/main" id="{F63A04FA-23A8-421F-9086-27A7DAF0E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30" name="Line 411">
              <a:extLst>
                <a:ext uri="{FF2B5EF4-FFF2-40B4-BE49-F238E27FC236}">
                  <a16:creationId xmlns:a16="http://schemas.microsoft.com/office/drawing/2014/main" id="{179B8B7C-97EA-4EF3-9CB9-E43D6E473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431" name="Rectangle 412">
              <a:extLst>
                <a:ext uri="{FF2B5EF4-FFF2-40B4-BE49-F238E27FC236}">
                  <a16:creationId xmlns:a16="http://schemas.microsoft.com/office/drawing/2014/main" id="{8C0B6E29-425E-4E89-BD4B-BEF8686A3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2" name="Rectangle 413">
              <a:extLst>
                <a:ext uri="{FF2B5EF4-FFF2-40B4-BE49-F238E27FC236}">
                  <a16:creationId xmlns:a16="http://schemas.microsoft.com/office/drawing/2014/main" id="{F7388274-2765-4D34-BA15-82795BCA0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3" name="Rectangle 414">
              <a:extLst>
                <a:ext uri="{FF2B5EF4-FFF2-40B4-BE49-F238E27FC236}">
                  <a16:creationId xmlns:a16="http://schemas.microsoft.com/office/drawing/2014/main" id="{6DAAC170-36F5-4921-AB3C-5E9835A5F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4" name="Rectangle 415">
              <a:extLst>
                <a:ext uri="{FF2B5EF4-FFF2-40B4-BE49-F238E27FC236}">
                  <a16:creationId xmlns:a16="http://schemas.microsoft.com/office/drawing/2014/main" id="{459748B6-7991-4435-A638-4367DF481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5" name="Rectangle 416">
              <a:extLst>
                <a:ext uri="{FF2B5EF4-FFF2-40B4-BE49-F238E27FC236}">
                  <a16:creationId xmlns:a16="http://schemas.microsoft.com/office/drawing/2014/main" id="{A6FBC6C0-BE64-4C70-96D3-E1D96056F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6" name="Rectangle 417">
              <a:extLst>
                <a:ext uri="{FF2B5EF4-FFF2-40B4-BE49-F238E27FC236}">
                  <a16:creationId xmlns:a16="http://schemas.microsoft.com/office/drawing/2014/main" id="{DDE3297C-6DD4-4093-8C37-C78A7D3EB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7" name="Rectangle 418">
              <a:extLst>
                <a:ext uri="{FF2B5EF4-FFF2-40B4-BE49-F238E27FC236}">
                  <a16:creationId xmlns:a16="http://schemas.microsoft.com/office/drawing/2014/main" id="{9B19E198-8DFB-4451-92E8-3B8509634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8" name="Rectangle 419">
              <a:extLst>
                <a:ext uri="{FF2B5EF4-FFF2-40B4-BE49-F238E27FC236}">
                  <a16:creationId xmlns:a16="http://schemas.microsoft.com/office/drawing/2014/main" id="{3023536C-6B4E-4502-949C-9875D2D74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39" name="Rectangle 420">
              <a:extLst>
                <a:ext uri="{FF2B5EF4-FFF2-40B4-BE49-F238E27FC236}">
                  <a16:creationId xmlns:a16="http://schemas.microsoft.com/office/drawing/2014/main" id="{788128C4-9899-443B-A3EA-7BE5F7130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0" name="Rectangle 421">
              <a:extLst>
                <a:ext uri="{FF2B5EF4-FFF2-40B4-BE49-F238E27FC236}">
                  <a16:creationId xmlns:a16="http://schemas.microsoft.com/office/drawing/2014/main" id="{A7D75132-DF1A-4047-AC69-4C7B69E93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1" name="Rectangle 422">
              <a:extLst>
                <a:ext uri="{FF2B5EF4-FFF2-40B4-BE49-F238E27FC236}">
                  <a16:creationId xmlns:a16="http://schemas.microsoft.com/office/drawing/2014/main" id="{EE7A6970-8DEB-48F9-AD15-C6BFA47F0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2" name="Rectangle 425">
              <a:extLst>
                <a:ext uri="{FF2B5EF4-FFF2-40B4-BE49-F238E27FC236}">
                  <a16:creationId xmlns:a16="http://schemas.microsoft.com/office/drawing/2014/main" id="{420814C3-6F21-49F7-88CC-EB80DEDE2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43" name="Rectangle 383">
              <a:extLst>
                <a:ext uri="{FF2B5EF4-FFF2-40B4-BE49-F238E27FC236}">
                  <a16:creationId xmlns:a16="http://schemas.microsoft.com/office/drawing/2014/main" id="{F67ED025-48B0-4C1F-B15D-230F20CA6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4357" name="Group 91">
            <a:extLst>
              <a:ext uri="{FF2B5EF4-FFF2-40B4-BE49-F238E27FC236}">
                <a16:creationId xmlns:a16="http://schemas.microsoft.com/office/drawing/2014/main" id="{A49BB7FA-0BF4-4948-BD91-78E6F024F2E1}"/>
              </a:ext>
            </a:extLst>
          </p:cNvPr>
          <p:cNvGrpSpPr>
            <a:grpSpLocks/>
          </p:cNvGrpSpPr>
          <p:nvPr/>
        </p:nvGrpSpPr>
        <p:grpSpPr bwMode="auto">
          <a:xfrm>
            <a:off x="2951163" y="2376488"/>
            <a:ext cx="2536825" cy="2555875"/>
            <a:chOff x="157895" y="629173"/>
            <a:chExt cx="2536490" cy="2556135"/>
          </a:xfrm>
        </p:grpSpPr>
        <p:sp>
          <p:nvSpPr>
            <p:cNvPr id="94364" name="Rectangle 379">
              <a:extLst>
                <a:ext uri="{FF2B5EF4-FFF2-40B4-BE49-F238E27FC236}">
                  <a16:creationId xmlns:a16="http://schemas.microsoft.com/office/drawing/2014/main" id="{8ED9FF7F-7635-4374-A150-09AC9E43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1393020"/>
              <a:ext cx="906463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65" name="Line 380">
              <a:extLst>
                <a:ext uri="{FF2B5EF4-FFF2-40B4-BE49-F238E27FC236}">
                  <a16:creationId xmlns:a16="http://schemas.microsoft.com/office/drawing/2014/main" id="{29AC6FCF-6FE8-4B0B-BB0E-10E0A5F2CE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1835933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66" name="Line 381">
              <a:extLst>
                <a:ext uri="{FF2B5EF4-FFF2-40B4-BE49-F238E27FC236}">
                  <a16:creationId xmlns:a16="http://schemas.microsoft.com/office/drawing/2014/main" id="{C0E35B9B-AD19-44C7-9518-61F84B473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67" name="Line 382">
              <a:extLst>
                <a:ext uri="{FF2B5EF4-FFF2-40B4-BE49-F238E27FC236}">
                  <a16:creationId xmlns:a16="http://schemas.microsoft.com/office/drawing/2014/main" id="{5F300D06-D76D-4472-9FCD-8E8CCC73B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185" y="929470"/>
              <a:ext cx="442913" cy="463550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68" name="Rectangle 383">
              <a:extLst>
                <a:ext uri="{FF2B5EF4-FFF2-40B4-BE49-F238E27FC236}">
                  <a16:creationId xmlns:a16="http://schemas.microsoft.com/office/drawing/2014/main" id="{7F22B782-D704-46B3-AD94-68133BD0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030" y="811995"/>
              <a:ext cx="448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w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3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69" name="Rectangle 387">
              <a:extLst>
                <a:ext uri="{FF2B5EF4-FFF2-40B4-BE49-F238E27FC236}">
                  <a16:creationId xmlns:a16="http://schemas.microsoft.com/office/drawing/2014/main" id="{C8FB6ADF-3D38-4C77-98A1-A48E0E378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35" y="996145"/>
              <a:ext cx="47437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15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0" name="Rectangle 391">
              <a:extLst>
                <a:ext uri="{FF2B5EF4-FFF2-40B4-BE49-F238E27FC236}">
                  <a16:creationId xmlns:a16="http://schemas.microsoft.com/office/drawing/2014/main" id="{7A7A9325-D889-476E-A410-4E2092BCB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1393020"/>
              <a:ext cx="885825" cy="885825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1" name="Line 392">
              <a:extLst>
                <a:ext uri="{FF2B5EF4-FFF2-40B4-BE49-F238E27FC236}">
                  <a16:creationId xmlns:a16="http://schemas.microsoft.com/office/drawing/2014/main" id="{E2C92760-8339-488F-8700-2CCA71ADE6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1835933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72" name="Line 393">
              <a:extLst>
                <a:ext uri="{FF2B5EF4-FFF2-40B4-BE49-F238E27FC236}">
                  <a16:creationId xmlns:a16="http://schemas.microsoft.com/office/drawing/2014/main" id="{B7712BEA-3BD1-4DA8-B7E4-30D772AC9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1393020"/>
              <a:ext cx="1588" cy="8858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73" name="Rectangle 394">
              <a:extLst>
                <a:ext uri="{FF2B5EF4-FFF2-40B4-BE49-F238E27FC236}">
                  <a16:creationId xmlns:a16="http://schemas.microsoft.com/office/drawing/2014/main" id="{54BF68B7-7B02-4611-BBDD-C30F57902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4" name="Rectangle 395">
              <a:extLst>
                <a:ext uri="{FF2B5EF4-FFF2-40B4-BE49-F238E27FC236}">
                  <a16:creationId xmlns:a16="http://schemas.microsoft.com/office/drawing/2014/main" id="{9DB44AF6-FF7B-468D-9E28-0661758D2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62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5" name="Rectangle 396">
              <a:extLst>
                <a:ext uri="{FF2B5EF4-FFF2-40B4-BE49-F238E27FC236}">
                  <a16:creationId xmlns:a16="http://schemas.microsoft.com/office/drawing/2014/main" id="{FE25CB47-012A-4670-B91F-36454A5E2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29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6" name="Rectangle 397">
              <a:extLst>
                <a:ext uri="{FF2B5EF4-FFF2-40B4-BE49-F238E27FC236}">
                  <a16:creationId xmlns:a16="http://schemas.microsoft.com/office/drawing/2014/main" id="{0E5C410E-8BE6-4C3B-B07B-7C3132D7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973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7" name="Rectangle 398">
              <a:extLst>
                <a:ext uri="{FF2B5EF4-FFF2-40B4-BE49-F238E27FC236}">
                  <a16:creationId xmlns:a16="http://schemas.microsoft.com/office/drawing/2014/main" id="{DB113EC2-3DC3-4F1F-9E04-2ADC93ADC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648" y="11310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8" name="Rectangle 399">
              <a:extLst>
                <a:ext uri="{FF2B5EF4-FFF2-40B4-BE49-F238E27FC236}">
                  <a16:creationId xmlns:a16="http://schemas.microsoft.com/office/drawing/2014/main" id="{D91C1768-848B-4E89-82C7-4A3C56A6F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79" name="Rectangle 400">
              <a:extLst>
                <a:ext uri="{FF2B5EF4-FFF2-40B4-BE49-F238E27FC236}">
                  <a16:creationId xmlns:a16="http://schemas.microsoft.com/office/drawing/2014/main" id="{3259A787-776A-4FE0-BBCE-2097E076F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0" name="Rectangle 401">
              <a:extLst>
                <a:ext uri="{FF2B5EF4-FFF2-40B4-BE49-F238E27FC236}">
                  <a16:creationId xmlns:a16="http://schemas.microsoft.com/office/drawing/2014/main" id="{0CF25588-F303-446C-B219-F623E8934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51525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1" name="Rectangle 402">
              <a:extLst>
                <a:ext uri="{FF2B5EF4-FFF2-40B4-BE49-F238E27FC236}">
                  <a16:creationId xmlns:a16="http://schemas.microsoft.com/office/drawing/2014/main" id="{0C650CF6-E6B3-41D2-80BF-9A6E097AB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2" name="Rectangle 403">
              <a:extLst>
                <a:ext uri="{FF2B5EF4-FFF2-40B4-BE49-F238E27FC236}">
                  <a16:creationId xmlns:a16="http://schemas.microsoft.com/office/drawing/2014/main" id="{7095B416-19DC-4380-A58A-AC8A1F691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3" name="Rectangle 404">
              <a:extLst>
                <a:ext uri="{FF2B5EF4-FFF2-40B4-BE49-F238E27FC236}">
                  <a16:creationId xmlns:a16="http://schemas.microsoft.com/office/drawing/2014/main" id="{B77A7FEB-1150-4799-84A7-361D44845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196293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4" name="Rectangle 405">
              <a:extLst>
                <a:ext uri="{FF2B5EF4-FFF2-40B4-BE49-F238E27FC236}">
                  <a16:creationId xmlns:a16="http://schemas.microsoft.com/office/drawing/2014/main" id="{36F0F1E4-24AE-4B08-8688-5BC962CE2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98" y="2278845"/>
              <a:ext cx="906463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5" name="Line 406">
              <a:extLst>
                <a:ext uri="{FF2B5EF4-FFF2-40B4-BE49-F238E27FC236}">
                  <a16:creationId xmlns:a16="http://schemas.microsoft.com/office/drawing/2014/main" id="{3983DB22-2C0E-46CE-B208-BCCA5CAC5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2098" y="2721758"/>
              <a:ext cx="90646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86" name="Line 407">
              <a:extLst>
                <a:ext uri="{FF2B5EF4-FFF2-40B4-BE49-F238E27FC236}">
                  <a16:creationId xmlns:a16="http://schemas.microsoft.com/office/drawing/2014/main" id="{1B5A0E61-5E58-4AAE-B179-34B87649E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5648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87" name="Rectangle 408">
              <a:extLst>
                <a:ext uri="{FF2B5EF4-FFF2-40B4-BE49-F238E27FC236}">
                  <a16:creationId xmlns:a16="http://schemas.microsoft.com/office/drawing/2014/main" id="{BA287AE0-E949-4975-81E5-35925B1DF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196293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8" name="Rectangle 409">
              <a:extLst>
                <a:ext uri="{FF2B5EF4-FFF2-40B4-BE49-F238E27FC236}">
                  <a16:creationId xmlns:a16="http://schemas.microsoft.com/office/drawing/2014/main" id="{EC64D43B-5877-43CC-A9A5-4A14F256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560" y="2278845"/>
              <a:ext cx="885825" cy="906463"/>
            </a:xfrm>
            <a:prstGeom prst="rect">
              <a:avLst/>
            </a:prstGeom>
            <a:noFill/>
            <a:ln w="206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89" name="Line 410">
              <a:extLst>
                <a:ext uri="{FF2B5EF4-FFF2-40B4-BE49-F238E27FC236}">
                  <a16:creationId xmlns:a16="http://schemas.microsoft.com/office/drawing/2014/main" id="{FFB4AB3B-BD8E-4259-9EF6-1DF48DD85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08560" y="2721758"/>
              <a:ext cx="8858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90" name="Line 411">
              <a:extLst>
                <a:ext uri="{FF2B5EF4-FFF2-40B4-BE49-F238E27FC236}">
                  <a16:creationId xmlns:a16="http://schemas.microsoft.com/office/drawing/2014/main" id="{580ECA92-4B3A-4421-BD95-EA5D1D65F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473" y="2278845"/>
              <a:ext cx="1588" cy="906463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391" name="Rectangle 412">
              <a:extLst>
                <a:ext uri="{FF2B5EF4-FFF2-40B4-BE49-F238E27FC236}">
                  <a16:creationId xmlns:a16="http://schemas.microsoft.com/office/drawing/2014/main" id="{701276BD-6FE9-44FA-A62D-0C3EF4D03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2" name="Rectangle 413">
              <a:extLst>
                <a:ext uri="{FF2B5EF4-FFF2-40B4-BE49-F238E27FC236}">
                  <a16:creationId xmlns:a16="http://schemas.microsoft.com/office/drawing/2014/main" id="{D04DB01E-B529-49A8-AF20-B126B50F6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3" name="Rectangle 414">
              <a:extLst>
                <a:ext uri="{FF2B5EF4-FFF2-40B4-BE49-F238E27FC236}">
                  <a16:creationId xmlns:a16="http://schemas.microsoft.com/office/drawing/2014/main" id="{47526943-8786-45C7-A686-BAE9FF80A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410608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4" name="Rectangle 415">
              <a:extLst>
                <a:ext uri="{FF2B5EF4-FFF2-40B4-BE49-F238E27FC236}">
                  <a16:creationId xmlns:a16="http://schemas.microsoft.com/office/drawing/2014/main" id="{377D7148-EC01-4FB3-90E2-E30A77BDF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410608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5" name="Rectangle 416">
              <a:extLst>
                <a:ext uri="{FF2B5EF4-FFF2-40B4-BE49-F238E27FC236}">
                  <a16:creationId xmlns:a16="http://schemas.microsoft.com/office/drawing/2014/main" id="{257396BF-E14F-490E-B7BC-F56FB66D2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48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6" name="Rectangle 417">
              <a:extLst>
                <a:ext uri="{FF2B5EF4-FFF2-40B4-BE49-F238E27FC236}">
                  <a16:creationId xmlns:a16="http://schemas.microsoft.com/office/drawing/2014/main" id="{C7288D0E-B4FA-42F4-B14E-437D73B73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923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7" name="Rectangle 418">
              <a:extLst>
                <a:ext uri="{FF2B5EF4-FFF2-40B4-BE49-F238E27FC236}">
                  <a16:creationId xmlns:a16="http://schemas.microsoft.com/office/drawing/2014/main" id="{67A3585E-EB3A-42F8-AB45-517ECC119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598" y="2858283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8" name="Rectangle 419">
              <a:extLst>
                <a:ext uri="{FF2B5EF4-FFF2-40B4-BE49-F238E27FC236}">
                  <a16:creationId xmlns:a16="http://schemas.microsoft.com/office/drawing/2014/main" id="{8C4C8FFC-749A-41EF-8418-60096429A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273" y="2858283"/>
              <a:ext cx="1069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d 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399" name="Rectangle 420">
              <a:extLst>
                <a:ext uri="{FF2B5EF4-FFF2-40B4-BE49-F238E27FC236}">
                  <a16:creationId xmlns:a16="http://schemas.microsoft.com/office/drawing/2014/main" id="{C1B3BF5C-A4F6-40CF-A83E-1724BCFD7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51525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0" name="Rectangle 421">
              <a:extLst>
                <a:ext uri="{FF2B5EF4-FFF2-40B4-BE49-F238E27FC236}">
                  <a16:creationId xmlns:a16="http://schemas.microsoft.com/office/drawing/2014/main" id="{FADE4166-7194-4F0A-9FC8-DC6E9D71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196293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01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1" name="Rectangle 422">
              <a:extLst>
                <a:ext uri="{FF2B5EF4-FFF2-40B4-BE49-F238E27FC236}">
                  <a16:creationId xmlns:a16="http://schemas.microsoft.com/office/drawing/2014/main" id="{C102BB5F-C851-4152-8648-F5FEEDD8E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335" y="2410608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2" name="Rectangle 425">
              <a:extLst>
                <a:ext uri="{FF2B5EF4-FFF2-40B4-BE49-F238E27FC236}">
                  <a16:creationId xmlns:a16="http://schemas.microsoft.com/office/drawing/2014/main" id="{701E1A7A-516E-42A6-8786-C3915FDD7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98" y="2858283"/>
              <a:ext cx="1905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10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403" name="Rectangle 383">
              <a:extLst>
                <a:ext uri="{FF2B5EF4-FFF2-40B4-BE49-F238E27FC236}">
                  <a16:creationId xmlns:a16="http://schemas.microsoft.com/office/drawing/2014/main" id="{AF7E597C-3DBC-47D1-8D79-04DB1ABD8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95" y="629173"/>
              <a:ext cx="2631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18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18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-Roman" charset="0"/>
                  <a:ea typeface="ＭＳ Ｐゴシック" panose="020B0600070205080204" pitchFamily="34" charset="-128"/>
                  <a:cs typeface="+mn-cs"/>
                </a:rPr>
                <a:t> 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33" name="Title 1">
            <a:extLst>
              <a:ext uri="{FF2B5EF4-FFF2-40B4-BE49-F238E27FC236}">
                <a16:creationId xmlns:a16="http://schemas.microsoft.com/office/drawing/2014/main" id="{7DC94053-88FA-5449-847C-B949B1C8859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6208713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K-Maps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3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</a:p>
        </p:txBody>
      </p:sp>
      <p:sp>
        <p:nvSpPr>
          <p:cNvPr id="134" name="Rounded Rectangle 133">
            <a:extLst>
              <a:ext uri="{FF2B5EF4-FFF2-40B4-BE49-F238E27FC236}">
                <a16:creationId xmlns:a16="http://schemas.microsoft.com/office/drawing/2014/main" id="{3092A175-FC62-624F-82B5-06CA3513040B}"/>
              </a:ext>
            </a:extLst>
          </p:cNvPr>
          <p:cNvSpPr/>
          <p:nvPr/>
        </p:nvSpPr>
        <p:spPr bwMode="auto">
          <a:xfrm rot="16200000">
            <a:off x="4187031" y="3645694"/>
            <a:ext cx="1703388" cy="781050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135" name="Rounded Rectangle 134">
            <a:extLst>
              <a:ext uri="{FF2B5EF4-FFF2-40B4-BE49-F238E27FC236}">
                <a16:creationId xmlns:a16="http://schemas.microsoft.com/office/drawing/2014/main" id="{F20C8A4D-A0E5-5046-9C5E-88DFB6B464CA}"/>
              </a:ext>
            </a:extLst>
          </p:cNvPr>
          <p:cNvSpPr/>
          <p:nvPr/>
        </p:nvSpPr>
        <p:spPr bwMode="auto">
          <a:xfrm rot="16200000">
            <a:off x="1258888" y="5119687"/>
            <a:ext cx="762000" cy="384175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136" name="Rounded Rectangle 135">
            <a:extLst>
              <a:ext uri="{FF2B5EF4-FFF2-40B4-BE49-F238E27FC236}">
                <a16:creationId xmlns:a16="http://schemas.microsoft.com/office/drawing/2014/main" id="{839DFC6C-34BE-484F-99A7-57B83B2FDB12}"/>
              </a:ext>
            </a:extLst>
          </p:cNvPr>
          <p:cNvSpPr/>
          <p:nvPr/>
        </p:nvSpPr>
        <p:spPr bwMode="auto">
          <a:xfrm rot="16200000">
            <a:off x="1921669" y="5849144"/>
            <a:ext cx="762000" cy="747712"/>
          </a:xfrm>
          <a:prstGeom prst="roundRect">
            <a:avLst/>
          </a:prstGeom>
          <a:noFill/>
          <a:ln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137" name="Rounded Rectangle 136">
            <a:extLst>
              <a:ext uri="{FF2B5EF4-FFF2-40B4-BE49-F238E27FC236}">
                <a16:creationId xmlns:a16="http://schemas.microsoft.com/office/drawing/2014/main" id="{E04CBC38-BB96-0F4E-B1EA-81E5139A9641}"/>
              </a:ext>
            </a:extLst>
          </p:cNvPr>
          <p:cNvSpPr/>
          <p:nvPr/>
        </p:nvSpPr>
        <p:spPr bwMode="auto">
          <a:xfrm rot="16200000">
            <a:off x="968376" y="1470025"/>
            <a:ext cx="1643062" cy="1684337"/>
          </a:xfrm>
          <a:prstGeom prst="roundRect">
            <a:avLst/>
          </a:prstGeom>
          <a:noFill/>
          <a:ln>
            <a:solidFill>
              <a:srgbClr val="0000FF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pic>
        <p:nvPicPr>
          <p:cNvPr id="94363" name="Picture 2" descr="Screen shot 2015-11-30 at 10.08.32 PM.png">
            <a:extLst>
              <a:ext uri="{FF2B5EF4-FFF2-40B4-BE49-F238E27FC236}">
                <a16:creationId xmlns:a16="http://schemas.microsoft.com/office/drawing/2014/main" id="{AADDBD07-7376-4E1F-B9A2-92FAE56F4E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3863" y="5143625"/>
            <a:ext cx="2772680" cy="14188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3" name="Picture 4">
            <a:extLst>
              <a:ext uri="{FF2B5EF4-FFF2-40B4-BE49-F238E27FC236}">
                <a16:creationId xmlns:a16="http://schemas.microsoft.com/office/drawing/2014/main" id="{9E0E1364-E5E9-4F3E-8686-CCA2533563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8213" y="803275"/>
            <a:ext cx="7026275" cy="386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E31B25A6-E1EA-1A43-BE6F-28B338674C6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pic>
        <p:nvPicPr>
          <p:cNvPr id="95235" name="Picture 1" descr="Screen shot 2013-12-09 at 3.46.33 PM.png">
            <a:extLst>
              <a:ext uri="{FF2B5EF4-FFF2-40B4-BE49-F238E27FC236}">
                <a16:creationId xmlns:a16="http://schemas.microsoft.com/office/drawing/2014/main" id="{82CF2406-823B-428C-A5DC-5249684850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8363" y="4756150"/>
            <a:ext cx="2868612" cy="193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F0D7345E-2273-40E2-8203-D0656E7B9D7B}"/>
                  </a:ext>
                </a:extLst>
              </p14:cNvPr>
              <p14:cNvContentPartPr/>
              <p14:nvPr/>
            </p14:nvContentPartPr>
            <p14:xfrm>
              <a:off x="3600360" y="4975200"/>
              <a:ext cx="2022480" cy="130140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F0D7345E-2273-40E2-8203-D0656E7B9D7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91000" y="4965840"/>
                <a:ext cx="2041200" cy="13201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7" name="Picture 4">
            <a:extLst>
              <a:ext uri="{FF2B5EF4-FFF2-40B4-BE49-F238E27FC236}">
                <a16:creationId xmlns:a16="http://schemas.microsoft.com/office/drawing/2014/main" id="{B48BEE03-9E58-46C8-B2B9-E62B710350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8213" y="803275"/>
            <a:ext cx="7026275" cy="386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0AB9F385-74E5-E249-A8F6-F8DC8BAC326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pic>
        <p:nvPicPr>
          <p:cNvPr id="96259" name="Picture 1" descr="Screen shot 2013-12-09 at 3.46.33 PM.png">
            <a:extLst>
              <a:ext uri="{FF2B5EF4-FFF2-40B4-BE49-F238E27FC236}">
                <a16:creationId xmlns:a16="http://schemas.microsoft.com/office/drawing/2014/main" id="{FCE21413-57D8-4D6B-93B6-620ACF271F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8363" y="4756150"/>
            <a:ext cx="2868612" cy="193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6260" name="Straight Connector 4">
            <a:extLst>
              <a:ext uri="{FF2B5EF4-FFF2-40B4-BE49-F238E27FC236}">
                <a16:creationId xmlns:a16="http://schemas.microsoft.com/office/drawing/2014/main" id="{7AB98883-6120-4537-A32B-E4B57877539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84500" y="5819775"/>
            <a:ext cx="2328863" cy="3079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6261" name="Straight Connector 6">
            <a:extLst>
              <a:ext uri="{FF2B5EF4-FFF2-40B4-BE49-F238E27FC236}">
                <a16:creationId xmlns:a16="http://schemas.microsoft.com/office/drawing/2014/main" id="{EADCA803-E41B-493B-8C67-A47E1AC3B1D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313363" y="4870450"/>
            <a:ext cx="420687" cy="3937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3" name="Picture 4">
            <a:extLst>
              <a:ext uri="{FF2B5EF4-FFF2-40B4-BE49-F238E27FC236}">
                <a16:creationId xmlns:a16="http://schemas.microsoft.com/office/drawing/2014/main" id="{9E0E1364-E5E9-4F3E-8686-CCA2533563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4800" y="648790"/>
            <a:ext cx="4984155" cy="27431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E31B25A6-E1EA-1A43-BE6F-28B338674C66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An Improved State-Assigned Table</a:t>
            </a:r>
          </a:p>
        </p:txBody>
      </p:sp>
      <p:pic>
        <p:nvPicPr>
          <p:cNvPr id="95235" name="Picture 1" descr="Screen shot 2013-12-09 at 3.46.33 PM.png">
            <a:extLst>
              <a:ext uri="{FF2B5EF4-FFF2-40B4-BE49-F238E27FC236}">
                <a16:creationId xmlns:a16="http://schemas.microsoft.com/office/drawing/2014/main" id="{82CF2406-823B-428C-A5DC-5249684850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3657600"/>
            <a:ext cx="2454794" cy="16573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5">
            <a:extLst>
              <a:ext uri="{FF2B5EF4-FFF2-40B4-BE49-F238E27FC236}">
                <a16:creationId xmlns:a16="http://schemas.microsoft.com/office/drawing/2014/main" id="{C3E0EBC7-3FB7-45A0-B99D-3F270A3395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616132"/>
            <a:ext cx="4724401" cy="27954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3" descr="Screen shot 2013-12-09 at 3.46.12 PM.png">
            <a:extLst>
              <a:ext uri="{FF2B5EF4-FFF2-40B4-BE49-F238E27FC236}">
                <a16:creationId xmlns:a16="http://schemas.microsoft.com/office/drawing/2014/main" id="{84FA9769-5C51-4C18-9C43-D91458FD5B5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040" y="4953000"/>
            <a:ext cx="1676400" cy="361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4" descr="Screen shot 2013-12-09 at 3.46.06 PM.png">
            <a:extLst>
              <a:ext uri="{FF2B5EF4-FFF2-40B4-BE49-F238E27FC236}">
                <a16:creationId xmlns:a16="http://schemas.microsoft.com/office/drawing/2014/main" id="{BCA2C093-F64C-4566-AA07-47050CE911C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457" y="3474721"/>
            <a:ext cx="4100943" cy="11787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Arrow: Right 1">
            <a:extLst>
              <a:ext uri="{FF2B5EF4-FFF2-40B4-BE49-F238E27FC236}">
                <a16:creationId xmlns:a16="http://schemas.microsoft.com/office/drawing/2014/main" id="{5AD836AA-CAE0-4263-81D5-9A0EF59C8A9A}"/>
              </a:ext>
            </a:extLst>
          </p:cNvPr>
          <p:cNvSpPr/>
          <p:nvPr/>
        </p:nvSpPr>
        <p:spPr bwMode="auto">
          <a:xfrm>
            <a:off x="4343400" y="4191000"/>
            <a:ext cx="1371600" cy="609600"/>
          </a:xfrm>
          <a:prstGeom prst="rightArrow">
            <a:avLst/>
          </a:prstGeom>
          <a:ln>
            <a:headEnd type="none" w="med" len="med"/>
            <a:tailEnd type="none" w="med" len="med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979537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DC927A2D-1991-1F4C-8D79-BE258AC574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 6.13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70C87C50-EA91-BB4F-B575-0A4831C5AE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104426"/>
            <a:ext cx="8686800" cy="457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0FF235B7-7B44-AB4A-8ABF-7A2766E8C71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2089" y="553158"/>
            <a:ext cx="9019822" cy="3031067"/>
          </a:xfrm>
        </p:spPr>
        <p:txBody>
          <a:bodyPr/>
          <a:lstStyle/>
          <a:p>
            <a:pPr eaLnBrk="1" hangingPunct="1">
              <a:spcBef>
                <a:spcPts val="1200"/>
              </a:spcBef>
              <a:spcAft>
                <a:spcPts val="600"/>
              </a:spcAft>
              <a:defRPr/>
            </a:pPr>
            <a:r>
              <a:rPr lang="en-US" sz="2600" dirty="0">
                <a:ea typeface="+mn-ea"/>
                <a:cs typeface="+mn-cs"/>
              </a:rPr>
              <a:t>Design an FSM that detects if the previous two values of the input w were equal to 00 or 11.</a:t>
            </a:r>
          </a:p>
          <a:p>
            <a:pPr eaLnBrk="1" hangingPunct="1">
              <a:spcBef>
                <a:spcPts val="1200"/>
              </a:spcBef>
              <a:spcAft>
                <a:spcPts val="600"/>
              </a:spcAft>
              <a:defRPr/>
            </a:pPr>
            <a:r>
              <a:rPr lang="en-US" sz="2600" dirty="0">
                <a:solidFill>
                  <a:srgbClr val="FF0000"/>
                </a:solidFill>
                <a:ea typeface="+mn-ea"/>
                <a:cs typeface="+mn-cs"/>
              </a:rPr>
              <a:t>But do this with two different FSMs. </a:t>
            </a:r>
            <a:r>
              <a:rPr lang="en-US" sz="2600" dirty="0">
                <a:ea typeface="+mn-ea"/>
                <a:cs typeface="+mn-cs"/>
              </a:rPr>
              <a:t>The first one detects two consecutive 1's. The second one detects two consecutive 0's.</a:t>
            </a:r>
          </a:p>
          <a:p>
            <a:pPr eaLnBrk="1" hangingPunct="1">
              <a:spcBef>
                <a:spcPts val="1200"/>
              </a:spcBef>
              <a:spcAft>
                <a:spcPts val="600"/>
              </a:spcAft>
              <a:defRPr/>
            </a:pPr>
            <a:r>
              <a:rPr lang="en-US" sz="2600" dirty="0">
                <a:ea typeface="+mn-ea"/>
                <a:cs typeface="+mn-cs"/>
              </a:rPr>
              <a:t>If either condition (i.e., output of FSM) is true then the output z should be set to 1; otherwise to 0.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0840417C-28D7-4369-ADB2-E5C452F11835}"/>
                  </a:ext>
                </a:extLst>
              </p14:cNvPr>
              <p14:cNvContentPartPr/>
              <p14:nvPr/>
            </p14:nvContentPartPr>
            <p14:xfrm>
              <a:off x="3342960" y="1338480"/>
              <a:ext cx="5509440" cy="494388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0840417C-28D7-4369-ADB2-E5C452F118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333600" y="1329120"/>
                <a:ext cx="5528160" cy="49626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5" name="Shape 144">
            <a:extLst>
              <a:ext uri="{FF2B5EF4-FFF2-40B4-BE49-F238E27FC236}">
                <a16:creationId xmlns:a16="http://schemas.microsoft.com/office/drawing/2014/main" id="{E43F1C95-6C7C-4A66-93C7-FA9F8B577E17}"/>
              </a:ext>
            </a:extLst>
          </p:cNvPr>
          <p:cNvGrpSpPr>
            <a:grpSpLocks/>
          </p:cNvGrpSpPr>
          <p:nvPr/>
        </p:nvGrpSpPr>
        <p:grpSpPr bwMode="auto">
          <a:xfrm>
            <a:off x="265113" y="1636713"/>
            <a:ext cx="4064000" cy="3457575"/>
            <a:chOff x="2209800" y="1146172"/>
            <a:chExt cx="4775200" cy="4241827"/>
          </a:xfrm>
        </p:grpSpPr>
        <p:sp>
          <p:nvSpPr>
            <p:cNvPr id="139311" name="Shape 145">
              <a:extLst>
                <a:ext uri="{FF2B5EF4-FFF2-40B4-BE49-F238E27FC236}">
                  <a16:creationId xmlns:a16="http://schemas.microsoft.com/office/drawing/2014/main" id="{3D88AB36-36CF-4FFB-B4BB-9CD505F9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2" name="Shape 146">
              <a:extLst>
                <a:ext uri="{FF2B5EF4-FFF2-40B4-BE49-F238E27FC236}">
                  <a16:creationId xmlns:a16="http://schemas.microsoft.com/office/drawing/2014/main" id="{1DE0E6BA-2A2E-43F7-BA28-737F9EB7A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3" name="Shape 147">
              <a:extLst>
                <a:ext uri="{FF2B5EF4-FFF2-40B4-BE49-F238E27FC236}">
                  <a16:creationId xmlns:a16="http://schemas.microsoft.com/office/drawing/2014/main" id="{B7BBEE96-922F-4635-9A4D-92C206A5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4" name="Shape 148">
              <a:extLst>
                <a:ext uri="{FF2B5EF4-FFF2-40B4-BE49-F238E27FC236}">
                  <a16:creationId xmlns:a16="http://schemas.microsoft.com/office/drawing/2014/main" id="{103D69F5-BC85-455F-AA6E-0AD8A97A6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5" name="Shape 149">
              <a:extLst>
                <a:ext uri="{FF2B5EF4-FFF2-40B4-BE49-F238E27FC236}">
                  <a16:creationId xmlns:a16="http://schemas.microsoft.com/office/drawing/2014/main" id="{E284C78A-3B36-42CB-8B38-17D7B133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6" name="Shape 150">
              <a:extLst>
                <a:ext uri="{FF2B5EF4-FFF2-40B4-BE49-F238E27FC236}">
                  <a16:creationId xmlns:a16="http://schemas.microsoft.com/office/drawing/2014/main" id="{66E24BEE-17D2-4A8C-BD6C-59F0B42DC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C: z = 1 </a:t>
              </a:r>
            </a:p>
          </p:txBody>
        </p:sp>
        <p:sp>
          <p:nvSpPr>
            <p:cNvPr id="139317" name="Shape 151">
              <a:extLst>
                <a:ext uri="{FF2B5EF4-FFF2-40B4-BE49-F238E27FC236}">
                  <a16:creationId xmlns:a16="http://schemas.microsoft.com/office/drawing/2014/main" id="{778F1883-2111-4136-906B-3F3458AC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8" name="Shape 152">
              <a:extLst>
                <a:ext uri="{FF2B5EF4-FFF2-40B4-BE49-F238E27FC236}">
                  <a16:creationId xmlns:a16="http://schemas.microsoft.com/office/drawing/2014/main" id="{861652C8-4CFA-4A6F-8B6B-FFC9C87C6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39319" name="Shape 153">
              <a:extLst>
                <a:ext uri="{FF2B5EF4-FFF2-40B4-BE49-F238E27FC236}">
                  <a16:creationId xmlns:a16="http://schemas.microsoft.com/office/drawing/2014/main" id="{42CD9183-915C-4FF9-919D-DDB9196F0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B: z = 0 </a:t>
              </a:r>
            </a:p>
          </p:txBody>
        </p:sp>
        <p:sp>
          <p:nvSpPr>
            <p:cNvPr id="139320" name="Shape 154">
              <a:extLst>
                <a:ext uri="{FF2B5EF4-FFF2-40B4-BE49-F238E27FC236}">
                  <a16:creationId xmlns:a16="http://schemas.microsoft.com/office/drawing/2014/main" id="{1955B27D-15C3-4C04-981B-2FC46B92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1" name="Shape 155">
              <a:extLst>
                <a:ext uri="{FF2B5EF4-FFF2-40B4-BE49-F238E27FC236}">
                  <a16:creationId xmlns:a16="http://schemas.microsoft.com/office/drawing/2014/main" id="{2C724DC2-B360-4728-AA87-C143A271D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A: z = 0 </a:t>
              </a:r>
            </a:p>
          </p:txBody>
        </p:sp>
        <p:sp>
          <p:nvSpPr>
            <p:cNvPr id="139322" name="Shape 156">
              <a:extLst>
                <a:ext uri="{FF2B5EF4-FFF2-40B4-BE49-F238E27FC236}">
                  <a16:creationId xmlns:a16="http://schemas.microsoft.com/office/drawing/2014/main" id="{D527B124-CAF9-443E-8109-706F1C30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3" name="Shape 157">
              <a:extLst>
                <a:ext uri="{FF2B5EF4-FFF2-40B4-BE49-F238E27FC236}">
                  <a16:creationId xmlns:a16="http://schemas.microsoft.com/office/drawing/2014/main" id="{96CA3C7C-F3E6-4D1F-894F-F5BC9BDA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4" name="Shape 158">
              <a:extLst>
                <a:ext uri="{FF2B5EF4-FFF2-40B4-BE49-F238E27FC236}">
                  <a16:creationId xmlns:a16="http://schemas.microsoft.com/office/drawing/2014/main" id="{7C5E6E77-EDFE-462B-89C0-5319D905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5" name="Shape 159">
              <a:extLst>
                <a:ext uri="{FF2B5EF4-FFF2-40B4-BE49-F238E27FC236}">
                  <a16:creationId xmlns:a16="http://schemas.microsoft.com/office/drawing/2014/main" id="{E71012A4-C380-4902-9566-7088BC010A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26" name="Shape 160">
              <a:extLst>
                <a:ext uri="{FF2B5EF4-FFF2-40B4-BE49-F238E27FC236}">
                  <a16:creationId xmlns:a16="http://schemas.microsoft.com/office/drawing/2014/main" id="{F2FB1A27-7550-428A-844C-81941FE1D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27" name="Shape 161">
              <a:extLst>
                <a:ext uri="{FF2B5EF4-FFF2-40B4-BE49-F238E27FC236}">
                  <a16:creationId xmlns:a16="http://schemas.microsoft.com/office/drawing/2014/main" id="{8DA8D27C-CAFA-406C-8327-5F470E0C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28" name="Shape 162">
              <a:extLst>
                <a:ext uri="{FF2B5EF4-FFF2-40B4-BE49-F238E27FC236}">
                  <a16:creationId xmlns:a16="http://schemas.microsoft.com/office/drawing/2014/main" id="{490BAD99-A742-4E29-A9EA-DBF33FED88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29" name="Shape 163">
              <a:extLst>
                <a:ext uri="{FF2B5EF4-FFF2-40B4-BE49-F238E27FC236}">
                  <a16:creationId xmlns:a16="http://schemas.microsoft.com/office/drawing/2014/main" id="{0C65FB57-F489-402A-911A-4F0C1186B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0" name="Shape 164">
              <a:extLst>
                <a:ext uri="{FF2B5EF4-FFF2-40B4-BE49-F238E27FC236}">
                  <a16:creationId xmlns:a16="http://schemas.microsoft.com/office/drawing/2014/main" id="{949704AE-9049-463D-B5F1-6A41967B3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1" name="Shape 165">
              <a:extLst>
                <a:ext uri="{FF2B5EF4-FFF2-40B4-BE49-F238E27FC236}">
                  <a16:creationId xmlns:a16="http://schemas.microsoft.com/office/drawing/2014/main" id="{DD061CA9-5B68-4A39-8503-9DBA026A5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32" name="Shape 166">
              <a:extLst>
                <a:ext uri="{FF2B5EF4-FFF2-40B4-BE49-F238E27FC236}">
                  <a16:creationId xmlns:a16="http://schemas.microsoft.com/office/drawing/2014/main" id="{1DBB4561-5358-42C9-A2F6-9F8279A7E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3" name="Shape 167">
              <a:extLst>
                <a:ext uri="{FF2B5EF4-FFF2-40B4-BE49-F238E27FC236}">
                  <a16:creationId xmlns:a16="http://schemas.microsoft.com/office/drawing/2014/main" id="{741357DF-E360-45D6-9636-3680BE813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4" name="Shape 168">
              <a:extLst>
                <a:ext uri="{FF2B5EF4-FFF2-40B4-BE49-F238E27FC236}">
                  <a16:creationId xmlns:a16="http://schemas.microsoft.com/office/drawing/2014/main" id="{6949598A-B73D-41D8-AAE6-30B7C3EA6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35" name="Shape 169">
              <a:extLst>
                <a:ext uri="{FF2B5EF4-FFF2-40B4-BE49-F238E27FC236}">
                  <a16:creationId xmlns:a16="http://schemas.microsoft.com/office/drawing/2014/main" id="{2236D2C6-11B4-472D-9C30-62CA4467A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6" name="Shape 170">
              <a:extLst>
                <a:ext uri="{FF2B5EF4-FFF2-40B4-BE49-F238E27FC236}">
                  <a16:creationId xmlns:a16="http://schemas.microsoft.com/office/drawing/2014/main" id="{E040A4B7-66CA-497D-BA9E-8B1335FE3F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7" name="Shape 171">
              <a:extLst>
                <a:ext uri="{FF2B5EF4-FFF2-40B4-BE49-F238E27FC236}">
                  <a16:creationId xmlns:a16="http://schemas.microsoft.com/office/drawing/2014/main" id="{6C288BF3-02BD-4710-8E68-5C3D74BD9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38" name="Shape 172">
              <a:extLst>
                <a:ext uri="{FF2B5EF4-FFF2-40B4-BE49-F238E27FC236}">
                  <a16:creationId xmlns:a16="http://schemas.microsoft.com/office/drawing/2014/main" id="{BBC3E587-80FE-4560-8A3B-F264AE42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39" name="Shape 173">
              <a:extLst>
                <a:ext uri="{FF2B5EF4-FFF2-40B4-BE49-F238E27FC236}">
                  <a16:creationId xmlns:a16="http://schemas.microsoft.com/office/drawing/2014/main" id="{6F144100-89D6-4906-8E9A-B6EC96562F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40" name="Shape 174">
              <a:extLst>
                <a:ext uri="{FF2B5EF4-FFF2-40B4-BE49-F238E27FC236}">
                  <a16:creationId xmlns:a16="http://schemas.microsoft.com/office/drawing/2014/main" id="{880F15DB-056D-466F-A08E-2DE79D5F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41" name="Shape 175">
              <a:extLst>
                <a:ext uri="{FF2B5EF4-FFF2-40B4-BE49-F238E27FC236}">
                  <a16:creationId xmlns:a16="http://schemas.microsoft.com/office/drawing/2014/main" id="{135CD581-557B-452B-8BA3-486965E735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42" name="Shape 176">
              <a:extLst>
                <a:ext uri="{FF2B5EF4-FFF2-40B4-BE49-F238E27FC236}">
                  <a16:creationId xmlns:a16="http://schemas.microsoft.com/office/drawing/2014/main" id="{A6B8D888-3714-404D-A13E-D4C627001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43" name="Shape 177">
              <a:extLst>
                <a:ext uri="{FF2B5EF4-FFF2-40B4-BE49-F238E27FC236}">
                  <a16:creationId xmlns:a16="http://schemas.microsoft.com/office/drawing/2014/main" id="{BF90495F-CA9E-4E3B-BB97-B7CB69B2A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44" name="Shape 178">
              <a:extLst>
                <a:ext uri="{FF2B5EF4-FFF2-40B4-BE49-F238E27FC236}">
                  <a16:creationId xmlns:a16="http://schemas.microsoft.com/office/drawing/2014/main" id="{D935AEEC-74EC-480B-A2C2-480BF4CE58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45" name="Shape 179">
              <a:extLst>
                <a:ext uri="{FF2B5EF4-FFF2-40B4-BE49-F238E27FC236}">
                  <a16:creationId xmlns:a16="http://schemas.microsoft.com/office/drawing/2014/main" id="{05A71BF4-21EA-439E-8477-827B7B284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46" name="Shape 180">
              <a:extLst>
                <a:ext uri="{FF2B5EF4-FFF2-40B4-BE49-F238E27FC236}">
                  <a16:creationId xmlns:a16="http://schemas.microsoft.com/office/drawing/2014/main" id="{2AB5A985-404A-474C-AB86-580B282B7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47" name="Shape 181">
              <a:extLst>
                <a:ext uri="{FF2B5EF4-FFF2-40B4-BE49-F238E27FC236}">
                  <a16:creationId xmlns:a16="http://schemas.microsoft.com/office/drawing/2014/main" id="{FE1CF53C-CDBF-4CD9-AF75-3C639516E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48" name="Shape 182">
              <a:extLst>
                <a:ext uri="{FF2B5EF4-FFF2-40B4-BE49-F238E27FC236}">
                  <a16:creationId xmlns:a16="http://schemas.microsoft.com/office/drawing/2014/main" id="{1AA7BB30-2D72-4967-9C22-1B5448D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9" name="Shape 183">
              <a:extLst>
                <a:ext uri="{FF2B5EF4-FFF2-40B4-BE49-F238E27FC236}">
                  <a16:creationId xmlns:a16="http://schemas.microsoft.com/office/drawing/2014/main" id="{5795A18F-8449-4290-BBCE-776CEBDC9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0" name="Shape 184">
              <a:extLst>
                <a:ext uri="{FF2B5EF4-FFF2-40B4-BE49-F238E27FC236}">
                  <a16:creationId xmlns:a16="http://schemas.microsoft.com/office/drawing/2014/main" id="{1B6F4D50-B36B-4F33-B2E9-E8F4F382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1" name="Shape 185">
              <a:extLst>
                <a:ext uri="{FF2B5EF4-FFF2-40B4-BE49-F238E27FC236}">
                  <a16:creationId xmlns:a16="http://schemas.microsoft.com/office/drawing/2014/main" id="{AF69A1E6-7EED-4EF1-8EF9-62FC93EC3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grpSp>
        <p:nvGrpSpPr>
          <p:cNvPr id="139266" name="Shape 144">
            <a:extLst>
              <a:ext uri="{FF2B5EF4-FFF2-40B4-BE49-F238E27FC236}">
                <a16:creationId xmlns:a16="http://schemas.microsoft.com/office/drawing/2014/main" id="{A445FF15-E9C6-4235-92D6-AD5C98E051F4}"/>
              </a:ext>
            </a:extLst>
          </p:cNvPr>
          <p:cNvGrpSpPr>
            <a:grpSpLocks/>
          </p:cNvGrpSpPr>
          <p:nvPr/>
        </p:nvGrpSpPr>
        <p:grpSpPr bwMode="auto">
          <a:xfrm>
            <a:off x="4856163" y="1682750"/>
            <a:ext cx="4064000" cy="3457575"/>
            <a:chOff x="2209800" y="1146172"/>
            <a:chExt cx="4775200" cy="4241827"/>
          </a:xfrm>
        </p:grpSpPr>
        <p:sp>
          <p:nvSpPr>
            <p:cNvPr id="139270" name="Shape 145">
              <a:extLst>
                <a:ext uri="{FF2B5EF4-FFF2-40B4-BE49-F238E27FC236}">
                  <a16:creationId xmlns:a16="http://schemas.microsoft.com/office/drawing/2014/main" id="{6EA87FF5-C6D2-42A5-9662-3C36311D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1" name="Shape 146">
              <a:extLst>
                <a:ext uri="{FF2B5EF4-FFF2-40B4-BE49-F238E27FC236}">
                  <a16:creationId xmlns:a16="http://schemas.microsoft.com/office/drawing/2014/main" id="{17626145-A7AE-41C8-8D75-7774EB30F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2" name="Shape 147">
              <a:extLst>
                <a:ext uri="{FF2B5EF4-FFF2-40B4-BE49-F238E27FC236}">
                  <a16:creationId xmlns:a16="http://schemas.microsoft.com/office/drawing/2014/main" id="{EC2A575A-163E-495B-A340-E05A82554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3" name="Shape 148">
              <a:extLst>
                <a:ext uri="{FF2B5EF4-FFF2-40B4-BE49-F238E27FC236}">
                  <a16:creationId xmlns:a16="http://schemas.microsoft.com/office/drawing/2014/main" id="{1F9526FA-BFB2-43CA-954F-C34B856A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4" name="Shape 149">
              <a:extLst>
                <a:ext uri="{FF2B5EF4-FFF2-40B4-BE49-F238E27FC236}">
                  <a16:creationId xmlns:a16="http://schemas.microsoft.com/office/drawing/2014/main" id="{CBC8F5C3-9881-4C4E-A5A0-87AEE563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5" name="Shape 150">
              <a:extLst>
                <a:ext uri="{FF2B5EF4-FFF2-40B4-BE49-F238E27FC236}">
                  <a16:creationId xmlns:a16="http://schemas.microsoft.com/office/drawing/2014/main" id="{5062923E-6E9E-419F-BD55-16C7050DF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F: z = 1 </a:t>
              </a:r>
            </a:p>
          </p:txBody>
        </p:sp>
        <p:sp>
          <p:nvSpPr>
            <p:cNvPr id="139276" name="Shape 151">
              <a:extLst>
                <a:ext uri="{FF2B5EF4-FFF2-40B4-BE49-F238E27FC236}">
                  <a16:creationId xmlns:a16="http://schemas.microsoft.com/office/drawing/2014/main" id="{F9B3BF8D-84B5-4D50-A597-1DAF82D4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7" name="Shape 152">
              <a:extLst>
                <a:ext uri="{FF2B5EF4-FFF2-40B4-BE49-F238E27FC236}">
                  <a16:creationId xmlns:a16="http://schemas.microsoft.com/office/drawing/2014/main" id="{7B7EF81D-4E76-4235-947D-CF9289A65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39278" name="Shape 153">
              <a:extLst>
                <a:ext uri="{FF2B5EF4-FFF2-40B4-BE49-F238E27FC236}">
                  <a16:creationId xmlns:a16="http://schemas.microsoft.com/office/drawing/2014/main" id="{6EAB90F2-2634-4696-8867-FF5FA37F2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E: z = 0 </a:t>
              </a:r>
            </a:p>
          </p:txBody>
        </p:sp>
        <p:sp>
          <p:nvSpPr>
            <p:cNvPr id="139279" name="Shape 154">
              <a:extLst>
                <a:ext uri="{FF2B5EF4-FFF2-40B4-BE49-F238E27FC236}">
                  <a16:creationId xmlns:a16="http://schemas.microsoft.com/office/drawing/2014/main" id="{EA312CCF-8F58-442B-A39D-3722F1C5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0" name="Shape 155">
              <a:extLst>
                <a:ext uri="{FF2B5EF4-FFF2-40B4-BE49-F238E27FC236}">
                  <a16:creationId xmlns:a16="http://schemas.microsoft.com/office/drawing/2014/main" id="{EAC02243-6527-418B-B72A-2AC13CDB9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D: z = 0 </a:t>
              </a:r>
            </a:p>
          </p:txBody>
        </p:sp>
        <p:sp>
          <p:nvSpPr>
            <p:cNvPr id="139281" name="Shape 156">
              <a:extLst>
                <a:ext uri="{FF2B5EF4-FFF2-40B4-BE49-F238E27FC236}">
                  <a16:creationId xmlns:a16="http://schemas.microsoft.com/office/drawing/2014/main" id="{738D0992-4C50-41B9-87A1-C2C39EC1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2" name="Shape 157">
              <a:extLst>
                <a:ext uri="{FF2B5EF4-FFF2-40B4-BE49-F238E27FC236}">
                  <a16:creationId xmlns:a16="http://schemas.microsoft.com/office/drawing/2014/main" id="{481B651F-2D89-47AD-B22C-62A932ED1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3" name="Shape 158">
              <a:extLst>
                <a:ext uri="{FF2B5EF4-FFF2-40B4-BE49-F238E27FC236}">
                  <a16:creationId xmlns:a16="http://schemas.microsoft.com/office/drawing/2014/main" id="{AC2F13C6-0A40-413B-9A6F-0892DB7BD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4" name="Shape 159">
              <a:extLst>
                <a:ext uri="{FF2B5EF4-FFF2-40B4-BE49-F238E27FC236}">
                  <a16:creationId xmlns:a16="http://schemas.microsoft.com/office/drawing/2014/main" id="{16D5B78A-7611-466C-88AE-4538843BF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85" name="Shape 160">
              <a:extLst>
                <a:ext uri="{FF2B5EF4-FFF2-40B4-BE49-F238E27FC236}">
                  <a16:creationId xmlns:a16="http://schemas.microsoft.com/office/drawing/2014/main" id="{FE190184-DDFA-4CD4-A1B0-69CE5D540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286" name="Shape 161">
              <a:extLst>
                <a:ext uri="{FF2B5EF4-FFF2-40B4-BE49-F238E27FC236}">
                  <a16:creationId xmlns:a16="http://schemas.microsoft.com/office/drawing/2014/main" id="{B95DD1B9-E425-49D4-991D-715082C4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287" name="Shape 162">
              <a:extLst>
                <a:ext uri="{FF2B5EF4-FFF2-40B4-BE49-F238E27FC236}">
                  <a16:creationId xmlns:a16="http://schemas.microsoft.com/office/drawing/2014/main" id="{03A16170-921A-4A48-BD39-6AF2097F51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288" name="Shape 163">
              <a:extLst>
                <a:ext uri="{FF2B5EF4-FFF2-40B4-BE49-F238E27FC236}">
                  <a16:creationId xmlns:a16="http://schemas.microsoft.com/office/drawing/2014/main" id="{C4937512-73AE-410A-82C9-B00A339AC9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89" name="Shape 164">
              <a:extLst>
                <a:ext uri="{FF2B5EF4-FFF2-40B4-BE49-F238E27FC236}">
                  <a16:creationId xmlns:a16="http://schemas.microsoft.com/office/drawing/2014/main" id="{6C203C46-5F80-454B-8DCF-DAF8E3B5BE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0" name="Shape 165">
              <a:extLst>
                <a:ext uri="{FF2B5EF4-FFF2-40B4-BE49-F238E27FC236}">
                  <a16:creationId xmlns:a16="http://schemas.microsoft.com/office/drawing/2014/main" id="{6BBC7E55-61FB-458C-9207-2653155DF8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291" name="Shape 166">
              <a:extLst>
                <a:ext uri="{FF2B5EF4-FFF2-40B4-BE49-F238E27FC236}">
                  <a16:creationId xmlns:a16="http://schemas.microsoft.com/office/drawing/2014/main" id="{9ABC5AD1-A61C-43F2-BE22-61DE6ECF3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92" name="Shape 167">
              <a:extLst>
                <a:ext uri="{FF2B5EF4-FFF2-40B4-BE49-F238E27FC236}">
                  <a16:creationId xmlns:a16="http://schemas.microsoft.com/office/drawing/2014/main" id="{43899236-907D-4A71-AB4B-2C83CEF6B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3" name="Shape 168">
              <a:extLst>
                <a:ext uri="{FF2B5EF4-FFF2-40B4-BE49-F238E27FC236}">
                  <a16:creationId xmlns:a16="http://schemas.microsoft.com/office/drawing/2014/main" id="{F6EC7050-C9AF-4AD3-BEB1-CAB272D97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294" name="Shape 169">
              <a:extLst>
                <a:ext uri="{FF2B5EF4-FFF2-40B4-BE49-F238E27FC236}">
                  <a16:creationId xmlns:a16="http://schemas.microsoft.com/office/drawing/2014/main" id="{CECBB631-ECA0-46C1-92E3-21903C405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95" name="Shape 170">
              <a:extLst>
                <a:ext uri="{FF2B5EF4-FFF2-40B4-BE49-F238E27FC236}">
                  <a16:creationId xmlns:a16="http://schemas.microsoft.com/office/drawing/2014/main" id="{A8BD4F1C-6464-46C2-868F-08A941873A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6" name="Shape 171">
              <a:extLst>
                <a:ext uri="{FF2B5EF4-FFF2-40B4-BE49-F238E27FC236}">
                  <a16:creationId xmlns:a16="http://schemas.microsoft.com/office/drawing/2014/main" id="{96689A21-67AB-44E3-8F54-5A17B6AF1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297" name="Shape 172">
              <a:extLst>
                <a:ext uri="{FF2B5EF4-FFF2-40B4-BE49-F238E27FC236}">
                  <a16:creationId xmlns:a16="http://schemas.microsoft.com/office/drawing/2014/main" id="{A0205670-3F48-493C-85AC-EC7ACC00C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298" name="Shape 173">
              <a:extLst>
                <a:ext uri="{FF2B5EF4-FFF2-40B4-BE49-F238E27FC236}">
                  <a16:creationId xmlns:a16="http://schemas.microsoft.com/office/drawing/2014/main" id="{9F259185-06AE-4B14-B90F-850A9A03D96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299" name="Shape 174">
              <a:extLst>
                <a:ext uri="{FF2B5EF4-FFF2-40B4-BE49-F238E27FC236}">
                  <a16:creationId xmlns:a16="http://schemas.microsoft.com/office/drawing/2014/main" id="{F89CF8F1-699C-408C-A1EE-3B81214E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00" name="Shape 175">
              <a:extLst>
                <a:ext uri="{FF2B5EF4-FFF2-40B4-BE49-F238E27FC236}">
                  <a16:creationId xmlns:a16="http://schemas.microsoft.com/office/drawing/2014/main" id="{4A864A39-E741-4C82-BFC9-24A7FA5B62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01" name="Shape 176">
              <a:extLst>
                <a:ext uri="{FF2B5EF4-FFF2-40B4-BE49-F238E27FC236}">
                  <a16:creationId xmlns:a16="http://schemas.microsoft.com/office/drawing/2014/main" id="{EB2E8385-D5CD-448D-B380-AAF4E99F2B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02" name="Shape 177">
              <a:extLst>
                <a:ext uri="{FF2B5EF4-FFF2-40B4-BE49-F238E27FC236}">
                  <a16:creationId xmlns:a16="http://schemas.microsoft.com/office/drawing/2014/main" id="{4C8374B8-F43E-4D2B-8BF5-48F94F072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03" name="Shape 178">
              <a:extLst>
                <a:ext uri="{FF2B5EF4-FFF2-40B4-BE49-F238E27FC236}">
                  <a16:creationId xmlns:a16="http://schemas.microsoft.com/office/drawing/2014/main" id="{5B57567E-AE12-489A-9D90-726EA05CE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04" name="Shape 179">
              <a:extLst>
                <a:ext uri="{FF2B5EF4-FFF2-40B4-BE49-F238E27FC236}">
                  <a16:creationId xmlns:a16="http://schemas.microsoft.com/office/drawing/2014/main" id="{DFB5C6C6-1385-4C85-BEDB-6F86348D1B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05" name="Shape 180">
              <a:extLst>
                <a:ext uri="{FF2B5EF4-FFF2-40B4-BE49-F238E27FC236}">
                  <a16:creationId xmlns:a16="http://schemas.microsoft.com/office/drawing/2014/main" id="{DBFD97DF-7FF3-4F92-8D26-C7D031DD5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06" name="Shape 181">
              <a:extLst>
                <a:ext uri="{FF2B5EF4-FFF2-40B4-BE49-F238E27FC236}">
                  <a16:creationId xmlns:a16="http://schemas.microsoft.com/office/drawing/2014/main" id="{98EBF450-BC98-48AE-8F68-F45CFBE75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07" name="Shape 182">
              <a:extLst>
                <a:ext uri="{FF2B5EF4-FFF2-40B4-BE49-F238E27FC236}">
                  <a16:creationId xmlns:a16="http://schemas.microsoft.com/office/drawing/2014/main" id="{26F1AF33-6412-4B65-8D4E-A737C7C4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8" name="Shape 183">
              <a:extLst>
                <a:ext uri="{FF2B5EF4-FFF2-40B4-BE49-F238E27FC236}">
                  <a16:creationId xmlns:a16="http://schemas.microsoft.com/office/drawing/2014/main" id="{BF58910F-420D-4A03-AE81-934A44CC0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9" name="Shape 184">
              <a:extLst>
                <a:ext uri="{FF2B5EF4-FFF2-40B4-BE49-F238E27FC236}">
                  <a16:creationId xmlns:a16="http://schemas.microsoft.com/office/drawing/2014/main" id="{26D47A3B-5555-4B8F-AA1C-CDFA2D38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0" name="Shape 185">
              <a:extLst>
                <a:ext uri="{FF2B5EF4-FFF2-40B4-BE49-F238E27FC236}">
                  <a16:creationId xmlns:a16="http://schemas.microsoft.com/office/drawing/2014/main" id="{57626428-1D9A-4805-BDD4-4D27BE541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39267" name="Shape 1926">
            <a:extLst>
              <a:ext uri="{FF2B5EF4-FFF2-40B4-BE49-F238E27FC236}">
                <a16:creationId xmlns:a16="http://schemas.microsoft.com/office/drawing/2014/main" id="{C980D387-BF3A-4506-B3CB-2471028355A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The Two FSMs</a:t>
            </a:r>
          </a:p>
        </p:txBody>
      </p:sp>
      <p:sp>
        <p:nvSpPr>
          <p:cNvPr id="139268" name="TextBox 126">
            <a:extLst>
              <a:ext uri="{FF2B5EF4-FFF2-40B4-BE49-F238E27FC236}">
                <a16:creationId xmlns:a16="http://schemas.microsoft.com/office/drawing/2014/main" id="{EA0E7F78-6F42-4DC6-8177-F75725CA68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672" y="5379691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1's</a:t>
            </a:r>
          </a:p>
        </p:txBody>
      </p:sp>
      <p:sp>
        <p:nvSpPr>
          <p:cNvPr id="139269" name="TextBox 127">
            <a:extLst>
              <a:ext uri="{FF2B5EF4-FFF2-40B4-BE49-F238E27FC236}">
                <a16:creationId xmlns:a16="http://schemas.microsoft.com/office/drawing/2014/main" id="{3F570799-E6A1-4400-A589-196A55FEB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3360" y="5379691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0's</a:t>
            </a:r>
          </a:p>
        </p:txBody>
      </p:sp>
    </p:spTree>
    <p:extLst>
      <p:ext uri="{BB962C8B-B14F-4D97-AF65-F5344CB8AC3E}">
        <p14:creationId xmlns:p14="http://schemas.microsoft.com/office/powerpoint/2010/main" val="3496157982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42DACB81-0AE1-C048-B77F-F2B8BE2E4D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798763"/>
            <a:ext cx="9144000" cy="12827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 6.13</a:t>
            </a:r>
            <a:br>
              <a:rPr lang="en-US" dirty="0">
                <a:ea typeface="+mj-ea"/>
                <a:cs typeface="Arial"/>
              </a:rPr>
            </a:br>
            <a:br>
              <a:rPr lang="en-US" dirty="0">
                <a:ea typeface="+mj-ea"/>
                <a:cs typeface="Arial"/>
              </a:rPr>
            </a:br>
            <a:r>
              <a:rPr lang="en-US" dirty="0">
                <a:ea typeface="+mj-ea"/>
                <a:cs typeface="Arial"/>
              </a:rPr>
              <a:t>(Construct the first FSM)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>
            <a:extLst>
              <a:ext uri="{FF2B5EF4-FFF2-40B4-BE49-F238E27FC236}">
                <a16:creationId xmlns:a16="http://schemas.microsoft.com/office/drawing/2014/main" id="{77FCA585-7B8A-453D-B5EB-44EF023FE7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6175"/>
          </a:xfrm>
        </p:spPr>
        <p:txBody>
          <a:bodyPr/>
          <a:lstStyle/>
          <a:p>
            <a:r>
              <a:rPr lang="en-US" altLang="en-US"/>
              <a:t>FSM to detect two consecutive 1's</a:t>
            </a:r>
            <a:br>
              <a:rPr lang="en-US" altLang="en-US"/>
            </a:br>
            <a:r>
              <a:rPr lang="en-US" altLang="en-US" sz="2800"/>
              <a:t>(this was the first example in Chapter 6)</a:t>
            </a:r>
          </a:p>
        </p:txBody>
      </p:sp>
      <p:grpSp>
        <p:nvGrpSpPr>
          <p:cNvPr id="100354" name="Shape 241">
            <a:extLst>
              <a:ext uri="{FF2B5EF4-FFF2-40B4-BE49-F238E27FC236}">
                <a16:creationId xmlns:a16="http://schemas.microsoft.com/office/drawing/2014/main" id="{A2143558-3562-45E2-B607-2338838DD7BD}"/>
              </a:ext>
            </a:extLst>
          </p:cNvPr>
          <p:cNvGrpSpPr>
            <a:grpSpLocks/>
          </p:cNvGrpSpPr>
          <p:nvPr/>
        </p:nvGrpSpPr>
        <p:grpSpPr bwMode="auto">
          <a:xfrm>
            <a:off x="2236788" y="1373188"/>
            <a:ext cx="4641850" cy="3970337"/>
            <a:chOff x="2209800" y="1146172"/>
            <a:chExt cx="4775200" cy="4241827"/>
          </a:xfrm>
        </p:grpSpPr>
        <p:sp>
          <p:nvSpPr>
            <p:cNvPr id="100356" name="Shape 242">
              <a:extLst>
                <a:ext uri="{FF2B5EF4-FFF2-40B4-BE49-F238E27FC236}">
                  <a16:creationId xmlns:a16="http://schemas.microsoft.com/office/drawing/2014/main" id="{E97A02F0-BE96-468D-B0B6-3F629959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57" name="Shape 243">
              <a:extLst>
                <a:ext uri="{FF2B5EF4-FFF2-40B4-BE49-F238E27FC236}">
                  <a16:creationId xmlns:a16="http://schemas.microsoft.com/office/drawing/2014/main" id="{D8217579-CEA8-4D33-A67E-24F06290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58" name="Shape 244">
              <a:extLst>
                <a:ext uri="{FF2B5EF4-FFF2-40B4-BE49-F238E27FC236}">
                  <a16:creationId xmlns:a16="http://schemas.microsoft.com/office/drawing/2014/main" id="{24D1CB4B-1235-41BD-826A-A96DE4FA1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59" name="Shape 245">
              <a:extLst>
                <a:ext uri="{FF2B5EF4-FFF2-40B4-BE49-F238E27FC236}">
                  <a16:creationId xmlns:a16="http://schemas.microsoft.com/office/drawing/2014/main" id="{CE5FDDBE-0D8E-4FDF-9D15-BD1F02FE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0" name="Shape 246">
              <a:extLst>
                <a:ext uri="{FF2B5EF4-FFF2-40B4-BE49-F238E27FC236}">
                  <a16:creationId xmlns:a16="http://schemas.microsoft.com/office/drawing/2014/main" id="{15EC2595-4501-4B5A-A4AF-D259318EE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1" name="Shape 247">
              <a:extLst>
                <a:ext uri="{FF2B5EF4-FFF2-40B4-BE49-F238E27FC236}">
                  <a16:creationId xmlns:a16="http://schemas.microsoft.com/office/drawing/2014/main" id="{538C6B11-B2E2-4D9E-BD6F-399C0A010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C: z = 1 </a:t>
              </a:r>
            </a:p>
          </p:txBody>
        </p:sp>
        <p:sp>
          <p:nvSpPr>
            <p:cNvPr id="100362" name="Shape 248">
              <a:extLst>
                <a:ext uri="{FF2B5EF4-FFF2-40B4-BE49-F238E27FC236}">
                  <a16:creationId xmlns:a16="http://schemas.microsoft.com/office/drawing/2014/main" id="{5A9E6D8D-71AE-4885-9007-FB73C988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3" name="Shape 249">
              <a:extLst>
                <a:ext uri="{FF2B5EF4-FFF2-40B4-BE49-F238E27FC236}">
                  <a16:creationId xmlns:a16="http://schemas.microsoft.com/office/drawing/2014/main" id="{BDDBFE5A-B197-46E7-B720-804F7BEB2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00364" name="Shape 250">
              <a:extLst>
                <a:ext uri="{FF2B5EF4-FFF2-40B4-BE49-F238E27FC236}">
                  <a16:creationId xmlns:a16="http://schemas.microsoft.com/office/drawing/2014/main" id="{993B3E96-BF8C-44CD-8175-E3157A8495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B: z = 0 </a:t>
              </a:r>
            </a:p>
          </p:txBody>
        </p:sp>
        <p:sp>
          <p:nvSpPr>
            <p:cNvPr id="100365" name="Shape 251">
              <a:extLst>
                <a:ext uri="{FF2B5EF4-FFF2-40B4-BE49-F238E27FC236}">
                  <a16:creationId xmlns:a16="http://schemas.microsoft.com/office/drawing/2014/main" id="{5101508A-850D-4F09-8DF1-1D8D3263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6" name="Shape 252">
              <a:extLst>
                <a:ext uri="{FF2B5EF4-FFF2-40B4-BE49-F238E27FC236}">
                  <a16:creationId xmlns:a16="http://schemas.microsoft.com/office/drawing/2014/main" id="{35185A75-CFF7-4B99-A1B1-F1ED58558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A: z = 0 </a:t>
              </a:r>
            </a:p>
          </p:txBody>
        </p:sp>
        <p:sp>
          <p:nvSpPr>
            <p:cNvPr id="100367" name="Shape 253">
              <a:extLst>
                <a:ext uri="{FF2B5EF4-FFF2-40B4-BE49-F238E27FC236}">
                  <a16:creationId xmlns:a16="http://schemas.microsoft.com/office/drawing/2014/main" id="{389D42BF-CF1F-4E18-BF1D-47D2BE49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8" name="Shape 254">
              <a:extLst>
                <a:ext uri="{FF2B5EF4-FFF2-40B4-BE49-F238E27FC236}">
                  <a16:creationId xmlns:a16="http://schemas.microsoft.com/office/drawing/2014/main" id="{460606FC-3311-45BA-9034-8F810B70F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69" name="Shape 255">
              <a:extLst>
                <a:ext uri="{FF2B5EF4-FFF2-40B4-BE49-F238E27FC236}">
                  <a16:creationId xmlns:a16="http://schemas.microsoft.com/office/drawing/2014/main" id="{4EE3E48C-9A6F-4E95-B31C-0AEA4EF1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70" name="Shape 256">
              <a:extLst>
                <a:ext uri="{FF2B5EF4-FFF2-40B4-BE49-F238E27FC236}">
                  <a16:creationId xmlns:a16="http://schemas.microsoft.com/office/drawing/2014/main" id="{B2EB2FAD-8E65-47AF-92E3-9100CD9B6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71" name="Shape 257">
              <a:extLst>
                <a:ext uri="{FF2B5EF4-FFF2-40B4-BE49-F238E27FC236}">
                  <a16:creationId xmlns:a16="http://schemas.microsoft.com/office/drawing/2014/main" id="{F2BE5184-E366-438C-B88C-C9DE69846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0372" name="Shape 258">
              <a:extLst>
                <a:ext uri="{FF2B5EF4-FFF2-40B4-BE49-F238E27FC236}">
                  <a16:creationId xmlns:a16="http://schemas.microsoft.com/office/drawing/2014/main" id="{58C81384-ECFB-440B-8A9A-ED6188F0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0373" name="Shape 259">
              <a:extLst>
                <a:ext uri="{FF2B5EF4-FFF2-40B4-BE49-F238E27FC236}">
                  <a16:creationId xmlns:a16="http://schemas.microsoft.com/office/drawing/2014/main" id="{45A3D310-D3A4-40D8-A18B-7360264308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0374" name="Shape 260">
              <a:extLst>
                <a:ext uri="{FF2B5EF4-FFF2-40B4-BE49-F238E27FC236}">
                  <a16:creationId xmlns:a16="http://schemas.microsoft.com/office/drawing/2014/main" id="{CF9586AC-0E69-418A-821B-4B399479B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0375" name="Shape 261">
              <a:extLst>
                <a:ext uri="{FF2B5EF4-FFF2-40B4-BE49-F238E27FC236}">
                  <a16:creationId xmlns:a16="http://schemas.microsoft.com/office/drawing/2014/main" id="{B0F649EF-BBBD-401B-BA4E-2628ED38B9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76" name="Shape 262">
              <a:extLst>
                <a:ext uri="{FF2B5EF4-FFF2-40B4-BE49-F238E27FC236}">
                  <a16:creationId xmlns:a16="http://schemas.microsoft.com/office/drawing/2014/main" id="{793C605C-5BBE-4143-9B13-7EFE6444C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0377" name="Shape 263">
              <a:extLst>
                <a:ext uri="{FF2B5EF4-FFF2-40B4-BE49-F238E27FC236}">
                  <a16:creationId xmlns:a16="http://schemas.microsoft.com/office/drawing/2014/main" id="{87784074-3887-4E26-9B31-ADD2151CFF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0378" name="Shape 264">
              <a:extLst>
                <a:ext uri="{FF2B5EF4-FFF2-40B4-BE49-F238E27FC236}">
                  <a16:creationId xmlns:a16="http://schemas.microsoft.com/office/drawing/2014/main" id="{EA45E533-CF0B-4131-B854-6036B231F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79" name="Shape 265">
              <a:extLst>
                <a:ext uri="{FF2B5EF4-FFF2-40B4-BE49-F238E27FC236}">
                  <a16:creationId xmlns:a16="http://schemas.microsoft.com/office/drawing/2014/main" id="{BF7C12CA-D711-46FC-9485-5557BF5EDA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0380" name="Shape 266">
              <a:extLst>
                <a:ext uri="{FF2B5EF4-FFF2-40B4-BE49-F238E27FC236}">
                  <a16:creationId xmlns:a16="http://schemas.microsoft.com/office/drawing/2014/main" id="{2C426C90-04C4-4399-9D1B-EE833AF75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0381" name="Shape 267">
              <a:extLst>
                <a:ext uri="{FF2B5EF4-FFF2-40B4-BE49-F238E27FC236}">
                  <a16:creationId xmlns:a16="http://schemas.microsoft.com/office/drawing/2014/main" id="{4D11CB91-4026-40B3-8628-3FC7CD12BA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82" name="Shape 268">
              <a:extLst>
                <a:ext uri="{FF2B5EF4-FFF2-40B4-BE49-F238E27FC236}">
                  <a16:creationId xmlns:a16="http://schemas.microsoft.com/office/drawing/2014/main" id="{4A97FB23-47ED-4BED-86E5-9537DBF61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0383" name="Shape 269">
              <a:extLst>
                <a:ext uri="{FF2B5EF4-FFF2-40B4-BE49-F238E27FC236}">
                  <a16:creationId xmlns:a16="http://schemas.microsoft.com/office/drawing/2014/main" id="{65C19A00-F937-4261-BB51-B9D0B06A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0384" name="Shape 270">
              <a:extLst>
                <a:ext uri="{FF2B5EF4-FFF2-40B4-BE49-F238E27FC236}">
                  <a16:creationId xmlns:a16="http://schemas.microsoft.com/office/drawing/2014/main" id="{E0071F85-7A79-4DCE-A2EC-3DC8377B78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0385" name="Shape 271">
              <a:extLst>
                <a:ext uri="{FF2B5EF4-FFF2-40B4-BE49-F238E27FC236}">
                  <a16:creationId xmlns:a16="http://schemas.microsoft.com/office/drawing/2014/main" id="{16574727-3CE2-4133-A2C2-1E25CB63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0386" name="Shape 272">
              <a:extLst>
                <a:ext uri="{FF2B5EF4-FFF2-40B4-BE49-F238E27FC236}">
                  <a16:creationId xmlns:a16="http://schemas.microsoft.com/office/drawing/2014/main" id="{AA0F0FF9-D407-4137-81DD-596293E9BF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0387" name="Shape 273">
              <a:extLst>
                <a:ext uri="{FF2B5EF4-FFF2-40B4-BE49-F238E27FC236}">
                  <a16:creationId xmlns:a16="http://schemas.microsoft.com/office/drawing/2014/main" id="{43095108-8438-4FD1-A512-E923ECE67F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0388" name="Shape 274">
              <a:extLst>
                <a:ext uri="{FF2B5EF4-FFF2-40B4-BE49-F238E27FC236}">
                  <a16:creationId xmlns:a16="http://schemas.microsoft.com/office/drawing/2014/main" id="{D3F43ACD-F587-4AA9-B773-DCAFF3B14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89" name="Shape 275">
              <a:extLst>
                <a:ext uri="{FF2B5EF4-FFF2-40B4-BE49-F238E27FC236}">
                  <a16:creationId xmlns:a16="http://schemas.microsoft.com/office/drawing/2014/main" id="{C8135F81-7DF8-43AB-8065-5B85144C2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0390" name="Shape 276">
              <a:extLst>
                <a:ext uri="{FF2B5EF4-FFF2-40B4-BE49-F238E27FC236}">
                  <a16:creationId xmlns:a16="http://schemas.microsoft.com/office/drawing/2014/main" id="{7D8BAD1D-2556-4743-90AC-9A043617C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0391" name="Shape 277">
              <a:extLst>
                <a:ext uri="{FF2B5EF4-FFF2-40B4-BE49-F238E27FC236}">
                  <a16:creationId xmlns:a16="http://schemas.microsoft.com/office/drawing/2014/main" id="{263CD020-673C-474B-ADC6-7C2CC9BD5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0392" name="Shape 278">
              <a:extLst>
                <a:ext uri="{FF2B5EF4-FFF2-40B4-BE49-F238E27FC236}">
                  <a16:creationId xmlns:a16="http://schemas.microsoft.com/office/drawing/2014/main" id="{E56FBBAD-39C3-4B89-A1DF-07D3258AC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0393" name="Shape 279">
              <a:extLst>
                <a:ext uri="{FF2B5EF4-FFF2-40B4-BE49-F238E27FC236}">
                  <a16:creationId xmlns:a16="http://schemas.microsoft.com/office/drawing/2014/main" id="{AA59DB4C-FDE5-4F67-B6BA-8BE12ED9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4" name="Shape 280">
              <a:extLst>
                <a:ext uri="{FF2B5EF4-FFF2-40B4-BE49-F238E27FC236}">
                  <a16:creationId xmlns:a16="http://schemas.microsoft.com/office/drawing/2014/main" id="{2C607B59-DFB8-4533-9C8F-D16B2B11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5" name="Shape 281">
              <a:extLst>
                <a:ext uri="{FF2B5EF4-FFF2-40B4-BE49-F238E27FC236}">
                  <a16:creationId xmlns:a16="http://schemas.microsoft.com/office/drawing/2014/main" id="{D25E7128-FF28-4D8B-8F11-C53ECBF0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396" name="Shape 282">
              <a:extLst>
                <a:ext uri="{FF2B5EF4-FFF2-40B4-BE49-F238E27FC236}">
                  <a16:creationId xmlns:a16="http://schemas.microsoft.com/office/drawing/2014/main" id="{DA0EE1AD-08F5-432A-8254-C95DA2719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00355" name="TextBox 125">
            <a:extLst>
              <a:ext uri="{FF2B5EF4-FFF2-40B4-BE49-F238E27FC236}">
                <a16:creationId xmlns:a16="http://schemas.microsoft.com/office/drawing/2014/main" id="{6871AFF1-079D-4137-916C-159BA9D49F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3213" y="6477000"/>
            <a:ext cx="2462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rPr>
              <a:t>[ Figure 6.3 from the textbook ]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Shape 190">
            <a:extLst>
              <a:ext uri="{FF2B5EF4-FFF2-40B4-BE49-F238E27FC236}">
                <a16:creationId xmlns:a16="http://schemas.microsoft.com/office/drawing/2014/main" id="{28D1466D-EF91-470B-913F-9E6BE5EDB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4271963"/>
            <a:ext cx="4624387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26" name="Shape 191">
            <a:extLst>
              <a:ext uri="{FF2B5EF4-FFF2-40B4-BE49-F238E27FC236}">
                <a16:creationId xmlns:a16="http://schemas.microsoft.com/office/drawing/2014/main" id="{A69B1FAC-7072-441F-9FBC-EB9C881FC5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305300"/>
            <a:ext cx="12700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27" name="Shape 192">
            <a:extLst>
              <a:ext uri="{FF2B5EF4-FFF2-40B4-BE49-F238E27FC236}">
                <a16:creationId xmlns:a16="http://schemas.microsoft.com/office/drawing/2014/main" id="{8A206E59-06E3-48E8-9DD5-FA8C06386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305300"/>
            <a:ext cx="14287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28" name="Shape 193">
            <a:extLst>
              <a:ext uri="{FF2B5EF4-FFF2-40B4-BE49-F238E27FC236}">
                <a16:creationId xmlns:a16="http://schemas.microsoft.com/office/drawing/2014/main" id="{9C840A83-0CAE-449E-BA50-BF784905AC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913" y="4525963"/>
            <a:ext cx="109696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103429" name="Shape 194">
            <a:extLst>
              <a:ext uri="{FF2B5EF4-FFF2-40B4-BE49-F238E27FC236}">
                <a16:creationId xmlns:a16="http://schemas.microsoft.com/office/drawing/2014/main" id="{BE54B003-E92E-4C27-8A69-5D4AB1D87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4305300"/>
            <a:ext cx="14288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30" name="Shape 195">
            <a:extLst>
              <a:ext uri="{FF2B5EF4-FFF2-40B4-BE49-F238E27FC236}">
                <a16:creationId xmlns:a16="http://schemas.microsoft.com/office/drawing/2014/main" id="{0AE307BB-AE02-415E-A6FF-CB19A33902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4419600"/>
            <a:ext cx="125095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103431" name="Shape 196">
            <a:extLst>
              <a:ext uri="{FF2B5EF4-FFF2-40B4-BE49-F238E27FC236}">
                <a16:creationId xmlns:a16="http://schemas.microsoft.com/office/drawing/2014/main" id="{FCDA0D5F-37A9-42C1-A761-2FE31615D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4305300"/>
            <a:ext cx="14288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32" name="Shape 197">
            <a:extLst>
              <a:ext uri="{FF2B5EF4-FFF2-40B4-BE49-F238E27FC236}">
                <a16:creationId xmlns:a16="http://schemas.microsoft.com/office/drawing/2014/main" id="{89FB666C-C1E8-4CDF-B167-237CC1DF9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832350"/>
            <a:ext cx="223202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33" name="Shape 198">
            <a:extLst>
              <a:ext uri="{FF2B5EF4-FFF2-40B4-BE49-F238E27FC236}">
                <a16:creationId xmlns:a16="http://schemas.microsoft.com/office/drawing/2014/main" id="{0BC3E1AC-1B57-4430-9B4C-3C7854969A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848225"/>
            <a:ext cx="12700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34" name="Shape 199">
            <a:extLst>
              <a:ext uri="{FF2B5EF4-FFF2-40B4-BE49-F238E27FC236}">
                <a16:creationId xmlns:a16="http://schemas.microsoft.com/office/drawing/2014/main" id="{E1BB78FF-2CDF-4753-BCB1-34008D5A5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7550" y="4525963"/>
            <a:ext cx="96996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</a:t>
            </a:r>
          </a:p>
        </p:txBody>
      </p:sp>
      <p:sp>
        <p:nvSpPr>
          <p:cNvPr id="103435" name="Shape 200">
            <a:extLst>
              <a:ext uri="{FF2B5EF4-FFF2-40B4-BE49-F238E27FC236}">
                <a16:creationId xmlns:a16="http://schemas.microsoft.com/office/drawing/2014/main" id="{1C699047-D345-48C0-894E-594F2888B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848225"/>
            <a:ext cx="14287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36" name="Shape 201">
            <a:extLst>
              <a:ext uri="{FF2B5EF4-FFF2-40B4-BE49-F238E27FC236}">
                <a16:creationId xmlns:a16="http://schemas.microsoft.com/office/drawing/2014/main" id="{D18094A2-03DC-4019-A409-EBB0FAE1A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425" y="4852988"/>
            <a:ext cx="75723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103437" name="Shape 202">
            <a:extLst>
              <a:ext uri="{FF2B5EF4-FFF2-40B4-BE49-F238E27FC236}">
                <a16:creationId xmlns:a16="http://schemas.microsoft.com/office/drawing/2014/main" id="{040BA9DC-B0BE-4401-A519-2FDFFB4B08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8700" y="4957763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3438" name="Shape 203">
            <a:extLst>
              <a:ext uri="{FF2B5EF4-FFF2-40B4-BE49-F238E27FC236}">
                <a16:creationId xmlns:a16="http://schemas.microsoft.com/office/drawing/2014/main" id="{A3317C1A-2B30-4C57-96B3-2586F7DF1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5088" y="4957763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3439" name="Shape 204">
            <a:extLst>
              <a:ext uri="{FF2B5EF4-FFF2-40B4-BE49-F238E27FC236}">
                <a16:creationId xmlns:a16="http://schemas.microsoft.com/office/drawing/2014/main" id="{B99C9AEF-065F-49EB-9F43-157A90E4C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4650" y="4957763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3440" name="Shape 205">
            <a:extLst>
              <a:ext uri="{FF2B5EF4-FFF2-40B4-BE49-F238E27FC236}">
                <a16:creationId xmlns:a16="http://schemas.microsoft.com/office/drawing/2014/main" id="{8B1CBA22-5FF8-433F-A23B-67F3B0E960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713" y="4957763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3441" name="Shape 206">
            <a:extLst>
              <a:ext uri="{FF2B5EF4-FFF2-40B4-BE49-F238E27FC236}">
                <a16:creationId xmlns:a16="http://schemas.microsoft.com/office/drawing/2014/main" id="{7E3D17D4-5638-417A-9BE8-06F0D07BA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4750" y="4957763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3442" name="Shape 207">
            <a:extLst>
              <a:ext uri="{FF2B5EF4-FFF2-40B4-BE49-F238E27FC236}">
                <a16:creationId xmlns:a16="http://schemas.microsoft.com/office/drawing/2014/main" id="{E320819E-63D4-4DDC-BD01-4EABC3CE60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4848225"/>
            <a:ext cx="14288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43" name="Shape 208">
            <a:extLst>
              <a:ext uri="{FF2B5EF4-FFF2-40B4-BE49-F238E27FC236}">
                <a16:creationId xmlns:a16="http://schemas.microsoft.com/office/drawing/2014/main" id="{BC7548B9-7BF8-41B2-810A-94AA428D2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5900" y="4957763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03444" name="Shape 209">
            <a:extLst>
              <a:ext uri="{FF2B5EF4-FFF2-40B4-BE49-F238E27FC236}">
                <a16:creationId xmlns:a16="http://schemas.microsoft.com/office/drawing/2014/main" id="{C46533B2-4838-4A27-B78D-B5E957B3E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4848225"/>
            <a:ext cx="14288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45" name="Shape 210">
            <a:extLst>
              <a:ext uri="{FF2B5EF4-FFF2-40B4-BE49-F238E27FC236}">
                <a16:creationId xmlns:a16="http://schemas.microsoft.com/office/drawing/2014/main" id="{596A2A75-CA89-461F-A835-5C68E4E65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5365750"/>
            <a:ext cx="4624387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46" name="Shape 211">
            <a:extLst>
              <a:ext uri="{FF2B5EF4-FFF2-40B4-BE49-F238E27FC236}">
                <a16:creationId xmlns:a16="http://schemas.microsoft.com/office/drawing/2014/main" id="{FBF2126E-F09E-4FED-9483-809DDFA2E7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384800"/>
            <a:ext cx="12700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47" name="Shape 212">
            <a:extLst>
              <a:ext uri="{FF2B5EF4-FFF2-40B4-BE49-F238E27FC236}">
                <a16:creationId xmlns:a16="http://schemas.microsoft.com/office/drawing/2014/main" id="{204BF8BB-CB84-45B2-A079-657BE56D37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2513" y="4851400"/>
            <a:ext cx="19526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03448" name="Shape 213">
            <a:extLst>
              <a:ext uri="{FF2B5EF4-FFF2-40B4-BE49-F238E27FC236}">
                <a16:creationId xmlns:a16="http://schemas.microsoft.com/office/drawing/2014/main" id="{2B94C95F-9177-403B-B563-1941B37F0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5384800"/>
            <a:ext cx="14287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49" name="Shape 214">
            <a:extLst>
              <a:ext uri="{FF2B5EF4-FFF2-40B4-BE49-F238E27FC236}">
                <a16:creationId xmlns:a16="http://schemas.microsoft.com/office/drawing/2014/main" id="{5E87DEAF-B9A9-4D9B-B5B8-5C41D007D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4938" y="5497513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3450" name="Shape 215">
            <a:extLst>
              <a:ext uri="{FF2B5EF4-FFF2-40B4-BE49-F238E27FC236}">
                <a16:creationId xmlns:a16="http://schemas.microsoft.com/office/drawing/2014/main" id="{212CF8DE-92D5-4E02-A332-970D250002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3338" y="5497513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3451" name="Shape 216">
            <a:extLst>
              <a:ext uri="{FF2B5EF4-FFF2-40B4-BE49-F238E27FC236}">
                <a16:creationId xmlns:a16="http://schemas.microsoft.com/office/drawing/2014/main" id="{9F80BE1A-198E-4742-9384-845F39B1F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5384800"/>
            <a:ext cx="14288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52" name="Shape 217">
            <a:extLst>
              <a:ext uri="{FF2B5EF4-FFF2-40B4-BE49-F238E27FC236}">
                <a16:creationId xmlns:a16="http://schemas.microsoft.com/office/drawing/2014/main" id="{634ACA79-EB76-4C0B-92EA-5C1EC0FB9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5700" y="5497513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3453" name="Shape 218">
            <a:extLst>
              <a:ext uri="{FF2B5EF4-FFF2-40B4-BE49-F238E27FC236}">
                <a16:creationId xmlns:a16="http://schemas.microsoft.com/office/drawing/2014/main" id="{C292EBB5-3C6E-4D93-9C22-1A1A2FF6B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5384800"/>
            <a:ext cx="14288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54" name="Shape 219">
            <a:extLst>
              <a:ext uri="{FF2B5EF4-FFF2-40B4-BE49-F238E27FC236}">
                <a16:creationId xmlns:a16="http://schemas.microsoft.com/office/drawing/2014/main" id="{AC97F2F9-4B13-4442-9892-0BC2A1A1C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854700"/>
            <a:ext cx="12700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55" name="Shape 220">
            <a:extLst>
              <a:ext uri="{FF2B5EF4-FFF2-40B4-BE49-F238E27FC236}">
                <a16:creationId xmlns:a16="http://schemas.microsoft.com/office/drawing/2014/main" id="{092BA412-2939-49A9-AA94-C0644CBD23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5" y="5497513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3456" name="Shape 221">
            <a:extLst>
              <a:ext uri="{FF2B5EF4-FFF2-40B4-BE49-F238E27FC236}">
                <a16:creationId xmlns:a16="http://schemas.microsoft.com/office/drawing/2014/main" id="{60626315-FEC4-491D-97A0-1D727D0667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5854700"/>
            <a:ext cx="14287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57" name="Shape 222">
            <a:extLst>
              <a:ext uri="{FF2B5EF4-FFF2-40B4-BE49-F238E27FC236}">
                <a16:creationId xmlns:a16="http://schemas.microsoft.com/office/drawing/2014/main" id="{C7AA8E53-C592-4358-82C2-AE8766436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58483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3458" name="Shape 223">
            <a:extLst>
              <a:ext uri="{FF2B5EF4-FFF2-40B4-BE49-F238E27FC236}">
                <a16:creationId xmlns:a16="http://schemas.microsoft.com/office/drawing/2014/main" id="{879CCC98-20C2-4D1A-B604-8863834C1F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58483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3459" name="Shape 224">
            <a:extLst>
              <a:ext uri="{FF2B5EF4-FFF2-40B4-BE49-F238E27FC236}">
                <a16:creationId xmlns:a16="http://schemas.microsoft.com/office/drawing/2014/main" id="{A7E2C16B-D776-490E-8DAD-982D4D2C97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5854700"/>
            <a:ext cx="14288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60" name="Shape 225">
            <a:extLst>
              <a:ext uri="{FF2B5EF4-FFF2-40B4-BE49-F238E27FC236}">
                <a16:creationId xmlns:a16="http://schemas.microsoft.com/office/drawing/2014/main" id="{D7EBEECF-C167-4B61-873C-F59DD29FC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58483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3461" name="Shape 226">
            <a:extLst>
              <a:ext uri="{FF2B5EF4-FFF2-40B4-BE49-F238E27FC236}">
                <a16:creationId xmlns:a16="http://schemas.microsoft.com/office/drawing/2014/main" id="{6B827184-AFD7-43E6-8A02-675D8DDA2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5854700"/>
            <a:ext cx="14288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62" name="Shape 227">
            <a:extLst>
              <a:ext uri="{FF2B5EF4-FFF2-40B4-BE49-F238E27FC236}">
                <a16:creationId xmlns:a16="http://schemas.microsoft.com/office/drawing/2014/main" id="{4BDDC0EC-20F1-45B0-9AE8-B5F604AE4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6216650"/>
            <a:ext cx="12700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63" name="Shape 228">
            <a:extLst>
              <a:ext uri="{FF2B5EF4-FFF2-40B4-BE49-F238E27FC236}">
                <a16:creationId xmlns:a16="http://schemas.microsoft.com/office/drawing/2014/main" id="{4B9C8C74-E2AA-44E9-AC1D-DEB492F6A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5848350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3464" name="Shape 229">
            <a:extLst>
              <a:ext uri="{FF2B5EF4-FFF2-40B4-BE49-F238E27FC236}">
                <a16:creationId xmlns:a16="http://schemas.microsoft.com/office/drawing/2014/main" id="{9E927BEA-85EA-4188-9D9C-4A0AC5542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6216650"/>
            <a:ext cx="14287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65" name="Shape 230">
            <a:extLst>
              <a:ext uri="{FF2B5EF4-FFF2-40B4-BE49-F238E27FC236}">
                <a16:creationId xmlns:a16="http://schemas.microsoft.com/office/drawing/2014/main" id="{A8BDF7EE-48BC-4225-AD5C-29B0C0FE5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6203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3466" name="Shape 231">
            <a:extLst>
              <a:ext uri="{FF2B5EF4-FFF2-40B4-BE49-F238E27FC236}">
                <a16:creationId xmlns:a16="http://schemas.microsoft.com/office/drawing/2014/main" id="{B65EFFE2-57BE-4AE9-B5DB-A6843EA46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6203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3467" name="Shape 232">
            <a:extLst>
              <a:ext uri="{FF2B5EF4-FFF2-40B4-BE49-F238E27FC236}">
                <a16:creationId xmlns:a16="http://schemas.microsoft.com/office/drawing/2014/main" id="{2EAEB498-376B-4B41-886E-8355A8888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6216650"/>
            <a:ext cx="14288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68" name="Shape 233">
            <a:extLst>
              <a:ext uri="{FF2B5EF4-FFF2-40B4-BE49-F238E27FC236}">
                <a16:creationId xmlns:a16="http://schemas.microsoft.com/office/drawing/2014/main" id="{0A8EC662-3A2C-435E-9089-AD26A8BBC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6203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3469" name="Shape 234">
            <a:extLst>
              <a:ext uri="{FF2B5EF4-FFF2-40B4-BE49-F238E27FC236}">
                <a16:creationId xmlns:a16="http://schemas.microsoft.com/office/drawing/2014/main" id="{6A673F77-EF3D-4FEB-AEDA-ECA25CA3F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6216650"/>
            <a:ext cx="14288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70" name="Shape 235">
            <a:extLst>
              <a:ext uri="{FF2B5EF4-FFF2-40B4-BE49-F238E27FC236}">
                <a16:creationId xmlns:a16="http://schemas.microsoft.com/office/drawing/2014/main" id="{F8809DB3-9C33-477F-A09D-05A6A7E87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6610350"/>
            <a:ext cx="4624387" cy="142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471" name="Shape 236">
            <a:extLst>
              <a:ext uri="{FF2B5EF4-FFF2-40B4-BE49-F238E27FC236}">
                <a16:creationId xmlns:a16="http://schemas.microsoft.com/office/drawing/2014/main" id="{A0722A48-9651-4B31-B70B-19D45302E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6203950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grpSp>
        <p:nvGrpSpPr>
          <p:cNvPr id="103472" name="Shape 237">
            <a:extLst>
              <a:ext uri="{FF2B5EF4-FFF2-40B4-BE49-F238E27FC236}">
                <a16:creationId xmlns:a16="http://schemas.microsoft.com/office/drawing/2014/main" id="{E5874C77-FF57-430A-BEF7-7407C97483AE}"/>
              </a:ext>
            </a:extLst>
          </p:cNvPr>
          <p:cNvGrpSpPr>
            <a:grpSpLocks/>
          </p:cNvGrpSpPr>
          <p:nvPr/>
        </p:nvGrpSpPr>
        <p:grpSpPr bwMode="auto">
          <a:xfrm>
            <a:off x="2033588" y="349250"/>
            <a:ext cx="4064000" cy="3457575"/>
            <a:chOff x="2209800" y="1146172"/>
            <a:chExt cx="4775200" cy="4241827"/>
          </a:xfrm>
        </p:grpSpPr>
        <p:sp>
          <p:nvSpPr>
            <p:cNvPr id="103474" name="Shape 238">
              <a:extLst>
                <a:ext uri="{FF2B5EF4-FFF2-40B4-BE49-F238E27FC236}">
                  <a16:creationId xmlns:a16="http://schemas.microsoft.com/office/drawing/2014/main" id="{C10BF971-2261-48FD-8560-C493E797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5" name="Shape 239">
              <a:extLst>
                <a:ext uri="{FF2B5EF4-FFF2-40B4-BE49-F238E27FC236}">
                  <a16:creationId xmlns:a16="http://schemas.microsoft.com/office/drawing/2014/main" id="{10D70A93-7729-4361-9FB0-69F9544F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6" name="Shape 240">
              <a:extLst>
                <a:ext uri="{FF2B5EF4-FFF2-40B4-BE49-F238E27FC236}">
                  <a16:creationId xmlns:a16="http://schemas.microsoft.com/office/drawing/2014/main" id="{CE05F705-498C-47EF-9068-FE131CCB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7" name="Shape 241">
              <a:extLst>
                <a:ext uri="{FF2B5EF4-FFF2-40B4-BE49-F238E27FC236}">
                  <a16:creationId xmlns:a16="http://schemas.microsoft.com/office/drawing/2014/main" id="{1EE5A6D4-6D44-434B-8D4A-C8C4F3BEB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8" name="Shape 242">
              <a:extLst>
                <a:ext uri="{FF2B5EF4-FFF2-40B4-BE49-F238E27FC236}">
                  <a16:creationId xmlns:a16="http://schemas.microsoft.com/office/drawing/2014/main" id="{DCF3AE4A-133D-4163-81F4-BD5E05E3F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79" name="Shape 243">
              <a:extLst>
                <a:ext uri="{FF2B5EF4-FFF2-40B4-BE49-F238E27FC236}">
                  <a16:creationId xmlns:a16="http://schemas.microsoft.com/office/drawing/2014/main" id="{D995B23F-B154-4DC5-9962-587663709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C: z = 1 </a:t>
              </a:r>
            </a:p>
          </p:txBody>
        </p:sp>
        <p:sp>
          <p:nvSpPr>
            <p:cNvPr id="103480" name="Shape 244">
              <a:extLst>
                <a:ext uri="{FF2B5EF4-FFF2-40B4-BE49-F238E27FC236}">
                  <a16:creationId xmlns:a16="http://schemas.microsoft.com/office/drawing/2014/main" id="{58864A8F-A52E-44D3-87FB-16DC0FA87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1" name="Shape 245">
              <a:extLst>
                <a:ext uri="{FF2B5EF4-FFF2-40B4-BE49-F238E27FC236}">
                  <a16:creationId xmlns:a16="http://schemas.microsoft.com/office/drawing/2014/main" id="{C95E0FAD-DD0B-44BB-A2B1-CFF626BBEC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03482" name="Shape 246">
              <a:extLst>
                <a:ext uri="{FF2B5EF4-FFF2-40B4-BE49-F238E27FC236}">
                  <a16:creationId xmlns:a16="http://schemas.microsoft.com/office/drawing/2014/main" id="{0D5BC668-607E-4FD6-B2A3-18BE4116E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B: z = 0 </a:t>
              </a:r>
            </a:p>
          </p:txBody>
        </p:sp>
        <p:sp>
          <p:nvSpPr>
            <p:cNvPr id="103483" name="Shape 247">
              <a:extLst>
                <a:ext uri="{FF2B5EF4-FFF2-40B4-BE49-F238E27FC236}">
                  <a16:creationId xmlns:a16="http://schemas.microsoft.com/office/drawing/2014/main" id="{7B78EC9C-7F31-4FB7-BC8E-85B74FF06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4" name="Shape 248">
              <a:extLst>
                <a:ext uri="{FF2B5EF4-FFF2-40B4-BE49-F238E27FC236}">
                  <a16:creationId xmlns:a16="http://schemas.microsoft.com/office/drawing/2014/main" id="{84FA1A60-2647-4401-A0B7-C1C579F7E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A: z = 0 </a:t>
              </a:r>
            </a:p>
          </p:txBody>
        </p:sp>
        <p:sp>
          <p:nvSpPr>
            <p:cNvPr id="103485" name="Shape 249">
              <a:extLst>
                <a:ext uri="{FF2B5EF4-FFF2-40B4-BE49-F238E27FC236}">
                  <a16:creationId xmlns:a16="http://schemas.microsoft.com/office/drawing/2014/main" id="{231106E5-E2C3-4801-B834-C0DACE0A9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6" name="Shape 250">
              <a:extLst>
                <a:ext uri="{FF2B5EF4-FFF2-40B4-BE49-F238E27FC236}">
                  <a16:creationId xmlns:a16="http://schemas.microsoft.com/office/drawing/2014/main" id="{985EFF57-0805-427A-AC2E-6F8E8088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7" name="Shape 251">
              <a:extLst>
                <a:ext uri="{FF2B5EF4-FFF2-40B4-BE49-F238E27FC236}">
                  <a16:creationId xmlns:a16="http://schemas.microsoft.com/office/drawing/2014/main" id="{186333C1-6FAF-41B0-9FB4-BE01EBF0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488" name="Shape 252">
              <a:extLst>
                <a:ext uri="{FF2B5EF4-FFF2-40B4-BE49-F238E27FC236}">
                  <a16:creationId xmlns:a16="http://schemas.microsoft.com/office/drawing/2014/main" id="{03CEA45E-C047-45F5-BFCF-489AE06E7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489" name="Shape 253">
              <a:extLst>
                <a:ext uri="{FF2B5EF4-FFF2-40B4-BE49-F238E27FC236}">
                  <a16:creationId xmlns:a16="http://schemas.microsoft.com/office/drawing/2014/main" id="{CF103D92-6C0C-4778-85A9-5CA37E764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3490" name="Shape 254">
              <a:extLst>
                <a:ext uri="{FF2B5EF4-FFF2-40B4-BE49-F238E27FC236}">
                  <a16:creationId xmlns:a16="http://schemas.microsoft.com/office/drawing/2014/main" id="{2747C5BB-B65B-4DDD-A9DD-74F4140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3491" name="Shape 255">
              <a:extLst>
                <a:ext uri="{FF2B5EF4-FFF2-40B4-BE49-F238E27FC236}">
                  <a16:creationId xmlns:a16="http://schemas.microsoft.com/office/drawing/2014/main" id="{96B4A424-A286-426F-88BD-BA8D0DC8C7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3492" name="Shape 256">
              <a:extLst>
                <a:ext uri="{FF2B5EF4-FFF2-40B4-BE49-F238E27FC236}">
                  <a16:creationId xmlns:a16="http://schemas.microsoft.com/office/drawing/2014/main" id="{0BF047C2-0DA1-4A48-8554-D5A25F0E7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3493" name="Shape 257">
              <a:extLst>
                <a:ext uri="{FF2B5EF4-FFF2-40B4-BE49-F238E27FC236}">
                  <a16:creationId xmlns:a16="http://schemas.microsoft.com/office/drawing/2014/main" id="{B1FF6EE2-0E6C-4ADD-84A8-111F9A38E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494" name="Shape 258">
              <a:extLst>
                <a:ext uri="{FF2B5EF4-FFF2-40B4-BE49-F238E27FC236}">
                  <a16:creationId xmlns:a16="http://schemas.microsoft.com/office/drawing/2014/main" id="{32FD1B03-0612-40CD-B297-B8183734B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3495" name="Shape 259">
              <a:extLst>
                <a:ext uri="{FF2B5EF4-FFF2-40B4-BE49-F238E27FC236}">
                  <a16:creationId xmlns:a16="http://schemas.microsoft.com/office/drawing/2014/main" id="{C810554D-F271-4E59-8A7E-0661DD92E0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3496" name="Shape 260">
              <a:extLst>
                <a:ext uri="{FF2B5EF4-FFF2-40B4-BE49-F238E27FC236}">
                  <a16:creationId xmlns:a16="http://schemas.microsoft.com/office/drawing/2014/main" id="{061E55F9-ACA0-45C5-A24E-65994127F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497" name="Shape 261">
              <a:extLst>
                <a:ext uri="{FF2B5EF4-FFF2-40B4-BE49-F238E27FC236}">
                  <a16:creationId xmlns:a16="http://schemas.microsoft.com/office/drawing/2014/main" id="{9E12ABD2-400F-4AA0-9876-F109560BC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3498" name="Shape 262">
              <a:extLst>
                <a:ext uri="{FF2B5EF4-FFF2-40B4-BE49-F238E27FC236}">
                  <a16:creationId xmlns:a16="http://schemas.microsoft.com/office/drawing/2014/main" id="{F9C45FDD-7F68-4248-8BC2-320FC2A3C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3499" name="Shape 263">
              <a:extLst>
                <a:ext uri="{FF2B5EF4-FFF2-40B4-BE49-F238E27FC236}">
                  <a16:creationId xmlns:a16="http://schemas.microsoft.com/office/drawing/2014/main" id="{CE9E9782-0F56-46BE-BB68-FE9A242D71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500" name="Shape 264">
              <a:extLst>
                <a:ext uri="{FF2B5EF4-FFF2-40B4-BE49-F238E27FC236}">
                  <a16:creationId xmlns:a16="http://schemas.microsoft.com/office/drawing/2014/main" id="{3753AB74-D643-42F5-9A9F-307CA3565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3501" name="Shape 265">
              <a:extLst>
                <a:ext uri="{FF2B5EF4-FFF2-40B4-BE49-F238E27FC236}">
                  <a16:creationId xmlns:a16="http://schemas.microsoft.com/office/drawing/2014/main" id="{E3D6CB11-EBE1-4F4C-9513-A6084DB09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3502" name="Shape 266">
              <a:extLst>
                <a:ext uri="{FF2B5EF4-FFF2-40B4-BE49-F238E27FC236}">
                  <a16:creationId xmlns:a16="http://schemas.microsoft.com/office/drawing/2014/main" id="{B6F50D9B-85E3-4E97-AA20-CF88BB8BC5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3503" name="Shape 267">
              <a:extLst>
                <a:ext uri="{FF2B5EF4-FFF2-40B4-BE49-F238E27FC236}">
                  <a16:creationId xmlns:a16="http://schemas.microsoft.com/office/drawing/2014/main" id="{DBF121BA-B8B1-402D-A00E-8A801E4C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3504" name="Shape 268">
              <a:extLst>
                <a:ext uri="{FF2B5EF4-FFF2-40B4-BE49-F238E27FC236}">
                  <a16:creationId xmlns:a16="http://schemas.microsoft.com/office/drawing/2014/main" id="{3D29D105-E28F-469F-9D2A-CD2EBA81D3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3505" name="Shape 269">
              <a:extLst>
                <a:ext uri="{FF2B5EF4-FFF2-40B4-BE49-F238E27FC236}">
                  <a16:creationId xmlns:a16="http://schemas.microsoft.com/office/drawing/2014/main" id="{C88431FE-94CD-477E-A7ED-4F87F0BC9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3506" name="Shape 270">
              <a:extLst>
                <a:ext uri="{FF2B5EF4-FFF2-40B4-BE49-F238E27FC236}">
                  <a16:creationId xmlns:a16="http://schemas.microsoft.com/office/drawing/2014/main" id="{D52D3840-59CC-4E41-838D-0D9BF1EB2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507" name="Shape 271">
              <a:extLst>
                <a:ext uri="{FF2B5EF4-FFF2-40B4-BE49-F238E27FC236}">
                  <a16:creationId xmlns:a16="http://schemas.microsoft.com/office/drawing/2014/main" id="{65816A9E-24FC-479C-8DAF-9E0A21A9B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3508" name="Shape 272">
              <a:extLst>
                <a:ext uri="{FF2B5EF4-FFF2-40B4-BE49-F238E27FC236}">
                  <a16:creationId xmlns:a16="http://schemas.microsoft.com/office/drawing/2014/main" id="{3574AE4F-5523-470A-B841-9AA0F36BDE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3509" name="Shape 273">
              <a:extLst>
                <a:ext uri="{FF2B5EF4-FFF2-40B4-BE49-F238E27FC236}">
                  <a16:creationId xmlns:a16="http://schemas.microsoft.com/office/drawing/2014/main" id="{46303060-B190-4668-91F7-C9D5C27E9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3510" name="Shape 274">
              <a:extLst>
                <a:ext uri="{FF2B5EF4-FFF2-40B4-BE49-F238E27FC236}">
                  <a16:creationId xmlns:a16="http://schemas.microsoft.com/office/drawing/2014/main" id="{BEE9AB5A-0EBB-4F1A-A5B7-D8FBD7A56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3511" name="Shape 275">
              <a:extLst>
                <a:ext uri="{FF2B5EF4-FFF2-40B4-BE49-F238E27FC236}">
                  <a16:creationId xmlns:a16="http://schemas.microsoft.com/office/drawing/2014/main" id="{433A2CD6-4F76-4FE6-B03F-B1EAE66C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2" name="Shape 276">
              <a:extLst>
                <a:ext uri="{FF2B5EF4-FFF2-40B4-BE49-F238E27FC236}">
                  <a16:creationId xmlns:a16="http://schemas.microsoft.com/office/drawing/2014/main" id="{06A96E0D-01BA-4CE3-A118-84AA4EA9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3" name="Shape 277">
              <a:extLst>
                <a:ext uri="{FF2B5EF4-FFF2-40B4-BE49-F238E27FC236}">
                  <a16:creationId xmlns:a16="http://schemas.microsoft.com/office/drawing/2014/main" id="{4583895B-A6C1-4AF3-8EA5-F5987F98B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3514" name="Shape 278">
              <a:extLst>
                <a:ext uri="{FF2B5EF4-FFF2-40B4-BE49-F238E27FC236}">
                  <a16:creationId xmlns:a16="http://schemas.microsoft.com/office/drawing/2014/main" id="{AABA2027-018C-498E-A734-922683D16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03473" name="TextBox 125">
            <a:extLst>
              <a:ext uri="{FF2B5EF4-FFF2-40B4-BE49-F238E27FC236}">
                <a16:creationId xmlns:a16="http://schemas.microsoft.com/office/drawing/2014/main" id="{5AFCEB09-A989-4966-B54B-109F19EDF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3213" y="6559550"/>
            <a:ext cx="24622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6.4 from the textbook ]</a:t>
            </a:r>
          </a:p>
        </p:txBody>
      </p:sp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Shape 1071">
            <a:extLst>
              <a:ext uri="{FF2B5EF4-FFF2-40B4-BE49-F238E27FC236}">
                <a16:creationId xmlns:a16="http://schemas.microsoft.com/office/drawing/2014/main" id="{8C2C12BE-DD5C-2145-9F14-B0D8848E3FD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j-lt"/>
                <a:ea typeface="ＭＳ Ｐゴシック" charset="0"/>
                <a:cs typeface="Times New Roman" charset="0"/>
                <a:sym typeface="Times New Roman" charset="0"/>
              </a:rPr>
              <a:t>A Better State Encoding</a:t>
            </a:r>
          </a:p>
        </p:txBody>
      </p:sp>
      <p:sp>
        <p:nvSpPr>
          <p:cNvPr id="105474" name="Shape 1072">
            <a:extLst>
              <a:ext uri="{FF2B5EF4-FFF2-40B4-BE49-F238E27FC236}">
                <a16:creationId xmlns:a16="http://schemas.microsoft.com/office/drawing/2014/main" id="{B22D333E-37CF-481A-860E-C008F8DA4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1295400"/>
            <a:ext cx="4625975" cy="127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75" name="Shape 1073">
            <a:extLst>
              <a:ext uri="{FF2B5EF4-FFF2-40B4-BE49-F238E27FC236}">
                <a16:creationId xmlns:a16="http://schemas.microsoft.com/office/drawing/2014/main" id="{9F20B911-A914-4460-A397-E18B5EE12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1328738"/>
            <a:ext cx="12700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76" name="Shape 1074">
            <a:extLst>
              <a:ext uri="{FF2B5EF4-FFF2-40B4-BE49-F238E27FC236}">
                <a16:creationId xmlns:a16="http://schemas.microsoft.com/office/drawing/2014/main" id="{18C12ABC-4A69-4D7B-8618-4654AAB69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77" name="Shape 1075">
            <a:extLst>
              <a:ext uri="{FF2B5EF4-FFF2-40B4-BE49-F238E27FC236}">
                <a16:creationId xmlns:a16="http://schemas.microsoft.com/office/drawing/2014/main" id="{68076E62-8217-401D-AD43-E3F0F7D183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1549400"/>
            <a:ext cx="10985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105478" name="Shape 1076">
            <a:extLst>
              <a:ext uri="{FF2B5EF4-FFF2-40B4-BE49-F238E27FC236}">
                <a16:creationId xmlns:a16="http://schemas.microsoft.com/office/drawing/2014/main" id="{CE0F61E9-8D41-453F-9FE4-6A30857214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79" name="Shape 1077">
            <a:extLst>
              <a:ext uri="{FF2B5EF4-FFF2-40B4-BE49-F238E27FC236}">
                <a16:creationId xmlns:a16="http://schemas.microsoft.com/office/drawing/2014/main" id="{25599571-40E9-4F10-BD26-C748A2C1D3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5263" y="1443038"/>
            <a:ext cx="1250950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105480" name="Shape 1078">
            <a:extLst>
              <a:ext uri="{FF2B5EF4-FFF2-40B4-BE49-F238E27FC236}">
                <a16:creationId xmlns:a16="http://schemas.microsoft.com/office/drawing/2014/main" id="{65A55A2D-2CD3-44A6-9A3C-90AAFF189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81" name="Shape 1079">
            <a:extLst>
              <a:ext uri="{FF2B5EF4-FFF2-40B4-BE49-F238E27FC236}">
                <a16:creationId xmlns:a16="http://schemas.microsoft.com/office/drawing/2014/main" id="{93C6DE58-F149-403E-874A-75E02C7F98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855788"/>
            <a:ext cx="223202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82" name="Shape 1080">
            <a:extLst>
              <a:ext uri="{FF2B5EF4-FFF2-40B4-BE49-F238E27FC236}">
                <a16:creationId xmlns:a16="http://schemas.microsoft.com/office/drawing/2014/main" id="{52E20103-F02B-4020-AF0F-E0F0A9947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1871663"/>
            <a:ext cx="12700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83" name="Shape 1081">
            <a:extLst>
              <a:ext uri="{FF2B5EF4-FFF2-40B4-BE49-F238E27FC236}">
                <a16:creationId xmlns:a16="http://schemas.microsoft.com/office/drawing/2014/main" id="{E5B1CDF0-ED8F-46CF-8FBD-2FB419858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8038" y="1549400"/>
            <a:ext cx="96996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</a:t>
            </a:r>
          </a:p>
        </p:txBody>
      </p:sp>
      <p:sp>
        <p:nvSpPr>
          <p:cNvPr id="105484" name="Shape 1082">
            <a:extLst>
              <a:ext uri="{FF2B5EF4-FFF2-40B4-BE49-F238E27FC236}">
                <a16:creationId xmlns:a16="http://schemas.microsoft.com/office/drawing/2014/main" id="{F90D3BC4-FC1B-4260-BE66-42F57159D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85" name="Shape 1083">
            <a:extLst>
              <a:ext uri="{FF2B5EF4-FFF2-40B4-BE49-F238E27FC236}">
                <a16:creationId xmlns:a16="http://schemas.microsoft.com/office/drawing/2014/main" id="{A18208DE-2413-4E7B-9BB3-7CAC2DB0FE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1876425"/>
            <a:ext cx="75723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105486" name="Shape 1084">
            <a:extLst>
              <a:ext uri="{FF2B5EF4-FFF2-40B4-BE49-F238E27FC236}">
                <a16:creationId xmlns:a16="http://schemas.microsoft.com/office/drawing/2014/main" id="{8FDC748A-BA38-4D54-84CD-EC5E92FA86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9188" y="1981200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5487" name="Shape 1085">
            <a:extLst>
              <a:ext uri="{FF2B5EF4-FFF2-40B4-BE49-F238E27FC236}">
                <a16:creationId xmlns:a16="http://schemas.microsoft.com/office/drawing/2014/main" id="{EC4344FC-52C7-45CB-9525-89938B5C5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5575" y="1981200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5488" name="Shape 1086">
            <a:extLst>
              <a:ext uri="{FF2B5EF4-FFF2-40B4-BE49-F238E27FC236}">
                <a16:creationId xmlns:a16="http://schemas.microsoft.com/office/drawing/2014/main" id="{481F891B-C0D0-4EDC-B85A-CD6A0F6DE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5138" y="1981200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5489" name="Shape 1087">
            <a:extLst>
              <a:ext uri="{FF2B5EF4-FFF2-40B4-BE49-F238E27FC236}">
                <a16:creationId xmlns:a16="http://schemas.microsoft.com/office/drawing/2014/main" id="{26D2B00F-1D2E-40D8-A359-014BBF697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5200" y="1981200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5490" name="Shape 1088">
            <a:extLst>
              <a:ext uri="{FF2B5EF4-FFF2-40B4-BE49-F238E27FC236}">
                <a16:creationId xmlns:a16="http://schemas.microsoft.com/office/drawing/2014/main" id="{AAC00D48-024E-4FBD-AA97-38BA2559E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5238" y="1981200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5491" name="Shape 1089">
            <a:extLst>
              <a:ext uri="{FF2B5EF4-FFF2-40B4-BE49-F238E27FC236}">
                <a16:creationId xmlns:a16="http://schemas.microsoft.com/office/drawing/2014/main" id="{C68827C8-0937-4320-BB6C-6979BF4632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92" name="Shape 1090">
            <a:extLst>
              <a:ext uri="{FF2B5EF4-FFF2-40B4-BE49-F238E27FC236}">
                <a16:creationId xmlns:a16="http://schemas.microsoft.com/office/drawing/2014/main" id="{ED26B1F8-D306-40BE-A96F-EF666AAA3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6388" y="1981200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05493" name="Shape 1091">
            <a:extLst>
              <a:ext uri="{FF2B5EF4-FFF2-40B4-BE49-F238E27FC236}">
                <a16:creationId xmlns:a16="http://schemas.microsoft.com/office/drawing/2014/main" id="{6515CD25-E5FD-4B85-9A9F-A4534796C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94" name="Shape 1092">
            <a:extLst>
              <a:ext uri="{FF2B5EF4-FFF2-40B4-BE49-F238E27FC236}">
                <a16:creationId xmlns:a16="http://schemas.microsoft.com/office/drawing/2014/main" id="{0949B75C-F398-41C9-BBA0-DDAF969F6E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2389188"/>
            <a:ext cx="462597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95" name="Shape 1093">
            <a:extLst>
              <a:ext uri="{FF2B5EF4-FFF2-40B4-BE49-F238E27FC236}">
                <a16:creationId xmlns:a16="http://schemas.microsoft.com/office/drawing/2014/main" id="{52E65AD9-EE98-45C8-BEEA-EDB1E366E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2408238"/>
            <a:ext cx="12700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96" name="Shape 1094">
            <a:extLst>
              <a:ext uri="{FF2B5EF4-FFF2-40B4-BE49-F238E27FC236}">
                <a16:creationId xmlns:a16="http://schemas.microsoft.com/office/drawing/2014/main" id="{354D2CA3-8B95-4D2A-A34F-3DDA5FD7D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0" y="1874838"/>
            <a:ext cx="195263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05497" name="Shape 1095">
            <a:extLst>
              <a:ext uri="{FF2B5EF4-FFF2-40B4-BE49-F238E27FC236}">
                <a16:creationId xmlns:a16="http://schemas.microsoft.com/office/drawing/2014/main" id="{BB0AB6F7-E4BB-4404-A59D-D1AAB5205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98" name="Shape 1096">
            <a:extLst>
              <a:ext uri="{FF2B5EF4-FFF2-40B4-BE49-F238E27FC236}">
                <a16:creationId xmlns:a16="http://schemas.microsoft.com/office/drawing/2014/main" id="{BDF423D8-6860-4158-BE12-55851C4C7E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25" y="2520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5499" name="Shape 1097">
            <a:extLst>
              <a:ext uri="{FF2B5EF4-FFF2-40B4-BE49-F238E27FC236}">
                <a16:creationId xmlns:a16="http://schemas.microsoft.com/office/drawing/2014/main" id="{76985254-ED3E-407E-9F3C-D358BC8374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2520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5500" name="Shape 1098">
            <a:extLst>
              <a:ext uri="{FF2B5EF4-FFF2-40B4-BE49-F238E27FC236}">
                <a16:creationId xmlns:a16="http://schemas.microsoft.com/office/drawing/2014/main" id="{2AF20AA5-4702-48D2-8D19-EB38934A8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01" name="Shape 1099">
            <a:extLst>
              <a:ext uri="{FF2B5EF4-FFF2-40B4-BE49-F238E27FC236}">
                <a16:creationId xmlns:a16="http://schemas.microsoft.com/office/drawing/2014/main" id="{9BBBA52C-5273-450C-B742-2A0F12B92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6188" y="2520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5502" name="Shape 1100">
            <a:extLst>
              <a:ext uri="{FF2B5EF4-FFF2-40B4-BE49-F238E27FC236}">
                <a16:creationId xmlns:a16="http://schemas.microsoft.com/office/drawing/2014/main" id="{5EB80499-3FA7-4E4D-9F93-B8F9030377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03" name="Shape 1101">
            <a:extLst>
              <a:ext uri="{FF2B5EF4-FFF2-40B4-BE49-F238E27FC236}">
                <a16:creationId xmlns:a16="http://schemas.microsoft.com/office/drawing/2014/main" id="{8B050814-F71C-4969-8638-AFFB0C2349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2878138"/>
            <a:ext cx="12700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04" name="Shape 1102">
            <a:extLst>
              <a:ext uri="{FF2B5EF4-FFF2-40B4-BE49-F238E27FC236}">
                <a16:creationId xmlns:a16="http://schemas.microsoft.com/office/drawing/2014/main" id="{4124431E-F2C0-42E2-AA3B-B3E0FACA6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7763" y="2520950"/>
            <a:ext cx="35401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5505" name="Shape 1103">
            <a:extLst>
              <a:ext uri="{FF2B5EF4-FFF2-40B4-BE49-F238E27FC236}">
                <a16:creationId xmlns:a16="http://schemas.microsoft.com/office/drawing/2014/main" id="{5C04508D-B6C4-49D2-AAC2-59395077F4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06" name="Shape 1104">
            <a:extLst>
              <a:ext uri="{FF2B5EF4-FFF2-40B4-BE49-F238E27FC236}">
                <a16:creationId xmlns:a16="http://schemas.microsoft.com/office/drawing/2014/main" id="{84DE335A-B789-482B-A051-45AC6ED4D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28717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5507" name="Shape 1105">
            <a:extLst>
              <a:ext uri="{FF2B5EF4-FFF2-40B4-BE49-F238E27FC236}">
                <a16:creationId xmlns:a16="http://schemas.microsoft.com/office/drawing/2014/main" id="{88955A06-E878-4DD7-8F0D-92A17ED0A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2871788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5508" name="Shape 1106">
            <a:extLst>
              <a:ext uri="{FF2B5EF4-FFF2-40B4-BE49-F238E27FC236}">
                <a16:creationId xmlns:a16="http://schemas.microsoft.com/office/drawing/2014/main" id="{A6F83DEA-F584-450A-94A9-23D4D20A2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09" name="Shape 1107">
            <a:extLst>
              <a:ext uri="{FF2B5EF4-FFF2-40B4-BE49-F238E27FC236}">
                <a16:creationId xmlns:a16="http://schemas.microsoft.com/office/drawing/2014/main" id="{A9512805-F2AD-4752-A37B-AFC9B0353B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5" y="28717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5510" name="Shape 1108">
            <a:extLst>
              <a:ext uri="{FF2B5EF4-FFF2-40B4-BE49-F238E27FC236}">
                <a16:creationId xmlns:a16="http://schemas.microsoft.com/office/drawing/2014/main" id="{ADB7E6C4-B4FF-40EE-BE48-80E0029C7F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11" name="Shape 1109">
            <a:extLst>
              <a:ext uri="{FF2B5EF4-FFF2-40B4-BE49-F238E27FC236}">
                <a16:creationId xmlns:a16="http://schemas.microsoft.com/office/drawing/2014/main" id="{174FC944-23C4-4D36-A47B-E3F2375790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3240088"/>
            <a:ext cx="12700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12" name="Shape 1110">
            <a:extLst>
              <a:ext uri="{FF2B5EF4-FFF2-40B4-BE49-F238E27FC236}">
                <a16:creationId xmlns:a16="http://schemas.microsoft.com/office/drawing/2014/main" id="{B3884909-FB76-4741-988B-9849E5528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350" y="2871788"/>
            <a:ext cx="35401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5513" name="Shape 1111">
            <a:extLst>
              <a:ext uri="{FF2B5EF4-FFF2-40B4-BE49-F238E27FC236}">
                <a16:creationId xmlns:a16="http://schemas.microsoft.com/office/drawing/2014/main" id="{5AD092E7-CF04-48E7-A34C-3750FEEBBB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14" name="Shape 1112">
            <a:extLst>
              <a:ext uri="{FF2B5EF4-FFF2-40B4-BE49-F238E27FC236}">
                <a16:creationId xmlns:a16="http://schemas.microsoft.com/office/drawing/2014/main" id="{1ABC81A5-FE1F-497C-B6C5-BA21FC4A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273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5515" name="Shape 1113">
            <a:extLst>
              <a:ext uri="{FF2B5EF4-FFF2-40B4-BE49-F238E27FC236}">
                <a16:creationId xmlns:a16="http://schemas.microsoft.com/office/drawing/2014/main" id="{9BA11AA6-70DB-4C41-8921-70348B813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3227388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5516" name="Shape 1114">
            <a:extLst>
              <a:ext uri="{FF2B5EF4-FFF2-40B4-BE49-F238E27FC236}">
                <a16:creationId xmlns:a16="http://schemas.microsoft.com/office/drawing/2014/main" id="{8EABAEE5-F93A-4914-B9F9-39D78E988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17" name="Shape 1115">
            <a:extLst>
              <a:ext uri="{FF2B5EF4-FFF2-40B4-BE49-F238E27FC236}">
                <a16:creationId xmlns:a16="http://schemas.microsoft.com/office/drawing/2014/main" id="{381726BF-1B63-40E1-B452-F46F15CD9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5" y="32273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5518" name="Shape 1116">
            <a:extLst>
              <a:ext uri="{FF2B5EF4-FFF2-40B4-BE49-F238E27FC236}">
                <a16:creationId xmlns:a16="http://schemas.microsoft.com/office/drawing/2014/main" id="{938EB9DF-1EF1-4AD1-93C6-D460D8EDC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19" name="Shape 1117">
            <a:extLst>
              <a:ext uri="{FF2B5EF4-FFF2-40B4-BE49-F238E27FC236}">
                <a16:creationId xmlns:a16="http://schemas.microsoft.com/office/drawing/2014/main" id="{CEB1E024-BFE8-4C0A-B462-B862ED7F37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3633788"/>
            <a:ext cx="4625975" cy="142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520" name="Shape 1118">
            <a:extLst>
              <a:ext uri="{FF2B5EF4-FFF2-40B4-BE49-F238E27FC236}">
                <a16:creationId xmlns:a16="http://schemas.microsoft.com/office/drawing/2014/main" id="{1EA97C0D-C560-46DA-A78C-97829DE2C6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350" y="3227388"/>
            <a:ext cx="35401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05521" name="Shape 1119">
            <a:extLst>
              <a:ext uri="{FF2B5EF4-FFF2-40B4-BE49-F238E27FC236}">
                <a16:creationId xmlns:a16="http://schemas.microsoft.com/office/drawing/2014/main" id="{30D27ADA-482F-43B5-9913-726C3E2568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3722688"/>
            <a:ext cx="7772400" cy="2598737"/>
          </a:xfrm>
        </p:spPr>
        <p:txBody>
          <a:bodyPr anchor="ctr"/>
          <a:lstStyle/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8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Suppose we encoded our states another way:</a:t>
            </a:r>
          </a:p>
          <a:p>
            <a:pPr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Char char="•"/>
            </a:pPr>
            <a:endParaRPr lang="en-US" altLang="en-US" sz="2800">
              <a:solidFill>
                <a:srgbClr val="000000"/>
              </a:solidFill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  <a:sym typeface="Times New Roman" panose="02020603050405020304" pitchFamily="18" charset="0"/>
            </a:endParaRP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8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~ 00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8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~ 01</a:t>
            </a:r>
          </a:p>
          <a:p>
            <a:pPr algn="ctr" eaLnBrk="1" hangingPunct="1">
              <a:spcBef>
                <a:spcPts val="638"/>
              </a:spcBef>
              <a:spcAft>
                <a:spcPct val="0"/>
              </a:spcAft>
              <a:buClr>
                <a:srgbClr val="000000"/>
              </a:buClr>
              <a:buFont typeface="Times New Roman" panose="02020603050405020304" pitchFamily="18" charset="0"/>
              <a:buNone/>
            </a:pPr>
            <a:r>
              <a:rPr lang="en-US" altLang="en-US" sz="2800">
                <a:solidFill>
                  <a:srgbClr val="000000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~ 11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hape 1223">
            <a:extLst>
              <a:ext uri="{FF2B5EF4-FFF2-40B4-BE49-F238E27FC236}">
                <a16:creationId xmlns:a16="http://schemas.microsoft.com/office/drawing/2014/main" id="{BE66477D-EEDA-42DF-AFC2-B87E66368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1295400"/>
            <a:ext cx="4625975" cy="127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0" name="Shape 1224">
            <a:extLst>
              <a:ext uri="{FF2B5EF4-FFF2-40B4-BE49-F238E27FC236}">
                <a16:creationId xmlns:a16="http://schemas.microsoft.com/office/drawing/2014/main" id="{CAEC5ACF-8FEA-4DA5-A925-FCA897722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1328738"/>
            <a:ext cx="12700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1" name="Shape 1225">
            <a:extLst>
              <a:ext uri="{FF2B5EF4-FFF2-40B4-BE49-F238E27FC236}">
                <a16:creationId xmlns:a16="http://schemas.microsoft.com/office/drawing/2014/main" id="{8ECEF786-F48D-47EC-9048-A113FD216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2" name="Shape 1226">
            <a:extLst>
              <a:ext uri="{FF2B5EF4-FFF2-40B4-BE49-F238E27FC236}">
                <a16:creationId xmlns:a16="http://schemas.microsoft.com/office/drawing/2014/main" id="{9C0C0CAC-8D3C-4D9A-B94A-4171DC669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1549400"/>
            <a:ext cx="10985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109573" name="Shape 1227">
            <a:extLst>
              <a:ext uri="{FF2B5EF4-FFF2-40B4-BE49-F238E27FC236}">
                <a16:creationId xmlns:a16="http://schemas.microsoft.com/office/drawing/2014/main" id="{917CD564-6828-402D-A339-451A9F8A3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4" name="Shape 1228">
            <a:extLst>
              <a:ext uri="{FF2B5EF4-FFF2-40B4-BE49-F238E27FC236}">
                <a16:creationId xmlns:a16="http://schemas.microsoft.com/office/drawing/2014/main" id="{C36435F6-07A2-4FCE-A4D0-D994049E6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5263" y="1443038"/>
            <a:ext cx="1250950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109575" name="Shape 1229">
            <a:extLst>
              <a:ext uri="{FF2B5EF4-FFF2-40B4-BE49-F238E27FC236}">
                <a16:creationId xmlns:a16="http://schemas.microsoft.com/office/drawing/2014/main" id="{AFD27CF4-66A5-439B-9ABE-775F33691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1328738"/>
            <a:ext cx="15875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6" name="Shape 1230">
            <a:extLst>
              <a:ext uri="{FF2B5EF4-FFF2-40B4-BE49-F238E27FC236}">
                <a16:creationId xmlns:a16="http://schemas.microsoft.com/office/drawing/2014/main" id="{71A4A3B7-4B51-4927-A4A9-6D09AFB6B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855788"/>
            <a:ext cx="223202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7" name="Shape 1231">
            <a:extLst>
              <a:ext uri="{FF2B5EF4-FFF2-40B4-BE49-F238E27FC236}">
                <a16:creationId xmlns:a16="http://schemas.microsoft.com/office/drawing/2014/main" id="{054F9C4F-7158-4420-BF53-681012466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1871663"/>
            <a:ext cx="12700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78" name="Shape 1232">
            <a:extLst>
              <a:ext uri="{FF2B5EF4-FFF2-40B4-BE49-F238E27FC236}">
                <a16:creationId xmlns:a16="http://schemas.microsoft.com/office/drawing/2014/main" id="{70CFDB99-9CE6-4D9C-B9A2-63F2DC950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8038" y="1549400"/>
            <a:ext cx="96996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Output</a:t>
            </a:r>
          </a:p>
        </p:txBody>
      </p:sp>
      <p:sp>
        <p:nvSpPr>
          <p:cNvPr id="109579" name="Shape 1233">
            <a:extLst>
              <a:ext uri="{FF2B5EF4-FFF2-40B4-BE49-F238E27FC236}">
                <a16:creationId xmlns:a16="http://schemas.microsoft.com/office/drawing/2014/main" id="{588BF23E-A9E3-4736-BBBC-30EF81A7C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80" name="Shape 1234">
            <a:extLst>
              <a:ext uri="{FF2B5EF4-FFF2-40B4-BE49-F238E27FC236}">
                <a16:creationId xmlns:a16="http://schemas.microsoft.com/office/drawing/2014/main" id="{B7F2A531-A01A-4D6F-AA0A-50791E5B0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1913" y="1876425"/>
            <a:ext cx="75723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109581" name="Shape 1235">
            <a:extLst>
              <a:ext uri="{FF2B5EF4-FFF2-40B4-BE49-F238E27FC236}">
                <a16:creationId xmlns:a16="http://schemas.microsoft.com/office/drawing/2014/main" id="{29387936-F8AB-41E1-8D0C-844351EB6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9188" y="1981200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9582" name="Shape 1236">
            <a:extLst>
              <a:ext uri="{FF2B5EF4-FFF2-40B4-BE49-F238E27FC236}">
                <a16:creationId xmlns:a16="http://schemas.microsoft.com/office/drawing/2014/main" id="{0E075D15-46B7-4652-BD2E-46F64DFDD8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5575" y="1981200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9583" name="Shape 1237">
            <a:extLst>
              <a:ext uri="{FF2B5EF4-FFF2-40B4-BE49-F238E27FC236}">
                <a16:creationId xmlns:a16="http://schemas.microsoft.com/office/drawing/2014/main" id="{AE000C2E-C236-47B5-95F4-B7084CA17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5138" y="1981200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9584" name="Shape 1238">
            <a:extLst>
              <a:ext uri="{FF2B5EF4-FFF2-40B4-BE49-F238E27FC236}">
                <a16:creationId xmlns:a16="http://schemas.microsoft.com/office/drawing/2014/main" id="{C6B9F06A-D3BD-4D99-A13D-0C43592AA8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5200" y="1981200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09585" name="Shape 1239">
            <a:extLst>
              <a:ext uri="{FF2B5EF4-FFF2-40B4-BE49-F238E27FC236}">
                <a16:creationId xmlns:a16="http://schemas.microsoft.com/office/drawing/2014/main" id="{C62FF503-7282-4FF8-AEB9-0CF5D7571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5238" y="1981200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09586" name="Shape 1240">
            <a:extLst>
              <a:ext uri="{FF2B5EF4-FFF2-40B4-BE49-F238E27FC236}">
                <a16:creationId xmlns:a16="http://schemas.microsoft.com/office/drawing/2014/main" id="{1C41EF27-DCC6-4EBE-AE9C-0FF7E1B7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87" name="Shape 1241">
            <a:extLst>
              <a:ext uri="{FF2B5EF4-FFF2-40B4-BE49-F238E27FC236}">
                <a16:creationId xmlns:a16="http://schemas.microsoft.com/office/drawing/2014/main" id="{7625C71F-7718-4814-8C63-4A769D971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6388" y="1981200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09588" name="Shape 1242">
            <a:extLst>
              <a:ext uri="{FF2B5EF4-FFF2-40B4-BE49-F238E27FC236}">
                <a16:creationId xmlns:a16="http://schemas.microsoft.com/office/drawing/2014/main" id="{E0F437A2-FA66-4BAC-8224-81D12B9770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1871663"/>
            <a:ext cx="15875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89" name="Shape 1243">
            <a:extLst>
              <a:ext uri="{FF2B5EF4-FFF2-40B4-BE49-F238E27FC236}">
                <a16:creationId xmlns:a16="http://schemas.microsoft.com/office/drawing/2014/main" id="{DEDE5876-4B30-4601-84F1-D2D8CF734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2389188"/>
            <a:ext cx="462597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0" name="Shape 1244">
            <a:extLst>
              <a:ext uri="{FF2B5EF4-FFF2-40B4-BE49-F238E27FC236}">
                <a16:creationId xmlns:a16="http://schemas.microsoft.com/office/drawing/2014/main" id="{AAE4951D-BDE8-4C66-AA0C-BA27A93C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2408238"/>
            <a:ext cx="12700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1" name="Shape 1245">
            <a:extLst>
              <a:ext uri="{FF2B5EF4-FFF2-40B4-BE49-F238E27FC236}">
                <a16:creationId xmlns:a16="http://schemas.microsoft.com/office/drawing/2014/main" id="{23DB4DC3-C2DA-48CD-AA82-8BA3C0C621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3000" y="1874838"/>
            <a:ext cx="195263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09592" name="Shape 1246">
            <a:extLst>
              <a:ext uri="{FF2B5EF4-FFF2-40B4-BE49-F238E27FC236}">
                <a16:creationId xmlns:a16="http://schemas.microsoft.com/office/drawing/2014/main" id="{DB416595-53C1-43A2-9EE6-B7C6B33BFB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3" name="Shape 1247">
            <a:extLst>
              <a:ext uri="{FF2B5EF4-FFF2-40B4-BE49-F238E27FC236}">
                <a16:creationId xmlns:a16="http://schemas.microsoft.com/office/drawing/2014/main" id="{A94A94EE-9C0A-4C3B-9533-FF48DC2B01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25" y="2520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9594" name="Shape 1248">
            <a:extLst>
              <a:ext uri="{FF2B5EF4-FFF2-40B4-BE49-F238E27FC236}">
                <a16:creationId xmlns:a16="http://schemas.microsoft.com/office/drawing/2014/main" id="{F1EB5934-6222-4976-BBEA-25D99367C9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3825" y="2520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9595" name="Shape 1249">
            <a:extLst>
              <a:ext uri="{FF2B5EF4-FFF2-40B4-BE49-F238E27FC236}">
                <a16:creationId xmlns:a16="http://schemas.microsoft.com/office/drawing/2014/main" id="{533DD8F2-26E8-4ABC-AD00-3606714165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6" name="Shape 1250">
            <a:extLst>
              <a:ext uri="{FF2B5EF4-FFF2-40B4-BE49-F238E27FC236}">
                <a16:creationId xmlns:a16="http://schemas.microsoft.com/office/drawing/2014/main" id="{D6246843-A81A-44AF-A3AC-4387DBCBD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6188" y="2520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9597" name="Shape 1251">
            <a:extLst>
              <a:ext uri="{FF2B5EF4-FFF2-40B4-BE49-F238E27FC236}">
                <a16:creationId xmlns:a16="http://schemas.microsoft.com/office/drawing/2014/main" id="{A2C0A16E-9DC4-4B7E-96B9-CF6A873B3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408238"/>
            <a:ext cx="15875" cy="4699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8" name="Shape 1252">
            <a:extLst>
              <a:ext uri="{FF2B5EF4-FFF2-40B4-BE49-F238E27FC236}">
                <a16:creationId xmlns:a16="http://schemas.microsoft.com/office/drawing/2014/main" id="{1690D569-4EB0-44FB-997A-57CADBD3E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2878138"/>
            <a:ext cx="12700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599" name="Shape 1253">
            <a:extLst>
              <a:ext uri="{FF2B5EF4-FFF2-40B4-BE49-F238E27FC236}">
                <a16:creationId xmlns:a16="http://schemas.microsoft.com/office/drawing/2014/main" id="{BCFD1965-5165-4AD1-8C10-4AEFD139B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7763" y="2520950"/>
            <a:ext cx="35401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9600" name="Shape 1254">
            <a:extLst>
              <a:ext uri="{FF2B5EF4-FFF2-40B4-BE49-F238E27FC236}">
                <a16:creationId xmlns:a16="http://schemas.microsoft.com/office/drawing/2014/main" id="{AAFD6D6E-F5D9-48EA-9752-F82226017D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01" name="Shape 1255">
            <a:extLst>
              <a:ext uri="{FF2B5EF4-FFF2-40B4-BE49-F238E27FC236}">
                <a16:creationId xmlns:a16="http://schemas.microsoft.com/office/drawing/2014/main" id="{62C275D8-0F9C-45CC-94C5-847EE3AFE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28717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B </a:t>
            </a:r>
          </a:p>
        </p:txBody>
      </p:sp>
      <p:sp>
        <p:nvSpPr>
          <p:cNvPr id="109602" name="Shape 1256">
            <a:extLst>
              <a:ext uri="{FF2B5EF4-FFF2-40B4-BE49-F238E27FC236}">
                <a16:creationId xmlns:a16="http://schemas.microsoft.com/office/drawing/2014/main" id="{F2F8CF45-0640-4344-B486-ED03421BC0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2871788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9603" name="Shape 1257">
            <a:extLst>
              <a:ext uri="{FF2B5EF4-FFF2-40B4-BE49-F238E27FC236}">
                <a16:creationId xmlns:a16="http://schemas.microsoft.com/office/drawing/2014/main" id="{4DBE2286-150F-4ECF-BCB7-728142446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04" name="Shape 1258">
            <a:extLst>
              <a:ext uri="{FF2B5EF4-FFF2-40B4-BE49-F238E27FC236}">
                <a16:creationId xmlns:a16="http://schemas.microsoft.com/office/drawing/2014/main" id="{8187B577-65F1-48FE-84F8-52852BD981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5" y="28717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9605" name="Shape 1259">
            <a:extLst>
              <a:ext uri="{FF2B5EF4-FFF2-40B4-BE49-F238E27FC236}">
                <a16:creationId xmlns:a16="http://schemas.microsoft.com/office/drawing/2014/main" id="{1BF0A2B3-A2ED-4429-AC02-93BD76943E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2878138"/>
            <a:ext cx="15875" cy="3556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06" name="Shape 1260">
            <a:extLst>
              <a:ext uri="{FF2B5EF4-FFF2-40B4-BE49-F238E27FC236}">
                <a16:creationId xmlns:a16="http://schemas.microsoft.com/office/drawing/2014/main" id="{D8190A47-907F-4016-A2B4-6BCA6D060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3" y="3240088"/>
            <a:ext cx="12700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07" name="Shape 1261">
            <a:extLst>
              <a:ext uri="{FF2B5EF4-FFF2-40B4-BE49-F238E27FC236}">
                <a16:creationId xmlns:a16="http://schemas.microsoft.com/office/drawing/2014/main" id="{6E3973D7-CDC0-49AE-9ADF-2F800E9C9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350" y="2871788"/>
            <a:ext cx="35401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09608" name="Shape 1262">
            <a:extLst>
              <a:ext uri="{FF2B5EF4-FFF2-40B4-BE49-F238E27FC236}">
                <a16:creationId xmlns:a16="http://schemas.microsoft.com/office/drawing/2014/main" id="{A8D72F83-250A-4DC0-BC59-2CE08721E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2975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09" name="Shape 1263">
            <a:extLst>
              <a:ext uri="{FF2B5EF4-FFF2-40B4-BE49-F238E27FC236}">
                <a16:creationId xmlns:a16="http://schemas.microsoft.com/office/drawing/2014/main" id="{1E3E5DC4-4C36-478F-B499-03AEE2F586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273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9610" name="Shape 1264">
            <a:extLst>
              <a:ext uri="{FF2B5EF4-FFF2-40B4-BE49-F238E27FC236}">
                <a16:creationId xmlns:a16="http://schemas.microsoft.com/office/drawing/2014/main" id="{DE83D6D7-4208-43B9-B4DE-3B66A4347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3227388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A </a:t>
            </a:r>
          </a:p>
        </p:txBody>
      </p:sp>
      <p:sp>
        <p:nvSpPr>
          <p:cNvPr id="109611" name="Shape 1265">
            <a:extLst>
              <a:ext uri="{FF2B5EF4-FFF2-40B4-BE49-F238E27FC236}">
                <a16:creationId xmlns:a16="http://schemas.microsoft.com/office/drawing/2014/main" id="{A8D5BA22-C1B0-4FC7-B67B-C1FBAF9E7A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3888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2" name="Shape 1266">
            <a:extLst>
              <a:ext uri="{FF2B5EF4-FFF2-40B4-BE49-F238E27FC236}">
                <a16:creationId xmlns:a16="http://schemas.microsoft.com/office/drawing/2014/main" id="{2853C61C-239E-40FB-8BF0-83AEB546F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5" y="3227388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 </a:t>
            </a:r>
          </a:p>
        </p:txBody>
      </p:sp>
      <p:sp>
        <p:nvSpPr>
          <p:cNvPr id="109613" name="Shape 1267">
            <a:extLst>
              <a:ext uri="{FF2B5EF4-FFF2-40B4-BE49-F238E27FC236}">
                <a16:creationId xmlns:a16="http://schemas.microsoft.com/office/drawing/2014/main" id="{AD60BC24-6396-4BF9-9173-CC3A47931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3" y="3240088"/>
            <a:ext cx="15875" cy="4079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4" name="Shape 1268">
            <a:extLst>
              <a:ext uri="{FF2B5EF4-FFF2-40B4-BE49-F238E27FC236}">
                <a16:creationId xmlns:a16="http://schemas.microsoft.com/office/drawing/2014/main" id="{267D0381-4951-4574-9975-2FDFF460BE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3633788"/>
            <a:ext cx="4625975" cy="14287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5" name="Shape 1269">
            <a:extLst>
              <a:ext uri="{FF2B5EF4-FFF2-40B4-BE49-F238E27FC236}">
                <a16:creationId xmlns:a16="http://schemas.microsoft.com/office/drawing/2014/main" id="{77C9444B-36D1-44AF-BEB5-D65A90DC12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350" y="3227388"/>
            <a:ext cx="35401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09616" name="Shape 1270">
            <a:extLst>
              <a:ext uri="{FF2B5EF4-FFF2-40B4-BE49-F238E27FC236}">
                <a16:creationId xmlns:a16="http://schemas.microsoft.com/office/drawing/2014/main" id="{A2A47B61-1E4D-4613-B439-E79EF4B82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3844925"/>
            <a:ext cx="12700" cy="4683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7" name="Shape 1271">
            <a:extLst>
              <a:ext uri="{FF2B5EF4-FFF2-40B4-BE49-F238E27FC236}">
                <a16:creationId xmlns:a16="http://schemas.microsoft.com/office/drawing/2014/main" id="{5DCE4A0B-B1EA-4A1B-AB5A-4F83E4722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4313238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8" name="Shape 1272">
            <a:extLst>
              <a:ext uri="{FF2B5EF4-FFF2-40B4-BE49-F238E27FC236}">
                <a16:creationId xmlns:a16="http://schemas.microsoft.com/office/drawing/2014/main" id="{E724ADCB-D22A-4B04-B6AD-785493A3B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9350" y="4783138"/>
            <a:ext cx="1914525" cy="127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19" name="Shape 1273">
            <a:extLst>
              <a:ext uri="{FF2B5EF4-FFF2-40B4-BE49-F238E27FC236}">
                <a16:creationId xmlns:a16="http://schemas.microsoft.com/office/drawing/2014/main" id="{07EC7B16-4DC8-4DB6-876A-E03DD5015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4770438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20" name="Shape 1274">
            <a:extLst>
              <a:ext uri="{FF2B5EF4-FFF2-40B4-BE49-F238E27FC236}">
                <a16:creationId xmlns:a16="http://schemas.microsoft.com/office/drawing/2014/main" id="{BB17BA24-2E3C-4BFD-891D-7B2CA3E19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5230813"/>
            <a:ext cx="12700" cy="4032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21" name="Shape 1275">
            <a:extLst>
              <a:ext uri="{FF2B5EF4-FFF2-40B4-BE49-F238E27FC236}">
                <a16:creationId xmlns:a16="http://schemas.microsoft.com/office/drawing/2014/main" id="{70DF874D-F648-4C6B-9F60-AFE9537BE2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5634038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22" name="Shape 1276">
            <a:extLst>
              <a:ext uri="{FF2B5EF4-FFF2-40B4-BE49-F238E27FC236}">
                <a16:creationId xmlns:a16="http://schemas.microsoft.com/office/drawing/2014/main" id="{3CE5E8D4-3359-4357-8844-EB3A58A24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5938838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9623" name="Shape 1277">
            <a:extLst>
              <a:ext uri="{FF2B5EF4-FFF2-40B4-BE49-F238E27FC236}">
                <a16:creationId xmlns:a16="http://schemas.microsoft.com/office/drawing/2014/main" id="{2C40EEBB-33B4-4AB9-9A47-C558DC075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950" y="6248400"/>
            <a:ext cx="12700" cy="3508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09624" name="Shape 1278">
            <a:extLst>
              <a:ext uri="{FF2B5EF4-FFF2-40B4-BE49-F238E27FC236}">
                <a16:creationId xmlns:a16="http://schemas.microsoft.com/office/drawing/2014/main" id="{E728C507-8734-4BCB-97EC-08BA0E2508E9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3844925"/>
            <a:ext cx="4295775" cy="2754313"/>
            <a:chOff x="2295525" y="1711325"/>
            <a:chExt cx="4295811" cy="2754212"/>
          </a:xfrm>
        </p:grpSpPr>
        <p:sp>
          <p:nvSpPr>
            <p:cNvPr id="109627" name="Shape 1279">
              <a:extLst>
                <a:ext uri="{FF2B5EF4-FFF2-40B4-BE49-F238E27FC236}">
                  <a16:creationId xmlns:a16="http://schemas.microsoft.com/office/drawing/2014/main" id="{6AC5FC36-225C-45A6-83E1-2A1AD7B05B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3967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28" name="Shape 1280">
              <a:extLst>
                <a:ext uri="{FF2B5EF4-FFF2-40B4-BE49-F238E27FC236}">
                  <a16:creationId xmlns:a16="http://schemas.microsoft.com/office/drawing/2014/main" id="{209C4AC4-7FDD-463D-A186-7F6A0303D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29" name="Shape 1281">
              <a:extLst>
                <a:ext uri="{FF2B5EF4-FFF2-40B4-BE49-F238E27FC236}">
                  <a16:creationId xmlns:a16="http://schemas.microsoft.com/office/drawing/2014/main" id="{49D95DD0-C1D7-4A20-8498-67774E161C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30" name="Shape 1282">
              <a:extLst>
                <a:ext uri="{FF2B5EF4-FFF2-40B4-BE49-F238E27FC236}">
                  <a16:creationId xmlns:a16="http://schemas.microsoft.com/office/drawing/2014/main" id="{E3645703-50FD-4A7E-B45A-967200A05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886" y="1971675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09631" name="Shape 1283">
              <a:extLst>
                <a:ext uri="{FF2B5EF4-FFF2-40B4-BE49-F238E27FC236}">
                  <a16:creationId xmlns:a16="http://schemas.microsoft.com/office/drawing/2014/main" id="{7E604C23-F7F3-4085-87A4-8D654EF1A2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32" name="Shape 1284">
              <a:extLst>
                <a:ext uri="{FF2B5EF4-FFF2-40B4-BE49-F238E27FC236}">
                  <a16:creationId xmlns:a16="http://schemas.microsoft.com/office/drawing/2014/main" id="{BFFA7594-4A95-481A-BFA0-C1447A86F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9350" y="2192336"/>
              <a:ext cx="19145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33" name="Shape 1285">
              <a:extLst>
                <a:ext uri="{FF2B5EF4-FFF2-40B4-BE49-F238E27FC236}">
                  <a16:creationId xmlns:a16="http://schemas.microsoft.com/office/drawing/2014/main" id="{EEF93DB6-E915-4FB2-A888-F05E82157D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34" name="Shape 1286">
              <a:extLst>
                <a:ext uri="{FF2B5EF4-FFF2-40B4-BE49-F238E27FC236}">
                  <a16:creationId xmlns:a16="http://schemas.microsoft.com/office/drawing/2014/main" id="{3C4C430F-6A19-46E2-B0AE-ED899EC587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7500" y="1825625"/>
              <a:ext cx="10842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09635" name="Shape 1287">
              <a:extLst>
                <a:ext uri="{FF2B5EF4-FFF2-40B4-BE49-F238E27FC236}">
                  <a16:creationId xmlns:a16="http://schemas.microsoft.com/office/drawing/2014/main" id="{F2081578-ECD6-4980-BD85-55A6B13834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36" name="Shape 1288">
              <a:extLst>
                <a:ext uri="{FF2B5EF4-FFF2-40B4-BE49-F238E27FC236}">
                  <a16:creationId xmlns:a16="http://schemas.microsoft.com/office/drawing/2014/main" id="{A38D0998-C1EA-4A76-A51D-7B0BD2C6E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4175" y="2293936"/>
              <a:ext cx="527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09637" name="Shape 1289">
              <a:extLst>
                <a:ext uri="{FF2B5EF4-FFF2-40B4-BE49-F238E27FC236}">
                  <a16:creationId xmlns:a16="http://schemas.microsoft.com/office/drawing/2014/main" id="{A3EAAAF0-7C12-4C6B-93A3-996C57C86F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22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9638" name="Shape 1290">
              <a:extLst>
                <a:ext uri="{FF2B5EF4-FFF2-40B4-BE49-F238E27FC236}">
                  <a16:creationId xmlns:a16="http://schemas.microsoft.com/office/drawing/2014/main" id="{B7134B40-3235-42D5-82CB-B44E7D83B6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2575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9639" name="Shape 1291">
              <a:extLst>
                <a:ext uri="{FF2B5EF4-FFF2-40B4-BE49-F238E27FC236}">
                  <a16:creationId xmlns:a16="http://schemas.microsoft.com/office/drawing/2014/main" id="{34FB2664-34BE-4B60-B787-E8B5A03549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6100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9640" name="Shape 1292">
              <a:extLst>
                <a:ext uri="{FF2B5EF4-FFF2-40B4-BE49-F238E27FC236}">
                  <a16:creationId xmlns:a16="http://schemas.microsoft.com/office/drawing/2014/main" id="{11298B8F-A4B4-4F64-AF62-C400BBE77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09641" name="Shape 1293">
              <a:extLst>
                <a:ext uri="{FF2B5EF4-FFF2-40B4-BE49-F238E27FC236}">
                  <a16:creationId xmlns:a16="http://schemas.microsoft.com/office/drawing/2014/main" id="{22DDADC0-C588-476E-90E9-90C3351582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6662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09642" name="Shape 1294">
              <a:extLst>
                <a:ext uri="{FF2B5EF4-FFF2-40B4-BE49-F238E27FC236}">
                  <a16:creationId xmlns:a16="http://schemas.microsoft.com/office/drawing/2014/main" id="{63F7FF74-783F-4B61-8F0F-89FD1AD019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43" name="Shape 1295">
              <a:extLst>
                <a:ext uri="{FF2B5EF4-FFF2-40B4-BE49-F238E27FC236}">
                  <a16:creationId xmlns:a16="http://schemas.microsoft.com/office/drawing/2014/main" id="{B305F4EC-9D41-4C6B-AA0C-F461A587A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362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9644" name="Shape 1296">
              <a:extLst>
                <a:ext uri="{FF2B5EF4-FFF2-40B4-BE49-F238E27FC236}">
                  <a16:creationId xmlns:a16="http://schemas.microsoft.com/office/drawing/2014/main" id="{707BF4B0-7795-460F-AE16-E23EE5E3C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45" name="Shape 1297">
              <a:extLst>
                <a:ext uri="{FF2B5EF4-FFF2-40B4-BE49-F238E27FC236}">
                  <a16:creationId xmlns:a16="http://schemas.microsoft.com/office/drawing/2014/main" id="{6BFAE619-388B-475F-976C-F5B101D5B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3575" y="2203450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</a:t>
              </a:r>
            </a:p>
          </p:txBody>
        </p:sp>
        <p:sp>
          <p:nvSpPr>
            <p:cNvPr id="109646" name="Shape 1298">
              <a:extLst>
                <a:ext uri="{FF2B5EF4-FFF2-40B4-BE49-F238E27FC236}">
                  <a16:creationId xmlns:a16="http://schemas.microsoft.com/office/drawing/2014/main" id="{E920F27D-9863-463A-AB9E-75F107B35C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7825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47" name="Shape 1299">
              <a:extLst>
                <a:ext uri="{FF2B5EF4-FFF2-40B4-BE49-F238E27FC236}">
                  <a16:creationId xmlns:a16="http://schemas.microsoft.com/office/drawing/2014/main" id="{2DA46B82-DF94-4713-A962-54B43D02F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65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09648" name="Shape 1300">
              <a:extLst>
                <a:ext uri="{FF2B5EF4-FFF2-40B4-BE49-F238E27FC236}">
                  <a16:creationId xmlns:a16="http://schemas.microsoft.com/office/drawing/2014/main" id="{4C3D51BB-DE34-4F7F-87DE-62ACA8327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950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49" name="Shape 1301">
              <a:extLst>
                <a:ext uri="{FF2B5EF4-FFF2-40B4-BE49-F238E27FC236}">
                  <a16:creationId xmlns:a16="http://schemas.microsoft.com/office/drawing/2014/main" id="{841473ED-D8B4-406A-B3A7-D38B8A130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50" name="Shape 1302">
              <a:extLst>
                <a:ext uri="{FF2B5EF4-FFF2-40B4-BE49-F238E27FC236}">
                  <a16:creationId xmlns:a16="http://schemas.microsoft.com/office/drawing/2014/main" id="{C7458099-23E4-43BD-B460-59D0A2785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1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9651" name="Shape 1303">
              <a:extLst>
                <a:ext uri="{FF2B5EF4-FFF2-40B4-BE49-F238E27FC236}">
                  <a16:creationId xmlns:a16="http://schemas.microsoft.com/office/drawing/2014/main" id="{65AE1719-8247-4BCA-AB01-8599555CA7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725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52" name="Shape 1304">
              <a:extLst>
                <a:ext uri="{FF2B5EF4-FFF2-40B4-BE49-F238E27FC236}">
                  <a16:creationId xmlns:a16="http://schemas.microsoft.com/office/drawing/2014/main" id="{0158FE55-8D43-4730-BA86-94EC4C9AF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3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09653" name="Shape 1305">
              <a:extLst>
                <a:ext uri="{FF2B5EF4-FFF2-40B4-BE49-F238E27FC236}">
                  <a16:creationId xmlns:a16="http://schemas.microsoft.com/office/drawing/2014/main" id="{5437684C-5CF0-4857-83AB-75BB2D7EF3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92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54" name="Shape 1306">
              <a:extLst>
                <a:ext uri="{FF2B5EF4-FFF2-40B4-BE49-F238E27FC236}">
                  <a16:creationId xmlns:a16="http://schemas.microsoft.com/office/drawing/2014/main" id="{45934698-E781-42A7-AB06-3078BFDF2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9655" name="Shape 1307">
              <a:extLst>
                <a:ext uri="{FF2B5EF4-FFF2-40B4-BE49-F238E27FC236}">
                  <a16:creationId xmlns:a16="http://schemas.microsoft.com/office/drawing/2014/main" id="{2868B488-E620-47A1-A5A0-92239475C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2987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56" name="Shape 1308">
              <a:extLst>
                <a:ext uri="{FF2B5EF4-FFF2-40B4-BE49-F238E27FC236}">
                  <a16:creationId xmlns:a16="http://schemas.microsoft.com/office/drawing/2014/main" id="{9C6FDB4A-43A2-45CE-A7AF-96D54B2F29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9037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09657" name="Shape 1309">
              <a:extLst>
                <a:ext uri="{FF2B5EF4-FFF2-40B4-BE49-F238E27FC236}">
                  <a16:creationId xmlns:a16="http://schemas.microsoft.com/office/drawing/2014/main" id="{7834D9B0-5D78-483D-BB9C-A12C934A04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17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09658" name="Shape 1310">
              <a:extLst>
                <a:ext uri="{FF2B5EF4-FFF2-40B4-BE49-F238E27FC236}">
                  <a16:creationId xmlns:a16="http://schemas.microsoft.com/office/drawing/2014/main" id="{88868D4B-7493-4DDE-980B-C8EB5E1ED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59" name="Shape 1311">
              <a:extLst>
                <a:ext uri="{FF2B5EF4-FFF2-40B4-BE49-F238E27FC236}">
                  <a16:creationId xmlns:a16="http://schemas.microsoft.com/office/drawing/2014/main" id="{A3CCDC18-B825-45F3-9186-D7D467E73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78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9660" name="Shape 1312">
              <a:extLst>
                <a:ext uri="{FF2B5EF4-FFF2-40B4-BE49-F238E27FC236}">
                  <a16:creationId xmlns:a16="http://schemas.microsoft.com/office/drawing/2014/main" id="{5A1E5491-75C9-436E-A09B-C7C0AC133D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106736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61" name="Shape 1313">
              <a:extLst>
                <a:ext uri="{FF2B5EF4-FFF2-40B4-BE49-F238E27FC236}">
                  <a16:creationId xmlns:a16="http://schemas.microsoft.com/office/drawing/2014/main" id="{68763BE6-B153-4806-B270-6E3C3A34F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2568575"/>
              <a:ext cx="1620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sp>
          <p:nvSpPr>
            <p:cNvPr id="109662" name="Shape 1314">
              <a:extLst>
                <a:ext uri="{FF2B5EF4-FFF2-40B4-BE49-F238E27FC236}">
                  <a16:creationId xmlns:a16="http://schemas.microsoft.com/office/drawing/2014/main" id="{D4E2D9A1-D0A8-4FA2-A70E-CE52D50553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63" name="Shape 1315">
              <a:extLst>
                <a:ext uri="{FF2B5EF4-FFF2-40B4-BE49-F238E27FC236}">
                  <a16:creationId xmlns:a16="http://schemas.microsoft.com/office/drawing/2014/main" id="{BE94D8FA-6C39-453F-909A-78CE02E36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525" y="3200400"/>
              <a:ext cx="247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109664" name="Shape 1316">
              <a:extLst>
                <a:ext uri="{FF2B5EF4-FFF2-40B4-BE49-F238E27FC236}">
                  <a16:creationId xmlns:a16="http://schemas.microsoft.com/office/drawing/2014/main" id="{282754B0-E890-4650-91F4-1EF5BD1471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65" name="Shape 1317">
              <a:extLst>
                <a:ext uri="{FF2B5EF4-FFF2-40B4-BE49-F238E27FC236}">
                  <a16:creationId xmlns:a16="http://schemas.microsoft.com/office/drawing/2014/main" id="{BC8E78B1-F52C-4502-B28A-898C291AC7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09666" name="Shape 1318">
              <a:extLst>
                <a:ext uri="{FF2B5EF4-FFF2-40B4-BE49-F238E27FC236}">
                  <a16:creationId xmlns:a16="http://schemas.microsoft.com/office/drawing/2014/main" id="{1FC507FC-2F9B-47E4-A084-FC96B6A2D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5900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09667" name="Shape 1319">
              <a:extLst>
                <a:ext uri="{FF2B5EF4-FFF2-40B4-BE49-F238E27FC236}">
                  <a16:creationId xmlns:a16="http://schemas.microsoft.com/office/drawing/2014/main" id="{AD401695-2DBC-4FCD-A312-8F2DE3E6E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68" name="Shape 1320">
              <a:extLst>
                <a:ext uri="{FF2B5EF4-FFF2-40B4-BE49-F238E27FC236}">
                  <a16:creationId xmlns:a16="http://schemas.microsoft.com/office/drawing/2014/main" id="{9BC54AF7-9D2C-47B9-94ED-170CF2738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157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09669" name="Shape 1321">
              <a:extLst>
                <a:ext uri="{FF2B5EF4-FFF2-40B4-BE49-F238E27FC236}">
                  <a16:creationId xmlns:a16="http://schemas.microsoft.com/office/drawing/2014/main" id="{F953D1FA-580E-4013-82BD-3292AF5F2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2975" y="32004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9670" name="Shape 1322">
              <a:extLst>
                <a:ext uri="{FF2B5EF4-FFF2-40B4-BE49-F238E27FC236}">
                  <a16:creationId xmlns:a16="http://schemas.microsoft.com/office/drawing/2014/main" id="{E7BBABAD-1092-4D16-B322-2881EF42D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71" name="Shape 1323">
              <a:extLst>
                <a:ext uri="{FF2B5EF4-FFF2-40B4-BE49-F238E27FC236}">
                  <a16:creationId xmlns:a16="http://schemas.microsoft.com/office/drawing/2014/main" id="{BEE309AB-FF48-40A3-8BD2-4C3E8FF5D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505200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109672" name="Shape 1324">
              <a:extLst>
                <a:ext uri="{FF2B5EF4-FFF2-40B4-BE49-F238E27FC236}">
                  <a16:creationId xmlns:a16="http://schemas.microsoft.com/office/drawing/2014/main" id="{60298DE9-A840-40A1-BE87-8CD3EC7BE7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73" name="Shape 1325">
              <a:extLst>
                <a:ext uri="{FF2B5EF4-FFF2-40B4-BE49-F238E27FC236}">
                  <a16:creationId xmlns:a16="http://schemas.microsoft.com/office/drawing/2014/main" id="{C3A535FB-9D97-4BFB-8B25-961610337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09674" name="Shape 1326">
              <a:extLst>
                <a:ext uri="{FF2B5EF4-FFF2-40B4-BE49-F238E27FC236}">
                  <a16:creationId xmlns:a16="http://schemas.microsoft.com/office/drawing/2014/main" id="{07A629BC-2E30-4EEC-B2E9-5A45C6E46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7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09675" name="Shape 1327">
              <a:extLst>
                <a:ext uri="{FF2B5EF4-FFF2-40B4-BE49-F238E27FC236}">
                  <a16:creationId xmlns:a16="http://schemas.microsoft.com/office/drawing/2014/main" id="{672489CB-1EE2-4EB9-9F9C-581C65513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76" name="Shape 1328">
              <a:extLst>
                <a:ext uri="{FF2B5EF4-FFF2-40B4-BE49-F238E27FC236}">
                  <a16:creationId xmlns:a16="http://schemas.microsoft.com/office/drawing/2014/main" id="{2C8BDDB8-C59A-45A1-A826-61C69B0CA9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505200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09677" name="Shape 1329">
              <a:extLst>
                <a:ext uri="{FF2B5EF4-FFF2-40B4-BE49-F238E27FC236}">
                  <a16:creationId xmlns:a16="http://schemas.microsoft.com/office/drawing/2014/main" id="{69924120-66DF-4279-A7CF-E8D53BC8B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5052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09678" name="Shape 1330">
              <a:extLst>
                <a:ext uri="{FF2B5EF4-FFF2-40B4-BE49-F238E27FC236}">
                  <a16:creationId xmlns:a16="http://schemas.microsoft.com/office/drawing/2014/main" id="{05347889-27D7-4507-9C84-3011ED0EE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79" name="Shape 1331">
              <a:extLst>
                <a:ext uri="{FF2B5EF4-FFF2-40B4-BE49-F238E27FC236}">
                  <a16:creationId xmlns:a16="http://schemas.microsoft.com/office/drawing/2014/main" id="{91311941-8165-448F-AB45-34257D5B8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806825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109680" name="Shape 1332">
              <a:extLst>
                <a:ext uri="{FF2B5EF4-FFF2-40B4-BE49-F238E27FC236}">
                  <a16:creationId xmlns:a16="http://schemas.microsoft.com/office/drawing/2014/main" id="{394900B0-7618-44CA-ACC3-3D621EDC7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81" name="Shape 1333">
              <a:extLst>
                <a:ext uri="{FF2B5EF4-FFF2-40B4-BE49-F238E27FC236}">
                  <a16:creationId xmlns:a16="http://schemas.microsoft.com/office/drawing/2014/main" id="{844AEAD0-8432-4C8D-966E-CE946AA05A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09682" name="Shape 1334">
              <a:extLst>
                <a:ext uri="{FF2B5EF4-FFF2-40B4-BE49-F238E27FC236}">
                  <a16:creationId xmlns:a16="http://schemas.microsoft.com/office/drawing/2014/main" id="{95C1E49B-B201-4302-90E1-5D5276034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5" y="3806825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09683" name="Shape 1335">
              <a:extLst>
                <a:ext uri="{FF2B5EF4-FFF2-40B4-BE49-F238E27FC236}">
                  <a16:creationId xmlns:a16="http://schemas.microsoft.com/office/drawing/2014/main" id="{EC11AA23-EA7D-44FD-834D-39AEF7FF0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84" name="Shape 1336">
              <a:extLst>
                <a:ext uri="{FF2B5EF4-FFF2-40B4-BE49-F238E27FC236}">
                  <a16:creationId xmlns:a16="http://schemas.microsoft.com/office/drawing/2014/main" id="{E53D6279-DA74-43E3-A2E8-4440ACFAFC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09685" name="Shape 1337">
              <a:extLst>
                <a:ext uri="{FF2B5EF4-FFF2-40B4-BE49-F238E27FC236}">
                  <a16:creationId xmlns:a16="http://schemas.microsoft.com/office/drawing/2014/main" id="{11B0A9BE-5276-462A-9CD7-AB3CB6091A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86" name="Shape 1338">
              <a:extLst>
                <a:ext uri="{FF2B5EF4-FFF2-40B4-BE49-F238E27FC236}">
                  <a16:creationId xmlns:a16="http://schemas.microsoft.com/office/drawing/2014/main" id="{B23E278D-1747-423A-9416-C905839AF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8068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09687" name="Shape 1339">
              <a:extLst>
                <a:ext uri="{FF2B5EF4-FFF2-40B4-BE49-F238E27FC236}">
                  <a16:creationId xmlns:a16="http://schemas.microsoft.com/office/drawing/2014/main" id="{BA29F351-7F38-460A-B45E-F54A6324D3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88" name="Shape 1340">
              <a:extLst>
                <a:ext uri="{FF2B5EF4-FFF2-40B4-BE49-F238E27FC236}">
                  <a16:creationId xmlns:a16="http://schemas.microsoft.com/office/drawing/2014/main" id="{12A7E976-4A69-4B15-AA1C-E92D821E7B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9" y="4111625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09689" name="Shape 1341">
              <a:extLst>
                <a:ext uri="{FF2B5EF4-FFF2-40B4-BE49-F238E27FC236}">
                  <a16:creationId xmlns:a16="http://schemas.microsoft.com/office/drawing/2014/main" id="{5529B180-9014-4C0B-97BD-2F6F3DD9C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4289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09690" name="Shape 1342">
              <a:extLst>
                <a:ext uri="{FF2B5EF4-FFF2-40B4-BE49-F238E27FC236}">
                  <a16:creationId xmlns:a16="http://schemas.microsoft.com/office/drawing/2014/main" id="{F331CAAA-84C7-41EE-A32A-B026458015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91" name="Shape 1343">
              <a:extLst>
                <a:ext uri="{FF2B5EF4-FFF2-40B4-BE49-F238E27FC236}">
                  <a16:creationId xmlns:a16="http://schemas.microsoft.com/office/drawing/2014/main" id="{4FA349D6-2682-4C82-A6E7-FF3FD5F34D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8400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09692" name="Shape 1344">
              <a:extLst>
                <a:ext uri="{FF2B5EF4-FFF2-40B4-BE49-F238E27FC236}">
                  <a16:creationId xmlns:a16="http://schemas.microsoft.com/office/drawing/2014/main" id="{7F5C6788-099D-4CDA-BF16-375B595AC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452937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693" name="Shape 1345">
              <a:extLst>
                <a:ext uri="{FF2B5EF4-FFF2-40B4-BE49-F238E27FC236}">
                  <a16:creationId xmlns:a16="http://schemas.microsoft.com/office/drawing/2014/main" id="{18CE9B09-9900-454F-B57B-FF7AF658B9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41116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</p:grpSp>
      <p:cxnSp>
        <p:nvCxnSpPr>
          <p:cNvPr id="109625" name="Shape 1346">
            <a:extLst>
              <a:ext uri="{FF2B5EF4-FFF2-40B4-BE49-F238E27FC236}">
                <a16:creationId xmlns:a16="http://schemas.microsoft.com/office/drawing/2014/main" id="{6363F328-0BB8-4739-85DE-649A16CE12F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597525" y="3851275"/>
            <a:ext cx="0" cy="2743200"/>
          </a:xfrm>
          <a:prstGeom prst="straightConnector1">
            <a:avLst/>
          </a:prstGeom>
          <a:noFill/>
          <a:ln w="9525" cap="rnd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" name="Shape 1071">
            <a:extLst>
              <a:ext uri="{FF2B5EF4-FFF2-40B4-BE49-F238E27FC236}">
                <a16:creationId xmlns:a16="http://schemas.microsoft.com/office/drawing/2014/main" id="{538277CD-D349-4441-A947-EC21701208F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j-lt"/>
                <a:ea typeface="ＭＳ Ｐゴシック" charset="0"/>
                <a:cs typeface="Times New Roman" charset="0"/>
                <a:sym typeface="Times New Roman" charset="0"/>
              </a:rPr>
              <a:t>A Better State Encoding</a:t>
            </a:r>
          </a:p>
        </p:txBody>
      </p:sp>
      <p:sp>
        <p:nvSpPr>
          <p:cNvPr id="127" name="Shape 1217">
            <a:extLst>
              <a:ext uri="{FF2B5EF4-FFF2-40B4-BE49-F238E27FC236}">
                <a16:creationId xmlns:a16="http://schemas.microsoft.com/office/drawing/2014/main" id="{C113F63B-FE5B-4295-B459-4BDCE7376CA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271463" y="4702175"/>
            <a:ext cx="1554162" cy="1847850"/>
          </a:xfrm>
          <a:ln cap="flat">
            <a:solidFill>
              <a:srgbClr val="000000"/>
            </a:solidFill>
            <a:round/>
            <a:headEnd type="none" w="med" len="med"/>
            <a:tailEnd type="none" w="med" len="med"/>
          </a:ln>
        </p:spPr>
        <p:txBody>
          <a:bodyPr anchor="ctr">
            <a:noAutofit/>
          </a:bodyPr>
          <a:lstStyle/>
          <a:p>
            <a:pPr marL="203200" indent="0" eaLnBrk="1" fontAlgn="auto" hangingPunct="1">
              <a:buFont typeface="Times New Roman"/>
              <a:buNone/>
              <a:defRPr/>
            </a:pPr>
            <a:r>
              <a:rPr lang="en-US" sz="2800"/>
              <a:t>A ~ 00</a:t>
            </a:r>
          </a:p>
          <a:p>
            <a:pPr eaLnBrk="1" fontAlgn="auto" hangingPunct="1">
              <a:buFont typeface="Times New Roman"/>
              <a:buNone/>
              <a:defRPr/>
            </a:pPr>
            <a:r>
              <a:rPr lang="en-US" sz="2800"/>
              <a:t>B ~ 01</a:t>
            </a:r>
          </a:p>
          <a:p>
            <a:pPr eaLnBrk="1" fontAlgn="auto" hangingPunct="1">
              <a:buFont typeface="Times New Roman"/>
              <a:buNone/>
              <a:defRPr/>
            </a:pPr>
            <a:r>
              <a:rPr lang="en-US" sz="2800"/>
              <a:t>C ~ 11</a:t>
            </a:r>
          </a:p>
        </p:txBody>
      </p: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Shape 1568">
            <a:extLst>
              <a:ext uri="{FF2B5EF4-FFF2-40B4-BE49-F238E27FC236}">
                <a16:creationId xmlns:a16="http://schemas.microsoft.com/office/drawing/2014/main" id="{775C61E6-272E-43BC-BBB7-2A43CBBBE7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143000"/>
            <a:ext cx="12700" cy="4683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66" name="Shape 1569">
            <a:extLst>
              <a:ext uri="{FF2B5EF4-FFF2-40B4-BE49-F238E27FC236}">
                <a16:creationId xmlns:a16="http://schemas.microsoft.com/office/drawing/2014/main" id="{8E1FE063-7861-42BF-9E0E-B1DEB442F7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6113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67" name="Shape 1570">
            <a:extLst>
              <a:ext uri="{FF2B5EF4-FFF2-40B4-BE49-F238E27FC236}">
                <a16:creationId xmlns:a16="http://schemas.microsoft.com/office/drawing/2014/main" id="{4100F8CE-B0F1-4EE6-BE6E-99222BD65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4763" y="2081213"/>
            <a:ext cx="1914525" cy="127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68" name="Shape 1571">
            <a:extLst>
              <a:ext uri="{FF2B5EF4-FFF2-40B4-BE49-F238E27FC236}">
                <a16:creationId xmlns:a16="http://schemas.microsoft.com/office/drawing/2014/main" id="{9821FA4E-A7A2-4E83-9F36-CDA016A2E7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0685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69" name="Shape 1572">
            <a:extLst>
              <a:ext uri="{FF2B5EF4-FFF2-40B4-BE49-F238E27FC236}">
                <a16:creationId xmlns:a16="http://schemas.microsoft.com/office/drawing/2014/main" id="{453B48C9-6223-4296-AA19-B6A24A4A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528888"/>
            <a:ext cx="12700" cy="4032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70" name="Shape 1573">
            <a:extLst>
              <a:ext uri="{FF2B5EF4-FFF2-40B4-BE49-F238E27FC236}">
                <a16:creationId xmlns:a16="http://schemas.microsoft.com/office/drawing/2014/main" id="{6E40265E-2F7B-4BFF-A175-A60B637E33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9321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71" name="Shape 1574">
            <a:extLst>
              <a:ext uri="{FF2B5EF4-FFF2-40B4-BE49-F238E27FC236}">
                <a16:creationId xmlns:a16="http://schemas.microsoft.com/office/drawing/2014/main" id="{37A42547-E677-4E9C-A68F-3E6BCBFD1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2369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3672" name="Shape 1575">
            <a:extLst>
              <a:ext uri="{FF2B5EF4-FFF2-40B4-BE49-F238E27FC236}">
                <a16:creationId xmlns:a16="http://schemas.microsoft.com/office/drawing/2014/main" id="{F4A021F3-5AAC-4323-B147-19BA24C98C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546475"/>
            <a:ext cx="12700" cy="3508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13673" name="Shape 1576">
            <a:extLst>
              <a:ext uri="{FF2B5EF4-FFF2-40B4-BE49-F238E27FC236}">
                <a16:creationId xmlns:a16="http://schemas.microsoft.com/office/drawing/2014/main" id="{9826FC65-E92E-4DD6-B01D-4F75B58BA5DD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3000"/>
            <a:ext cx="4295775" cy="2754313"/>
            <a:chOff x="2295525" y="1711325"/>
            <a:chExt cx="4295811" cy="2754212"/>
          </a:xfrm>
        </p:grpSpPr>
        <p:sp>
          <p:nvSpPr>
            <p:cNvPr id="113747" name="Shape 1577">
              <a:extLst>
                <a:ext uri="{FF2B5EF4-FFF2-40B4-BE49-F238E27FC236}">
                  <a16:creationId xmlns:a16="http://schemas.microsoft.com/office/drawing/2014/main" id="{5BC2DD80-8B39-4414-A054-8D9535056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3967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48" name="Shape 1578">
              <a:extLst>
                <a:ext uri="{FF2B5EF4-FFF2-40B4-BE49-F238E27FC236}">
                  <a16:creationId xmlns:a16="http://schemas.microsoft.com/office/drawing/2014/main" id="{BFE64D18-747F-4E1D-A842-8773BECB6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49" name="Shape 1579">
              <a:extLst>
                <a:ext uri="{FF2B5EF4-FFF2-40B4-BE49-F238E27FC236}">
                  <a16:creationId xmlns:a16="http://schemas.microsoft.com/office/drawing/2014/main" id="{84AB129D-FF03-4701-88B7-DF2923A1F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50" name="Shape 1580">
              <a:extLst>
                <a:ext uri="{FF2B5EF4-FFF2-40B4-BE49-F238E27FC236}">
                  <a16:creationId xmlns:a16="http://schemas.microsoft.com/office/drawing/2014/main" id="{3CAA6131-C1EB-46A2-AE8E-026BB8A12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886" y="1971675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13751" name="Shape 1581">
              <a:extLst>
                <a:ext uri="{FF2B5EF4-FFF2-40B4-BE49-F238E27FC236}">
                  <a16:creationId xmlns:a16="http://schemas.microsoft.com/office/drawing/2014/main" id="{66EDD67F-A172-4167-8983-E0107E858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52" name="Shape 1582">
              <a:extLst>
                <a:ext uri="{FF2B5EF4-FFF2-40B4-BE49-F238E27FC236}">
                  <a16:creationId xmlns:a16="http://schemas.microsoft.com/office/drawing/2014/main" id="{DCDA75CB-67E1-4EF1-9A9C-28EB37B17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9350" y="2192336"/>
              <a:ext cx="19145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53" name="Shape 1583">
              <a:extLst>
                <a:ext uri="{FF2B5EF4-FFF2-40B4-BE49-F238E27FC236}">
                  <a16:creationId xmlns:a16="http://schemas.microsoft.com/office/drawing/2014/main" id="{6E6A375C-0C4D-4D22-BF29-C0A3FA71A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54" name="Shape 1584">
              <a:extLst>
                <a:ext uri="{FF2B5EF4-FFF2-40B4-BE49-F238E27FC236}">
                  <a16:creationId xmlns:a16="http://schemas.microsoft.com/office/drawing/2014/main" id="{57C98C9E-9DED-4E05-B701-AD014B395F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7500" y="1825625"/>
              <a:ext cx="10842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13755" name="Shape 1585">
              <a:extLst>
                <a:ext uri="{FF2B5EF4-FFF2-40B4-BE49-F238E27FC236}">
                  <a16:creationId xmlns:a16="http://schemas.microsoft.com/office/drawing/2014/main" id="{CCF6B4A6-11DE-4B08-81B1-ECC69A0D6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56" name="Shape 1586">
              <a:extLst>
                <a:ext uri="{FF2B5EF4-FFF2-40B4-BE49-F238E27FC236}">
                  <a16:creationId xmlns:a16="http://schemas.microsoft.com/office/drawing/2014/main" id="{349CBDC9-53CB-490C-BAB5-742AFD240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4175" y="2293936"/>
              <a:ext cx="527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13757" name="Shape 1587">
              <a:extLst>
                <a:ext uri="{FF2B5EF4-FFF2-40B4-BE49-F238E27FC236}">
                  <a16:creationId xmlns:a16="http://schemas.microsoft.com/office/drawing/2014/main" id="{0954A951-EF19-42E6-84EF-B94236F0B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22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13758" name="Shape 1588">
              <a:extLst>
                <a:ext uri="{FF2B5EF4-FFF2-40B4-BE49-F238E27FC236}">
                  <a16:creationId xmlns:a16="http://schemas.microsoft.com/office/drawing/2014/main" id="{3E4EBA83-2D93-4DD9-A71B-658FCD7880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2575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13759" name="Shape 1589">
              <a:extLst>
                <a:ext uri="{FF2B5EF4-FFF2-40B4-BE49-F238E27FC236}">
                  <a16:creationId xmlns:a16="http://schemas.microsoft.com/office/drawing/2014/main" id="{E5142FDD-C08B-431B-8B2F-D3E5B718F2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6100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60" name="Shape 1590">
              <a:extLst>
                <a:ext uri="{FF2B5EF4-FFF2-40B4-BE49-F238E27FC236}">
                  <a16:creationId xmlns:a16="http://schemas.microsoft.com/office/drawing/2014/main" id="{29A3300C-DA7D-49B9-ADD9-7F8D43565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13761" name="Shape 1591">
              <a:extLst>
                <a:ext uri="{FF2B5EF4-FFF2-40B4-BE49-F238E27FC236}">
                  <a16:creationId xmlns:a16="http://schemas.microsoft.com/office/drawing/2014/main" id="{F2EE5D09-A579-481A-9E54-3A68906B1E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6662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13762" name="Shape 1592">
              <a:extLst>
                <a:ext uri="{FF2B5EF4-FFF2-40B4-BE49-F238E27FC236}">
                  <a16:creationId xmlns:a16="http://schemas.microsoft.com/office/drawing/2014/main" id="{48C8CBFF-42B6-4CCF-8C6B-7B2379CF0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63" name="Shape 1593">
              <a:extLst>
                <a:ext uri="{FF2B5EF4-FFF2-40B4-BE49-F238E27FC236}">
                  <a16:creationId xmlns:a16="http://schemas.microsoft.com/office/drawing/2014/main" id="{74FDD01E-A022-4D90-BF9E-57CBFB352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362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64" name="Shape 1594">
              <a:extLst>
                <a:ext uri="{FF2B5EF4-FFF2-40B4-BE49-F238E27FC236}">
                  <a16:creationId xmlns:a16="http://schemas.microsoft.com/office/drawing/2014/main" id="{16E1B10B-81EB-46AB-AF07-B9A619885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65" name="Shape 1595">
              <a:extLst>
                <a:ext uri="{FF2B5EF4-FFF2-40B4-BE49-F238E27FC236}">
                  <a16:creationId xmlns:a16="http://schemas.microsoft.com/office/drawing/2014/main" id="{84057D2A-6E23-4A6E-B8E7-65731938F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3575" y="2203450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</a:t>
              </a:r>
            </a:p>
          </p:txBody>
        </p:sp>
        <p:sp>
          <p:nvSpPr>
            <p:cNvPr id="113766" name="Shape 1596">
              <a:extLst>
                <a:ext uri="{FF2B5EF4-FFF2-40B4-BE49-F238E27FC236}">
                  <a16:creationId xmlns:a16="http://schemas.microsoft.com/office/drawing/2014/main" id="{34A8FD8B-3827-455E-8CC8-45C023859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7825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67" name="Shape 1597">
              <a:extLst>
                <a:ext uri="{FF2B5EF4-FFF2-40B4-BE49-F238E27FC236}">
                  <a16:creationId xmlns:a16="http://schemas.microsoft.com/office/drawing/2014/main" id="{12378E11-F696-48E0-9D98-0876DAFB80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65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768" name="Shape 1598">
              <a:extLst>
                <a:ext uri="{FF2B5EF4-FFF2-40B4-BE49-F238E27FC236}">
                  <a16:creationId xmlns:a16="http://schemas.microsoft.com/office/drawing/2014/main" id="{A4FEB9BC-2BA5-46C5-82FD-F1617F6A3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950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69" name="Shape 1599">
              <a:extLst>
                <a:ext uri="{FF2B5EF4-FFF2-40B4-BE49-F238E27FC236}">
                  <a16:creationId xmlns:a16="http://schemas.microsoft.com/office/drawing/2014/main" id="{400DAA71-27C5-418D-B203-17363BFD15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70" name="Shape 1600">
              <a:extLst>
                <a:ext uri="{FF2B5EF4-FFF2-40B4-BE49-F238E27FC236}">
                  <a16:creationId xmlns:a16="http://schemas.microsoft.com/office/drawing/2014/main" id="{DC562095-5F18-4DB6-BB0C-14E0B4955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1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71" name="Shape 1601">
              <a:extLst>
                <a:ext uri="{FF2B5EF4-FFF2-40B4-BE49-F238E27FC236}">
                  <a16:creationId xmlns:a16="http://schemas.microsoft.com/office/drawing/2014/main" id="{DD9CC621-3B3D-4C8F-93C2-36D7FFB55D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725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72" name="Shape 1602">
              <a:extLst>
                <a:ext uri="{FF2B5EF4-FFF2-40B4-BE49-F238E27FC236}">
                  <a16:creationId xmlns:a16="http://schemas.microsoft.com/office/drawing/2014/main" id="{0B11201F-A01D-4E66-BD20-BEB901DD6E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3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773" name="Shape 1603">
              <a:extLst>
                <a:ext uri="{FF2B5EF4-FFF2-40B4-BE49-F238E27FC236}">
                  <a16:creationId xmlns:a16="http://schemas.microsoft.com/office/drawing/2014/main" id="{4CE5A63D-A9A2-4A4A-BE66-D81046636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92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74" name="Shape 1604">
              <a:extLst>
                <a:ext uri="{FF2B5EF4-FFF2-40B4-BE49-F238E27FC236}">
                  <a16:creationId xmlns:a16="http://schemas.microsoft.com/office/drawing/2014/main" id="{28EE51FF-FD50-4D70-BACB-B5EC9240BE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75" name="Shape 1605">
              <a:extLst>
                <a:ext uri="{FF2B5EF4-FFF2-40B4-BE49-F238E27FC236}">
                  <a16:creationId xmlns:a16="http://schemas.microsoft.com/office/drawing/2014/main" id="{99D01DE7-E4E9-41E3-9F2F-771E04471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2987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76" name="Shape 1606">
              <a:extLst>
                <a:ext uri="{FF2B5EF4-FFF2-40B4-BE49-F238E27FC236}">
                  <a16:creationId xmlns:a16="http://schemas.microsoft.com/office/drawing/2014/main" id="{280A0D02-A5F7-40ED-842F-C316218C7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9037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777" name="Shape 1607">
              <a:extLst>
                <a:ext uri="{FF2B5EF4-FFF2-40B4-BE49-F238E27FC236}">
                  <a16:creationId xmlns:a16="http://schemas.microsoft.com/office/drawing/2014/main" id="{027E403A-9A24-472C-8FB6-BA19C2918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17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78" name="Shape 1608">
              <a:extLst>
                <a:ext uri="{FF2B5EF4-FFF2-40B4-BE49-F238E27FC236}">
                  <a16:creationId xmlns:a16="http://schemas.microsoft.com/office/drawing/2014/main" id="{4E3585A9-A676-436B-A147-10A6994DE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79" name="Shape 1609">
              <a:extLst>
                <a:ext uri="{FF2B5EF4-FFF2-40B4-BE49-F238E27FC236}">
                  <a16:creationId xmlns:a16="http://schemas.microsoft.com/office/drawing/2014/main" id="{13DE2B77-AB5A-4359-B966-E717369C6B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78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80" name="Shape 1610">
              <a:extLst>
                <a:ext uri="{FF2B5EF4-FFF2-40B4-BE49-F238E27FC236}">
                  <a16:creationId xmlns:a16="http://schemas.microsoft.com/office/drawing/2014/main" id="{C7B61302-8466-490A-94C1-59F550D45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106736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81" name="Shape 1611">
              <a:extLst>
                <a:ext uri="{FF2B5EF4-FFF2-40B4-BE49-F238E27FC236}">
                  <a16:creationId xmlns:a16="http://schemas.microsoft.com/office/drawing/2014/main" id="{1CE4A5D9-7CA1-40A0-8D34-14DD56058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2568575"/>
              <a:ext cx="1620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sp>
          <p:nvSpPr>
            <p:cNvPr id="113782" name="Shape 1612">
              <a:extLst>
                <a:ext uri="{FF2B5EF4-FFF2-40B4-BE49-F238E27FC236}">
                  <a16:creationId xmlns:a16="http://schemas.microsoft.com/office/drawing/2014/main" id="{8256BC87-4FA7-4BD7-9699-707BC327A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83" name="Shape 1613">
              <a:extLst>
                <a:ext uri="{FF2B5EF4-FFF2-40B4-BE49-F238E27FC236}">
                  <a16:creationId xmlns:a16="http://schemas.microsoft.com/office/drawing/2014/main" id="{1E004B6F-D43C-42D9-98DD-D03AF6516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525" y="3200400"/>
              <a:ext cx="247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113784" name="Shape 1614">
              <a:extLst>
                <a:ext uri="{FF2B5EF4-FFF2-40B4-BE49-F238E27FC236}">
                  <a16:creationId xmlns:a16="http://schemas.microsoft.com/office/drawing/2014/main" id="{5D2921BB-1917-4E9F-82BF-8AC3F056E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85" name="Shape 1615">
              <a:extLst>
                <a:ext uri="{FF2B5EF4-FFF2-40B4-BE49-F238E27FC236}">
                  <a16:creationId xmlns:a16="http://schemas.microsoft.com/office/drawing/2014/main" id="{0DC16BD5-0A39-4D83-B135-BDEF7786D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786" name="Shape 1616">
              <a:extLst>
                <a:ext uri="{FF2B5EF4-FFF2-40B4-BE49-F238E27FC236}">
                  <a16:creationId xmlns:a16="http://schemas.microsoft.com/office/drawing/2014/main" id="{02155AB6-52D5-45BC-BDD7-90BF18491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5900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787" name="Shape 1617">
              <a:extLst>
                <a:ext uri="{FF2B5EF4-FFF2-40B4-BE49-F238E27FC236}">
                  <a16:creationId xmlns:a16="http://schemas.microsoft.com/office/drawing/2014/main" id="{C19168FD-67C2-477B-B36C-2DFA611E6B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88" name="Shape 1618">
              <a:extLst>
                <a:ext uri="{FF2B5EF4-FFF2-40B4-BE49-F238E27FC236}">
                  <a16:creationId xmlns:a16="http://schemas.microsoft.com/office/drawing/2014/main" id="{9ABA012F-077D-4CCC-A650-B3BFF0200D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157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3789" name="Shape 1619">
              <a:extLst>
                <a:ext uri="{FF2B5EF4-FFF2-40B4-BE49-F238E27FC236}">
                  <a16:creationId xmlns:a16="http://schemas.microsoft.com/office/drawing/2014/main" id="{4AD2FEBA-D6E6-4B50-867D-4D1DB9CE6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2975" y="32004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90" name="Shape 1620">
              <a:extLst>
                <a:ext uri="{FF2B5EF4-FFF2-40B4-BE49-F238E27FC236}">
                  <a16:creationId xmlns:a16="http://schemas.microsoft.com/office/drawing/2014/main" id="{EA3B83C1-5E5D-4D59-B278-EE904B338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91" name="Shape 1621">
              <a:extLst>
                <a:ext uri="{FF2B5EF4-FFF2-40B4-BE49-F238E27FC236}">
                  <a16:creationId xmlns:a16="http://schemas.microsoft.com/office/drawing/2014/main" id="{3B12A7EF-FF4A-45EC-8D64-3802B4085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505200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113792" name="Shape 1622">
              <a:extLst>
                <a:ext uri="{FF2B5EF4-FFF2-40B4-BE49-F238E27FC236}">
                  <a16:creationId xmlns:a16="http://schemas.microsoft.com/office/drawing/2014/main" id="{6312A4C2-BDE1-4F3C-B363-913A161AFC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93" name="Shape 1623">
              <a:extLst>
                <a:ext uri="{FF2B5EF4-FFF2-40B4-BE49-F238E27FC236}">
                  <a16:creationId xmlns:a16="http://schemas.microsoft.com/office/drawing/2014/main" id="{AE40E59E-FF2B-4AA5-88BC-7FACEE0E39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3794" name="Shape 1624">
              <a:extLst>
                <a:ext uri="{FF2B5EF4-FFF2-40B4-BE49-F238E27FC236}">
                  <a16:creationId xmlns:a16="http://schemas.microsoft.com/office/drawing/2014/main" id="{F87AE7C7-D35F-400C-BDAA-4D598FFC6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7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795" name="Shape 1625">
              <a:extLst>
                <a:ext uri="{FF2B5EF4-FFF2-40B4-BE49-F238E27FC236}">
                  <a16:creationId xmlns:a16="http://schemas.microsoft.com/office/drawing/2014/main" id="{0D3C3506-D90A-44D0-B45B-AC29FE6E3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96" name="Shape 1626">
              <a:extLst>
                <a:ext uri="{FF2B5EF4-FFF2-40B4-BE49-F238E27FC236}">
                  <a16:creationId xmlns:a16="http://schemas.microsoft.com/office/drawing/2014/main" id="{BB34632F-8163-4DA8-A930-9DFEA63B3F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505200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3797" name="Shape 1627">
              <a:extLst>
                <a:ext uri="{FF2B5EF4-FFF2-40B4-BE49-F238E27FC236}">
                  <a16:creationId xmlns:a16="http://schemas.microsoft.com/office/drawing/2014/main" id="{5C128B98-4B07-4D30-9400-515CD5AD1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5052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98" name="Shape 1628">
              <a:extLst>
                <a:ext uri="{FF2B5EF4-FFF2-40B4-BE49-F238E27FC236}">
                  <a16:creationId xmlns:a16="http://schemas.microsoft.com/office/drawing/2014/main" id="{E10DE155-34AF-454B-BDDD-485C9AAA5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799" name="Shape 1629">
              <a:extLst>
                <a:ext uri="{FF2B5EF4-FFF2-40B4-BE49-F238E27FC236}">
                  <a16:creationId xmlns:a16="http://schemas.microsoft.com/office/drawing/2014/main" id="{FEFB431A-0CFF-499A-92FC-368FA81432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806825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113800" name="Shape 1630">
              <a:extLst>
                <a:ext uri="{FF2B5EF4-FFF2-40B4-BE49-F238E27FC236}">
                  <a16:creationId xmlns:a16="http://schemas.microsoft.com/office/drawing/2014/main" id="{1C1978F8-3388-4461-B83D-325B628C7E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01" name="Shape 1631">
              <a:extLst>
                <a:ext uri="{FF2B5EF4-FFF2-40B4-BE49-F238E27FC236}">
                  <a16:creationId xmlns:a16="http://schemas.microsoft.com/office/drawing/2014/main" id="{268ED870-35A0-47B2-9D5A-7D5FF3319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3802" name="Shape 1632">
              <a:extLst>
                <a:ext uri="{FF2B5EF4-FFF2-40B4-BE49-F238E27FC236}">
                  <a16:creationId xmlns:a16="http://schemas.microsoft.com/office/drawing/2014/main" id="{51702996-F810-4EB2-9822-0D48E6056B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5" y="3806825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803" name="Shape 1633">
              <a:extLst>
                <a:ext uri="{FF2B5EF4-FFF2-40B4-BE49-F238E27FC236}">
                  <a16:creationId xmlns:a16="http://schemas.microsoft.com/office/drawing/2014/main" id="{4DB1BD21-762E-45A0-9EBD-26E2A165E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04" name="Shape 1634">
              <a:extLst>
                <a:ext uri="{FF2B5EF4-FFF2-40B4-BE49-F238E27FC236}">
                  <a16:creationId xmlns:a16="http://schemas.microsoft.com/office/drawing/2014/main" id="{3FBFC7DF-EEE3-4138-9A75-D84BC71D5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3805" name="Shape 1635">
              <a:extLst>
                <a:ext uri="{FF2B5EF4-FFF2-40B4-BE49-F238E27FC236}">
                  <a16:creationId xmlns:a16="http://schemas.microsoft.com/office/drawing/2014/main" id="{EBF89764-0F9F-47CA-9C58-70B0870CF2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06" name="Shape 1636">
              <a:extLst>
                <a:ext uri="{FF2B5EF4-FFF2-40B4-BE49-F238E27FC236}">
                  <a16:creationId xmlns:a16="http://schemas.microsoft.com/office/drawing/2014/main" id="{8D5C95D4-B917-4868-B5D4-E2D7747C8F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8068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807" name="Shape 1637">
              <a:extLst>
                <a:ext uri="{FF2B5EF4-FFF2-40B4-BE49-F238E27FC236}">
                  <a16:creationId xmlns:a16="http://schemas.microsoft.com/office/drawing/2014/main" id="{A4D7EBE6-BF6C-424F-B052-EE0538D187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08" name="Shape 1638">
              <a:extLst>
                <a:ext uri="{FF2B5EF4-FFF2-40B4-BE49-F238E27FC236}">
                  <a16:creationId xmlns:a16="http://schemas.microsoft.com/office/drawing/2014/main" id="{D0DC9D6C-CA3B-4241-A96A-78D7B87A0E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9" y="4111625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13809" name="Shape 1639">
              <a:extLst>
                <a:ext uri="{FF2B5EF4-FFF2-40B4-BE49-F238E27FC236}">
                  <a16:creationId xmlns:a16="http://schemas.microsoft.com/office/drawing/2014/main" id="{3C5BC959-6A18-4A89-AE26-F0075DBFC0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4289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13810" name="Shape 1640">
              <a:extLst>
                <a:ext uri="{FF2B5EF4-FFF2-40B4-BE49-F238E27FC236}">
                  <a16:creationId xmlns:a16="http://schemas.microsoft.com/office/drawing/2014/main" id="{56AB06E4-F02C-40D1-BB46-376889B51D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11" name="Shape 1641">
              <a:extLst>
                <a:ext uri="{FF2B5EF4-FFF2-40B4-BE49-F238E27FC236}">
                  <a16:creationId xmlns:a16="http://schemas.microsoft.com/office/drawing/2014/main" id="{E35C9852-4867-4083-937A-878D4C5A6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8400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13812" name="Shape 1642">
              <a:extLst>
                <a:ext uri="{FF2B5EF4-FFF2-40B4-BE49-F238E27FC236}">
                  <a16:creationId xmlns:a16="http://schemas.microsoft.com/office/drawing/2014/main" id="{91025ACD-D252-4715-9201-906EE407B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452937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813" name="Shape 1643">
              <a:extLst>
                <a:ext uri="{FF2B5EF4-FFF2-40B4-BE49-F238E27FC236}">
                  <a16:creationId xmlns:a16="http://schemas.microsoft.com/office/drawing/2014/main" id="{14EB6A3D-EF3A-4C88-937C-E6958A604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41116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</p:grpSp>
      <p:cxnSp>
        <p:nvCxnSpPr>
          <p:cNvPr id="113674" name="Shape 1644">
            <a:extLst>
              <a:ext uri="{FF2B5EF4-FFF2-40B4-BE49-F238E27FC236}">
                <a16:creationId xmlns:a16="http://schemas.microsoft.com/office/drawing/2014/main" id="{9877BB98-91E9-41C2-BC55-E2F3C01D3D5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22938" y="1149350"/>
            <a:ext cx="0" cy="2743200"/>
          </a:xfrm>
          <a:prstGeom prst="straightConnector1">
            <a:avLst/>
          </a:prstGeom>
          <a:noFill/>
          <a:ln w="9525" cap="rnd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13675" name="Group 5">
            <a:extLst>
              <a:ext uri="{FF2B5EF4-FFF2-40B4-BE49-F238E27FC236}">
                <a16:creationId xmlns:a16="http://schemas.microsoft.com/office/drawing/2014/main" id="{1BF063C2-A82A-4F92-8935-C88D691E3B8F}"/>
              </a:ext>
            </a:extLst>
          </p:cNvPr>
          <p:cNvGrpSpPr>
            <a:grpSpLocks/>
          </p:cNvGrpSpPr>
          <p:nvPr/>
        </p:nvGrpSpPr>
        <p:grpSpPr bwMode="auto">
          <a:xfrm>
            <a:off x="7042150" y="4292600"/>
            <a:ext cx="1417638" cy="1485900"/>
            <a:chOff x="7042150" y="4292600"/>
            <a:chExt cx="1417638" cy="1485900"/>
          </a:xfrm>
        </p:grpSpPr>
        <p:sp>
          <p:nvSpPr>
            <p:cNvPr id="113731" name="Shape 1672">
              <a:extLst>
                <a:ext uri="{FF2B5EF4-FFF2-40B4-BE49-F238E27FC236}">
                  <a16:creationId xmlns:a16="http://schemas.microsoft.com/office/drawing/2014/main" id="{053918D8-3060-447A-AF95-202AD2061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4914900"/>
              <a:ext cx="884238" cy="863600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113732" name="Shape 1673">
              <a:extLst>
                <a:ext uri="{FF2B5EF4-FFF2-40B4-BE49-F238E27FC236}">
                  <a16:creationId xmlns:a16="http://schemas.microsoft.com/office/drawing/2014/main" id="{35D70C31-A563-45F4-AE2A-1AA0F3FFDF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575550" y="5346700"/>
              <a:ext cx="884238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33" name="Shape 1674">
              <a:extLst>
                <a:ext uri="{FF2B5EF4-FFF2-40B4-BE49-F238E27FC236}">
                  <a16:creationId xmlns:a16="http://schemas.microsoft.com/office/drawing/2014/main" id="{FA7BBC81-BF6C-4993-9635-F8B07D5F1B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8007350" y="4914900"/>
              <a:ext cx="1588" cy="8636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34" name="Shape 1675">
              <a:extLst>
                <a:ext uri="{FF2B5EF4-FFF2-40B4-BE49-F238E27FC236}">
                  <a16:creationId xmlns:a16="http://schemas.microsoft.com/office/drawing/2014/main" id="{B2D8D988-557C-4E2E-BDED-642154ACE8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143750" y="4462463"/>
              <a:ext cx="431800" cy="4524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735" name="Shape 1676">
              <a:extLst>
                <a:ext uri="{FF2B5EF4-FFF2-40B4-BE49-F238E27FC236}">
                  <a16:creationId xmlns:a16="http://schemas.microsoft.com/office/drawing/2014/main" id="{403D573D-5568-46EC-A111-444C1CD05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4938" y="46624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36" name="Shape 1677">
              <a:extLst>
                <a:ext uri="{FF2B5EF4-FFF2-40B4-BE49-F238E27FC236}">
                  <a16:creationId xmlns:a16="http://schemas.microsoft.com/office/drawing/2014/main" id="{C246F4BF-3908-4A96-B14C-52C4AB726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86738" y="46624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37" name="Shape 1678">
              <a:extLst>
                <a:ext uri="{FF2B5EF4-FFF2-40B4-BE49-F238E27FC236}">
                  <a16:creationId xmlns:a16="http://schemas.microsoft.com/office/drawing/2014/main" id="{CE2C52D9-F4D8-462F-A417-BCB93D919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9175" y="50276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38" name="Shape 1679">
              <a:extLst>
                <a:ext uri="{FF2B5EF4-FFF2-40B4-BE49-F238E27FC236}">
                  <a16:creationId xmlns:a16="http://schemas.microsoft.com/office/drawing/2014/main" id="{7D834699-E8C9-4D90-A3B5-30AB9B870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9650" y="54641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39" name="Shape 1681">
              <a:extLst>
                <a:ext uri="{FF2B5EF4-FFF2-40B4-BE49-F238E27FC236}">
                  <a16:creationId xmlns:a16="http://schemas.microsoft.com/office/drawing/2014/main" id="{939F7347-BE16-45C9-BC3A-980DD11F09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86738" y="547370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40" name="Shape 1682">
              <a:extLst>
                <a:ext uri="{FF2B5EF4-FFF2-40B4-BE49-F238E27FC236}">
                  <a16:creationId xmlns:a16="http://schemas.microsoft.com/office/drawing/2014/main" id="{05113BA0-B6B5-42B7-A997-D6B24BDD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48538" y="434498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41" name="Shape 1683">
              <a:extLst>
                <a:ext uri="{FF2B5EF4-FFF2-40B4-BE49-F238E27FC236}">
                  <a16:creationId xmlns:a16="http://schemas.microsoft.com/office/drawing/2014/main" id="{A5B98C92-DEC5-4A0B-8D60-3C40D1935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5850" y="444023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42" name="Shape 1684">
              <a:extLst>
                <a:ext uri="{FF2B5EF4-FFF2-40B4-BE49-F238E27FC236}">
                  <a16:creationId xmlns:a16="http://schemas.microsoft.com/office/drawing/2014/main" id="{141620D2-DC00-4592-9DF7-86E1DD4A5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4938" y="503555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43" name="Shape 1685">
              <a:extLst>
                <a:ext uri="{FF2B5EF4-FFF2-40B4-BE49-F238E27FC236}">
                  <a16:creationId xmlns:a16="http://schemas.microsoft.com/office/drawing/2014/main" id="{32F23C6B-0A7E-4171-A5EE-643D2203B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54938" y="547370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endPara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endParaRPr>
            </a:p>
          </p:txBody>
        </p:sp>
        <p:sp>
          <p:nvSpPr>
            <p:cNvPr id="113744" name="Shape 1686">
              <a:extLst>
                <a:ext uri="{FF2B5EF4-FFF2-40B4-BE49-F238E27FC236}">
                  <a16:creationId xmlns:a16="http://schemas.microsoft.com/office/drawing/2014/main" id="{20859163-574B-48A7-A9B9-02BDDE495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738" y="4554538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45" name="Shape 1687">
              <a:extLst>
                <a:ext uri="{FF2B5EF4-FFF2-40B4-BE49-F238E27FC236}">
                  <a16:creationId xmlns:a16="http://schemas.microsoft.com/office/drawing/2014/main" id="{3BD0DE78-88B3-47D8-B2B2-1AEDE05395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2638" y="464820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746" name="Shape 1688">
              <a:extLst>
                <a:ext uri="{FF2B5EF4-FFF2-40B4-BE49-F238E27FC236}">
                  <a16:creationId xmlns:a16="http://schemas.microsoft.com/office/drawing/2014/main" id="{21DFAED2-92DD-49B3-8473-337ECF609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150" y="4292600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</a:t>
              </a:r>
            </a:p>
          </p:txBody>
        </p:sp>
      </p:grpSp>
      <p:grpSp>
        <p:nvGrpSpPr>
          <p:cNvPr id="113676" name="Group 2">
            <a:extLst>
              <a:ext uri="{FF2B5EF4-FFF2-40B4-BE49-F238E27FC236}">
                <a16:creationId xmlns:a16="http://schemas.microsoft.com/office/drawing/2014/main" id="{29074473-5EEC-4493-B0B5-82C0D9AC2CE2}"/>
              </a:ext>
            </a:extLst>
          </p:cNvPr>
          <p:cNvGrpSpPr>
            <a:grpSpLocks/>
          </p:cNvGrpSpPr>
          <p:nvPr/>
        </p:nvGrpSpPr>
        <p:grpSpPr bwMode="auto">
          <a:xfrm>
            <a:off x="642938" y="4202113"/>
            <a:ext cx="2478087" cy="1628775"/>
            <a:chOff x="642938" y="4202113"/>
            <a:chExt cx="2478087" cy="1628775"/>
          </a:xfrm>
        </p:grpSpPr>
        <p:sp>
          <p:nvSpPr>
            <p:cNvPr id="113705" name="Shape 1645">
              <a:extLst>
                <a:ext uri="{FF2B5EF4-FFF2-40B4-BE49-F238E27FC236}">
                  <a16:creationId xmlns:a16="http://schemas.microsoft.com/office/drawing/2014/main" id="{9DDBED0A-262D-43C4-AFDA-6B62F24D1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1600" y="4946650"/>
              <a:ext cx="884238" cy="884238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113706" name="Shape 1646">
              <a:extLst>
                <a:ext uri="{FF2B5EF4-FFF2-40B4-BE49-F238E27FC236}">
                  <a16:creationId xmlns:a16="http://schemas.microsoft.com/office/drawing/2014/main" id="{1620842F-08CB-44FE-9CD2-5110659CD5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373188" y="5399088"/>
              <a:ext cx="882650" cy="158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07" name="Shape 1647">
              <a:extLst>
                <a:ext uri="{FF2B5EF4-FFF2-40B4-BE49-F238E27FC236}">
                  <a16:creationId xmlns:a16="http://schemas.microsoft.com/office/drawing/2014/main" id="{0C82C699-BDD3-4389-9A5F-EF70C4FA89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1803400" y="4946650"/>
              <a:ext cx="1588" cy="88423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08" name="Shape 1648">
              <a:extLst>
                <a:ext uri="{FF2B5EF4-FFF2-40B4-BE49-F238E27FC236}">
                  <a16:creationId xmlns:a16="http://schemas.microsoft.com/office/drawing/2014/main" id="{C8108021-DEBD-4524-A24B-670F513DAE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39800" y="4514850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709" name="Shape 1649">
              <a:extLst>
                <a:ext uri="{FF2B5EF4-FFF2-40B4-BE49-F238E27FC236}">
                  <a16:creationId xmlns:a16="http://schemas.microsoft.com/office/drawing/2014/main" id="{A2C675A0-E297-41CB-98AF-759655B83D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5838" y="4946650"/>
              <a:ext cx="865187" cy="884238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113710" name="Shape 1650">
              <a:extLst>
                <a:ext uri="{FF2B5EF4-FFF2-40B4-BE49-F238E27FC236}">
                  <a16:creationId xmlns:a16="http://schemas.microsoft.com/office/drawing/2014/main" id="{3BAAF070-1ED5-43B8-BC69-4443E1B9D0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255838" y="5399088"/>
              <a:ext cx="863600" cy="158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11" name="Shape 1651">
              <a:extLst>
                <a:ext uri="{FF2B5EF4-FFF2-40B4-BE49-F238E27FC236}">
                  <a16:creationId xmlns:a16="http://schemas.microsoft.com/office/drawing/2014/main" id="{F85AB9CC-6A22-43E9-8B93-3DA44DBE16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2687638" y="4946650"/>
              <a:ext cx="1587" cy="88423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712" name="Shape 1652">
              <a:extLst>
                <a:ext uri="{FF2B5EF4-FFF2-40B4-BE49-F238E27FC236}">
                  <a16:creationId xmlns:a16="http://schemas.microsoft.com/office/drawing/2014/main" id="{66DF9235-36BD-4B07-ACA3-043DBE6C5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2963" y="4597400"/>
              <a:ext cx="141287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13713" name="Shape 1653">
              <a:extLst>
                <a:ext uri="{FF2B5EF4-FFF2-40B4-BE49-F238E27FC236}">
                  <a16:creationId xmlns:a16="http://schemas.microsoft.com/office/drawing/2014/main" id="{60C8D73B-0809-4412-8E48-7A34F733B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0188" y="4711700"/>
              <a:ext cx="2286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714" name="Shape 1654">
              <a:extLst>
                <a:ext uri="{FF2B5EF4-FFF2-40B4-BE49-F238E27FC236}">
                  <a16:creationId xmlns:a16="http://schemas.microsoft.com/office/drawing/2014/main" id="{97FB27B6-7E0B-4639-8613-CAC5F15AF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6750" y="4711700"/>
              <a:ext cx="211138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3715" name="Shape 1655">
              <a:extLst>
                <a:ext uri="{FF2B5EF4-FFF2-40B4-BE49-F238E27FC236}">
                  <a16:creationId xmlns:a16="http://schemas.microsoft.com/office/drawing/2014/main" id="{483A617C-6431-4892-8697-1A7F0DB8A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3313" y="4711700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3716" name="Shape 1656">
              <a:extLst>
                <a:ext uri="{FF2B5EF4-FFF2-40B4-BE49-F238E27FC236}">
                  <a16:creationId xmlns:a16="http://schemas.microsoft.com/office/drawing/2014/main" id="{1E5B9422-8CD4-4E31-9AD5-AD68D2354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463" y="4711700"/>
              <a:ext cx="211137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13717" name="Shape 1657">
              <a:extLst>
                <a:ext uri="{FF2B5EF4-FFF2-40B4-BE49-F238E27FC236}">
                  <a16:creationId xmlns:a16="http://schemas.microsoft.com/office/drawing/2014/main" id="{22AD054F-338A-47C1-94D5-2F496B505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5225" y="507523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718" name="Shape 1658">
              <a:extLst>
                <a:ext uri="{FF2B5EF4-FFF2-40B4-BE49-F238E27FC236}">
                  <a16:creationId xmlns:a16="http://schemas.microsoft.com/office/drawing/2014/main" id="{1842E468-370B-4D16-A0B3-F5EED77F32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5700" y="551180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19" name="Shape 1659">
              <a:extLst>
                <a:ext uri="{FF2B5EF4-FFF2-40B4-BE49-F238E27FC236}">
                  <a16:creationId xmlns:a16="http://schemas.microsoft.com/office/drawing/2014/main" id="{A85CEDFA-65E1-4EFB-AE23-EA49DBEE8C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2788" y="50831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20" name="Shape 1660">
              <a:extLst>
                <a:ext uri="{FF2B5EF4-FFF2-40B4-BE49-F238E27FC236}">
                  <a16:creationId xmlns:a16="http://schemas.microsoft.com/office/drawing/2014/main" id="{C47BBC5B-AE32-4524-B332-0BCB3C3B2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700" y="50831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21" name="Shape 1661">
              <a:extLst>
                <a:ext uri="{FF2B5EF4-FFF2-40B4-BE49-F238E27FC236}">
                  <a16:creationId xmlns:a16="http://schemas.microsoft.com/office/drawing/2014/main" id="{A299A69E-9682-47FB-AF22-63DDA1AC0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2788" y="55229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22" name="Shape 1662">
              <a:extLst>
                <a:ext uri="{FF2B5EF4-FFF2-40B4-BE49-F238E27FC236}">
                  <a16:creationId xmlns:a16="http://schemas.microsoft.com/office/drawing/2014/main" id="{C8A3F6FC-057E-4E6A-B086-A19981A92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700" y="55229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endPara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endParaRPr>
            </a:p>
          </p:txBody>
        </p:sp>
        <p:sp>
          <p:nvSpPr>
            <p:cNvPr id="113723" name="Shape 1663">
              <a:extLst>
                <a:ext uri="{FF2B5EF4-FFF2-40B4-BE49-F238E27FC236}">
                  <a16:creationId xmlns:a16="http://schemas.microsoft.com/office/drawing/2014/main" id="{5AC04B37-98B9-4BDE-95F2-B88D58E05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6963" y="4341813"/>
              <a:ext cx="10795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24" name="Shape 1664">
              <a:extLst>
                <a:ext uri="{FF2B5EF4-FFF2-40B4-BE49-F238E27FC236}">
                  <a16:creationId xmlns:a16="http://schemas.microsoft.com/office/drawing/2014/main" id="{BB658410-94FD-4CE1-AE07-E3854DC1D8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5863" y="44354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725" name="Shape 1665">
              <a:extLst>
                <a:ext uri="{FF2B5EF4-FFF2-40B4-BE49-F238E27FC236}">
                  <a16:creationId xmlns:a16="http://schemas.microsoft.com/office/drawing/2014/main" id="{3C5B26E7-592B-4046-9DC0-36642C00A0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3175" y="4341813"/>
              <a:ext cx="10795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26" name="Shape 1666">
              <a:extLst>
                <a:ext uri="{FF2B5EF4-FFF2-40B4-BE49-F238E27FC236}">
                  <a16:creationId xmlns:a16="http://schemas.microsoft.com/office/drawing/2014/main" id="{C777CE71-4DA7-4854-9173-6F6CCC8EB0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62075" y="44354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27" name="Shape 1667">
              <a:extLst>
                <a:ext uri="{FF2B5EF4-FFF2-40B4-BE49-F238E27FC236}">
                  <a16:creationId xmlns:a16="http://schemas.microsoft.com/office/drawing/2014/main" id="{8ACA9557-1702-4ABC-A204-420998DEB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0988" y="50831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28" name="Shape 1669">
              <a:extLst>
                <a:ext uri="{FF2B5EF4-FFF2-40B4-BE49-F238E27FC236}">
                  <a16:creationId xmlns:a16="http://schemas.microsoft.com/office/drawing/2014/main" id="{A50DAC5C-9DF0-46FC-A0A4-A9DD1DBD0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2738" y="5083175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29" name="Shape 1670">
              <a:extLst>
                <a:ext uri="{FF2B5EF4-FFF2-40B4-BE49-F238E27FC236}">
                  <a16:creationId xmlns:a16="http://schemas.microsoft.com/office/drawing/2014/main" id="{B87F3332-8090-42ED-8269-A25F23C90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" y="4202113"/>
              <a:ext cx="22701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2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13730" name="Shape 1692">
              <a:extLst>
                <a:ext uri="{FF2B5EF4-FFF2-40B4-BE49-F238E27FC236}">
                  <a16:creationId xmlns:a16="http://schemas.microsoft.com/office/drawing/2014/main" id="{42281B6C-7EB4-4283-A01E-0FFA85128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2738" y="55229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endPara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endParaRPr>
            </a:p>
          </p:txBody>
        </p:sp>
      </p:grpSp>
      <p:grpSp>
        <p:nvGrpSpPr>
          <p:cNvPr id="113677" name="Group 4">
            <a:extLst>
              <a:ext uri="{FF2B5EF4-FFF2-40B4-BE49-F238E27FC236}">
                <a16:creationId xmlns:a16="http://schemas.microsoft.com/office/drawing/2014/main" id="{0761C87C-1C8C-4D85-90A0-9DD3C154D456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4252913"/>
            <a:ext cx="2378075" cy="1579562"/>
            <a:chOff x="3886200" y="4252913"/>
            <a:chExt cx="2378075" cy="1579562"/>
          </a:xfrm>
        </p:grpSpPr>
        <p:sp>
          <p:nvSpPr>
            <p:cNvPr id="113680" name="Shape 1671">
              <a:extLst>
                <a:ext uri="{FF2B5EF4-FFF2-40B4-BE49-F238E27FC236}">
                  <a16:creationId xmlns:a16="http://schemas.microsoft.com/office/drawing/2014/main" id="{AE24CBA2-D199-419E-A918-DE6D816337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252913"/>
              <a:ext cx="22701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1200" b="0" i="1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13681" name="Shape 1696">
              <a:extLst>
                <a:ext uri="{FF2B5EF4-FFF2-40B4-BE49-F238E27FC236}">
                  <a16:creationId xmlns:a16="http://schemas.microsoft.com/office/drawing/2014/main" id="{BC10A12B-CDC7-403D-BE8F-9B30C7267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6438" y="4948238"/>
              <a:ext cx="884237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113682" name="Shape 1697">
              <a:extLst>
                <a:ext uri="{FF2B5EF4-FFF2-40B4-BE49-F238E27FC236}">
                  <a16:creationId xmlns:a16="http://schemas.microsoft.com/office/drawing/2014/main" id="{EDD40921-B192-44AE-A7A6-E7FE1D028E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16438" y="5400675"/>
              <a:ext cx="884237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83" name="Shape 1698">
              <a:extLst>
                <a:ext uri="{FF2B5EF4-FFF2-40B4-BE49-F238E27FC236}">
                  <a16:creationId xmlns:a16="http://schemas.microsoft.com/office/drawing/2014/main" id="{B3820B70-CD42-4922-83D1-4584FE0C02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4948238" y="4948238"/>
              <a:ext cx="1587" cy="884237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84" name="Shape 1699">
              <a:extLst>
                <a:ext uri="{FF2B5EF4-FFF2-40B4-BE49-F238E27FC236}">
                  <a16:creationId xmlns:a16="http://schemas.microsoft.com/office/drawing/2014/main" id="{A5B66956-AF42-4791-89F4-58BC8955B5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84638" y="4516438"/>
              <a:ext cx="431800" cy="431800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685" name="Shape 1700">
              <a:extLst>
                <a:ext uri="{FF2B5EF4-FFF2-40B4-BE49-F238E27FC236}">
                  <a16:creationId xmlns:a16="http://schemas.microsoft.com/office/drawing/2014/main" id="{1A5CF5EE-235D-48AD-903D-69C09C8F6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0675" y="4948238"/>
              <a:ext cx="863600" cy="884237"/>
            </a:xfrm>
            <a:prstGeom prst="rect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cxnSp>
          <p:nvCxnSpPr>
            <p:cNvPr id="113686" name="Shape 1701">
              <a:extLst>
                <a:ext uri="{FF2B5EF4-FFF2-40B4-BE49-F238E27FC236}">
                  <a16:creationId xmlns:a16="http://schemas.microsoft.com/office/drawing/2014/main" id="{B0A39E02-F894-4C68-9B9E-440F12FCFA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400675" y="5400675"/>
              <a:ext cx="863600" cy="1588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87" name="Shape 1702">
              <a:extLst>
                <a:ext uri="{FF2B5EF4-FFF2-40B4-BE49-F238E27FC236}">
                  <a16:creationId xmlns:a16="http://schemas.microsoft.com/office/drawing/2014/main" id="{D5808A3D-2ACD-414F-965B-E7904AE5E7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800000" flipH="1">
              <a:off x="5832475" y="4948238"/>
              <a:ext cx="1588" cy="862012"/>
            </a:xfrm>
            <a:prstGeom prst="straightConnector1">
              <a:avLst/>
            </a:prstGeom>
            <a:noFill/>
            <a:ln w="174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688" name="Shape 1703">
              <a:extLst>
                <a:ext uri="{FF2B5EF4-FFF2-40B4-BE49-F238E27FC236}">
                  <a16:creationId xmlns:a16="http://schemas.microsoft.com/office/drawing/2014/main" id="{C2ACF44D-371A-440D-99F3-92DE2CD4B7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7800" y="4732338"/>
              <a:ext cx="1397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</a:t>
              </a:r>
              <a:r>
                <a:rPr kumimoji="0" lang="en-US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689" name="Shape 1704">
              <a:extLst>
                <a:ext uri="{FF2B5EF4-FFF2-40B4-BE49-F238E27FC236}">
                  <a16:creationId xmlns:a16="http://schemas.microsoft.com/office/drawing/2014/main" id="{34F72E5E-DAE0-4361-AB08-09869681A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5025" y="4708525"/>
              <a:ext cx="227013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3690" name="Shape 1705">
              <a:extLst>
                <a:ext uri="{FF2B5EF4-FFF2-40B4-BE49-F238E27FC236}">
                  <a16:creationId xmlns:a16="http://schemas.microsoft.com/office/drawing/2014/main" id="{315A8B81-7EAE-4E4F-9DB1-2480B98FF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1588" y="4708525"/>
              <a:ext cx="211137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3691" name="Shape 1706">
              <a:extLst>
                <a:ext uri="{FF2B5EF4-FFF2-40B4-BE49-F238E27FC236}">
                  <a16:creationId xmlns:a16="http://schemas.microsoft.com/office/drawing/2014/main" id="{E7A45013-1649-400F-8368-DD6BAC4352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18150" y="470852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3692" name="Shape 1707">
              <a:extLst>
                <a:ext uri="{FF2B5EF4-FFF2-40B4-BE49-F238E27FC236}">
                  <a16:creationId xmlns:a16="http://schemas.microsoft.com/office/drawing/2014/main" id="{9806D853-EA4B-4222-A77F-BB41C0B95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3913" y="4708525"/>
              <a:ext cx="1524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13693" name="Shape 1708">
              <a:extLst>
                <a:ext uri="{FF2B5EF4-FFF2-40B4-BE49-F238E27FC236}">
                  <a16:creationId xmlns:a16="http://schemas.microsoft.com/office/drawing/2014/main" id="{011BB9D9-1E7A-4534-ADD2-D5500F60A3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0063" y="5073650"/>
              <a:ext cx="114300" cy="18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3694" name="Shape 1709">
              <a:extLst>
                <a:ext uri="{FF2B5EF4-FFF2-40B4-BE49-F238E27FC236}">
                  <a16:creationId xmlns:a16="http://schemas.microsoft.com/office/drawing/2014/main" id="{F6FB3249-9F0B-4CC5-A379-1D6DC3B15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0538" y="5510213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695" name="Shape 1710">
              <a:extLst>
                <a:ext uri="{FF2B5EF4-FFF2-40B4-BE49-F238E27FC236}">
                  <a16:creationId xmlns:a16="http://schemas.microsoft.com/office/drawing/2014/main" id="{223FFED5-0639-4DF6-AD4D-23E7F472B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2388" y="50815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696" name="Shape 1712">
              <a:extLst>
                <a:ext uri="{FF2B5EF4-FFF2-40B4-BE49-F238E27FC236}">
                  <a16:creationId xmlns:a16="http://schemas.microsoft.com/office/drawing/2014/main" id="{D33EE33E-A47F-4BD2-82D7-4C742F92D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2388" y="551973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697" name="Shape 1713">
              <a:extLst>
                <a:ext uri="{FF2B5EF4-FFF2-40B4-BE49-F238E27FC236}">
                  <a16:creationId xmlns:a16="http://schemas.microsoft.com/office/drawing/2014/main" id="{B8FB8C7B-EB2F-4159-BC5D-5CCF40581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1800" y="4341813"/>
              <a:ext cx="106363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698" name="Shape 1714">
              <a:extLst>
                <a:ext uri="{FF2B5EF4-FFF2-40B4-BE49-F238E27FC236}">
                  <a16:creationId xmlns:a16="http://schemas.microsoft.com/office/drawing/2014/main" id="{99A29DF0-9244-4281-A040-0737C7E73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700" y="44338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3699" name="Shape 1715">
              <a:extLst>
                <a:ext uri="{FF2B5EF4-FFF2-40B4-BE49-F238E27FC236}">
                  <a16:creationId xmlns:a16="http://schemas.microsoft.com/office/drawing/2014/main" id="{F3755BB3-8BB4-46D6-8676-C00F837A4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8013" y="4341813"/>
              <a:ext cx="106362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3700" name="Shape 1716">
              <a:extLst>
                <a:ext uri="{FF2B5EF4-FFF2-40B4-BE49-F238E27FC236}">
                  <a16:creationId xmlns:a16="http://schemas.microsoft.com/office/drawing/2014/main" id="{289AADC3-10CB-4B62-B620-BAA293471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6913" y="44338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3701" name="Shape 1717">
              <a:extLst>
                <a:ext uri="{FF2B5EF4-FFF2-40B4-BE49-F238E27FC236}">
                  <a16:creationId xmlns:a16="http://schemas.microsoft.com/office/drawing/2014/main" id="{1A9D6370-B3D1-4FD2-B50F-804119AAD2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2125" y="50815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endPara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endParaRPr>
            </a:p>
          </p:txBody>
        </p:sp>
        <p:sp>
          <p:nvSpPr>
            <p:cNvPr id="113702" name="Shape 1718">
              <a:extLst>
                <a:ext uri="{FF2B5EF4-FFF2-40B4-BE49-F238E27FC236}">
                  <a16:creationId xmlns:a16="http://schemas.microsoft.com/office/drawing/2014/main" id="{8B02BDCC-D970-40FC-8822-F058A47462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2125" y="551973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03" name="Shape 1719">
              <a:extLst>
                <a:ext uri="{FF2B5EF4-FFF2-40B4-BE49-F238E27FC236}">
                  <a16:creationId xmlns:a16="http://schemas.microsoft.com/office/drawing/2014/main" id="{351600AB-2F70-493B-8322-6FB00CB3D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9163" y="50815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sp>
          <p:nvSpPr>
            <p:cNvPr id="113704" name="Shape 1721">
              <a:extLst>
                <a:ext uri="{FF2B5EF4-FFF2-40B4-BE49-F238E27FC236}">
                  <a16:creationId xmlns:a16="http://schemas.microsoft.com/office/drawing/2014/main" id="{063BA166-FCA7-4DA1-9512-3C6A57B838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1063" y="5081588"/>
              <a:ext cx="114300" cy="182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</p:grpSp>
      <p:sp>
        <p:nvSpPr>
          <p:cNvPr id="159" name="Shape 1351">
            <a:extLst>
              <a:ext uri="{FF2B5EF4-FFF2-40B4-BE49-F238E27FC236}">
                <a16:creationId xmlns:a16="http://schemas.microsoft.com/office/drawing/2014/main" id="{4D4FC03E-077B-AC44-A4EE-162A2404453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Let's Derive the Logic Expressions</a:t>
            </a:r>
          </a:p>
        </p:txBody>
      </p:sp>
      <p:sp>
        <p:nvSpPr>
          <p:cNvPr id="113679" name="Shape 1561">
            <a:extLst>
              <a:ext uri="{FF2B5EF4-FFF2-40B4-BE49-F238E27FC236}">
                <a16:creationId xmlns:a16="http://schemas.microsoft.com/office/drawing/2014/main" id="{310A2F6E-5ACA-4396-9A87-2277FF31C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663" y="2044700"/>
            <a:ext cx="1803400" cy="1662113"/>
          </a:xfrm>
          <a:prstGeom prst="rect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Warning:</a:t>
            </a:r>
          </a:p>
          <a:p>
            <a:pPr marL="0" marR="0" lvl="0" indent="0" algn="ctr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This table does not enumerate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in the standard way, so be careful when filling out the K-Map.</a:t>
            </a:r>
          </a:p>
        </p:txBody>
      </p: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Shape 1568">
            <a:extLst>
              <a:ext uri="{FF2B5EF4-FFF2-40B4-BE49-F238E27FC236}">
                <a16:creationId xmlns:a16="http://schemas.microsoft.com/office/drawing/2014/main" id="{266EDB37-95EF-494B-B461-6D900D978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143000"/>
            <a:ext cx="12700" cy="4683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4" name="Shape 1569">
            <a:extLst>
              <a:ext uri="{FF2B5EF4-FFF2-40B4-BE49-F238E27FC236}">
                <a16:creationId xmlns:a16="http://schemas.microsoft.com/office/drawing/2014/main" id="{641C5E5C-6BFD-46F1-8B7F-664D04543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6113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5" name="Shape 1570">
            <a:extLst>
              <a:ext uri="{FF2B5EF4-FFF2-40B4-BE49-F238E27FC236}">
                <a16:creationId xmlns:a16="http://schemas.microsoft.com/office/drawing/2014/main" id="{2AC6896F-BC89-4F37-BC38-1A947F0F1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4763" y="2081213"/>
            <a:ext cx="1914525" cy="127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6" name="Shape 1571">
            <a:extLst>
              <a:ext uri="{FF2B5EF4-FFF2-40B4-BE49-F238E27FC236}">
                <a16:creationId xmlns:a16="http://schemas.microsoft.com/office/drawing/2014/main" id="{14097503-9756-4C43-AE4B-0BC45F6C0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0685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7" name="Shape 1572">
            <a:extLst>
              <a:ext uri="{FF2B5EF4-FFF2-40B4-BE49-F238E27FC236}">
                <a16:creationId xmlns:a16="http://schemas.microsoft.com/office/drawing/2014/main" id="{7F442878-1FDC-4C3C-9D7F-C9FA1C9BA3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528888"/>
            <a:ext cx="12700" cy="4032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8" name="Shape 1573">
            <a:extLst>
              <a:ext uri="{FF2B5EF4-FFF2-40B4-BE49-F238E27FC236}">
                <a16:creationId xmlns:a16="http://schemas.microsoft.com/office/drawing/2014/main" id="{74E9E083-FBDF-4EBF-B90B-F0D73BE3A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9321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19" name="Shape 1574">
            <a:extLst>
              <a:ext uri="{FF2B5EF4-FFF2-40B4-BE49-F238E27FC236}">
                <a16:creationId xmlns:a16="http://schemas.microsoft.com/office/drawing/2014/main" id="{3C66B504-B568-47BE-9435-A77B9CA194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2369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20" name="Shape 1575">
            <a:extLst>
              <a:ext uri="{FF2B5EF4-FFF2-40B4-BE49-F238E27FC236}">
                <a16:creationId xmlns:a16="http://schemas.microsoft.com/office/drawing/2014/main" id="{4BED6346-1723-4AF8-B4C5-17BF932F8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546475"/>
            <a:ext cx="12700" cy="3508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15721" name="Shape 1576">
            <a:extLst>
              <a:ext uri="{FF2B5EF4-FFF2-40B4-BE49-F238E27FC236}">
                <a16:creationId xmlns:a16="http://schemas.microsoft.com/office/drawing/2014/main" id="{8BBABFC4-2311-48E3-B71A-BFD1B4EE3849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3000"/>
            <a:ext cx="4295775" cy="2754313"/>
            <a:chOff x="2295525" y="1711325"/>
            <a:chExt cx="4295811" cy="2754212"/>
          </a:xfrm>
        </p:grpSpPr>
        <p:sp>
          <p:nvSpPr>
            <p:cNvPr id="115802" name="Shape 1577">
              <a:extLst>
                <a:ext uri="{FF2B5EF4-FFF2-40B4-BE49-F238E27FC236}">
                  <a16:creationId xmlns:a16="http://schemas.microsoft.com/office/drawing/2014/main" id="{5FDE91DA-C264-4295-A3A9-ADD9A70E4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3967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3" name="Shape 1578">
              <a:extLst>
                <a:ext uri="{FF2B5EF4-FFF2-40B4-BE49-F238E27FC236}">
                  <a16:creationId xmlns:a16="http://schemas.microsoft.com/office/drawing/2014/main" id="{3E3698E8-5EA4-442A-B793-71412A337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4" name="Shape 1579">
              <a:extLst>
                <a:ext uri="{FF2B5EF4-FFF2-40B4-BE49-F238E27FC236}">
                  <a16:creationId xmlns:a16="http://schemas.microsoft.com/office/drawing/2014/main" id="{902DFE4C-0F30-4AFF-9206-7BAB5A8284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5" name="Shape 1580">
              <a:extLst>
                <a:ext uri="{FF2B5EF4-FFF2-40B4-BE49-F238E27FC236}">
                  <a16:creationId xmlns:a16="http://schemas.microsoft.com/office/drawing/2014/main" id="{2EFAB24F-B802-4F9F-A77B-AEE6392917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886" y="1971675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15806" name="Shape 1581">
              <a:extLst>
                <a:ext uri="{FF2B5EF4-FFF2-40B4-BE49-F238E27FC236}">
                  <a16:creationId xmlns:a16="http://schemas.microsoft.com/office/drawing/2014/main" id="{93D05B2C-2AE5-4E75-9154-5D6F771CE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7" name="Shape 1582">
              <a:extLst>
                <a:ext uri="{FF2B5EF4-FFF2-40B4-BE49-F238E27FC236}">
                  <a16:creationId xmlns:a16="http://schemas.microsoft.com/office/drawing/2014/main" id="{718DA2B5-AADD-4355-9EC4-673A9F77A8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9350" y="2192336"/>
              <a:ext cx="19145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8" name="Shape 1583">
              <a:extLst>
                <a:ext uri="{FF2B5EF4-FFF2-40B4-BE49-F238E27FC236}">
                  <a16:creationId xmlns:a16="http://schemas.microsoft.com/office/drawing/2014/main" id="{7C499153-9CCE-4943-A7AC-6FFCDC124C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09" name="Shape 1584">
              <a:extLst>
                <a:ext uri="{FF2B5EF4-FFF2-40B4-BE49-F238E27FC236}">
                  <a16:creationId xmlns:a16="http://schemas.microsoft.com/office/drawing/2014/main" id="{55417659-EFD6-4C61-B84B-99BE3B44A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7500" y="1825625"/>
              <a:ext cx="10842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15810" name="Shape 1585">
              <a:extLst>
                <a:ext uri="{FF2B5EF4-FFF2-40B4-BE49-F238E27FC236}">
                  <a16:creationId xmlns:a16="http://schemas.microsoft.com/office/drawing/2014/main" id="{6223983F-9567-4662-8703-0A4BEF840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11" name="Shape 1586">
              <a:extLst>
                <a:ext uri="{FF2B5EF4-FFF2-40B4-BE49-F238E27FC236}">
                  <a16:creationId xmlns:a16="http://schemas.microsoft.com/office/drawing/2014/main" id="{3B1FF916-AB79-4A86-B93B-A9745C90C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4175" y="2293936"/>
              <a:ext cx="527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15812" name="Shape 1587">
              <a:extLst>
                <a:ext uri="{FF2B5EF4-FFF2-40B4-BE49-F238E27FC236}">
                  <a16:creationId xmlns:a16="http://schemas.microsoft.com/office/drawing/2014/main" id="{84C2A2F3-E8F9-46C8-941E-AAC76DF5C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22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15813" name="Shape 1588">
              <a:extLst>
                <a:ext uri="{FF2B5EF4-FFF2-40B4-BE49-F238E27FC236}">
                  <a16:creationId xmlns:a16="http://schemas.microsoft.com/office/drawing/2014/main" id="{1FD7B339-908C-4D29-9268-A480192F1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2575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15814" name="Shape 1589">
              <a:extLst>
                <a:ext uri="{FF2B5EF4-FFF2-40B4-BE49-F238E27FC236}">
                  <a16:creationId xmlns:a16="http://schemas.microsoft.com/office/drawing/2014/main" id="{7BB0E623-437C-4714-87C7-59BA97E6F9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6100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5815" name="Shape 1590">
              <a:extLst>
                <a:ext uri="{FF2B5EF4-FFF2-40B4-BE49-F238E27FC236}">
                  <a16:creationId xmlns:a16="http://schemas.microsoft.com/office/drawing/2014/main" id="{48018FA8-27CA-4A2B-9717-DDFEA37011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15816" name="Shape 1591">
              <a:extLst>
                <a:ext uri="{FF2B5EF4-FFF2-40B4-BE49-F238E27FC236}">
                  <a16:creationId xmlns:a16="http://schemas.microsoft.com/office/drawing/2014/main" id="{FF97EB34-CCF0-4DFA-A595-E67844EAC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6662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15817" name="Shape 1592">
              <a:extLst>
                <a:ext uri="{FF2B5EF4-FFF2-40B4-BE49-F238E27FC236}">
                  <a16:creationId xmlns:a16="http://schemas.microsoft.com/office/drawing/2014/main" id="{12DBE1D6-D0CB-4681-9D99-B08199A80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18" name="Shape 1593">
              <a:extLst>
                <a:ext uri="{FF2B5EF4-FFF2-40B4-BE49-F238E27FC236}">
                  <a16:creationId xmlns:a16="http://schemas.microsoft.com/office/drawing/2014/main" id="{6DB9D92E-8B00-4873-8381-8E580C524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362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5819" name="Shape 1594">
              <a:extLst>
                <a:ext uri="{FF2B5EF4-FFF2-40B4-BE49-F238E27FC236}">
                  <a16:creationId xmlns:a16="http://schemas.microsoft.com/office/drawing/2014/main" id="{77F10CE8-A294-481D-94E8-F1E7658E0C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20" name="Shape 1595">
              <a:extLst>
                <a:ext uri="{FF2B5EF4-FFF2-40B4-BE49-F238E27FC236}">
                  <a16:creationId xmlns:a16="http://schemas.microsoft.com/office/drawing/2014/main" id="{6C1341A1-FB86-4CA3-B451-77B421D62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3575" y="2203450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Output</a:t>
              </a:r>
            </a:p>
          </p:txBody>
        </p:sp>
        <p:sp>
          <p:nvSpPr>
            <p:cNvPr id="115821" name="Shape 1596">
              <a:extLst>
                <a:ext uri="{FF2B5EF4-FFF2-40B4-BE49-F238E27FC236}">
                  <a16:creationId xmlns:a16="http://schemas.microsoft.com/office/drawing/2014/main" id="{3030B38F-90F2-40C7-84B1-BFFF57A54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7825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22" name="Shape 1597">
              <a:extLst>
                <a:ext uri="{FF2B5EF4-FFF2-40B4-BE49-F238E27FC236}">
                  <a16:creationId xmlns:a16="http://schemas.microsoft.com/office/drawing/2014/main" id="{EE9127CD-6074-4447-BA1B-1A6628AC9B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65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5823" name="Shape 1598">
              <a:extLst>
                <a:ext uri="{FF2B5EF4-FFF2-40B4-BE49-F238E27FC236}">
                  <a16:creationId xmlns:a16="http://schemas.microsoft.com/office/drawing/2014/main" id="{CD6360AE-DC4A-41C4-9932-F82EFE904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950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24" name="Shape 1599">
              <a:extLst>
                <a:ext uri="{FF2B5EF4-FFF2-40B4-BE49-F238E27FC236}">
                  <a16:creationId xmlns:a16="http://schemas.microsoft.com/office/drawing/2014/main" id="{24A96944-844E-473A-8C99-6B7497868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25" name="Shape 1600">
              <a:extLst>
                <a:ext uri="{FF2B5EF4-FFF2-40B4-BE49-F238E27FC236}">
                  <a16:creationId xmlns:a16="http://schemas.microsoft.com/office/drawing/2014/main" id="{C2B4E28B-9E39-46FB-AF4D-FDB50605A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1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5826" name="Shape 1601">
              <a:extLst>
                <a:ext uri="{FF2B5EF4-FFF2-40B4-BE49-F238E27FC236}">
                  <a16:creationId xmlns:a16="http://schemas.microsoft.com/office/drawing/2014/main" id="{322127E8-D70C-42CB-9868-5FFFAF0D4F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725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27" name="Shape 1602">
              <a:extLst>
                <a:ext uri="{FF2B5EF4-FFF2-40B4-BE49-F238E27FC236}">
                  <a16:creationId xmlns:a16="http://schemas.microsoft.com/office/drawing/2014/main" id="{A51F01A2-4F34-4F66-851D-DFB57E146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3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5828" name="Shape 1603">
              <a:extLst>
                <a:ext uri="{FF2B5EF4-FFF2-40B4-BE49-F238E27FC236}">
                  <a16:creationId xmlns:a16="http://schemas.microsoft.com/office/drawing/2014/main" id="{63FF96E2-48E2-4332-B9C2-D8FBD655E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92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29" name="Shape 1604">
              <a:extLst>
                <a:ext uri="{FF2B5EF4-FFF2-40B4-BE49-F238E27FC236}">
                  <a16:creationId xmlns:a16="http://schemas.microsoft.com/office/drawing/2014/main" id="{4E5CD41B-E9BF-4273-AEE2-D34317E96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5830" name="Shape 1605">
              <a:extLst>
                <a:ext uri="{FF2B5EF4-FFF2-40B4-BE49-F238E27FC236}">
                  <a16:creationId xmlns:a16="http://schemas.microsoft.com/office/drawing/2014/main" id="{4287A4FD-1CAC-4509-8BE6-DF1C2221B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2987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31" name="Shape 1606">
              <a:extLst>
                <a:ext uri="{FF2B5EF4-FFF2-40B4-BE49-F238E27FC236}">
                  <a16:creationId xmlns:a16="http://schemas.microsoft.com/office/drawing/2014/main" id="{03ADDB7B-C493-4678-9CA2-F231E2997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9037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sp>
          <p:nvSpPr>
            <p:cNvPr id="115832" name="Shape 1607">
              <a:extLst>
                <a:ext uri="{FF2B5EF4-FFF2-40B4-BE49-F238E27FC236}">
                  <a16:creationId xmlns:a16="http://schemas.microsoft.com/office/drawing/2014/main" id="{2DE4562B-FD31-4594-B23C-1D36F64398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17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15833" name="Shape 1608">
              <a:extLst>
                <a:ext uri="{FF2B5EF4-FFF2-40B4-BE49-F238E27FC236}">
                  <a16:creationId xmlns:a16="http://schemas.microsoft.com/office/drawing/2014/main" id="{0CD40B80-A99B-4D7D-B822-E8CED2308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34" name="Shape 1609">
              <a:extLst>
                <a:ext uri="{FF2B5EF4-FFF2-40B4-BE49-F238E27FC236}">
                  <a16:creationId xmlns:a16="http://schemas.microsoft.com/office/drawing/2014/main" id="{7C7DD59C-A1AE-4882-910D-7D82263FD0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78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5835" name="Shape 1610">
              <a:extLst>
                <a:ext uri="{FF2B5EF4-FFF2-40B4-BE49-F238E27FC236}">
                  <a16:creationId xmlns:a16="http://schemas.microsoft.com/office/drawing/2014/main" id="{20799510-DC08-4D1B-8E1D-1EE3D2DD7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106736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36" name="Shape 1611">
              <a:extLst>
                <a:ext uri="{FF2B5EF4-FFF2-40B4-BE49-F238E27FC236}">
                  <a16:creationId xmlns:a16="http://schemas.microsoft.com/office/drawing/2014/main" id="{DA81F559-1319-4D93-B1BE-E0C777C62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2568575"/>
              <a:ext cx="1620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sp>
          <p:nvSpPr>
            <p:cNvPr id="115837" name="Shape 1612">
              <a:extLst>
                <a:ext uri="{FF2B5EF4-FFF2-40B4-BE49-F238E27FC236}">
                  <a16:creationId xmlns:a16="http://schemas.microsoft.com/office/drawing/2014/main" id="{431F6582-9C36-492F-BACA-A5BD4B981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38" name="Shape 1613">
              <a:extLst>
                <a:ext uri="{FF2B5EF4-FFF2-40B4-BE49-F238E27FC236}">
                  <a16:creationId xmlns:a16="http://schemas.microsoft.com/office/drawing/2014/main" id="{09A5E1B0-6359-4550-8496-5C1D6D7D5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525" y="3200400"/>
              <a:ext cx="247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A </a:t>
              </a:r>
            </a:p>
          </p:txBody>
        </p:sp>
        <p:sp>
          <p:nvSpPr>
            <p:cNvPr id="115839" name="Shape 1614">
              <a:extLst>
                <a:ext uri="{FF2B5EF4-FFF2-40B4-BE49-F238E27FC236}">
                  <a16:creationId xmlns:a16="http://schemas.microsoft.com/office/drawing/2014/main" id="{216918B8-9869-4415-AC47-64950911BE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40" name="Shape 1615">
              <a:extLst>
                <a:ext uri="{FF2B5EF4-FFF2-40B4-BE49-F238E27FC236}">
                  <a16:creationId xmlns:a16="http://schemas.microsoft.com/office/drawing/2014/main" id="{743AEC3A-CA07-42AC-A4E9-3E8F8342A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5841" name="Shape 1616">
              <a:extLst>
                <a:ext uri="{FF2B5EF4-FFF2-40B4-BE49-F238E27FC236}">
                  <a16:creationId xmlns:a16="http://schemas.microsoft.com/office/drawing/2014/main" id="{B5D05FC3-8695-45B6-8371-A511659A38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5900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5842" name="Shape 1617">
              <a:extLst>
                <a:ext uri="{FF2B5EF4-FFF2-40B4-BE49-F238E27FC236}">
                  <a16:creationId xmlns:a16="http://schemas.microsoft.com/office/drawing/2014/main" id="{D3BD8436-950D-4F21-AA48-BB827F811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43" name="Shape 1618">
              <a:extLst>
                <a:ext uri="{FF2B5EF4-FFF2-40B4-BE49-F238E27FC236}">
                  <a16:creationId xmlns:a16="http://schemas.microsoft.com/office/drawing/2014/main" id="{F9D7BE9B-20C4-489B-B332-CC4F33F27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157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5844" name="Shape 1619">
              <a:extLst>
                <a:ext uri="{FF2B5EF4-FFF2-40B4-BE49-F238E27FC236}">
                  <a16:creationId xmlns:a16="http://schemas.microsoft.com/office/drawing/2014/main" id="{60EE96CB-8A4E-4A78-AC51-AB4102963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2975" y="32004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5845" name="Shape 1620">
              <a:extLst>
                <a:ext uri="{FF2B5EF4-FFF2-40B4-BE49-F238E27FC236}">
                  <a16:creationId xmlns:a16="http://schemas.microsoft.com/office/drawing/2014/main" id="{D6C17A78-4367-451E-9AC6-5091E8F9FF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46" name="Shape 1621">
              <a:extLst>
                <a:ext uri="{FF2B5EF4-FFF2-40B4-BE49-F238E27FC236}">
                  <a16:creationId xmlns:a16="http://schemas.microsoft.com/office/drawing/2014/main" id="{7BE2D33F-8FB5-4A16-BDEA-46302C36A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505200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B </a:t>
              </a:r>
            </a:p>
          </p:txBody>
        </p:sp>
        <p:sp>
          <p:nvSpPr>
            <p:cNvPr id="115847" name="Shape 1622">
              <a:extLst>
                <a:ext uri="{FF2B5EF4-FFF2-40B4-BE49-F238E27FC236}">
                  <a16:creationId xmlns:a16="http://schemas.microsoft.com/office/drawing/2014/main" id="{6A986C81-FD9D-4120-A979-A69D7520C7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48" name="Shape 1623">
              <a:extLst>
                <a:ext uri="{FF2B5EF4-FFF2-40B4-BE49-F238E27FC236}">
                  <a16:creationId xmlns:a16="http://schemas.microsoft.com/office/drawing/2014/main" id="{B791C40E-EDB9-4097-8734-B0AFEE9301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15849" name="Shape 1624">
              <a:extLst>
                <a:ext uri="{FF2B5EF4-FFF2-40B4-BE49-F238E27FC236}">
                  <a16:creationId xmlns:a16="http://schemas.microsoft.com/office/drawing/2014/main" id="{80CA5698-205B-422E-A136-06103D4DC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7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5850" name="Shape 1625">
              <a:extLst>
                <a:ext uri="{FF2B5EF4-FFF2-40B4-BE49-F238E27FC236}">
                  <a16:creationId xmlns:a16="http://schemas.microsoft.com/office/drawing/2014/main" id="{0C57CDC0-87D2-4A3E-A853-B97EE45B17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51" name="Shape 1626">
              <a:extLst>
                <a:ext uri="{FF2B5EF4-FFF2-40B4-BE49-F238E27FC236}">
                  <a16:creationId xmlns:a16="http://schemas.microsoft.com/office/drawing/2014/main" id="{D791D483-7AC4-4835-A594-4DC0D2346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505200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5852" name="Shape 1627">
              <a:extLst>
                <a:ext uri="{FF2B5EF4-FFF2-40B4-BE49-F238E27FC236}">
                  <a16:creationId xmlns:a16="http://schemas.microsoft.com/office/drawing/2014/main" id="{E59AFCE1-3C13-4184-9165-9C4E252E1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5052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15853" name="Shape 1628">
              <a:extLst>
                <a:ext uri="{FF2B5EF4-FFF2-40B4-BE49-F238E27FC236}">
                  <a16:creationId xmlns:a16="http://schemas.microsoft.com/office/drawing/2014/main" id="{14CBAA30-090E-4CFC-8B6E-B0EE5BF719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54" name="Shape 1629">
              <a:extLst>
                <a:ext uri="{FF2B5EF4-FFF2-40B4-BE49-F238E27FC236}">
                  <a16:creationId xmlns:a16="http://schemas.microsoft.com/office/drawing/2014/main" id="{16FE4E73-9188-4AE6-8E06-CAE405A21A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806825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 </a:t>
              </a:r>
            </a:p>
          </p:txBody>
        </p:sp>
        <p:sp>
          <p:nvSpPr>
            <p:cNvPr id="115855" name="Shape 1630">
              <a:extLst>
                <a:ext uri="{FF2B5EF4-FFF2-40B4-BE49-F238E27FC236}">
                  <a16:creationId xmlns:a16="http://schemas.microsoft.com/office/drawing/2014/main" id="{F7AACC45-32E3-4DDE-BCE2-33AE409C0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56" name="Shape 1631">
              <a:extLst>
                <a:ext uri="{FF2B5EF4-FFF2-40B4-BE49-F238E27FC236}">
                  <a16:creationId xmlns:a16="http://schemas.microsoft.com/office/drawing/2014/main" id="{27D25131-3821-4518-9A28-E482122547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5857" name="Shape 1632">
              <a:extLst>
                <a:ext uri="{FF2B5EF4-FFF2-40B4-BE49-F238E27FC236}">
                  <a16:creationId xmlns:a16="http://schemas.microsoft.com/office/drawing/2014/main" id="{1CB82DB8-0530-4843-91F1-BE2763700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5" y="3806825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15858" name="Shape 1633">
              <a:extLst>
                <a:ext uri="{FF2B5EF4-FFF2-40B4-BE49-F238E27FC236}">
                  <a16:creationId xmlns:a16="http://schemas.microsoft.com/office/drawing/2014/main" id="{52CAD42C-C011-485C-BDBD-59C71FDAFA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59" name="Shape 1634">
              <a:extLst>
                <a:ext uri="{FF2B5EF4-FFF2-40B4-BE49-F238E27FC236}">
                  <a16:creationId xmlns:a16="http://schemas.microsoft.com/office/drawing/2014/main" id="{D5A6E9F2-FE98-4751-BC68-ED57B9876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15860" name="Shape 1635">
              <a:extLst>
                <a:ext uri="{FF2B5EF4-FFF2-40B4-BE49-F238E27FC236}">
                  <a16:creationId xmlns:a16="http://schemas.microsoft.com/office/drawing/2014/main" id="{58F7D71F-FB6F-4F8B-B01A-9B612D04A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61" name="Shape 1636">
              <a:extLst>
                <a:ext uri="{FF2B5EF4-FFF2-40B4-BE49-F238E27FC236}">
                  <a16:creationId xmlns:a16="http://schemas.microsoft.com/office/drawing/2014/main" id="{C05741AF-5264-44AD-B8F7-F8C8769D5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8068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15862" name="Shape 1637">
              <a:extLst>
                <a:ext uri="{FF2B5EF4-FFF2-40B4-BE49-F238E27FC236}">
                  <a16:creationId xmlns:a16="http://schemas.microsoft.com/office/drawing/2014/main" id="{AE45F8B7-F4C3-4F66-B1D1-F4684E0B4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63" name="Shape 1638">
              <a:extLst>
                <a:ext uri="{FF2B5EF4-FFF2-40B4-BE49-F238E27FC236}">
                  <a16:creationId xmlns:a16="http://schemas.microsoft.com/office/drawing/2014/main" id="{E17C738C-5DA6-41C4-B4A0-B8FFF2744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9" y="4111625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15864" name="Shape 1639">
              <a:extLst>
                <a:ext uri="{FF2B5EF4-FFF2-40B4-BE49-F238E27FC236}">
                  <a16:creationId xmlns:a16="http://schemas.microsoft.com/office/drawing/2014/main" id="{EDD1364D-380F-4E4E-B616-263B9E346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4289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15865" name="Shape 1640">
              <a:extLst>
                <a:ext uri="{FF2B5EF4-FFF2-40B4-BE49-F238E27FC236}">
                  <a16:creationId xmlns:a16="http://schemas.microsoft.com/office/drawing/2014/main" id="{A2FEEC79-8E17-4ADE-AA78-80495BF52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66" name="Shape 1641">
              <a:extLst>
                <a:ext uri="{FF2B5EF4-FFF2-40B4-BE49-F238E27FC236}">
                  <a16:creationId xmlns:a16="http://schemas.microsoft.com/office/drawing/2014/main" id="{6CD3A86A-AB55-4929-83E2-76706C790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8400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15867" name="Shape 1642">
              <a:extLst>
                <a:ext uri="{FF2B5EF4-FFF2-40B4-BE49-F238E27FC236}">
                  <a16:creationId xmlns:a16="http://schemas.microsoft.com/office/drawing/2014/main" id="{24AE8911-768B-4EE3-9E08-88B7B1B44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452937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868" name="Shape 1643">
              <a:extLst>
                <a:ext uri="{FF2B5EF4-FFF2-40B4-BE49-F238E27FC236}">
                  <a16:creationId xmlns:a16="http://schemas.microsoft.com/office/drawing/2014/main" id="{15140D5C-65FD-4EB6-A8D3-1A04C5212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41116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</p:grpSp>
      <p:cxnSp>
        <p:nvCxnSpPr>
          <p:cNvPr id="115722" name="Shape 1644">
            <a:extLst>
              <a:ext uri="{FF2B5EF4-FFF2-40B4-BE49-F238E27FC236}">
                <a16:creationId xmlns:a16="http://schemas.microsoft.com/office/drawing/2014/main" id="{F1A8D890-42A3-4384-A88A-6D77C6032C0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22938" y="1149350"/>
            <a:ext cx="0" cy="2743200"/>
          </a:xfrm>
          <a:prstGeom prst="straightConnector1">
            <a:avLst/>
          </a:prstGeom>
          <a:noFill/>
          <a:ln w="9525" cap="rnd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23" name="Shape 1645">
            <a:extLst>
              <a:ext uri="{FF2B5EF4-FFF2-40B4-BE49-F238E27FC236}">
                <a16:creationId xmlns:a16="http://schemas.microsoft.com/office/drawing/2014/main" id="{25CD55AB-3DAD-4531-A8B5-143ABE248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4946650"/>
            <a:ext cx="884238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15724" name="Shape 1646">
            <a:extLst>
              <a:ext uri="{FF2B5EF4-FFF2-40B4-BE49-F238E27FC236}">
                <a16:creationId xmlns:a16="http://schemas.microsoft.com/office/drawing/2014/main" id="{10C7E13C-890D-4DF8-B780-97E6E12BB88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373188" y="5399088"/>
            <a:ext cx="88265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25" name="Shape 1647">
            <a:extLst>
              <a:ext uri="{FF2B5EF4-FFF2-40B4-BE49-F238E27FC236}">
                <a16:creationId xmlns:a16="http://schemas.microsoft.com/office/drawing/2014/main" id="{8A63B466-68D6-488E-B8E8-D798DAC3A181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1803400" y="4946650"/>
            <a:ext cx="1588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26" name="Shape 1648">
            <a:extLst>
              <a:ext uri="{FF2B5EF4-FFF2-40B4-BE49-F238E27FC236}">
                <a16:creationId xmlns:a16="http://schemas.microsoft.com/office/drawing/2014/main" id="{25BC26C9-1B2B-4BE2-B3E0-6FFB1F0D128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39800" y="4514850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27" name="Shape 1649">
            <a:extLst>
              <a:ext uri="{FF2B5EF4-FFF2-40B4-BE49-F238E27FC236}">
                <a16:creationId xmlns:a16="http://schemas.microsoft.com/office/drawing/2014/main" id="{0D36A860-E344-4867-AFEE-C9948279A2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5838" y="4946650"/>
            <a:ext cx="865187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15728" name="Shape 1650">
            <a:extLst>
              <a:ext uri="{FF2B5EF4-FFF2-40B4-BE49-F238E27FC236}">
                <a16:creationId xmlns:a16="http://schemas.microsoft.com/office/drawing/2014/main" id="{3765BFAD-7AF0-4B6F-9658-EA58634B276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255838" y="5399088"/>
            <a:ext cx="86360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29" name="Shape 1651">
            <a:extLst>
              <a:ext uri="{FF2B5EF4-FFF2-40B4-BE49-F238E27FC236}">
                <a16:creationId xmlns:a16="http://schemas.microsoft.com/office/drawing/2014/main" id="{984C15EC-34A9-4F73-B7AA-5EAE35D227C4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2687638" y="4946650"/>
            <a:ext cx="1587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30" name="Shape 1652">
            <a:extLst>
              <a:ext uri="{FF2B5EF4-FFF2-40B4-BE49-F238E27FC236}">
                <a16:creationId xmlns:a16="http://schemas.microsoft.com/office/drawing/2014/main" id="{8AE7F7A0-C0B5-4AA5-86E1-236603B2C8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3" y="4597400"/>
            <a:ext cx="14128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15731" name="Shape 1653">
            <a:extLst>
              <a:ext uri="{FF2B5EF4-FFF2-40B4-BE49-F238E27FC236}">
                <a16:creationId xmlns:a16="http://schemas.microsoft.com/office/drawing/2014/main" id="{462083C3-2B8C-4E9E-AD87-988B75003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0188" y="4711700"/>
            <a:ext cx="2286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15732" name="Shape 1654">
            <a:extLst>
              <a:ext uri="{FF2B5EF4-FFF2-40B4-BE49-F238E27FC236}">
                <a16:creationId xmlns:a16="http://schemas.microsoft.com/office/drawing/2014/main" id="{4DBCEF33-37B3-4E61-BA87-8A3FDA300D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0" y="4711700"/>
            <a:ext cx="21113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15733" name="Shape 1655">
            <a:extLst>
              <a:ext uri="{FF2B5EF4-FFF2-40B4-BE49-F238E27FC236}">
                <a16:creationId xmlns:a16="http://schemas.microsoft.com/office/drawing/2014/main" id="{8EDC324C-7C2C-4EEB-8BC0-DD6A9405F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313" y="47117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15734" name="Shape 1656">
            <a:extLst>
              <a:ext uri="{FF2B5EF4-FFF2-40B4-BE49-F238E27FC236}">
                <a16:creationId xmlns:a16="http://schemas.microsoft.com/office/drawing/2014/main" id="{14B3E4BF-3967-429A-B41D-A50C8CCD5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1463" y="4711700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15735" name="Shape 1657">
            <a:extLst>
              <a:ext uri="{FF2B5EF4-FFF2-40B4-BE49-F238E27FC236}">
                <a16:creationId xmlns:a16="http://schemas.microsoft.com/office/drawing/2014/main" id="{E6188952-D124-4122-A991-BAD60A1A14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5225" y="5075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36" name="Shape 1658">
            <a:extLst>
              <a:ext uri="{FF2B5EF4-FFF2-40B4-BE49-F238E27FC236}">
                <a16:creationId xmlns:a16="http://schemas.microsoft.com/office/drawing/2014/main" id="{689B053F-9075-4091-A8EC-2F6D7198C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5700" y="5511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37" name="Shape 1659">
            <a:extLst>
              <a:ext uri="{FF2B5EF4-FFF2-40B4-BE49-F238E27FC236}">
                <a16:creationId xmlns:a16="http://schemas.microsoft.com/office/drawing/2014/main" id="{7B15D1C5-E602-47CB-BB08-17F73DD45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278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38" name="Shape 1660">
            <a:extLst>
              <a:ext uri="{FF2B5EF4-FFF2-40B4-BE49-F238E27FC236}">
                <a16:creationId xmlns:a16="http://schemas.microsoft.com/office/drawing/2014/main" id="{FC87224D-F67F-4433-800B-63E9CDE3F8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39" name="Shape 1661">
            <a:extLst>
              <a:ext uri="{FF2B5EF4-FFF2-40B4-BE49-F238E27FC236}">
                <a16:creationId xmlns:a16="http://schemas.microsoft.com/office/drawing/2014/main" id="{AA42E2FB-9BFB-4A9E-9563-D8DDAFB7E4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278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40" name="Shape 1662">
            <a:extLst>
              <a:ext uri="{FF2B5EF4-FFF2-40B4-BE49-F238E27FC236}">
                <a16:creationId xmlns:a16="http://schemas.microsoft.com/office/drawing/2014/main" id="{DA36608B-C11A-482C-9E87-8B78E9E775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115741" name="Shape 1663">
            <a:extLst>
              <a:ext uri="{FF2B5EF4-FFF2-40B4-BE49-F238E27FC236}">
                <a16:creationId xmlns:a16="http://schemas.microsoft.com/office/drawing/2014/main" id="{51583CFA-689E-4492-BE59-28010FDD5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6963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42" name="Shape 1664">
            <a:extLst>
              <a:ext uri="{FF2B5EF4-FFF2-40B4-BE49-F238E27FC236}">
                <a16:creationId xmlns:a16="http://schemas.microsoft.com/office/drawing/2014/main" id="{29B74927-3A5A-4171-BC00-B77926689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115743" name="Shape 1665">
            <a:extLst>
              <a:ext uri="{FF2B5EF4-FFF2-40B4-BE49-F238E27FC236}">
                <a16:creationId xmlns:a16="http://schemas.microsoft.com/office/drawing/2014/main" id="{20FFA2FC-7F83-4EA0-A2A8-0079699FC9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44" name="Shape 1666">
            <a:extLst>
              <a:ext uri="{FF2B5EF4-FFF2-40B4-BE49-F238E27FC236}">
                <a16:creationId xmlns:a16="http://schemas.microsoft.com/office/drawing/2014/main" id="{DD9E7BC1-4242-47E4-A088-E2F588E6E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2075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45" name="Shape 1667">
            <a:extLst>
              <a:ext uri="{FF2B5EF4-FFF2-40B4-BE49-F238E27FC236}">
                <a16:creationId xmlns:a16="http://schemas.microsoft.com/office/drawing/2014/main" id="{522019D9-3FFA-4A3F-B310-51D780BC4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46" name="Shape 1668">
            <a:extLst>
              <a:ext uri="{FF2B5EF4-FFF2-40B4-BE49-F238E27FC236}">
                <a16:creationId xmlns:a16="http://schemas.microsoft.com/office/drawing/2014/main" id="{9D7E2701-6775-4704-BDC2-8BC482235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47" name="Shape 1669">
            <a:extLst>
              <a:ext uri="{FF2B5EF4-FFF2-40B4-BE49-F238E27FC236}">
                <a16:creationId xmlns:a16="http://schemas.microsoft.com/office/drawing/2014/main" id="{FE8FC111-2FF7-4D68-AB07-E7E64A53F1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273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15748" name="Shape 1670">
            <a:extLst>
              <a:ext uri="{FF2B5EF4-FFF2-40B4-BE49-F238E27FC236}">
                <a16:creationId xmlns:a16="http://schemas.microsoft.com/office/drawing/2014/main" id="{65BE8249-4919-4C08-82BC-880E8DD5B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938" y="4202113"/>
            <a:ext cx="22701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</a:p>
        </p:txBody>
      </p:sp>
      <p:sp>
        <p:nvSpPr>
          <p:cNvPr id="115749" name="Shape 1671">
            <a:extLst>
              <a:ext uri="{FF2B5EF4-FFF2-40B4-BE49-F238E27FC236}">
                <a16:creationId xmlns:a16="http://schemas.microsoft.com/office/drawing/2014/main" id="{020FA756-944B-43EF-87F9-2B10642FE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4252913"/>
            <a:ext cx="2270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2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115750" name="Shape 1672">
            <a:extLst>
              <a:ext uri="{FF2B5EF4-FFF2-40B4-BE49-F238E27FC236}">
                <a16:creationId xmlns:a16="http://schemas.microsoft.com/office/drawing/2014/main" id="{42D5CD27-FE80-4B20-B28C-29A2A66D2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5550" y="4914900"/>
            <a:ext cx="884238" cy="863600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15751" name="Shape 1673">
            <a:extLst>
              <a:ext uri="{FF2B5EF4-FFF2-40B4-BE49-F238E27FC236}">
                <a16:creationId xmlns:a16="http://schemas.microsoft.com/office/drawing/2014/main" id="{4372B0B5-86CC-4013-BC10-074F2BE07A2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75550" y="5346700"/>
            <a:ext cx="884238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52" name="Shape 1674">
            <a:extLst>
              <a:ext uri="{FF2B5EF4-FFF2-40B4-BE49-F238E27FC236}">
                <a16:creationId xmlns:a16="http://schemas.microsoft.com/office/drawing/2014/main" id="{246945A6-CC4A-48BC-AA4E-6F79461B079E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8007350" y="4914900"/>
            <a:ext cx="1588" cy="8636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53" name="Shape 1675">
            <a:extLst>
              <a:ext uri="{FF2B5EF4-FFF2-40B4-BE49-F238E27FC236}">
                <a16:creationId xmlns:a16="http://schemas.microsoft.com/office/drawing/2014/main" id="{1BE9EB32-51CF-4631-9FDE-F42CC7BD654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143750" y="4462463"/>
            <a:ext cx="431800" cy="4524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54" name="Shape 1676">
            <a:extLst>
              <a:ext uri="{FF2B5EF4-FFF2-40B4-BE49-F238E27FC236}">
                <a16:creationId xmlns:a16="http://schemas.microsoft.com/office/drawing/2014/main" id="{CD616209-6835-42C3-9372-C8847F94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55" name="Shape 1677">
            <a:extLst>
              <a:ext uri="{FF2B5EF4-FFF2-40B4-BE49-F238E27FC236}">
                <a16:creationId xmlns:a16="http://schemas.microsoft.com/office/drawing/2014/main" id="{A0843C23-9BBD-4471-9BF6-4725CA2F5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56" name="Shape 1678">
            <a:extLst>
              <a:ext uri="{FF2B5EF4-FFF2-40B4-BE49-F238E27FC236}">
                <a16:creationId xmlns:a16="http://schemas.microsoft.com/office/drawing/2014/main" id="{3058C3A9-4177-4DA3-B48F-303436104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9175" y="50276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57" name="Shape 1679">
            <a:extLst>
              <a:ext uri="{FF2B5EF4-FFF2-40B4-BE49-F238E27FC236}">
                <a16:creationId xmlns:a16="http://schemas.microsoft.com/office/drawing/2014/main" id="{A8158C26-A571-4AA7-B7DD-E966353E28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9650" y="5464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58" name="Shape 1680">
            <a:extLst>
              <a:ext uri="{FF2B5EF4-FFF2-40B4-BE49-F238E27FC236}">
                <a16:creationId xmlns:a16="http://schemas.microsoft.com/office/drawing/2014/main" id="{F2DE10AD-2F77-41C5-B721-ED0C82601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50355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59" name="Shape 1681">
            <a:extLst>
              <a:ext uri="{FF2B5EF4-FFF2-40B4-BE49-F238E27FC236}">
                <a16:creationId xmlns:a16="http://schemas.microsoft.com/office/drawing/2014/main" id="{77C2E83A-6125-4D8F-877A-77A557C31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54737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60" name="Shape 1682">
            <a:extLst>
              <a:ext uri="{FF2B5EF4-FFF2-40B4-BE49-F238E27FC236}">
                <a16:creationId xmlns:a16="http://schemas.microsoft.com/office/drawing/2014/main" id="{7B9A42CD-ABDD-47A4-9D2E-64516C1FF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538" y="434498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61" name="Shape 1683">
            <a:extLst>
              <a:ext uri="{FF2B5EF4-FFF2-40B4-BE49-F238E27FC236}">
                <a16:creationId xmlns:a16="http://schemas.microsoft.com/office/drawing/2014/main" id="{48AFDF62-BE70-48C2-9327-E079867114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440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62" name="Shape 1684">
            <a:extLst>
              <a:ext uri="{FF2B5EF4-FFF2-40B4-BE49-F238E27FC236}">
                <a16:creationId xmlns:a16="http://schemas.microsoft.com/office/drawing/2014/main" id="{04AC4DFE-B911-49EE-8C1B-613CA715A0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50355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63" name="Shape 1685">
            <a:extLst>
              <a:ext uri="{FF2B5EF4-FFF2-40B4-BE49-F238E27FC236}">
                <a16:creationId xmlns:a16="http://schemas.microsoft.com/office/drawing/2014/main" id="{E55F717D-5B80-4937-A69D-06BDE212D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54737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</a:t>
            </a:r>
          </a:p>
        </p:txBody>
      </p:sp>
      <p:sp>
        <p:nvSpPr>
          <p:cNvPr id="115764" name="Shape 1686">
            <a:extLst>
              <a:ext uri="{FF2B5EF4-FFF2-40B4-BE49-F238E27FC236}">
                <a16:creationId xmlns:a16="http://schemas.microsoft.com/office/drawing/2014/main" id="{8CA7869D-8A81-4117-8505-16D1CD94F8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3738" y="455453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65" name="Shape 1687">
            <a:extLst>
              <a:ext uri="{FF2B5EF4-FFF2-40B4-BE49-F238E27FC236}">
                <a16:creationId xmlns:a16="http://schemas.microsoft.com/office/drawing/2014/main" id="{9D895FE6-12D0-4E1E-B0A3-EF252D286A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2638" y="46482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115766" name="Shape 1688">
            <a:extLst>
              <a:ext uri="{FF2B5EF4-FFF2-40B4-BE49-F238E27FC236}">
                <a16:creationId xmlns:a16="http://schemas.microsoft.com/office/drawing/2014/main" id="{D8E9FDC6-E35D-4CDF-93F1-C56782E1BF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150" y="4292600"/>
            <a:ext cx="2270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</a:t>
            </a:r>
          </a:p>
        </p:txBody>
      </p:sp>
      <p:sp>
        <p:nvSpPr>
          <p:cNvPr id="115767" name="Shape 1690">
            <a:extLst>
              <a:ext uri="{FF2B5EF4-FFF2-40B4-BE49-F238E27FC236}">
                <a16:creationId xmlns:a16="http://schemas.microsoft.com/office/drawing/2014/main" id="{BA99889C-654F-4276-8144-EF11C2CEF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263" y="5484813"/>
            <a:ext cx="801687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68" name="Shape 1691">
            <a:extLst>
              <a:ext uri="{FF2B5EF4-FFF2-40B4-BE49-F238E27FC236}">
                <a16:creationId xmlns:a16="http://schemas.microsoft.com/office/drawing/2014/main" id="{1D8BD26E-E77A-490B-8260-E0E17B4FB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7300" y="5430838"/>
            <a:ext cx="801688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5769" name="Shape 1692">
            <a:extLst>
              <a:ext uri="{FF2B5EF4-FFF2-40B4-BE49-F238E27FC236}">
                <a16:creationId xmlns:a16="http://schemas.microsoft.com/office/drawing/2014/main" id="{E74DDCB5-B6AB-458D-B2EE-E66715BBA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273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</a:t>
            </a:r>
          </a:p>
        </p:txBody>
      </p:sp>
      <p:sp>
        <p:nvSpPr>
          <p:cNvPr id="115770" name="Shape 1693">
            <a:extLst>
              <a:ext uri="{FF2B5EF4-FFF2-40B4-BE49-F238E27FC236}">
                <a16:creationId xmlns:a16="http://schemas.microsoft.com/office/drawing/2014/main" id="{D99A6CFA-CAF1-421F-B519-ED57714B7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988" y="5962650"/>
            <a:ext cx="2613025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115771" name="Shape 1694">
            <a:extLst>
              <a:ext uri="{FF2B5EF4-FFF2-40B4-BE49-F238E27FC236}">
                <a16:creationId xmlns:a16="http://schemas.microsoft.com/office/drawing/2014/main" id="{2F42070D-9906-4C2B-8B55-E231BD2F9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7325" y="5951538"/>
            <a:ext cx="2381250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w</a:t>
            </a:r>
          </a:p>
        </p:txBody>
      </p:sp>
      <p:sp>
        <p:nvSpPr>
          <p:cNvPr id="115772" name="Shape 1695">
            <a:extLst>
              <a:ext uri="{FF2B5EF4-FFF2-40B4-BE49-F238E27FC236}">
                <a16:creationId xmlns:a16="http://schemas.microsoft.com/office/drawing/2014/main" id="{1502EF06-C6F3-4286-A612-20FEA2AF6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5951538"/>
            <a:ext cx="2381250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z(y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</a:p>
        </p:txBody>
      </p:sp>
      <p:sp>
        <p:nvSpPr>
          <p:cNvPr id="115773" name="Shape 1696">
            <a:extLst>
              <a:ext uri="{FF2B5EF4-FFF2-40B4-BE49-F238E27FC236}">
                <a16:creationId xmlns:a16="http://schemas.microsoft.com/office/drawing/2014/main" id="{B34CC0A7-013F-467E-9C9B-3D0334AC32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6438" y="4948238"/>
            <a:ext cx="884237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15774" name="Shape 1697">
            <a:extLst>
              <a:ext uri="{FF2B5EF4-FFF2-40B4-BE49-F238E27FC236}">
                <a16:creationId xmlns:a16="http://schemas.microsoft.com/office/drawing/2014/main" id="{1FC085DC-B7FA-4803-9EEB-7ED0922D3DF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16438" y="5400675"/>
            <a:ext cx="884237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75" name="Shape 1698">
            <a:extLst>
              <a:ext uri="{FF2B5EF4-FFF2-40B4-BE49-F238E27FC236}">
                <a16:creationId xmlns:a16="http://schemas.microsoft.com/office/drawing/2014/main" id="{129CFA17-703B-4612-88E0-45CDDD7FFF73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4948238" y="4948238"/>
            <a:ext cx="1587" cy="8842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76" name="Shape 1699">
            <a:extLst>
              <a:ext uri="{FF2B5EF4-FFF2-40B4-BE49-F238E27FC236}">
                <a16:creationId xmlns:a16="http://schemas.microsoft.com/office/drawing/2014/main" id="{84359F83-96B5-47B2-B2F1-30DB93D5FF7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84638" y="4516438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77" name="Shape 1700">
            <a:extLst>
              <a:ext uri="{FF2B5EF4-FFF2-40B4-BE49-F238E27FC236}">
                <a16:creationId xmlns:a16="http://schemas.microsoft.com/office/drawing/2014/main" id="{62722AAD-8D15-4467-B6AD-0DAE7788F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0675" y="4948238"/>
            <a:ext cx="863600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15778" name="Shape 1701">
            <a:extLst>
              <a:ext uri="{FF2B5EF4-FFF2-40B4-BE49-F238E27FC236}">
                <a16:creationId xmlns:a16="http://schemas.microsoft.com/office/drawing/2014/main" id="{D47F2B33-AD8D-4306-B4EE-8450678EEEE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400675" y="5400675"/>
            <a:ext cx="863600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5779" name="Shape 1702">
            <a:extLst>
              <a:ext uri="{FF2B5EF4-FFF2-40B4-BE49-F238E27FC236}">
                <a16:creationId xmlns:a16="http://schemas.microsoft.com/office/drawing/2014/main" id="{4F5F009D-827C-4F6C-8691-8E09D0C78574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5832475" y="4948238"/>
            <a:ext cx="1588" cy="862012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80" name="Shape 1703">
            <a:extLst>
              <a:ext uri="{FF2B5EF4-FFF2-40B4-BE49-F238E27FC236}">
                <a16:creationId xmlns:a16="http://schemas.microsoft.com/office/drawing/2014/main" id="{69303A5B-753A-49BF-BDBC-FADA7F45B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0" y="4732338"/>
            <a:ext cx="1397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</a:t>
            </a:r>
            <a:r>
              <a:rPr kumimoji="0" lang="en-US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</a:t>
            </a:r>
          </a:p>
        </p:txBody>
      </p:sp>
      <p:sp>
        <p:nvSpPr>
          <p:cNvPr id="115781" name="Shape 1704">
            <a:extLst>
              <a:ext uri="{FF2B5EF4-FFF2-40B4-BE49-F238E27FC236}">
                <a16:creationId xmlns:a16="http://schemas.microsoft.com/office/drawing/2014/main" id="{B6636324-F4B0-49F5-AB05-7DC0740CE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4708525"/>
            <a:ext cx="2270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15782" name="Shape 1705">
            <a:extLst>
              <a:ext uri="{FF2B5EF4-FFF2-40B4-BE49-F238E27FC236}">
                <a16:creationId xmlns:a16="http://schemas.microsoft.com/office/drawing/2014/main" id="{286DDC5F-86E3-4217-9EC3-9F6E86C45F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4708525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15783" name="Shape 1706">
            <a:extLst>
              <a:ext uri="{FF2B5EF4-FFF2-40B4-BE49-F238E27FC236}">
                <a16:creationId xmlns:a16="http://schemas.microsoft.com/office/drawing/2014/main" id="{16C9F1A7-6779-44FC-A21B-9BE745C8B9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8150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15784" name="Shape 1707">
            <a:extLst>
              <a:ext uri="{FF2B5EF4-FFF2-40B4-BE49-F238E27FC236}">
                <a16:creationId xmlns:a16="http://schemas.microsoft.com/office/drawing/2014/main" id="{F7F0F542-9890-4BF8-9375-53AC0711F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3913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15785" name="Shape 1708">
            <a:extLst>
              <a:ext uri="{FF2B5EF4-FFF2-40B4-BE49-F238E27FC236}">
                <a16:creationId xmlns:a16="http://schemas.microsoft.com/office/drawing/2014/main" id="{9D212649-FDAF-44F4-B34E-A9FC43799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0063" y="50736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86" name="Shape 1709">
            <a:extLst>
              <a:ext uri="{FF2B5EF4-FFF2-40B4-BE49-F238E27FC236}">
                <a16:creationId xmlns:a16="http://schemas.microsoft.com/office/drawing/2014/main" id="{982E10AE-C157-4028-A8F0-354A7A6C0B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55102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87" name="Shape 1710">
            <a:extLst>
              <a:ext uri="{FF2B5EF4-FFF2-40B4-BE49-F238E27FC236}">
                <a16:creationId xmlns:a16="http://schemas.microsoft.com/office/drawing/2014/main" id="{93BBE20F-4C8F-4022-8370-E698B013F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88" name="Shape 1711">
            <a:extLst>
              <a:ext uri="{FF2B5EF4-FFF2-40B4-BE49-F238E27FC236}">
                <a16:creationId xmlns:a16="http://schemas.microsoft.com/office/drawing/2014/main" id="{2BD1F4C4-BCA7-467A-AEE6-3296A21809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89" name="Shape 1712">
            <a:extLst>
              <a:ext uri="{FF2B5EF4-FFF2-40B4-BE49-F238E27FC236}">
                <a16:creationId xmlns:a16="http://schemas.microsoft.com/office/drawing/2014/main" id="{09F76677-FBCD-419B-B558-060CD7593D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90" name="Shape 1713">
            <a:extLst>
              <a:ext uri="{FF2B5EF4-FFF2-40B4-BE49-F238E27FC236}">
                <a16:creationId xmlns:a16="http://schemas.microsoft.com/office/drawing/2014/main" id="{81B4B385-3530-41D4-AAD8-94B63CBD6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0" y="43418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91" name="Shape 1714">
            <a:extLst>
              <a:ext uri="{FF2B5EF4-FFF2-40B4-BE49-F238E27FC236}">
                <a16:creationId xmlns:a16="http://schemas.microsoft.com/office/drawing/2014/main" id="{EEED6074-DF03-418A-85B1-4E76ED801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115792" name="Shape 1715">
            <a:extLst>
              <a:ext uri="{FF2B5EF4-FFF2-40B4-BE49-F238E27FC236}">
                <a16:creationId xmlns:a16="http://schemas.microsoft.com/office/drawing/2014/main" id="{6D530B89-D006-4136-8482-5D0D5125D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3418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5793" name="Shape 1716">
            <a:extLst>
              <a:ext uri="{FF2B5EF4-FFF2-40B4-BE49-F238E27FC236}">
                <a16:creationId xmlns:a16="http://schemas.microsoft.com/office/drawing/2014/main" id="{F861CC39-4703-44E7-8FCD-B6A41A41E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6913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94" name="Shape 1717">
            <a:extLst>
              <a:ext uri="{FF2B5EF4-FFF2-40B4-BE49-F238E27FC236}">
                <a16:creationId xmlns:a16="http://schemas.microsoft.com/office/drawing/2014/main" id="{B095B764-17D2-41EA-905C-30BE7D0FE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2125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115795" name="Shape 1718">
            <a:extLst>
              <a:ext uri="{FF2B5EF4-FFF2-40B4-BE49-F238E27FC236}">
                <a16:creationId xmlns:a16="http://schemas.microsoft.com/office/drawing/2014/main" id="{60A40525-8BD5-417F-BF64-C3DF2C03F8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2125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5796" name="Shape 1719">
            <a:extLst>
              <a:ext uri="{FF2B5EF4-FFF2-40B4-BE49-F238E27FC236}">
                <a16:creationId xmlns:a16="http://schemas.microsoft.com/office/drawing/2014/main" id="{523C858F-AEBD-4023-AFAD-07509AF7C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9163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15797" name="Shape 1720">
            <a:extLst>
              <a:ext uri="{FF2B5EF4-FFF2-40B4-BE49-F238E27FC236}">
                <a16:creationId xmlns:a16="http://schemas.microsoft.com/office/drawing/2014/main" id="{8F666FD6-C37D-49F5-9708-5556C82FCB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9163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15798" name="Shape 1721">
            <a:extLst>
              <a:ext uri="{FF2B5EF4-FFF2-40B4-BE49-F238E27FC236}">
                <a16:creationId xmlns:a16="http://schemas.microsoft.com/office/drawing/2014/main" id="{F6E36759-FA2E-428C-81D9-B37EDF1C87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15799" name="Shape 1722">
            <a:extLst>
              <a:ext uri="{FF2B5EF4-FFF2-40B4-BE49-F238E27FC236}">
                <a16:creationId xmlns:a16="http://schemas.microsoft.com/office/drawing/2014/main" id="{62EEB496-C125-42BA-B911-2A4B77E04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1525" y="5475288"/>
            <a:ext cx="1590675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59" name="Shape 1351">
            <a:extLst>
              <a:ext uri="{FF2B5EF4-FFF2-40B4-BE49-F238E27FC236}">
                <a16:creationId xmlns:a16="http://schemas.microsoft.com/office/drawing/2014/main" id="{85293231-EC6F-E04C-B929-370D1C0AF13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Let's Derive the Logic Expressions</a:t>
            </a:r>
          </a:p>
        </p:txBody>
      </p:sp>
      <p:sp>
        <p:nvSpPr>
          <p:cNvPr id="115801" name="Shape 1561">
            <a:extLst>
              <a:ext uri="{FF2B5EF4-FFF2-40B4-BE49-F238E27FC236}">
                <a16:creationId xmlns:a16="http://schemas.microsoft.com/office/drawing/2014/main" id="{C81B5C74-3D6D-474E-9F58-F2240AD45E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663" y="2044700"/>
            <a:ext cx="1803400" cy="1662113"/>
          </a:xfrm>
          <a:prstGeom prst="rect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Warning:</a:t>
            </a:r>
          </a:p>
          <a:p>
            <a:pPr marL="0" marR="0" lvl="0" indent="0" algn="ctr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This table does not enumerate 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1400" b="0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</a:t>
            </a: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 in the standard way, so be careful when filling out the K-Map.</a:t>
            </a:r>
          </a:p>
        </p:txBody>
      </p: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Shape 1884">
            <a:extLst>
              <a:ext uri="{FF2B5EF4-FFF2-40B4-BE49-F238E27FC236}">
                <a16:creationId xmlns:a16="http://schemas.microsoft.com/office/drawing/2014/main" id="{7435FD76-D072-4C0D-B49A-162F5E210989}"/>
              </a:ext>
            </a:extLst>
          </p:cNvPr>
          <p:cNvSpPr>
            <a:spLocks/>
          </p:cNvSpPr>
          <p:nvPr/>
        </p:nvSpPr>
        <p:spPr bwMode="auto">
          <a:xfrm>
            <a:off x="3592513" y="3303588"/>
            <a:ext cx="4365625" cy="2581275"/>
          </a:xfrm>
          <a:custGeom>
            <a:avLst/>
            <a:gdLst>
              <a:gd name="T0" fmla="*/ 0 w 5499"/>
              <a:gd name="T1" fmla="*/ 2147483646 h 3253"/>
              <a:gd name="T2" fmla="*/ 2147483646 w 5499"/>
              <a:gd name="T3" fmla="*/ 2147483646 h 3253"/>
              <a:gd name="T4" fmla="*/ 2147483646 w 5499"/>
              <a:gd name="T5" fmla="*/ 2147483646 h 3253"/>
              <a:gd name="T6" fmla="*/ 2147483646 w 5499"/>
              <a:gd name="T7" fmla="*/ 2147483646 h 3253"/>
              <a:gd name="T8" fmla="*/ 2147483646 w 5499"/>
              <a:gd name="T9" fmla="*/ 0 h 3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499"/>
              <a:gd name="T16" fmla="*/ 0 h 3253"/>
              <a:gd name="T17" fmla="*/ 5499 w 5499"/>
              <a:gd name="T18" fmla="*/ 3253 h 32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499" h="3253" extrusionOk="0">
                <a:moveTo>
                  <a:pt x="0" y="3253"/>
                </a:moveTo>
                <a:lnTo>
                  <a:pt x="5499" y="3253"/>
                </a:lnTo>
                <a:lnTo>
                  <a:pt x="5499" y="403"/>
                </a:lnTo>
                <a:lnTo>
                  <a:pt x="3771" y="403"/>
                </a:lnTo>
                <a:lnTo>
                  <a:pt x="3771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19810" name="Shape 1885">
            <a:extLst>
              <a:ext uri="{FF2B5EF4-FFF2-40B4-BE49-F238E27FC236}">
                <a16:creationId xmlns:a16="http://schemas.microsoft.com/office/drawing/2014/main" id="{CFE3D230-2D32-447E-ABA9-A41A034B5CC2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6586538" y="5564188"/>
            <a:ext cx="1587" cy="320675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11" name="Shape 1886">
            <a:extLst>
              <a:ext uri="{FF2B5EF4-FFF2-40B4-BE49-F238E27FC236}">
                <a16:creationId xmlns:a16="http://schemas.microsoft.com/office/drawing/2014/main" id="{9FAEC41D-5407-47EE-B8D1-EFA922F6943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160588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12" name="Shape 1887">
            <a:extLst>
              <a:ext uri="{FF2B5EF4-FFF2-40B4-BE49-F238E27FC236}">
                <a16:creationId xmlns:a16="http://schemas.microsoft.com/office/drawing/2014/main" id="{AC21B472-C5AD-4583-9378-D849016CB7B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481263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13" name="Shape 1888">
            <a:extLst>
              <a:ext uri="{FF2B5EF4-FFF2-40B4-BE49-F238E27FC236}">
                <a16:creationId xmlns:a16="http://schemas.microsoft.com/office/drawing/2014/main" id="{35F11EAB-C376-419F-9A93-BE8830A7B7B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40325" y="2320925"/>
            <a:ext cx="395288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14" name="Shape 1889">
            <a:extLst>
              <a:ext uri="{FF2B5EF4-FFF2-40B4-BE49-F238E27FC236}">
                <a16:creationId xmlns:a16="http://schemas.microsoft.com/office/drawing/2014/main" id="{50A1B40B-F750-4BD2-B11C-31BD9A78A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2000250"/>
            <a:ext cx="800100" cy="130333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9815" name="Shape 1890">
            <a:extLst>
              <a:ext uri="{FF2B5EF4-FFF2-40B4-BE49-F238E27FC236}">
                <a16:creationId xmlns:a16="http://schemas.microsoft.com/office/drawing/2014/main" id="{DF6F1267-A0F2-41FF-B40E-1C655A6BD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222408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19816" name="Shape 1891">
            <a:extLst>
              <a:ext uri="{FF2B5EF4-FFF2-40B4-BE49-F238E27FC236}">
                <a16:creationId xmlns:a16="http://schemas.microsoft.com/office/drawing/2014/main" id="{D5665EA1-C2ED-4C34-A55A-FAC1D184D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22161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119817" name="Shape 1892">
            <a:extLst>
              <a:ext uri="{FF2B5EF4-FFF2-40B4-BE49-F238E27FC236}">
                <a16:creationId xmlns:a16="http://schemas.microsoft.com/office/drawing/2014/main" id="{1955B66B-4701-4BFD-95F0-14A38B0C6D0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2846388"/>
            <a:ext cx="114300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18" name="Shape 1893">
            <a:extLst>
              <a:ext uri="{FF2B5EF4-FFF2-40B4-BE49-F238E27FC236}">
                <a16:creationId xmlns:a16="http://schemas.microsoft.com/office/drawing/2014/main" id="{8743172C-362F-47A7-AFA0-3FB83911A5BF}"/>
              </a:ext>
            </a:extLst>
          </p:cNvPr>
          <p:cNvSpPr>
            <a:spLocks/>
          </p:cNvSpPr>
          <p:nvPr/>
        </p:nvSpPr>
        <p:spPr bwMode="auto">
          <a:xfrm>
            <a:off x="6175375" y="2892425"/>
            <a:ext cx="160338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 extrusionOk="0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19" name="Shape 1894">
            <a:extLst>
              <a:ext uri="{FF2B5EF4-FFF2-40B4-BE49-F238E27FC236}">
                <a16:creationId xmlns:a16="http://schemas.microsoft.com/office/drawing/2014/main" id="{DE58E061-9229-4A3D-A315-05B23E747F24}"/>
              </a:ext>
            </a:extLst>
          </p:cNvPr>
          <p:cNvSpPr>
            <a:spLocks/>
          </p:cNvSpPr>
          <p:nvPr/>
        </p:nvSpPr>
        <p:spPr bwMode="auto">
          <a:xfrm>
            <a:off x="6534150" y="3306763"/>
            <a:ext cx="104775" cy="103187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4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7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7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6"/>
                </a:lnTo>
                <a:lnTo>
                  <a:pt x="10" y="99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09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2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2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09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99"/>
                </a:lnTo>
                <a:lnTo>
                  <a:pt x="123" y="96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7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7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4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19820" name="Shape 1895">
            <a:extLst>
              <a:ext uri="{FF2B5EF4-FFF2-40B4-BE49-F238E27FC236}">
                <a16:creationId xmlns:a16="http://schemas.microsoft.com/office/drawing/2014/main" id="{BB73CCE7-54B2-4290-B05C-12902193771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35613" y="2320925"/>
            <a:ext cx="639762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9821" name="Shape 1896">
            <a:extLst>
              <a:ext uri="{FF2B5EF4-FFF2-40B4-BE49-F238E27FC236}">
                <a16:creationId xmlns:a16="http://schemas.microsoft.com/office/drawing/2014/main" id="{A3D10BAB-7791-44DD-8E8E-904933DFF48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92513" y="4583113"/>
            <a:ext cx="2582862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22" name="Shape 1897">
            <a:extLst>
              <a:ext uri="{FF2B5EF4-FFF2-40B4-BE49-F238E27FC236}">
                <a16:creationId xmlns:a16="http://schemas.microsoft.com/office/drawing/2014/main" id="{1EEA570E-02E4-4C62-ADFC-36D7827A2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4262438"/>
            <a:ext cx="800100" cy="130175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9823" name="Shape 1898">
            <a:extLst>
              <a:ext uri="{FF2B5EF4-FFF2-40B4-BE49-F238E27FC236}">
                <a16:creationId xmlns:a16="http://schemas.microsoft.com/office/drawing/2014/main" id="{B9196F6B-0DC2-4F51-98C6-7E092D92D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28686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119824" name="Shape 1899">
            <a:extLst>
              <a:ext uri="{FF2B5EF4-FFF2-40B4-BE49-F238E27FC236}">
                <a16:creationId xmlns:a16="http://schemas.microsoft.com/office/drawing/2014/main" id="{984A30BA-6216-416F-A195-C7BCEF6C0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44894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19825" name="Shape 1900">
            <a:extLst>
              <a:ext uri="{FF2B5EF4-FFF2-40B4-BE49-F238E27FC236}">
                <a16:creationId xmlns:a16="http://schemas.microsoft.com/office/drawing/2014/main" id="{37E340C4-31B7-48A8-AA75-B03C2821D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44815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119826" name="Shape 1901">
            <a:extLst>
              <a:ext uri="{FF2B5EF4-FFF2-40B4-BE49-F238E27FC236}">
                <a16:creationId xmlns:a16="http://schemas.microsoft.com/office/drawing/2014/main" id="{100748A0-A8A0-4ECE-817F-82F6A2A055D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5130800"/>
            <a:ext cx="11430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27" name="Shape 1902">
            <a:extLst>
              <a:ext uri="{FF2B5EF4-FFF2-40B4-BE49-F238E27FC236}">
                <a16:creationId xmlns:a16="http://schemas.microsoft.com/office/drawing/2014/main" id="{62E44088-6B74-4636-90BE-C6CFC9702A61}"/>
              </a:ext>
            </a:extLst>
          </p:cNvPr>
          <p:cNvSpPr>
            <a:spLocks/>
          </p:cNvSpPr>
          <p:nvPr/>
        </p:nvSpPr>
        <p:spPr bwMode="auto">
          <a:xfrm>
            <a:off x="6175375" y="5153025"/>
            <a:ext cx="160338" cy="160338"/>
          </a:xfrm>
          <a:custGeom>
            <a:avLst/>
            <a:gdLst>
              <a:gd name="T0" fmla="*/ 0 w 202"/>
              <a:gd name="T1" fmla="*/ 2147483646 h 201"/>
              <a:gd name="T2" fmla="*/ 2147483646 w 202"/>
              <a:gd name="T3" fmla="*/ 2147483646 h 201"/>
              <a:gd name="T4" fmla="*/ 0 w 202"/>
              <a:gd name="T5" fmla="*/ 0 h 201"/>
              <a:gd name="T6" fmla="*/ 0 60000 65536"/>
              <a:gd name="T7" fmla="*/ 0 60000 65536"/>
              <a:gd name="T8" fmla="*/ 0 60000 65536"/>
              <a:gd name="T9" fmla="*/ 0 w 202"/>
              <a:gd name="T10" fmla="*/ 0 h 201"/>
              <a:gd name="T11" fmla="*/ 202 w 202"/>
              <a:gd name="T12" fmla="*/ 201 h 2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1" extrusionOk="0">
                <a:moveTo>
                  <a:pt x="0" y="201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8" name="Shape 1903">
            <a:extLst>
              <a:ext uri="{FF2B5EF4-FFF2-40B4-BE49-F238E27FC236}">
                <a16:creationId xmlns:a16="http://schemas.microsoft.com/office/drawing/2014/main" id="{0AC619F9-5BA3-477B-A66F-899E6F08834E}"/>
              </a:ext>
            </a:extLst>
          </p:cNvPr>
          <p:cNvSpPr>
            <a:spLocks/>
          </p:cNvSpPr>
          <p:nvPr/>
        </p:nvSpPr>
        <p:spPr bwMode="auto">
          <a:xfrm>
            <a:off x="6537325" y="5575300"/>
            <a:ext cx="104775" cy="103188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5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8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8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7"/>
                </a:lnTo>
                <a:lnTo>
                  <a:pt x="10" y="100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10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3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3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10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8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5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29" name="Shape 1904">
            <a:extLst>
              <a:ext uri="{FF2B5EF4-FFF2-40B4-BE49-F238E27FC236}">
                <a16:creationId xmlns:a16="http://schemas.microsoft.com/office/drawing/2014/main" id="{9757BCEE-2447-44BC-B19C-CA18D603328D}"/>
              </a:ext>
            </a:extLst>
          </p:cNvPr>
          <p:cNvSpPr>
            <a:spLocks/>
          </p:cNvSpPr>
          <p:nvPr/>
        </p:nvSpPr>
        <p:spPr bwMode="auto">
          <a:xfrm>
            <a:off x="3890963" y="4546600"/>
            <a:ext cx="44450" cy="68263"/>
          </a:xfrm>
          <a:custGeom>
            <a:avLst/>
            <a:gdLst>
              <a:gd name="T0" fmla="*/ 0 w 58"/>
              <a:gd name="T1" fmla="*/ 2147483646 h 87"/>
              <a:gd name="T2" fmla="*/ 0 w 58"/>
              <a:gd name="T3" fmla="*/ 2147483646 h 87"/>
              <a:gd name="T4" fmla="*/ 2147483646 w 58"/>
              <a:gd name="T5" fmla="*/ 2147483646 h 87"/>
              <a:gd name="T6" fmla="*/ 2147483646 w 58"/>
              <a:gd name="T7" fmla="*/ 2147483646 h 87"/>
              <a:gd name="T8" fmla="*/ 2147483646 w 58"/>
              <a:gd name="T9" fmla="*/ 2147483646 h 87"/>
              <a:gd name="T10" fmla="*/ 2147483646 w 58"/>
              <a:gd name="T11" fmla="*/ 2147483646 h 87"/>
              <a:gd name="T12" fmla="*/ 2147483646 w 58"/>
              <a:gd name="T13" fmla="*/ 2147483646 h 87"/>
              <a:gd name="T14" fmla="*/ 2147483646 w 58"/>
              <a:gd name="T15" fmla="*/ 2147483646 h 87"/>
              <a:gd name="T16" fmla="*/ 2147483646 w 58"/>
              <a:gd name="T17" fmla="*/ 2147483646 h 87"/>
              <a:gd name="T18" fmla="*/ 2147483646 w 58"/>
              <a:gd name="T19" fmla="*/ 0 h 87"/>
              <a:gd name="T20" fmla="*/ 2147483646 w 58"/>
              <a:gd name="T21" fmla="*/ 0 h 87"/>
              <a:gd name="T22" fmla="*/ 2147483646 w 58"/>
              <a:gd name="T23" fmla="*/ 0 h 87"/>
              <a:gd name="T24" fmla="*/ 2147483646 w 58"/>
              <a:gd name="T25" fmla="*/ 2147483646 h 87"/>
              <a:gd name="T26" fmla="*/ 2147483646 w 58"/>
              <a:gd name="T27" fmla="*/ 2147483646 h 87"/>
              <a:gd name="T28" fmla="*/ 2147483646 w 58"/>
              <a:gd name="T29" fmla="*/ 2147483646 h 87"/>
              <a:gd name="T30" fmla="*/ 2147483646 w 58"/>
              <a:gd name="T31" fmla="*/ 2147483646 h 87"/>
              <a:gd name="T32" fmla="*/ 2147483646 w 58"/>
              <a:gd name="T33" fmla="*/ 2147483646 h 87"/>
              <a:gd name="T34" fmla="*/ 2147483646 w 58"/>
              <a:gd name="T35" fmla="*/ 2147483646 h 87"/>
              <a:gd name="T36" fmla="*/ 2147483646 w 58"/>
              <a:gd name="T37" fmla="*/ 2147483646 h 87"/>
              <a:gd name="T38" fmla="*/ 2147483646 w 58"/>
              <a:gd name="T39" fmla="*/ 2147483646 h 87"/>
              <a:gd name="T40" fmla="*/ 2147483646 w 58"/>
              <a:gd name="T41" fmla="*/ 2147483646 h 87"/>
              <a:gd name="T42" fmla="*/ 2147483646 w 58"/>
              <a:gd name="T43" fmla="*/ 2147483646 h 87"/>
              <a:gd name="T44" fmla="*/ 2147483646 w 58"/>
              <a:gd name="T45" fmla="*/ 2147483646 h 87"/>
              <a:gd name="T46" fmla="*/ 2147483646 w 58"/>
              <a:gd name="T47" fmla="*/ 2147483646 h 87"/>
              <a:gd name="T48" fmla="*/ 2147483646 w 58"/>
              <a:gd name="T49" fmla="*/ 2147483646 h 87"/>
              <a:gd name="T50" fmla="*/ 2147483646 w 58"/>
              <a:gd name="T51" fmla="*/ 2147483646 h 87"/>
              <a:gd name="T52" fmla="*/ 2147483646 w 58"/>
              <a:gd name="T53" fmla="*/ 2147483646 h 87"/>
              <a:gd name="T54" fmla="*/ 2147483646 w 58"/>
              <a:gd name="T55" fmla="*/ 2147483646 h 87"/>
              <a:gd name="T56" fmla="*/ 2147483646 w 58"/>
              <a:gd name="T57" fmla="*/ 2147483646 h 87"/>
              <a:gd name="T58" fmla="*/ 2147483646 w 58"/>
              <a:gd name="T59" fmla="*/ 2147483646 h 87"/>
              <a:gd name="T60" fmla="*/ 2147483646 w 58"/>
              <a:gd name="T61" fmla="*/ 2147483646 h 87"/>
              <a:gd name="T62" fmla="*/ 2147483646 w 58"/>
              <a:gd name="T63" fmla="*/ 2147483646 h 87"/>
              <a:gd name="T64" fmla="*/ 2147483646 w 58"/>
              <a:gd name="T65" fmla="*/ 2147483646 h 87"/>
              <a:gd name="T66" fmla="*/ 2147483646 w 58"/>
              <a:gd name="T67" fmla="*/ 2147483646 h 87"/>
              <a:gd name="T68" fmla="*/ 2147483646 w 58"/>
              <a:gd name="T69" fmla="*/ 2147483646 h 87"/>
              <a:gd name="T70" fmla="*/ 2147483646 w 58"/>
              <a:gd name="T71" fmla="*/ 2147483646 h 87"/>
              <a:gd name="T72" fmla="*/ 2147483646 w 58"/>
              <a:gd name="T73" fmla="*/ 2147483646 h 87"/>
              <a:gd name="T74" fmla="*/ 2147483646 w 58"/>
              <a:gd name="T75" fmla="*/ 2147483646 h 87"/>
              <a:gd name="T76" fmla="*/ 2147483646 w 58"/>
              <a:gd name="T77" fmla="*/ 2147483646 h 87"/>
              <a:gd name="T78" fmla="*/ 2147483646 w 58"/>
              <a:gd name="T79" fmla="*/ 2147483646 h 87"/>
              <a:gd name="T80" fmla="*/ 2147483646 w 58"/>
              <a:gd name="T81" fmla="*/ 2147483646 h 87"/>
              <a:gd name="T82" fmla="*/ 2147483646 w 58"/>
              <a:gd name="T83" fmla="*/ 2147483646 h 87"/>
              <a:gd name="T84" fmla="*/ 0 w 58"/>
              <a:gd name="T85" fmla="*/ 2147483646 h 87"/>
              <a:gd name="T86" fmla="*/ 0 w 58"/>
              <a:gd name="T87" fmla="*/ 2147483646 h 8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87"/>
              <a:gd name="T134" fmla="*/ 58 w 58"/>
              <a:gd name="T135" fmla="*/ 87 h 8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87" extrusionOk="0">
                <a:moveTo>
                  <a:pt x="0" y="52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1"/>
                </a:lnTo>
                <a:lnTo>
                  <a:pt x="0" y="28"/>
                </a:lnTo>
                <a:lnTo>
                  <a:pt x="0" y="26"/>
                </a:lnTo>
                <a:lnTo>
                  <a:pt x="2" y="25"/>
                </a:lnTo>
                <a:lnTo>
                  <a:pt x="2" y="23"/>
                </a:lnTo>
                <a:lnTo>
                  <a:pt x="3" y="22"/>
                </a:lnTo>
                <a:lnTo>
                  <a:pt x="3" y="21"/>
                </a:lnTo>
                <a:lnTo>
                  <a:pt x="5" y="19"/>
                </a:lnTo>
                <a:lnTo>
                  <a:pt x="5" y="18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8"/>
                </a:lnTo>
                <a:lnTo>
                  <a:pt x="15" y="6"/>
                </a:lnTo>
                <a:lnTo>
                  <a:pt x="16" y="6"/>
                </a:lnTo>
                <a:lnTo>
                  <a:pt x="17" y="5"/>
                </a:lnTo>
                <a:lnTo>
                  <a:pt x="19" y="3"/>
                </a:lnTo>
                <a:lnTo>
                  <a:pt x="20" y="3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8" y="2"/>
                </a:lnTo>
                <a:lnTo>
                  <a:pt x="29" y="0"/>
                </a:lnTo>
                <a:lnTo>
                  <a:pt x="30" y="0"/>
                </a:lnTo>
                <a:lnTo>
                  <a:pt x="33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2"/>
                </a:lnTo>
                <a:lnTo>
                  <a:pt x="32" y="2"/>
                </a:lnTo>
                <a:lnTo>
                  <a:pt x="33" y="2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5"/>
                </a:lnTo>
                <a:lnTo>
                  <a:pt x="41" y="6"/>
                </a:lnTo>
                <a:lnTo>
                  <a:pt x="42" y="6"/>
                </a:lnTo>
                <a:lnTo>
                  <a:pt x="43" y="8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2"/>
                </a:lnTo>
                <a:lnTo>
                  <a:pt x="49" y="13"/>
                </a:lnTo>
                <a:lnTo>
                  <a:pt x="51" y="15"/>
                </a:lnTo>
                <a:lnTo>
                  <a:pt x="52" y="16"/>
                </a:lnTo>
                <a:lnTo>
                  <a:pt x="52" y="18"/>
                </a:lnTo>
                <a:lnTo>
                  <a:pt x="53" y="19"/>
                </a:lnTo>
                <a:lnTo>
                  <a:pt x="53" y="21"/>
                </a:lnTo>
                <a:lnTo>
                  <a:pt x="55" y="22"/>
                </a:lnTo>
                <a:lnTo>
                  <a:pt x="55" y="23"/>
                </a:lnTo>
                <a:lnTo>
                  <a:pt x="56" y="25"/>
                </a:lnTo>
                <a:lnTo>
                  <a:pt x="56" y="26"/>
                </a:lnTo>
                <a:lnTo>
                  <a:pt x="56" y="28"/>
                </a:lnTo>
                <a:lnTo>
                  <a:pt x="56" y="31"/>
                </a:lnTo>
                <a:lnTo>
                  <a:pt x="58" y="32"/>
                </a:lnTo>
                <a:lnTo>
                  <a:pt x="58" y="33"/>
                </a:lnTo>
                <a:lnTo>
                  <a:pt x="58" y="35"/>
                </a:lnTo>
                <a:lnTo>
                  <a:pt x="58" y="52"/>
                </a:lnTo>
                <a:lnTo>
                  <a:pt x="58" y="54"/>
                </a:lnTo>
                <a:lnTo>
                  <a:pt x="58" y="55"/>
                </a:lnTo>
                <a:lnTo>
                  <a:pt x="56" y="58"/>
                </a:lnTo>
                <a:lnTo>
                  <a:pt x="56" y="59"/>
                </a:lnTo>
                <a:lnTo>
                  <a:pt x="56" y="61"/>
                </a:lnTo>
                <a:lnTo>
                  <a:pt x="56" y="62"/>
                </a:lnTo>
                <a:lnTo>
                  <a:pt x="55" y="64"/>
                </a:lnTo>
                <a:lnTo>
                  <a:pt x="55" y="65"/>
                </a:lnTo>
                <a:lnTo>
                  <a:pt x="53" y="67"/>
                </a:lnTo>
                <a:lnTo>
                  <a:pt x="53" y="68"/>
                </a:lnTo>
                <a:lnTo>
                  <a:pt x="52" y="69"/>
                </a:lnTo>
                <a:lnTo>
                  <a:pt x="52" y="71"/>
                </a:lnTo>
                <a:lnTo>
                  <a:pt x="51" y="72"/>
                </a:lnTo>
                <a:lnTo>
                  <a:pt x="49" y="74"/>
                </a:lnTo>
                <a:lnTo>
                  <a:pt x="48" y="75"/>
                </a:lnTo>
                <a:lnTo>
                  <a:pt x="48" y="77"/>
                </a:lnTo>
                <a:lnTo>
                  <a:pt x="46" y="78"/>
                </a:lnTo>
                <a:lnTo>
                  <a:pt x="45" y="80"/>
                </a:lnTo>
                <a:lnTo>
                  <a:pt x="43" y="80"/>
                </a:lnTo>
                <a:lnTo>
                  <a:pt x="42" y="81"/>
                </a:lnTo>
                <a:lnTo>
                  <a:pt x="41" y="82"/>
                </a:lnTo>
                <a:lnTo>
                  <a:pt x="39" y="82"/>
                </a:lnTo>
                <a:lnTo>
                  <a:pt x="38" y="84"/>
                </a:lnTo>
                <a:lnTo>
                  <a:pt x="36" y="84"/>
                </a:lnTo>
                <a:lnTo>
                  <a:pt x="35" y="85"/>
                </a:lnTo>
                <a:lnTo>
                  <a:pt x="33" y="85"/>
                </a:lnTo>
                <a:lnTo>
                  <a:pt x="32" y="85"/>
                </a:lnTo>
                <a:lnTo>
                  <a:pt x="29" y="87"/>
                </a:lnTo>
                <a:lnTo>
                  <a:pt x="28" y="87"/>
                </a:lnTo>
                <a:lnTo>
                  <a:pt x="26" y="87"/>
                </a:lnTo>
                <a:lnTo>
                  <a:pt x="25" y="87"/>
                </a:lnTo>
                <a:lnTo>
                  <a:pt x="22" y="87"/>
                </a:lnTo>
                <a:lnTo>
                  <a:pt x="35" y="87"/>
                </a:lnTo>
                <a:lnTo>
                  <a:pt x="33" y="87"/>
                </a:lnTo>
                <a:lnTo>
                  <a:pt x="30" y="87"/>
                </a:lnTo>
                <a:lnTo>
                  <a:pt x="29" y="87"/>
                </a:lnTo>
                <a:lnTo>
                  <a:pt x="28" y="87"/>
                </a:lnTo>
                <a:lnTo>
                  <a:pt x="26" y="85"/>
                </a:lnTo>
                <a:lnTo>
                  <a:pt x="25" y="85"/>
                </a:lnTo>
                <a:lnTo>
                  <a:pt x="23" y="85"/>
                </a:lnTo>
                <a:lnTo>
                  <a:pt x="20" y="84"/>
                </a:lnTo>
                <a:lnTo>
                  <a:pt x="19" y="84"/>
                </a:lnTo>
                <a:lnTo>
                  <a:pt x="17" y="82"/>
                </a:lnTo>
                <a:lnTo>
                  <a:pt x="16" y="82"/>
                </a:lnTo>
                <a:lnTo>
                  <a:pt x="15" y="81"/>
                </a:lnTo>
                <a:lnTo>
                  <a:pt x="13" y="80"/>
                </a:lnTo>
                <a:lnTo>
                  <a:pt x="12" y="80"/>
                </a:lnTo>
                <a:lnTo>
                  <a:pt x="12" y="78"/>
                </a:lnTo>
                <a:lnTo>
                  <a:pt x="10" y="77"/>
                </a:lnTo>
                <a:lnTo>
                  <a:pt x="9" y="75"/>
                </a:lnTo>
                <a:lnTo>
                  <a:pt x="7" y="74"/>
                </a:lnTo>
                <a:lnTo>
                  <a:pt x="6" y="72"/>
                </a:lnTo>
                <a:lnTo>
                  <a:pt x="6" y="71"/>
                </a:lnTo>
                <a:lnTo>
                  <a:pt x="5" y="69"/>
                </a:lnTo>
                <a:lnTo>
                  <a:pt x="5" y="68"/>
                </a:lnTo>
                <a:lnTo>
                  <a:pt x="3" y="67"/>
                </a:lnTo>
                <a:lnTo>
                  <a:pt x="3" y="65"/>
                </a:lnTo>
                <a:lnTo>
                  <a:pt x="2" y="64"/>
                </a:lnTo>
                <a:lnTo>
                  <a:pt x="2" y="62"/>
                </a:lnTo>
                <a:lnTo>
                  <a:pt x="0" y="61"/>
                </a:lnTo>
                <a:lnTo>
                  <a:pt x="0" y="59"/>
                </a:lnTo>
                <a:lnTo>
                  <a:pt x="0" y="58"/>
                </a:lnTo>
                <a:lnTo>
                  <a:pt x="0" y="55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19830" name="Shape 1905">
            <a:extLst>
              <a:ext uri="{FF2B5EF4-FFF2-40B4-BE49-F238E27FC236}">
                <a16:creationId xmlns:a16="http://schemas.microsoft.com/office/drawing/2014/main" id="{6EB48655-1E0D-485F-A300-2334C2FD7A2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975475" y="2320925"/>
            <a:ext cx="130175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31" name="Shape 1906">
            <a:extLst>
              <a:ext uri="{FF2B5EF4-FFF2-40B4-BE49-F238E27FC236}">
                <a16:creationId xmlns:a16="http://schemas.microsoft.com/office/drawing/2014/main" id="{139BAD39-3A17-4158-A98E-C54996225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51355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119832" name="Shape 1907">
            <a:extLst>
              <a:ext uri="{FF2B5EF4-FFF2-40B4-BE49-F238E27FC236}">
                <a16:creationId xmlns:a16="http://schemas.microsoft.com/office/drawing/2014/main" id="{F8C3A6AD-C781-4030-AC11-C6F8F1F35B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198755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9833" name="Shape 1908">
            <a:extLst>
              <a:ext uri="{FF2B5EF4-FFF2-40B4-BE49-F238E27FC236}">
                <a16:creationId xmlns:a16="http://schemas.microsoft.com/office/drawing/2014/main" id="{60CB7F00-E907-4290-888B-43F8F156F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119834" name="Shape 1909">
            <a:extLst>
              <a:ext uri="{FF2B5EF4-FFF2-40B4-BE49-F238E27FC236}">
                <a16:creationId xmlns:a16="http://schemas.microsoft.com/office/drawing/2014/main" id="{143259DC-59DC-40A0-AF5D-B8C59C03E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425450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9835" name="Shape 1910">
            <a:extLst>
              <a:ext uri="{FF2B5EF4-FFF2-40B4-BE49-F238E27FC236}">
                <a16:creationId xmlns:a16="http://schemas.microsoft.com/office/drawing/2014/main" id="{9BF42A4F-9E92-47C1-957A-11167135CE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9836" name="Shape 1911">
            <a:extLst>
              <a:ext uri="{FF2B5EF4-FFF2-40B4-BE49-F238E27FC236}">
                <a16:creationId xmlns:a16="http://schemas.microsoft.com/office/drawing/2014/main" id="{84082E4B-A826-43D5-84D9-1CFB17E4A9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9300" y="4467225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19837" name="Shape 1912">
            <a:extLst>
              <a:ext uri="{FF2B5EF4-FFF2-40B4-BE49-F238E27FC236}">
                <a16:creationId xmlns:a16="http://schemas.microsoft.com/office/drawing/2014/main" id="{C96850DE-3125-44EB-B965-1D11ACC63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4813" y="5137150"/>
            <a:ext cx="646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119838" name="Shape 1913">
            <a:extLst>
              <a:ext uri="{FF2B5EF4-FFF2-40B4-BE49-F238E27FC236}">
                <a16:creationId xmlns:a16="http://schemas.microsoft.com/office/drawing/2014/main" id="{EDADEF57-F105-4328-B351-9663CC728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1213" y="2195513"/>
            <a:ext cx="225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19839" name="Shape 1914">
            <a:extLst>
              <a:ext uri="{FF2B5EF4-FFF2-40B4-BE49-F238E27FC236}">
                <a16:creationId xmlns:a16="http://schemas.microsoft.com/office/drawing/2014/main" id="{A5A532A4-6A91-4892-A4D0-B62A1F3F1C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425450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9840" name="Shape 1915">
            <a:extLst>
              <a:ext uri="{FF2B5EF4-FFF2-40B4-BE49-F238E27FC236}">
                <a16:creationId xmlns:a16="http://schemas.microsoft.com/office/drawing/2014/main" id="{154AF45C-A353-48E2-A4A2-807FE57DC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19841" name="Shape 1916">
            <a:extLst>
              <a:ext uri="{FF2B5EF4-FFF2-40B4-BE49-F238E27FC236}">
                <a16:creationId xmlns:a16="http://schemas.microsoft.com/office/drawing/2014/main" id="{1703FA21-1BF8-46B1-BE3C-E9459149A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98755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19842" name="Shape 1917">
            <a:extLst>
              <a:ext uri="{FF2B5EF4-FFF2-40B4-BE49-F238E27FC236}">
                <a16:creationId xmlns:a16="http://schemas.microsoft.com/office/drawing/2014/main" id="{5BA763C6-C7B3-44F9-8D4F-BF03BA591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 </a:t>
            </a:r>
          </a:p>
        </p:txBody>
      </p:sp>
      <p:sp>
        <p:nvSpPr>
          <p:cNvPr id="119843" name="Shape 1918">
            <a:extLst>
              <a:ext uri="{FF2B5EF4-FFF2-40B4-BE49-F238E27FC236}">
                <a16:creationId xmlns:a16="http://schemas.microsoft.com/office/drawing/2014/main" id="{654AD175-C7D2-438A-A703-439922CE3242}"/>
              </a:ext>
            </a:extLst>
          </p:cNvPr>
          <p:cNvSpPr>
            <a:spLocks/>
          </p:cNvSpPr>
          <p:nvPr/>
        </p:nvSpPr>
        <p:spPr bwMode="auto">
          <a:xfrm>
            <a:off x="4233863" y="2481263"/>
            <a:ext cx="3403600" cy="2101850"/>
          </a:xfrm>
          <a:custGeom>
            <a:avLst/>
            <a:gdLst>
              <a:gd name="T0" fmla="*/ 0 w 4289"/>
              <a:gd name="T1" fmla="*/ 0 h 2648"/>
              <a:gd name="T2" fmla="*/ 0 w 4289"/>
              <a:gd name="T3" fmla="*/ 2147483646 h 2648"/>
              <a:gd name="T4" fmla="*/ 2147483646 w 4289"/>
              <a:gd name="T5" fmla="*/ 2147483646 h 2648"/>
              <a:gd name="T6" fmla="*/ 2147483646 w 4289"/>
              <a:gd name="T7" fmla="*/ 2147483646 h 2648"/>
              <a:gd name="T8" fmla="*/ 2147483646 w 4289"/>
              <a:gd name="T9" fmla="*/ 2147483646 h 26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89"/>
              <a:gd name="T16" fmla="*/ 0 h 2648"/>
              <a:gd name="T17" fmla="*/ 4289 w 4289"/>
              <a:gd name="T18" fmla="*/ 2648 h 26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89" h="2648" extrusionOk="0">
                <a:moveTo>
                  <a:pt x="0" y="0"/>
                </a:moveTo>
                <a:lnTo>
                  <a:pt x="0" y="1842"/>
                </a:lnTo>
                <a:lnTo>
                  <a:pt x="4289" y="1842"/>
                </a:lnTo>
                <a:lnTo>
                  <a:pt x="4289" y="2648"/>
                </a:lnTo>
                <a:lnTo>
                  <a:pt x="3455" y="2648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4" name="Shape 1919">
            <a:extLst>
              <a:ext uri="{FF2B5EF4-FFF2-40B4-BE49-F238E27FC236}">
                <a16:creationId xmlns:a16="http://schemas.microsoft.com/office/drawing/2014/main" id="{674DD62D-5D45-441A-8C2F-386C92943CE2}"/>
              </a:ext>
            </a:extLst>
          </p:cNvPr>
          <p:cNvSpPr>
            <a:spLocks/>
          </p:cNvSpPr>
          <p:nvPr/>
        </p:nvSpPr>
        <p:spPr bwMode="auto">
          <a:xfrm>
            <a:off x="3592513" y="2982913"/>
            <a:ext cx="2582862" cy="2262187"/>
          </a:xfrm>
          <a:custGeom>
            <a:avLst/>
            <a:gdLst>
              <a:gd name="T0" fmla="*/ 0 w 3253"/>
              <a:gd name="T1" fmla="*/ 2147483646 h 2850"/>
              <a:gd name="T2" fmla="*/ 2147483646 w 3253"/>
              <a:gd name="T3" fmla="*/ 2147483646 h 2850"/>
              <a:gd name="T4" fmla="*/ 2147483646 w 3253"/>
              <a:gd name="T5" fmla="*/ 0 h 2850"/>
              <a:gd name="T6" fmla="*/ 2147483646 w 3253"/>
              <a:gd name="T7" fmla="*/ 0 h 2850"/>
              <a:gd name="T8" fmla="*/ 0 60000 65536"/>
              <a:gd name="T9" fmla="*/ 0 60000 65536"/>
              <a:gd name="T10" fmla="*/ 0 60000 65536"/>
              <a:gd name="T11" fmla="*/ 0 60000 65536"/>
              <a:gd name="T12" fmla="*/ 0 w 3253"/>
              <a:gd name="T13" fmla="*/ 0 h 2850"/>
              <a:gd name="T14" fmla="*/ 3253 w 3253"/>
              <a:gd name="T15" fmla="*/ 2850 h 28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53" h="2850" extrusionOk="0">
                <a:moveTo>
                  <a:pt x="0" y="2850"/>
                </a:moveTo>
                <a:lnTo>
                  <a:pt x="2447" y="2850"/>
                </a:lnTo>
                <a:lnTo>
                  <a:pt x="2447" y="0"/>
                </a:lnTo>
                <a:lnTo>
                  <a:pt x="325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19845" name="Shape 1920">
            <a:extLst>
              <a:ext uri="{FF2B5EF4-FFF2-40B4-BE49-F238E27FC236}">
                <a16:creationId xmlns:a16="http://schemas.microsoft.com/office/drawing/2014/main" id="{DE0034FE-4D6F-473B-B4BE-E8618F1C9D4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535613" y="5245100"/>
            <a:ext cx="639762" cy="0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9846" name="Shape 1921">
            <a:extLst>
              <a:ext uri="{FF2B5EF4-FFF2-40B4-BE49-F238E27FC236}">
                <a16:creationId xmlns:a16="http://schemas.microsoft.com/office/drawing/2014/main" id="{BE366C7B-DAF3-43F9-B51E-05549FE21968}"/>
              </a:ext>
            </a:extLst>
          </p:cNvPr>
          <p:cNvSpPr>
            <a:spLocks/>
          </p:cNvSpPr>
          <p:nvPr/>
        </p:nvSpPr>
        <p:spPr bwMode="auto">
          <a:xfrm>
            <a:off x="3913188" y="2160588"/>
            <a:ext cx="320675" cy="2422525"/>
          </a:xfrm>
          <a:custGeom>
            <a:avLst/>
            <a:gdLst>
              <a:gd name="T0" fmla="*/ 0 w 403"/>
              <a:gd name="T1" fmla="*/ 2147483646 h 3051"/>
              <a:gd name="T2" fmla="*/ 0 w 403"/>
              <a:gd name="T3" fmla="*/ 0 h 3051"/>
              <a:gd name="T4" fmla="*/ 2147483646 w 403"/>
              <a:gd name="T5" fmla="*/ 0 h 3051"/>
              <a:gd name="T6" fmla="*/ 0 60000 65536"/>
              <a:gd name="T7" fmla="*/ 0 60000 65536"/>
              <a:gd name="T8" fmla="*/ 0 60000 65536"/>
              <a:gd name="T9" fmla="*/ 0 w 403"/>
              <a:gd name="T10" fmla="*/ 0 h 3051"/>
              <a:gd name="T11" fmla="*/ 403 w 403"/>
              <a:gd name="T12" fmla="*/ 3051 h 30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3051" extrusionOk="0">
                <a:moveTo>
                  <a:pt x="0" y="3051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7" name="Shape 1922">
            <a:extLst>
              <a:ext uri="{FF2B5EF4-FFF2-40B4-BE49-F238E27FC236}">
                <a16:creationId xmlns:a16="http://schemas.microsoft.com/office/drawing/2014/main" id="{3EEEAC03-6314-496F-815B-3FEAB4C8C945}"/>
              </a:ext>
            </a:extLst>
          </p:cNvPr>
          <p:cNvSpPr>
            <a:spLocks/>
          </p:cNvSpPr>
          <p:nvPr/>
        </p:nvSpPr>
        <p:spPr bwMode="auto">
          <a:xfrm>
            <a:off x="5489575" y="5210175"/>
            <a:ext cx="68263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8" name="Shape 1923">
            <a:extLst>
              <a:ext uri="{FF2B5EF4-FFF2-40B4-BE49-F238E27FC236}">
                <a16:creationId xmlns:a16="http://schemas.microsoft.com/office/drawing/2014/main" id="{6E2287F3-7E16-41FB-B849-5A906261FC2B}"/>
              </a:ext>
            </a:extLst>
          </p:cNvPr>
          <p:cNvSpPr>
            <a:spLocks/>
          </p:cNvSpPr>
          <p:nvPr/>
        </p:nvSpPr>
        <p:spPr bwMode="auto">
          <a:xfrm>
            <a:off x="6564313" y="5861050"/>
            <a:ext cx="46037" cy="46038"/>
          </a:xfrm>
          <a:custGeom>
            <a:avLst/>
            <a:gdLst>
              <a:gd name="T0" fmla="*/ 0 w 58"/>
              <a:gd name="T1" fmla="*/ 2147483646 h 57"/>
              <a:gd name="T2" fmla="*/ 0 w 58"/>
              <a:gd name="T3" fmla="*/ 2147483646 h 57"/>
              <a:gd name="T4" fmla="*/ 2147483646 w 58"/>
              <a:gd name="T5" fmla="*/ 2147483646 h 57"/>
              <a:gd name="T6" fmla="*/ 2147483646 w 58"/>
              <a:gd name="T7" fmla="*/ 2147483646 h 57"/>
              <a:gd name="T8" fmla="*/ 2147483646 w 58"/>
              <a:gd name="T9" fmla="*/ 2147483646 h 57"/>
              <a:gd name="T10" fmla="*/ 2147483646 w 58"/>
              <a:gd name="T11" fmla="*/ 2147483646 h 57"/>
              <a:gd name="T12" fmla="*/ 2147483646 w 58"/>
              <a:gd name="T13" fmla="*/ 2147483646 h 57"/>
              <a:gd name="T14" fmla="*/ 2147483646 w 58"/>
              <a:gd name="T15" fmla="*/ 2147483646 h 57"/>
              <a:gd name="T16" fmla="*/ 2147483646 w 58"/>
              <a:gd name="T17" fmla="*/ 2147483646 h 57"/>
              <a:gd name="T18" fmla="*/ 2147483646 w 58"/>
              <a:gd name="T19" fmla="*/ 0 h 57"/>
              <a:gd name="T20" fmla="*/ 2147483646 w 58"/>
              <a:gd name="T21" fmla="*/ 0 h 57"/>
              <a:gd name="T22" fmla="*/ 2147483646 w 58"/>
              <a:gd name="T23" fmla="*/ 0 h 57"/>
              <a:gd name="T24" fmla="*/ 2147483646 w 58"/>
              <a:gd name="T25" fmla="*/ 2147483646 h 57"/>
              <a:gd name="T26" fmla="*/ 2147483646 w 58"/>
              <a:gd name="T27" fmla="*/ 2147483646 h 57"/>
              <a:gd name="T28" fmla="*/ 2147483646 w 58"/>
              <a:gd name="T29" fmla="*/ 2147483646 h 57"/>
              <a:gd name="T30" fmla="*/ 2147483646 w 58"/>
              <a:gd name="T31" fmla="*/ 2147483646 h 57"/>
              <a:gd name="T32" fmla="*/ 2147483646 w 58"/>
              <a:gd name="T33" fmla="*/ 2147483646 h 57"/>
              <a:gd name="T34" fmla="*/ 2147483646 w 58"/>
              <a:gd name="T35" fmla="*/ 2147483646 h 57"/>
              <a:gd name="T36" fmla="*/ 2147483646 w 58"/>
              <a:gd name="T37" fmla="*/ 2147483646 h 57"/>
              <a:gd name="T38" fmla="*/ 2147483646 w 58"/>
              <a:gd name="T39" fmla="*/ 2147483646 h 57"/>
              <a:gd name="T40" fmla="*/ 2147483646 w 58"/>
              <a:gd name="T41" fmla="*/ 2147483646 h 57"/>
              <a:gd name="T42" fmla="*/ 2147483646 w 58"/>
              <a:gd name="T43" fmla="*/ 2147483646 h 57"/>
              <a:gd name="T44" fmla="*/ 2147483646 w 58"/>
              <a:gd name="T45" fmla="*/ 2147483646 h 57"/>
              <a:gd name="T46" fmla="*/ 2147483646 w 58"/>
              <a:gd name="T47" fmla="*/ 2147483646 h 57"/>
              <a:gd name="T48" fmla="*/ 2147483646 w 58"/>
              <a:gd name="T49" fmla="*/ 2147483646 h 57"/>
              <a:gd name="T50" fmla="*/ 2147483646 w 58"/>
              <a:gd name="T51" fmla="*/ 2147483646 h 57"/>
              <a:gd name="T52" fmla="*/ 2147483646 w 58"/>
              <a:gd name="T53" fmla="*/ 2147483646 h 57"/>
              <a:gd name="T54" fmla="*/ 2147483646 w 58"/>
              <a:gd name="T55" fmla="*/ 2147483646 h 57"/>
              <a:gd name="T56" fmla="*/ 2147483646 w 58"/>
              <a:gd name="T57" fmla="*/ 2147483646 h 57"/>
              <a:gd name="T58" fmla="*/ 2147483646 w 58"/>
              <a:gd name="T59" fmla="*/ 2147483646 h 57"/>
              <a:gd name="T60" fmla="*/ 2147483646 w 58"/>
              <a:gd name="T61" fmla="*/ 2147483646 h 57"/>
              <a:gd name="T62" fmla="*/ 2147483646 w 58"/>
              <a:gd name="T63" fmla="*/ 2147483646 h 57"/>
              <a:gd name="T64" fmla="*/ 2147483646 w 58"/>
              <a:gd name="T65" fmla="*/ 2147483646 h 57"/>
              <a:gd name="T66" fmla="*/ 2147483646 w 58"/>
              <a:gd name="T67" fmla="*/ 2147483646 h 57"/>
              <a:gd name="T68" fmla="*/ 2147483646 w 58"/>
              <a:gd name="T69" fmla="*/ 2147483646 h 57"/>
              <a:gd name="T70" fmla="*/ 2147483646 w 58"/>
              <a:gd name="T71" fmla="*/ 2147483646 h 57"/>
              <a:gd name="T72" fmla="*/ 2147483646 w 58"/>
              <a:gd name="T73" fmla="*/ 2147483646 h 57"/>
              <a:gd name="T74" fmla="*/ 2147483646 w 58"/>
              <a:gd name="T75" fmla="*/ 2147483646 h 57"/>
              <a:gd name="T76" fmla="*/ 2147483646 w 58"/>
              <a:gd name="T77" fmla="*/ 2147483646 h 57"/>
              <a:gd name="T78" fmla="*/ 2147483646 w 58"/>
              <a:gd name="T79" fmla="*/ 2147483646 h 57"/>
              <a:gd name="T80" fmla="*/ 2147483646 w 58"/>
              <a:gd name="T81" fmla="*/ 2147483646 h 57"/>
              <a:gd name="T82" fmla="*/ 2147483646 w 58"/>
              <a:gd name="T83" fmla="*/ 2147483646 h 57"/>
              <a:gd name="T84" fmla="*/ 0 w 58"/>
              <a:gd name="T85" fmla="*/ 2147483646 h 57"/>
              <a:gd name="T86" fmla="*/ 0 w 58"/>
              <a:gd name="T87" fmla="*/ 2147483646 h 5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57"/>
              <a:gd name="T134" fmla="*/ 58 w 58"/>
              <a:gd name="T135" fmla="*/ 57 h 5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57" extrusionOk="0">
                <a:moveTo>
                  <a:pt x="0" y="23"/>
                </a:moveTo>
                <a:lnTo>
                  <a:pt x="0" y="34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1"/>
                </a:lnTo>
                <a:lnTo>
                  <a:pt x="11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1"/>
                </a:lnTo>
                <a:lnTo>
                  <a:pt x="32" y="1"/>
                </a:lnTo>
                <a:lnTo>
                  <a:pt x="34" y="1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4" y="7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1"/>
                </a:lnTo>
                <a:lnTo>
                  <a:pt x="49" y="13"/>
                </a:lnTo>
                <a:lnTo>
                  <a:pt x="51" y="14"/>
                </a:lnTo>
                <a:lnTo>
                  <a:pt x="52" y="16"/>
                </a:lnTo>
                <a:lnTo>
                  <a:pt x="52" y="17"/>
                </a:lnTo>
                <a:lnTo>
                  <a:pt x="54" y="19"/>
                </a:lnTo>
                <a:lnTo>
                  <a:pt x="54" y="20"/>
                </a:lnTo>
                <a:lnTo>
                  <a:pt x="55" y="21"/>
                </a:lnTo>
                <a:lnTo>
                  <a:pt x="55" y="23"/>
                </a:lnTo>
                <a:lnTo>
                  <a:pt x="57" y="24"/>
                </a:lnTo>
                <a:lnTo>
                  <a:pt x="57" y="26"/>
                </a:lnTo>
                <a:lnTo>
                  <a:pt x="57" y="27"/>
                </a:lnTo>
                <a:lnTo>
                  <a:pt x="57" y="30"/>
                </a:lnTo>
                <a:lnTo>
                  <a:pt x="58" y="32"/>
                </a:lnTo>
                <a:lnTo>
                  <a:pt x="58" y="33"/>
                </a:lnTo>
                <a:lnTo>
                  <a:pt x="58" y="34"/>
                </a:lnTo>
                <a:lnTo>
                  <a:pt x="58" y="23"/>
                </a:lnTo>
                <a:lnTo>
                  <a:pt x="58" y="24"/>
                </a:lnTo>
                <a:lnTo>
                  <a:pt x="58" y="26"/>
                </a:lnTo>
                <a:lnTo>
                  <a:pt x="57" y="29"/>
                </a:lnTo>
                <a:lnTo>
                  <a:pt x="57" y="30"/>
                </a:lnTo>
                <a:lnTo>
                  <a:pt x="57" y="32"/>
                </a:lnTo>
                <a:lnTo>
                  <a:pt x="57" y="33"/>
                </a:lnTo>
                <a:lnTo>
                  <a:pt x="55" y="34"/>
                </a:lnTo>
                <a:lnTo>
                  <a:pt x="55" y="36"/>
                </a:lnTo>
                <a:lnTo>
                  <a:pt x="54" y="37"/>
                </a:lnTo>
                <a:lnTo>
                  <a:pt x="54" y="39"/>
                </a:lnTo>
                <a:lnTo>
                  <a:pt x="52" y="40"/>
                </a:lnTo>
                <a:lnTo>
                  <a:pt x="52" y="42"/>
                </a:lnTo>
                <a:lnTo>
                  <a:pt x="51" y="43"/>
                </a:lnTo>
                <a:lnTo>
                  <a:pt x="49" y="45"/>
                </a:lnTo>
                <a:lnTo>
                  <a:pt x="48" y="46"/>
                </a:lnTo>
                <a:lnTo>
                  <a:pt x="48" y="47"/>
                </a:lnTo>
                <a:lnTo>
                  <a:pt x="46" y="49"/>
                </a:lnTo>
                <a:lnTo>
                  <a:pt x="45" y="50"/>
                </a:lnTo>
                <a:lnTo>
                  <a:pt x="44" y="50"/>
                </a:lnTo>
                <a:lnTo>
                  <a:pt x="42" y="52"/>
                </a:lnTo>
                <a:lnTo>
                  <a:pt x="41" y="53"/>
                </a:lnTo>
                <a:lnTo>
                  <a:pt x="39" y="53"/>
                </a:lnTo>
                <a:lnTo>
                  <a:pt x="38" y="55"/>
                </a:lnTo>
                <a:lnTo>
                  <a:pt x="36" y="55"/>
                </a:lnTo>
                <a:lnTo>
                  <a:pt x="35" y="56"/>
                </a:lnTo>
                <a:lnTo>
                  <a:pt x="34" y="56"/>
                </a:lnTo>
                <a:lnTo>
                  <a:pt x="32" y="56"/>
                </a:lnTo>
                <a:lnTo>
                  <a:pt x="29" y="57"/>
                </a:lnTo>
                <a:lnTo>
                  <a:pt x="28" y="57"/>
                </a:lnTo>
                <a:lnTo>
                  <a:pt x="26" y="57"/>
                </a:lnTo>
                <a:lnTo>
                  <a:pt x="25" y="57"/>
                </a:lnTo>
                <a:lnTo>
                  <a:pt x="22" y="57"/>
                </a:lnTo>
                <a:lnTo>
                  <a:pt x="35" y="57"/>
                </a:lnTo>
                <a:lnTo>
                  <a:pt x="34" y="57"/>
                </a:lnTo>
                <a:lnTo>
                  <a:pt x="31" y="57"/>
                </a:lnTo>
                <a:lnTo>
                  <a:pt x="29" y="57"/>
                </a:lnTo>
                <a:lnTo>
                  <a:pt x="28" y="57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1" y="47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4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849" name="Shape 1924">
            <a:extLst>
              <a:ext uri="{FF2B5EF4-FFF2-40B4-BE49-F238E27FC236}">
                <a16:creationId xmlns:a16="http://schemas.microsoft.com/office/drawing/2014/main" id="{B23770CA-79CF-4A25-AFE6-87D822A5F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8613" y="576580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Resetn</a:t>
            </a:r>
          </a:p>
        </p:txBody>
      </p:sp>
      <p:sp>
        <p:nvSpPr>
          <p:cNvPr id="119850" name="Shape 1925">
            <a:extLst>
              <a:ext uri="{FF2B5EF4-FFF2-40B4-BE49-F238E27FC236}">
                <a16:creationId xmlns:a16="http://schemas.microsoft.com/office/drawing/2014/main" id="{606861D3-8D42-4130-BF7E-03CF99B5E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2950" y="2074863"/>
            <a:ext cx="587375" cy="509587"/>
          </a:xfrm>
          <a:prstGeom prst="flowChartDelay">
            <a:avLst/>
          </a:prstGeom>
          <a:solidFill>
            <a:schemeClr val="bg1"/>
          </a:solidFill>
          <a:ln w="28575" cap="rnd">
            <a:solidFill>
              <a:schemeClr val="tx1"/>
            </a:solidFill>
            <a:miter lim="800000"/>
            <a:headEnd/>
            <a:tailEnd/>
          </a:ln>
        </p:spPr>
        <p:txBody>
          <a:bodyPr lIns="91425" tIns="45700" rIns="91425" bIns="4570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66603" name="Shape 1926">
            <a:extLst>
              <a:ext uri="{FF2B5EF4-FFF2-40B4-BE49-F238E27FC236}">
                <a16:creationId xmlns:a16="http://schemas.microsoft.com/office/drawing/2014/main" id="{E60472A5-7465-F043-AD01-32EF759706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The Circuit Diagram</a:t>
            </a:r>
          </a:p>
        </p:txBody>
      </p:sp>
      <p:sp>
        <p:nvSpPr>
          <p:cNvPr id="119852" name="Shape 1927">
            <a:extLst>
              <a:ext uri="{FF2B5EF4-FFF2-40B4-BE49-F238E27FC236}">
                <a16:creationId xmlns:a16="http://schemas.microsoft.com/office/drawing/2014/main" id="{A219447C-9E6B-4E03-9AA5-F2DDD2173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175" y="2179638"/>
            <a:ext cx="2614613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w</a:t>
            </a:r>
          </a:p>
        </p:txBody>
      </p:sp>
      <p:sp>
        <p:nvSpPr>
          <p:cNvPr id="119853" name="Shape 1928">
            <a:extLst>
              <a:ext uri="{FF2B5EF4-FFF2-40B4-BE49-F238E27FC236}">
                <a16:creationId xmlns:a16="http://schemas.microsoft.com/office/drawing/2014/main" id="{EE048A55-B01A-45A1-BA7F-9B5B4D9FA2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798763"/>
            <a:ext cx="2379663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wy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119854" name="Shape 1929">
            <a:extLst>
              <a:ext uri="{FF2B5EF4-FFF2-40B4-BE49-F238E27FC236}">
                <a16:creationId xmlns:a16="http://schemas.microsoft.com/office/drawing/2014/main" id="{34643EBE-1C4B-4E77-AB36-D60D6F895D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3452813"/>
            <a:ext cx="2381250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z(y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1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)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2</a:t>
            </a:r>
          </a:p>
        </p:txBody>
      </p:sp>
      <p:sp>
        <p:nvSpPr>
          <p:cNvPr id="119855" name="TextBox 125">
            <a:extLst>
              <a:ext uri="{FF2B5EF4-FFF2-40B4-BE49-F238E27FC236}">
                <a16:creationId xmlns:a16="http://schemas.microsoft.com/office/drawing/2014/main" id="{95293C36-8349-468A-9B72-34CCEC6F7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7175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[ Figure 6.17 from the textbook ]</a:t>
            </a:r>
          </a:p>
        </p:txBody>
      </p: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94F6BDDB-C3F5-3F4E-B4C2-5F453220C7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798763"/>
            <a:ext cx="9144000" cy="1282700"/>
          </a:xfrm>
        </p:spPr>
        <p:txBody>
          <a:bodyPr rtlCol="0">
            <a:normAutofit fontScale="90000"/>
          </a:bodyPr>
          <a:lstStyle/>
          <a:p>
            <a:pPr fontAlgn="auto">
              <a:defRPr/>
            </a:pPr>
            <a:r>
              <a:rPr lang="en-US" dirty="0">
                <a:ea typeface="+mj-ea"/>
              </a:rPr>
              <a:t>Example 6.13</a:t>
            </a:r>
            <a:br>
              <a:rPr lang="en-US" dirty="0">
                <a:ea typeface="+mj-ea"/>
              </a:rPr>
            </a:br>
            <a:br>
              <a:rPr lang="en-US" dirty="0">
                <a:ea typeface="+mj-ea"/>
              </a:rPr>
            </a:br>
            <a:r>
              <a:rPr lang="en-US" dirty="0">
                <a:ea typeface="+mj-ea"/>
              </a:rPr>
              <a:t>(Construct the second FSM)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Title 1">
            <a:extLst>
              <a:ext uri="{FF2B5EF4-FFF2-40B4-BE49-F238E27FC236}">
                <a16:creationId xmlns:a16="http://schemas.microsoft.com/office/drawing/2014/main" id="{9D9321FC-7294-4DAF-A858-6C149BA0A3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6175"/>
          </a:xfrm>
        </p:spPr>
        <p:txBody>
          <a:bodyPr/>
          <a:lstStyle/>
          <a:p>
            <a:r>
              <a:rPr lang="en-US" altLang="en-US"/>
              <a:t>FSM to detect two consecutive 0's</a:t>
            </a:r>
            <a:endParaRPr lang="en-US" altLang="en-US" sz="2800"/>
          </a:p>
        </p:txBody>
      </p:sp>
      <p:grpSp>
        <p:nvGrpSpPr>
          <p:cNvPr id="122882" name="Shape 241">
            <a:extLst>
              <a:ext uri="{FF2B5EF4-FFF2-40B4-BE49-F238E27FC236}">
                <a16:creationId xmlns:a16="http://schemas.microsoft.com/office/drawing/2014/main" id="{43AB9538-0949-4FAF-813C-17270CAFA3A3}"/>
              </a:ext>
            </a:extLst>
          </p:cNvPr>
          <p:cNvGrpSpPr>
            <a:grpSpLocks/>
          </p:cNvGrpSpPr>
          <p:nvPr/>
        </p:nvGrpSpPr>
        <p:grpSpPr bwMode="auto">
          <a:xfrm>
            <a:off x="2236788" y="1373188"/>
            <a:ext cx="4641850" cy="3970337"/>
            <a:chOff x="2209800" y="1146172"/>
            <a:chExt cx="4775200" cy="4241827"/>
          </a:xfrm>
        </p:grpSpPr>
        <p:sp>
          <p:nvSpPr>
            <p:cNvPr id="122884" name="Shape 242">
              <a:extLst>
                <a:ext uri="{FF2B5EF4-FFF2-40B4-BE49-F238E27FC236}">
                  <a16:creationId xmlns:a16="http://schemas.microsoft.com/office/drawing/2014/main" id="{A63A529B-4C00-4816-9339-E59216F8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85" name="Shape 243">
              <a:extLst>
                <a:ext uri="{FF2B5EF4-FFF2-40B4-BE49-F238E27FC236}">
                  <a16:creationId xmlns:a16="http://schemas.microsoft.com/office/drawing/2014/main" id="{366E4540-61A2-4379-A083-B0BC5C18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86" name="Shape 244">
              <a:extLst>
                <a:ext uri="{FF2B5EF4-FFF2-40B4-BE49-F238E27FC236}">
                  <a16:creationId xmlns:a16="http://schemas.microsoft.com/office/drawing/2014/main" id="{7C3E1BDB-6F72-400D-8EBB-0F773A77C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87" name="Shape 245">
              <a:extLst>
                <a:ext uri="{FF2B5EF4-FFF2-40B4-BE49-F238E27FC236}">
                  <a16:creationId xmlns:a16="http://schemas.microsoft.com/office/drawing/2014/main" id="{D69BAED5-18C9-40FF-936E-25E55913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88" name="Shape 246">
              <a:extLst>
                <a:ext uri="{FF2B5EF4-FFF2-40B4-BE49-F238E27FC236}">
                  <a16:creationId xmlns:a16="http://schemas.microsoft.com/office/drawing/2014/main" id="{423B6DAE-573C-4734-9470-51147858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89" name="Shape 247">
              <a:extLst>
                <a:ext uri="{FF2B5EF4-FFF2-40B4-BE49-F238E27FC236}">
                  <a16:creationId xmlns:a16="http://schemas.microsoft.com/office/drawing/2014/main" id="{0F033CBF-E572-48AD-9086-7554FD316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F: z = 1 </a:t>
              </a:r>
            </a:p>
          </p:txBody>
        </p:sp>
        <p:sp>
          <p:nvSpPr>
            <p:cNvPr id="122890" name="Shape 248">
              <a:extLst>
                <a:ext uri="{FF2B5EF4-FFF2-40B4-BE49-F238E27FC236}">
                  <a16:creationId xmlns:a16="http://schemas.microsoft.com/office/drawing/2014/main" id="{A23FA635-AD53-47B8-8B50-1EE8ABF7A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91" name="Shape 249">
              <a:extLst>
                <a:ext uri="{FF2B5EF4-FFF2-40B4-BE49-F238E27FC236}">
                  <a16:creationId xmlns:a16="http://schemas.microsoft.com/office/drawing/2014/main" id="{4F3D01EA-B893-4177-9518-9781C45C7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22892" name="Shape 250">
              <a:extLst>
                <a:ext uri="{FF2B5EF4-FFF2-40B4-BE49-F238E27FC236}">
                  <a16:creationId xmlns:a16="http://schemas.microsoft.com/office/drawing/2014/main" id="{CD4F8DD9-4C6A-4CB4-9BB7-4C4A077A17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E: z = 0 </a:t>
              </a:r>
            </a:p>
          </p:txBody>
        </p:sp>
        <p:sp>
          <p:nvSpPr>
            <p:cNvPr id="122893" name="Shape 251">
              <a:extLst>
                <a:ext uri="{FF2B5EF4-FFF2-40B4-BE49-F238E27FC236}">
                  <a16:creationId xmlns:a16="http://schemas.microsoft.com/office/drawing/2014/main" id="{3B492738-9B78-476C-81F2-63890DC0F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94" name="Shape 252">
              <a:extLst>
                <a:ext uri="{FF2B5EF4-FFF2-40B4-BE49-F238E27FC236}">
                  <a16:creationId xmlns:a16="http://schemas.microsoft.com/office/drawing/2014/main" id="{EE3EAA07-0091-449F-9E29-CFF00A372D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D: z = 0 </a:t>
              </a:r>
            </a:p>
          </p:txBody>
        </p:sp>
        <p:sp>
          <p:nvSpPr>
            <p:cNvPr id="122895" name="Shape 253">
              <a:extLst>
                <a:ext uri="{FF2B5EF4-FFF2-40B4-BE49-F238E27FC236}">
                  <a16:creationId xmlns:a16="http://schemas.microsoft.com/office/drawing/2014/main" id="{9A0CEB0A-72F5-4771-A2A5-0BD840E5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96" name="Shape 254">
              <a:extLst>
                <a:ext uri="{FF2B5EF4-FFF2-40B4-BE49-F238E27FC236}">
                  <a16:creationId xmlns:a16="http://schemas.microsoft.com/office/drawing/2014/main" id="{FEDFCB40-8F67-4B89-8714-379450C7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97" name="Shape 255">
              <a:extLst>
                <a:ext uri="{FF2B5EF4-FFF2-40B4-BE49-F238E27FC236}">
                  <a16:creationId xmlns:a16="http://schemas.microsoft.com/office/drawing/2014/main" id="{CEA82139-489B-4AA9-B0CC-BD4EBD97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898" name="Shape 256">
              <a:extLst>
                <a:ext uri="{FF2B5EF4-FFF2-40B4-BE49-F238E27FC236}">
                  <a16:creationId xmlns:a16="http://schemas.microsoft.com/office/drawing/2014/main" id="{47DE9A54-B4D3-4D15-8664-C2329A8153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899" name="Shape 257">
              <a:extLst>
                <a:ext uri="{FF2B5EF4-FFF2-40B4-BE49-F238E27FC236}">
                  <a16:creationId xmlns:a16="http://schemas.microsoft.com/office/drawing/2014/main" id="{E14BD62C-9D20-4402-9715-1813A9B607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2900" name="Shape 258">
              <a:extLst>
                <a:ext uri="{FF2B5EF4-FFF2-40B4-BE49-F238E27FC236}">
                  <a16:creationId xmlns:a16="http://schemas.microsoft.com/office/drawing/2014/main" id="{5A2D5A8F-C940-4683-AEC8-08BF78E6E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2901" name="Shape 259">
              <a:extLst>
                <a:ext uri="{FF2B5EF4-FFF2-40B4-BE49-F238E27FC236}">
                  <a16:creationId xmlns:a16="http://schemas.microsoft.com/office/drawing/2014/main" id="{5AE58493-C86C-46DC-88BA-356C676F29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02" name="Shape 260">
              <a:extLst>
                <a:ext uri="{FF2B5EF4-FFF2-40B4-BE49-F238E27FC236}">
                  <a16:creationId xmlns:a16="http://schemas.microsoft.com/office/drawing/2014/main" id="{9F3066D7-87C6-468B-A103-95D05D2F8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2903" name="Shape 261">
              <a:extLst>
                <a:ext uri="{FF2B5EF4-FFF2-40B4-BE49-F238E27FC236}">
                  <a16:creationId xmlns:a16="http://schemas.microsoft.com/office/drawing/2014/main" id="{42727885-766E-4348-A9DE-254C1B705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904" name="Shape 262">
              <a:extLst>
                <a:ext uri="{FF2B5EF4-FFF2-40B4-BE49-F238E27FC236}">
                  <a16:creationId xmlns:a16="http://schemas.microsoft.com/office/drawing/2014/main" id="{148A966B-4356-453F-AE9E-D999A8017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2905" name="Shape 263">
              <a:extLst>
                <a:ext uri="{FF2B5EF4-FFF2-40B4-BE49-F238E27FC236}">
                  <a16:creationId xmlns:a16="http://schemas.microsoft.com/office/drawing/2014/main" id="{C7687541-7BDB-414F-8790-DC9C8167AE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2906" name="Shape 264">
              <a:extLst>
                <a:ext uri="{FF2B5EF4-FFF2-40B4-BE49-F238E27FC236}">
                  <a16:creationId xmlns:a16="http://schemas.microsoft.com/office/drawing/2014/main" id="{5F1FE14B-2613-4D6A-9D2C-6C01F2997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907" name="Shape 265">
              <a:extLst>
                <a:ext uri="{FF2B5EF4-FFF2-40B4-BE49-F238E27FC236}">
                  <a16:creationId xmlns:a16="http://schemas.microsoft.com/office/drawing/2014/main" id="{5773FF2A-B2D2-4A38-BFCA-4FEF79337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2908" name="Shape 266">
              <a:extLst>
                <a:ext uri="{FF2B5EF4-FFF2-40B4-BE49-F238E27FC236}">
                  <a16:creationId xmlns:a16="http://schemas.microsoft.com/office/drawing/2014/main" id="{F56A59C7-20CC-443E-8DA9-33C17670B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2909" name="Shape 267">
              <a:extLst>
                <a:ext uri="{FF2B5EF4-FFF2-40B4-BE49-F238E27FC236}">
                  <a16:creationId xmlns:a16="http://schemas.microsoft.com/office/drawing/2014/main" id="{83DBA43C-69BA-4E0A-8F40-1306B06D4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910" name="Shape 268">
              <a:extLst>
                <a:ext uri="{FF2B5EF4-FFF2-40B4-BE49-F238E27FC236}">
                  <a16:creationId xmlns:a16="http://schemas.microsoft.com/office/drawing/2014/main" id="{FF493A8F-9C0E-41E2-8531-05EF6A0CA5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2911" name="Shape 269">
              <a:extLst>
                <a:ext uri="{FF2B5EF4-FFF2-40B4-BE49-F238E27FC236}">
                  <a16:creationId xmlns:a16="http://schemas.microsoft.com/office/drawing/2014/main" id="{7DB81D69-9C78-4301-8705-6FBDBD71D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2912" name="Shape 270">
              <a:extLst>
                <a:ext uri="{FF2B5EF4-FFF2-40B4-BE49-F238E27FC236}">
                  <a16:creationId xmlns:a16="http://schemas.microsoft.com/office/drawing/2014/main" id="{C487ADC6-5CC4-439F-AED7-2401D8FDD8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13" name="Shape 271">
              <a:extLst>
                <a:ext uri="{FF2B5EF4-FFF2-40B4-BE49-F238E27FC236}">
                  <a16:creationId xmlns:a16="http://schemas.microsoft.com/office/drawing/2014/main" id="{F8C67A86-BFE1-499D-A1E8-39F7A4D9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2914" name="Shape 272">
              <a:extLst>
                <a:ext uri="{FF2B5EF4-FFF2-40B4-BE49-F238E27FC236}">
                  <a16:creationId xmlns:a16="http://schemas.microsoft.com/office/drawing/2014/main" id="{0BD7ABAE-6BF2-4523-B200-5D39E3463F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15" name="Shape 273">
              <a:extLst>
                <a:ext uri="{FF2B5EF4-FFF2-40B4-BE49-F238E27FC236}">
                  <a16:creationId xmlns:a16="http://schemas.microsoft.com/office/drawing/2014/main" id="{16308A55-F167-415D-B8B6-7CC952F82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2916" name="Shape 274">
              <a:extLst>
                <a:ext uri="{FF2B5EF4-FFF2-40B4-BE49-F238E27FC236}">
                  <a16:creationId xmlns:a16="http://schemas.microsoft.com/office/drawing/2014/main" id="{C49A6F96-ADEA-4FDA-B09A-7F3D9C995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917" name="Shape 275">
              <a:extLst>
                <a:ext uri="{FF2B5EF4-FFF2-40B4-BE49-F238E27FC236}">
                  <a16:creationId xmlns:a16="http://schemas.microsoft.com/office/drawing/2014/main" id="{879D84F9-EEA3-4AA2-B03A-6FFECB325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2918" name="Shape 276">
              <a:extLst>
                <a:ext uri="{FF2B5EF4-FFF2-40B4-BE49-F238E27FC236}">
                  <a16:creationId xmlns:a16="http://schemas.microsoft.com/office/drawing/2014/main" id="{B6C59CC3-D3F0-4910-9505-7A8BF806B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2919" name="Shape 277">
              <a:extLst>
                <a:ext uri="{FF2B5EF4-FFF2-40B4-BE49-F238E27FC236}">
                  <a16:creationId xmlns:a16="http://schemas.microsoft.com/office/drawing/2014/main" id="{46A4D759-D947-4AB0-95D7-D693DBC90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2920" name="Shape 278">
              <a:extLst>
                <a:ext uri="{FF2B5EF4-FFF2-40B4-BE49-F238E27FC236}">
                  <a16:creationId xmlns:a16="http://schemas.microsoft.com/office/drawing/2014/main" id="{E6705368-3469-47A4-BDF1-EFABA9E24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2921" name="Shape 279">
              <a:extLst>
                <a:ext uri="{FF2B5EF4-FFF2-40B4-BE49-F238E27FC236}">
                  <a16:creationId xmlns:a16="http://schemas.microsoft.com/office/drawing/2014/main" id="{E95EB68B-628E-43A5-BFE0-FCC68B59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922" name="Shape 280">
              <a:extLst>
                <a:ext uri="{FF2B5EF4-FFF2-40B4-BE49-F238E27FC236}">
                  <a16:creationId xmlns:a16="http://schemas.microsoft.com/office/drawing/2014/main" id="{64DC5DD8-ACB3-415C-B30A-E9495CB0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923" name="Shape 281">
              <a:extLst>
                <a:ext uri="{FF2B5EF4-FFF2-40B4-BE49-F238E27FC236}">
                  <a16:creationId xmlns:a16="http://schemas.microsoft.com/office/drawing/2014/main" id="{EEFB80ED-C5A1-4DEC-AFE6-6BF182F3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2924" name="Shape 282">
              <a:extLst>
                <a:ext uri="{FF2B5EF4-FFF2-40B4-BE49-F238E27FC236}">
                  <a16:creationId xmlns:a16="http://schemas.microsoft.com/office/drawing/2014/main" id="{1F92FB2A-9BD7-44BF-9611-87D7DBB46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22883" name="TextBox 2">
            <a:extLst>
              <a:ext uri="{FF2B5EF4-FFF2-40B4-BE49-F238E27FC236}">
                <a16:creationId xmlns:a16="http://schemas.microsoft.com/office/drawing/2014/main" id="{20CB747F-DC91-4A62-B9B8-1C1635AFD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" y="5881688"/>
            <a:ext cx="80946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This is similar to the previous one. Just invert the w's and relabel the states to D,E,F.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hape 106">
            <a:extLst>
              <a:ext uri="{FF2B5EF4-FFF2-40B4-BE49-F238E27FC236}">
                <a16:creationId xmlns:a16="http://schemas.microsoft.com/office/drawing/2014/main" id="{079E00AD-3675-4F62-9A0E-E1159E2FE6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4271963"/>
            <a:ext cx="4624387" cy="11112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54" name="Shape 107">
            <a:extLst>
              <a:ext uri="{FF2B5EF4-FFF2-40B4-BE49-F238E27FC236}">
                <a16:creationId xmlns:a16="http://schemas.microsoft.com/office/drawing/2014/main" id="{5FF36EBA-22F3-40F9-B953-CE909D1468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305300"/>
            <a:ext cx="12700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55" name="Shape 108">
            <a:extLst>
              <a:ext uri="{FF2B5EF4-FFF2-40B4-BE49-F238E27FC236}">
                <a16:creationId xmlns:a16="http://schemas.microsoft.com/office/drawing/2014/main" id="{5A214479-9F07-4B09-B527-08FE872239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305300"/>
            <a:ext cx="14287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56" name="Shape 109">
            <a:extLst>
              <a:ext uri="{FF2B5EF4-FFF2-40B4-BE49-F238E27FC236}">
                <a16:creationId xmlns:a16="http://schemas.microsoft.com/office/drawing/2014/main" id="{991015A8-923B-4BBD-8319-DE67F959B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7913" y="4525963"/>
            <a:ext cx="1096962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Present </a:t>
            </a:r>
          </a:p>
        </p:txBody>
      </p:sp>
      <p:sp>
        <p:nvSpPr>
          <p:cNvPr id="125957" name="Shape 110">
            <a:extLst>
              <a:ext uri="{FF2B5EF4-FFF2-40B4-BE49-F238E27FC236}">
                <a16:creationId xmlns:a16="http://schemas.microsoft.com/office/drawing/2014/main" id="{17DA9D9E-AC50-4D95-837F-775D3E0613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4305300"/>
            <a:ext cx="14288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58" name="Shape 111">
            <a:extLst>
              <a:ext uri="{FF2B5EF4-FFF2-40B4-BE49-F238E27FC236}">
                <a16:creationId xmlns:a16="http://schemas.microsoft.com/office/drawing/2014/main" id="{BD02A87B-627D-460C-8C73-D1147CE9B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4775" y="4419600"/>
            <a:ext cx="125095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Next state </a:t>
            </a:r>
          </a:p>
        </p:txBody>
      </p:sp>
      <p:sp>
        <p:nvSpPr>
          <p:cNvPr id="125959" name="Shape 112">
            <a:extLst>
              <a:ext uri="{FF2B5EF4-FFF2-40B4-BE49-F238E27FC236}">
                <a16:creationId xmlns:a16="http://schemas.microsoft.com/office/drawing/2014/main" id="{B8F7D115-551C-4C16-A72A-FBE2B2CD4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4305300"/>
            <a:ext cx="14288" cy="54292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60" name="Shape 113">
            <a:extLst>
              <a:ext uri="{FF2B5EF4-FFF2-40B4-BE49-F238E27FC236}">
                <a16:creationId xmlns:a16="http://schemas.microsoft.com/office/drawing/2014/main" id="{9396F3D9-6139-4E95-B483-74DB7558B7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832350"/>
            <a:ext cx="2232025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61" name="Shape 114">
            <a:extLst>
              <a:ext uri="{FF2B5EF4-FFF2-40B4-BE49-F238E27FC236}">
                <a16:creationId xmlns:a16="http://schemas.microsoft.com/office/drawing/2014/main" id="{649834DE-9006-447D-AC52-34CA5ADBC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848225"/>
            <a:ext cx="12700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62" name="Shape 115">
            <a:extLst>
              <a:ext uri="{FF2B5EF4-FFF2-40B4-BE49-F238E27FC236}">
                <a16:creationId xmlns:a16="http://schemas.microsoft.com/office/drawing/2014/main" id="{43F40F5B-DF1A-41BE-9CEB-A1D0A5961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7550" y="4525963"/>
            <a:ext cx="96996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Output</a:t>
            </a:r>
          </a:p>
        </p:txBody>
      </p:sp>
      <p:sp>
        <p:nvSpPr>
          <p:cNvPr id="125963" name="Shape 116">
            <a:extLst>
              <a:ext uri="{FF2B5EF4-FFF2-40B4-BE49-F238E27FC236}">
                <a16:creationId xmlns:a16="http://schemas.microsoft.com/office/drawing/2014/main" id="{4CC2E397-9755-43E6-8FEF-765A66481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4848225"/>
            <a:ext cx="14287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64" name="Shape 117">
            <a:extLst>
              <a:ext uri="{FF2B5EF4-FFF2-40B4-BE49-F238E27FC236}">
                <a16:creationId xmlns:a16="http://schemas.microsoft.com/office/drawing/2014/main" id="{08857B3F-4A52-44D6-B788-E8BBC0DDC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425" y="4852988"/>
            <a:ext cx="75723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state </a:t>
            </a:r>
          </a:p>
        </p:txBody>
      </p:sp>
      <p:sp>
        <p:nvSpPr>
          <p:cNvPr id="125965" name="Shape 118">
            <a:extLst>
              <a:ext uri="{FF2B5EF4-FFF2-40B4-BE49-F238E27FC236}">
                <a16:creationId xmlns:a16="http://schemas.microsoft.com/office/drawing/2014/main" id="{E78C5239-5921-49D6-9062-BA7E930CC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8700" y="4957763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25966" name="Shape 119">
            <a:extLst>
              <a:ext uri="{FF2B5EF4-FFF2-40B4-BE49-F238E27FC236}">
                <a16:creationId xmlns:a16="http://schemas.microsoft.com/office/drawing/2014/main" id="{9F3B4CA9-C242-43FE-94CA-63A328E85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5088" y="4957763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25967" name="Shape 120">
            <a:extLst>
              <a:ext uri="{FF2B5EF4-FFF2-40B4-BE49-F238E27FC236}">
                <a16:creationId xmlns:a16="http://schemas.microsoft.com/office/drawing/2014/main" id="{E657C2A0-BF1B-4AD5-8354-B2CE0233B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4650" y="4957763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25968" name="Shape 121">
            <a:extLst>
              <a:ext uri="{FF2B5EF4-FFF2-40B4-BE49-F238E27FC236}">
                <a16:creationId xmlns:a16="http://schemas.microsoft.com/office/drawing/2014/main" id="{BDD15BB4-5152-4638-88F9-6ECD92991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713" y="4957763"/>
            <a:ext cx="2794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25969" name="Shape 122">
            <a:extLst>
              <a:ext uri="{FF2B5EF4-FFF2-40B4-BE49-F238E27FC236}">
                <a16:creationId xmlns:a16="http://schemas.microsoft.com/office/drawing/2014/main" id="{622B9ADC-CEE3-4C9E-A8DF-A5AC5AD104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4750" y="4957763"/>
            <a:ext cx="24765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= </a:t>
            </a:r>
          </a:p>
        </p:txBody>
      </p:sp>
      <p:sp>
        <p:nvSpPr>
          <p:cNvPr id="125970" name="Shape 123">
            <a:extLst>
              <a:ext uri="{FF2B5EF4-FFF2-40B4-BE49-F238E27FC236}">
                <a16:creationId xmlns:a16="http://schemas.microsoft.com/office/drawing/2014/main" id="{85964DC8-13C7-4595-91B7-EF389810D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4848225"/>
            <a:ext cx="14288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1" name="Shape 124">
            <a:extLst>
              <a:ext uri="{FF2B5EF4-FFF2-40B4-BE49-F238E27FC236}">
                <a16:creationId xmlns:a16="http://schemas.microsoft.com/office/drawing/2014/main" id="{B4015BD1-6179-476E-86A1-09D0D7BD36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5900" y="4957763"/>
            <a:ext cx="2286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25972" name="Shape 125">
            <a:extLst>
              <a:ext uri="{FF2B5EF4-FFF2-40B4-BE49-F238E27FC236}">
                <a16:creationId xmlns:a16="http://schemas.microsoft.com/office/drawing/2014/main" id="{01960954-6C1A-49CF-96E6-E6F3FB1B3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4848225"/>
            <a:ext cx="14288" cy="533400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3" name="Shape 126">
            <a:extLst>
              <a:ext uri="{FF2B5EF4-FFF2-40B4-BE49-F238E27FC236}">
                <a16:creationId xmlns:a16="http://schemas.microsoft.com/office/drawing/2014/main" id="{1D1F5741-1963-485E-A543-7B8EA19F5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5365750"/>
            <a:ext cx="4624387" cy="15875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4" name="Shape 127">
            <a:extLst>
              <a:ext uri="{FF2B5EF4-FFF2-40B4-BE49-F238E27FC236}">
                <a16:creationId xmlns:a16="http://schemas.microsoft.com/office/drawing/2014/main" id="{D032821C-9FBF-43AA-9BB8-8748A34BA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384800"/>
            <a:ext cx="12700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5" name="Shape 128">
            <a:extLst>
              <a:ext uri="{FF2B5EF4-FFF2-40B4-BE49-F238E27FC236}">
                <a16:creationId xmlns:a16="http://schemas.microsoft.com/office/drawing/2014/main" id="{B6CB144B-E5F2-42E0-891D-B61FACEB5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2513" y="4851400"/>
            <a:ext cx="195262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25976" name="Shape 129">
            <a:extLst>
              <a:ext uri="{FF2B5EF4-FFF2-40B4-BE49-F238E27FC236}">
                <a16:creationId xmlns:a16="http://schemas.microsoft.com/office/drawing/2014/main" id="{3883D901-164A-432B-BCE9-A9F6530F6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5384800"/>
            <a:ext cx="14287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7" name="Shape 130">
            <a:extLst>
              <a:ext uri="{FF2B5EF4-FFF2-40B4-BE49-F238E27FC236}">
                <a16:creationId xmlns:a16="http://schemas.microsoft.com/office/drawing/2014/main" id="{2BA38F0D-835B-44E9-B200-E3C23EB19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4938" y="5497513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25978" name="Shape 131">
            <a:extLst>
              <a:ext uri="{FF2B5EF4-FFF2-40B4-BE49-F238E27FC236}">
                <a16:creationId xmlns:a16="http://schemas.microsoft.com/office/drawing/2014/main" id="{5FDE9352-0C2A-4F68-98E0-64B5D0EA79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5384800"/>
            <a:ext cx="14288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79" name="Shape 132">
            <a:extLst>
              <a:ext uri="{FF2B5EF4-FFF2-40B4-BE49-F238E27FC236}">
                <a16:creationId xmlns:a16="http://schemas.microsoft.com/office/drawing/2014/main" id="{817F7E1C-BE19-4D33-9A93-3873EE137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5384800"/>
            <a:ext cx="14288" cy="4683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0" name="Shape 133">
            <a:extLst>
              <a:ext uri="{FF2B5EF4-FFF2-40B4-BE49-F238E27FC236}">
                <a16:creationId xmlns:a16="http://schemas.microsoft.com/office/drawing/2014/main" id="{E77F35C0-09F9-4A9C-85C6-E42D657716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854700"/>
            <a:ext cx="12700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1" name="Shape 134">
            <a:extLst>
              <a:ext uri="{FF2B5EF4-FFF2-40B4-BE49-F238E27FC236}">
                <a16:creationId xmlns:a16="http://schemas.microsoft.com/office/drawing/2014/main" id="{B4DAB21B-83F2-4835-B5F3-7F9E89B975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5854700"/>
            <a:ext cx="14287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2" name="Shape 135">
            <a:extLst>
              <a:ext uri="{FF2B5EF4-FFF2-40B4-BE49-F238E27FC236}">
                <a16:creationId xmlns:a16="http://schemas.microsoft.com/office/drawing/2014/main" id="{781C6F77-6620-4441-B672-D8C3AD046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58483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E </a:t>
            </a:r>
          </a:p>
        </p:txBody>
      </p:sp>
      <p:sp>
        <p:nvSpPr>
          <p:cNvPr id="125983" name="Shape 136">
            <a:extLst>
              <a:ext uri="{FF2B5EF4-FFF2-40B4-BE49-F238E27FC236}">
                <a16:creationId xmlns:a16="http://schemas.microsoft.com/office/drawing/2014/main" id="{00F2B8E4-024C-4B92-8EE8-E7A6D1788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5854700"/>
            <a:ext cx="14288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4" name="Shape 137">
            <a:extLst>
              <a:ext uri="{FF2B5EF4-FFF2-40B4-BE49-F238E27FC236}">
                <a16:creationId xmlns:a16="http://schemas.microsoft.com/office/drawing/2014/main" id="{D574DCFE-5131-45DD-B99E-7C09D961D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5854700"/>
            <a:ext cx="14288" cy="354013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5" name="Shape 138">
            <a:extLst>
              <a:ext uri="{FF2B5EF4-FFF2-40B4-BE49-F238E27FC236}">
                <a16:creationId xmlns:a16="http://schemas.microsoft.com/office/drawing/2014/main" id="{677CC04A-5B9E-4542-9D87-3D557ACAA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6216650"/>
            <a:ext cx="12700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6" name="Shape 139">
            <a:extLst>
              <a:ext uri="{FF2B5EF4-FFF2-40B4-BE49-F238E27FC236}">
                <a16:creationId xmlns:a16="http://schemas.microsoft.com/office/drawing/2014/main" id="{19413566-BD60-43A4-A1A1-C9936FE861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2488" y="6216650"/>
            <a:ext cx="14287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7" name="Shape 140">
            <a:extLst>
              <a:ext uri="{FF2B5EF4-FFF2-40B4-BE49-F238E27FC236}">
                <a16:creationId xmlns:a16="http://schemas.microsoft.com/office/drawing/2014/main" id="{BBBBC8E8-E7AE-4FBC-8CE8-E9078C860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6050" y="6203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F </a:t>
            </a:r>
          </a:p>
        </p:txBody>
      </p:sp>
      <p:sp>
        <p:nvSpPr>
          <p:cNvPr id="125988" name="Shape 141">
            <a:extLst>
              <a:ext uri="{FF2B5EF4-FFF2-40B4-BE49-F238E27FC236}">
                <a16:creationId xmlns:a16="http://schemas.microsoft.com/office/drawing/2014/main" id="{823B73E3-937C-44AA-B281-F7041F793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3400" y="6216650"/>
            <a:ext cx="14288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89" name="Shape 142">
            <a:extLst>
              <a:ext uri="{FF2B5EF4-FFF2-40B4-BE49-F238E27FC236}">
                <a16:creationId xmlns:a16="http://schemas.microsoft.com/office/drawing/2014/main" id="{EA37660E-2029-48AE-A7E7-C0A6FB13D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7675" y="6216650"/>
            <a:ext cx="14288" cy="4079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25990" name="Shape 143">
            <a:extLst>
              <a:ext uri="{FF2B5EF4-FFF2-40B4-BE49-F238E27FC236}">
                <a16:creationId xmlns:a16="http://schemas.microsoft.com/office/drawing/2014/main" id="{3B4EA706-0AF5-42E1-B164-CB2822310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638" y="6610350"/>
            <a:ext cx="4624387" cy="14288"/>
          </a:xfrm>
          <a:prstGeom prst="rect">
            <a:avLst/>
          </a:prstGeom>
          <a:solidFill>
            <a:srgbClr val="000000"/>
          </a:solidFill>
          <a:ln w="952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grpSp>
        <p:nvGrpSpPr>
          <p:cNvPr id="125991" name="Shape 144">
            <a:extLst>
              <a:ext uri="{FF2B5EF4-FFF2-40B4-BE49-F238E27FC236}">
                <a16:creationId xmlns:a16="http://schemas.microsoft.com/office/drawing/2014/main" id="{55FD3311-5E18-4DBC-9ADA-DD586A9E3B77}"/>
              </a:ext>
            </a:extLst>
          </p:cNvPr>
          <p:cNvGrpSpPr>
            <a:grpSpLocks/>
          </p:cNvGrpSpPr>
          <p:nvPr/>
        </p:nvGrpSpPr>
        <p:grpSpPr bwMode="auto">
          <a:xfrm>
            <a:off x="2033588" y="349250"/>
            <a:ext cx="4064000" cy="3457575"/>
            <a:chOff x="2209800" y="1146172"/>
            <a:chExt cx="4775200" cy="4241827"/>
          </a:xfrm>
        </p:grpSpPr>
        <p:sp>
          <p:nvSpPr>
            <p:cNvPr id="126001" name="Shape 145">
              <a:extLst>
                <a:ext uri="{FF2B5EF4-FFF2-40B4-BE49-F238E27FC236}">
                  <a16:creationId xmlns:a16="http://schemas.microsoft.com/office/drawing/2014/main" id="{21CF599C-6A12-46F1-908B-FC32FD54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2" name="Shape 146">
              <a:extLst>
                <a:ext uri="{FF2B5EF4-FFF2-40B4-BE49-F238E27FC236}">
                  <a16:creationId xmlns:a16="http://schemas.microsoft.com/office/drawing/2014/main" id="{EA1833A9-FBB2-4518-91D6-2F3FDA54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3" name="Shape 147">
              <a:extLst>
                <a:ext uri="{FF2B5EF4-FFF2-40B4-BE49-F238E27FC236}">
                  <a16:creationId xmlns:a16="http://schemas.microsoft.com/office/drawing/2014/main" id="{D6560431-51BA-4249-AE45-191AD9A6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4" name="Shape 148">
              <a:extLst>
                <a:ext uri="{FF2B5EF4-FFF2-40B4-BE49-F238E27FC236}">
                  <a16:creationId xmlns:a16="http://schemas.microsoft.com/office/drawing/2014/main" id="{F54C4942-8CC4-4DBC-9DAA-755F3274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5" name="Shape 149">
              <a:extLst>
                <a:ext uri="{FF2B5EF4-FFF2-40B4-BE49-F238E27FC236}">
                  <a16:creationId xmlns:a16="http://schemas.microsoft.com/office/drawing/2014/main" id="{9F73766F-2F43-4EA2-88D9-3D3A2308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6" name="Shape 150">
              <a:extLst>
                <a:ext uri="{FF2B5EF4-FFF2-40B4-BE49-F238E27FC236}">
                  <a16:creationId xmlns:a16="http://schemas.microsoft.com/office/drawing/2014/main" id="{726FD9BE-1B4E-4B6B-BCCC-403C90E75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F: z = 1 </a:t>
              </a:r>
            </a:p>
          </p:txBody>
        </p:sp>
        <p:sp>
          <p:nvSpPr>
            <p:cNvPr id="126007" name="Shape 151">
              <a:extLst>
                <a:ext uri="{FF2B5EF4-FFF2-40B4-BE49-F238E27FC236}">
                  <a16:creationId xmlns:a16="http://schemas.microsoft.com/office/drawing/2014/main" id="{A042EDBF-E99E-4568-B16E-E2A7AC607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08" name="Shape 152">
              <a:extLst>
                <a:ext uri="{FF2B5EF4-FFF2-40B4-BE49-F238E27FC236}">
                  <a16:creationId xmlns:a16="http://schemas.microsoft.com/office/drawing/2014/main" id="{EA8EF420-5148-4EE9-924C-C00E024439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26009" name="Shape 153">
              <a:extLst>
                <a:ext uri="{FF2B5EF4-FFF2-40B4-BE49-F238E27FC236}">
                  <a16:creationId xmlns:a16="http://schemas.microsoft.com/office/drawing/2014/main" id="{B8507BC1-9A39-4D34-BA99-EA6B28E13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E: z = 0 </a:t>
              </a:r>
            </a:p>
          </p:txBody>
        </p:sp>
        <p:sp>
          <p:nvSpPr>
            <p:cNvPr id="126010" name="Shape 154">
              <a:extLst>
                <a:ext uri="{FF2B5EF4-FFF2-40B4-BE49-F238E27FC236}">
                  <a16:creationId xmlns:a16="http://schemas.microsoft.com/office/drawing/2014/main" id="{27C43BC4-AD5D-40FC-9261-6262FD5C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11" name="Shape 155">
              <a:extLst>
                <a:ext uri="{FF2B5EF4-FFF2-40B4-BE49-F238E27FC236}">
                  <a16:creationId xmlns:a16="http://schemas.microsoft.com/office/drawing/2014/main" id="{60520499-C290-4F0C-AAE8-C6D41E5965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D: z = 0 </a:t>
              </a:r>
            </a:p>
          </p:txBody>
        </p:sp>
        <p:sp>
          <p:nvSpPr>
            <p:cNvPr id="126012" name="Shape 156">
              <a:extLst>
                <a:ext uri="{FF2B5EF4-FFF2-40B4-BE49-F238E27FC236}">
                  <a16:creationId xmlns:a16="http://schemas.microsoft.com/office/drawing/2014/main" id="{58C34BAB-5458-4CA3-BAB2-B33C69EF5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13" name="Shape 157">
              <a:extLst>
                <a:ext uri="{FF2B5EF4-FFF2-40B4-BE49-F238E27FC236}">
                  <a16:creationId xmlns:a16="http://schemas.microsoft.com/office/drawing/2014/main" id="{DBFE0F91-6141-462B-A046-564F0445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14" name="Shape 158">
              <a:extLst>
                <a:ext uri="{FF2B5EF4-FFF2-40B4-BE49-F238E27FC236}">
                  <a16:creationId xmlns:a16="http://schemas.microsoft.com/office/drawing/2014/main" id="{59530542-C624-4A1B-8FC0-961A1C67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15" name="Shape 159">
              <a:extLst>
                <a:ext uri="{FF2B5EF4-FFF2-40B4-BE49-F238E27FC236}">
                  <a16:creationId xmlns:a16="http://schemas.microsoft.com/office/drawing/2014/main" id="{186F55AD-9C78-4802-A74D-C44C2FD306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16" name="Shape 160">
              <a:extLst>
                <a:ext uri="{FF2B5EF4-FFF2-40B4-BE49-F238E27FC236}">
                  <a16:creationId xmlns:a16="http://schemas.microsoft.com/office/drawing/2014/main" id="{8E8E2F19-A2B0-48D2-A14A-B66E5F538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6017" name="Shape 161">
              <a:extLst>
                <a:ext uri="{FF2B5EF4-FFF2-40B4-BE49-F238E27FC236}">
                  <a16:creationId xmlns:a16="http://schemas.microsoft.com/office/drawing/2014/main" id="{65FDD29C-6A0C-4189-8ED1-C150D63C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6018" name="Shape 162">
              <a:extLst>
                <a:ext uri="{FF2B5EF4-FFF2-40B4-BE49-F238E27FC236}">
                  <a16:creationId xmlns:a16="http://schemas.microsoft.com/office/drawing/2014/main" id="{DD9DB591-A42D-48C9-82E7-B00D743A6A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6019" name="Shape 163">
              <a:extLst>
                <a:ext uri="{FF2B5EF4-FFF2-40B4-BE49-F238E27FC236}">
                  <a16:creationId xmlns:a16="http://schemas.microsoft.com/office/drawing/2014/main" id="{AC7C758C-0145-491F-9CEF-0C3B8E793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6020" name="Shape 164">
              <a:extLst>
                <a:ext uri="{FF2B5EF4-FFF2-40B4-BE49-F238E27FC236}">
                  <a16:creationId xmlns:a16="http://schemas.microsoft.com/office/drawing/2014/main" id="{6D872D0E-8EBA-443A-A515-B365593A75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21" name="Shape 165">
              <a:extLst>
                <a:ext uri="{FF2B5EF4-FFF2-40B4-BE49-F238E27FC236}">
                  <a16:creationId xmlns:a16="http://schemas.microsoft.com/office/drawing/2014/main" id="{4DCC5D74-1FCC-4392-AFF8-267B69146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6022" name="Shape 166">
              <a:extLst>
                <a:ext uri="{FF2B5EF4-FFF2-40B4-BE49-F238E27FC236}">
                  <a16:creationId xmlns:a16="http://schemas.microsoft.com/office/drawing/2014/main" id="{386FEA0B-5898-415B-B358-E6FD71453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6023" name="Shape 167">
              <a:extLst>
                <a:ext uri="{FF2B5EF4-FFF2-40B4-BE49-F238E27FC236}">
                  <a16:creationId xmlns:a16="http://schemas.microsoft.com/office/drawing/2014/main" id="{0B4C5861-727A-4F04-B36C-BF4BA01A4D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24" name="Shape 168">
              <a:extLst>
                <a:ext uri="{FF2B5EF4-FFF2-40B4-BE49-F238E27FC236}">
                  <a16:creationId xmlns:a16="http://schemas.microsoft.com/office/drawing/2014/main" id="{0C5BD0E0-F7F0-4393-9AB2-E7B5A84FB2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6025" name="Shape 169">
              <a:extLst>
                <a:ext uri="{FF2B5EF4-FFF2-40B4-BE49-F238E27FC236}">
                  <a16:creationId xmlns:a16="http://schemas.microsoft.com/office/drawing/2014/main" id="{2A3D07AC-1AA9-496A-83E1-E38D485803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6026" name="Shape 170">
              <a:extLst>
                <a:ext uri="{FF2B5EF4-FFF2-40B4-BE49-F238E27FC236}">
                  <a16:creationId xmlns:a16="http://schemas.microsoft.com/office/drawing/2014/main" id="{3B4ECBA0-5F9B-4BAF-9013-12C30E744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27" name="Shape 171">
              <a:extLst>
                <a:ext uri="{FF2B5EF4-FFF2-40B4-BE49-F238E27FC236}">
                  <a16:creationId xmlns:a16="http://schemas.microsoft.com/office/drawing/2014/main" id="{A02BD9D3-21EE-47AA-AB83-A0AA3AD30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6028" name="Shape 172">
              <a:extLst>
                <a:ext uri="{FF2B5EF4-FFF2-40B4-BE49-F238E27FC236}">
                  <a16:creationId xmlns:a16="http://schemas.microsoft.com/office/drawing/2014/main" id="{49441363-AF2F-497F-ABFB-0FAEA1AE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6029" name="Shape 173">
              <a:extLst>
                <a:ext uri="{FF2B5EF4-FFF2-40B4-BE49-F238E27FC236}">
                  <a16:creationId xmlns:a16="http://schemas.microsoft.com/office/drawing/2014/main" id="{CB4D8234-39B3-4A7A-966B-D50B88F1B0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6030" name="Shape 174">
              <a:extLst>
                <a:ext uri="{FF2B5EF4-FFF2-40B4-BE49-F238E27FC236}">
                  <a16:creationId xmlns:a16="http://schemas.microsoft.com/office/drawing/2014/main" id="{93988F6E-7B22-4B5A-99D8-930F23DA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26031" name="Shape 175">
              <a:extLst>
                <a:ext uri="{FF2B5EF4-FFF2-40B4-BE49-F238E27FC236}">
                  <a16:creationId xmlns:a16="http://schemas.microsoft.com/office/drawing/2014/main" id="{92EF16AA-3ACC-4870-B2D7-4B1A76CEC4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6032" name="Shape 176">
              <a:extLst>
                <a:ext uri="{FF2B5EF4-FFF2-40B4-BE49-F238E27FC236}">
                  <a16:creationId xmlns:a16="http://schemas.microsoft.com/office/drawing/2014/main" id="{AC7E4467-058F-4324-ACF6-1EC94FA33C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6033" name="Shape 177">
              <a:extLst>
                <a:ext uri="{FF2B5EF4-FFF2-40B4-BE49-F238E27FC236}">
                  <a16:creationId xmlns:a16="http://schemas.microsoft.com/office/drawing/2014/main" id="{5DFF7D89-D7C7-42C7-A4F0-059E5B0A9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34" name="Shape 178">
              <a:extLst>
                <a:ext uri="{FF2B5EF4-FFF2-40B4-BE49-F238E27FC236}">
                  <a16:creationId xmlns:a16="http://schemas.microsoft.com/office/drawing/2014/main" id="{0FDAC724-544F-4603-8776-6AAD6ECDC0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26035" name="Shape 179">
              <a:extLst>
                <a:ext uri="{FF2B5EF4-FFF2-40B4-BE49-F238E27FC236}">
                  <a16:creationId xmlns:a16="http://schemas.microsoft.com/office/drawing/2014/main" id="{87592808-9207-4D17-B143-ED51E9759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26036" name="Shape 180">
              <a:extLst>
                <a:ext uri="{FF2B5EF4-FFF2-40B4-BE49-F238E27FC236}">
                  <a16:creationId xmlns:a16="http://schemas.microsoft.com/office/drawing/2014/main" id="{EEBAB1E7-6198-4DE7-8103-F0CF41CE75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26037" name="Shape 181">
              <a:extLst>
                <a:ext uri="{FF2B5EF4-FFF2-40B4-BE49-F238E27FC236}">
                  <a16:creationId xmlns:a16="http://schemas.microsoft.com/office/drawing/2014/main" id="{1FFE5ECC-CE83-4447-8120-D365F8F14F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26038" name="Shape 182">
              <a:extLst>
                <a:ext uri="{FF2B5EF4-FFF2-40B4-BE49-F238E27FC236}">
                  <a16:creationId xmlns:a16="http://schemas.microsoft.com/office/drawing/2014/main" id="{20BA43A6-66D5-4A4F-A528-E0404AF0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39" name="Shape 183">
              <a:extLst>
                <a:ext uri="{FF2B5EF4-FFF2-40B4-BE49-F238E27FC236}">
                  <a16:creationId xmlns:a16="http://schemas.microsoft.com/office/drawing/2014/main" id="{75666C32-E6E4-42D6-8D5B-01C42136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40" name="Shape 184">
              <a:extLst>
                <a:ext uri="{FF2B5EF4-FFF2-40B4-BE49-F238E27FC236}">
                  <a16:creationId xmlns:a16="http://schemas.microsoft.com/office/drawing/2014/main" id="{E87A87D1-FFB3-4714-AD30-A83A65F8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6041" name="Shape 185">
              <a:extLst>
                <a:ext uri="{FF2B5EF4-FFF2-40B4-BE49-F238E27FC236}">
                  <a16:creationId xmlns:a16="http://schemas.microsoft.com/office/drawing/2014/main" id="{60C4F8F7-0E32-4DC2-B413-2D04D9DBF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anose="05000000000000000000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25992" name="Shape 215">
            <a:extLst>
              <a:ext uri="{FF2B5EF4-FFF2-40B4-BE49-F238E27FC236}">
                <a16:creationId xmlns:a16="http://schemas.microsoft.com/office/drawing/2014/main" id="{15025812-22AE-49D0-B50A-EF95958A4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3338" y="5497513"/>
            <a:ext cx="4206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E </a:t>
            </a:r>
          </a:p>
        </p:txBody>
      </p:sp>
      <p:sp>
        <p:nvSpPr>
          <p:cNvPr id="125993" name="Shape 217">
            <a:extLst>
              <a:ext uri="{FF2B5EF4-FFF2-40B4-BE49-F238E27FC236}">
                <a16:creationId xmlns:a16="http://schemas.microsoft.com/office/drawing/2014/main" id="{42DE7AC3-E9D0-41F0-B7E7-35E5434A5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5700" y="5497513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25994" name="Shape 223">
            <a:extLst>
              <a:ext uri="{FF2B5EF4-FFF2-40B4-BE49-F238E27FC236}">
                <a16:creationId xmlns:a16="http://schemas.microsoft.com/office/drawing/2014/main" id="{5C5E26E5-C7AD-4FD1-8BF3-F36790AA9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58483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F </a:t>
            </a:r>
          </a:p>
        </p:txBody>
      </p:sp>
      <p:sp>
        <p:nvSpPr>
          <p:cNvPr id="125995" name="Shape 225">
            <a:extLst>
              <a:ext uri="{FF2B5EF4-FFF2-40B4-BE49-F238E27FC236}">
                <a16:creationId xmlns:a16="http://schemas.microsoft.com/office/drawing/2014/main" id="{744C4960-846C-4175-AFF9-1C174A7713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58483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25996" name="Shape 231">
            <a:extLst>
              <a:ext uri="{FF2B5EF4-FFF2-40B4-BE49-F238E27FC236}">
                <a16:creationId xmlns:a16="http://schemas.microsoft.com/office/drawing/2014/main" id="{2F7D1FCB-FC12-448A-8BA9-60F2C1841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6203950"/>
            <a:ext cx="42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F </a:t>
            </a:r>
          </a:p>
        </p:txBody>
      </p:sp>
      <p:sp>
        <p:nvSpPr>
          <p:cNvPr id="125997" name="Shape 233">
            <a:extLst>
              <a:ext uri="{FF2B5EF4-FFF2-40B4-BE49-F238E27FC236}">
                <a16:creationId xmlns:a16="http://schemas.microsoft.com/office/drawing/2014/main" id="{1E4317AA-DD84-4220-92AE-300778C87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6203950"/>
            <a:ext cx="4032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25998" name="Shape 220">
            <a:extLst>
              <a:ext uri="{FF2B5EF4-FFF2-40B4-BE49-F238E27FC236}">
                <a16:creationId xmlns:a16="http://schemas.microsoft.com/office/drawing/2014/main" id="{1519F072-D3D7-4662-BA8B-B525B84B2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5" y="5497513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25999" name="Shape 228">
            <a:extLst>
              <a:ext uri="{FF2B5EF4-FFF2-40B4-BE49-F238E27FC236}">
                <a16:creationId xmlns:a16="http://schemas.microsoft.com/office/drawing/2014/main" id="{21B5AE1F-EBA5-4969-86CA-E4EF3D2A7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5848350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26000" name="Shape 236">
            <a:extLst>
              <a:ext uri="{FF2B5EF4-FFF2-40B4-BE49-F238E27FC236}">
                <a16:creationId xmlns:a16="http://schemas.microsoft.com/office/drawing/2014/main" id="{65BA1E5F-CAC0-4D83-9305-7F994A38E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6203950"/>
            <a:ext cx="3524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anose="05000000000000000000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1" name="Picture 4" descr="new_fig8">
            <a:extLst>
              <a:ext uri="{FF2B5EF4-FFF2-40B4-BE49-F238E27FC236}">
                <a16:creationId xmlns:a16="http://schemas.microsoft.com/office/drawing/2014/main" id="{CC568A74-D684-4B0A-9C6E-CADF727F62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7038" y="963613"/>
            <a:ext cx="5746750" cy="537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E4475B3-F7CE-1B49-9651-4F88CF5C502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 that detects a sequence of two zeros</a:t>
            </a:r>
          </a:p>
        </p:txBody>
      </p:sp>
      <p:sp>
        <p:nvSpPr>
          <p:cNvPr id="128003" name="TextBox 125">
            <a:extLst>
              <a:ext uri="{FF2B5EF4-FFF2-40B4-BE49-F238E27FC236}">
                <a16:creationId xmlns:a16="http://schemas.microsoft.com/office/drawing/2014/main" id="{1C212084-93BD-4B84-9B3D-504E51919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6.90 from the textbook ]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5" name="Picture 4" descr="new_fig8">
            <a:extLst>
              <a:ext uri="{FF2B5EF4-FFF2-40B4-BE49-F238E27FC236}">
                <a16:creationId xmlns:a16="http://schemas.microsoft.com/office/drawing/2014/main" id="{CABFF98F-2533-4A10-9022-E2538E7218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7038" y="963613"/>
            <a:ext cx="5746750" cy="537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11B3691-450B-AF40-A8CE-7A1743AE4111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FSM that detects a sequence of two zeros</a:t>
            </a:r>
          </a:p>
        </p:txBody>
      </p:sp>
      <p:sp>
        <p:nvSpPr>
          <p:cNvPr id="129027" name="TextBox 125">
            <a:extLst>
              <a:ext uri="{FF2B5EF4-FFF2-40B4-BE49-F238E27FC236}">
                <a16:creationId xmlns:a16="http://schemas.microsoft.com/office/drawing/2014/main" id="{65EE0646-BFCF-4FBF-B69C-32633A50B2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6.90 from the textbook ]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88A9808-24EE-864B-940C-F610FD512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1879600"/>
            <a:ext cx="269875" cy="84455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77EA7AB-333E-3544-96AB-94469AEFA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5888" y="1865313"/>
            <a:ext cx="265112" cy="8778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9030" name="Straight Arrow Connector 2">
            <a:extLst>
              <a:ext uri="{FF2B5EF4-FFF2-40B4-BE49-F238E27FC236}">
                <a16:creationId xmlns:a16="http://schemas.microsoft.com/office/drawing/2014/main" id="{B16847BB-D519-4551-9DDB-0CFE45942DC8}"/>
              </a:ext>
            </a:extLst>
          </p:cNvPr>
          <p:cNvCxnSpPr>
            <a:cxnSpLocks noChangeShapeType="1"/>
            <a:stCxn id="7" idx="3"/>
            <a:endCxn id="6" idx="1"/>
          </p:cNvCxnSpPr>
          <p:nvPr/>
        </p:nvCxnSpPr>
        <p:spPr bwMode="auto">
          <a:xfrm flipV="1">
            <a:off x="4191000" y="2301875"/>
            <a:ext cx="596900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arrow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11D3AAF-1E5B-C447-AD82-157D34CBA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029200"/>
            <a:ext cx="304800" cy="114300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32A6BFD-B6F7-0A43-A1E3-97C6C54F1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500" y="5029200"/>
            <a:ext cx="269875" cy="114300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29033" name="Straight Arrow Connector 12">
            <a:extLst>
              <a:ext uri="{FF2B5EF4-FFF2-40B4-BE49-F238E27FC236}">
                <a16:creationId xmlns:a16="http://schemas.microsoft.com/office/drawing/2014/main" id="{C03AB6A2-A411-40EB-A18E-8B8C1E164979}"/>
              </a:ext>
            </a:extLst>
          </p:cNvPr>
          <p:cNvCxnSpPr>
            <a:cxnSpLocks noChangeShapeType="1"/>
            <a:stCxn id="10" idx="3"/>
            <a:endCxn id="11" idx="1"/>
          </p:cNvCxnSpPr>
          <p:nvPr/>
        </p:nvCxnSpPr>
        <p:spPr bwMode="auto">
          <a:xfrm>
            <a:off x="4419600" y="5600700"/>
            <a:ext cx="5969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arrow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9034" name="TextBox 13">
            <a:extLst>
              <a:ext uri="{FF2B5EF4-FFF2-40B4-BE49-F238E27FC236}">
                <a16:creationId xmlns:a16="http://schemas.microsoft.com/office/drawing/2014/main" id="{D07ECC6D-067B-4CD2-8F28-35220A7F38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1303338"/>
            <a:ext cx="2444750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Only these two columns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are swapped relative to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the first FSM. And the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states have different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names now.</a:t>
            </a:r>
          </a:p>
        </p:txBody>
      </p:sp>
      <p:sp>
        <p:nvSpPr>
          <p:cNvPr id="129035" name="TextBox 16">
            <a:extLst>
              <a:ext uri="{FF2B5EF4-FFF2-40B4-BE49-F238E27FC236}">
                <a16:creationId xmlns:a16="http://schemas.microsoft.com/office/drawing/2014/main" id="{5C3390B4-F3C3-49D9-8ADA-1D18F4727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4924425"/>
            <a:ext cx="244475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Only these two columns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are swapped relative to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the first FSM.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Shape 1351">
            <a:extLst>
              <a:ext uri="{FF2B5EF4-FFF2-40B4-BE49-F238E27FC236}">
                <a16:creationId xmlns:a16="http://schemas.microsoft.com/office/drawing/2014/main" id="{85F87771-35DD-4B28-A099-456C5563B8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Let's Derive the Logic Expressions</a:t>
            </a:r>
          </a:p>
        </p:txBody>
      </p:sp>
      <p:sp>
        <p:nvSpPr>
          <p:cNvPr id="132098" name="Shape 1352">
            <a:extLst>
              <a:ext uri="{FF2B5EF4-FFF2-40B4-BE49-F238E27FC236}">
                <a16:creationId xmlns:a16="http://schemas.microsoft.com/office/drawing/2014/main" id="{64B0AE73-7F5C-4E38-AE46-0DD45994C5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143000"/>
            <a:ext cx="12700" cy="4683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099" name="Shape 1353">
            <a:extLst>
              <a:ext uri="{FF2B5EF4-FFF2-40B4-BE49-F238E27FC236}">
                <a16:creationId xmlns:a16="http://schemas.microsoft.com/office/drawing/2014/main" id="{8EA563AA-7663-4ADF-862F-56A2F3CE9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6113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0" name="Shape 1354">
            <a:extLst>
              <a:ext uri="{FF2B5EF4-FFF2-40B4-BE49-F238E27FC236}">
                <a16:creationId xmlns:a16="http://schemas.microsoft.com/office/drawing/2014/main" id="{31F39C4E-10C6-4805-B684-ADA86071F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4763" y="2081213"/>
            <a:ext cx="1914525" cy="127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1" name="Shape 1355">
            <a:extLst>
              <a:ext uri="{FF2B5EF4-FFF2-40B4-BE49-F238E27FC236}">
                <a16:creationId xmlns:a16="http://schemas.microsoft.com/office/drawing/2014/main" id="{A6DDC84D-4858-4825-BA5A-47E5656A0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0685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2" name="Shape 1356">
            <a:extLst>
              <a:ext uri="{FF2B5EF4-FFF2-40B4-BE49-F238E27FC236}">
                <a16:creationId xmlns:a16="http://schemas.microsoft.com/office/drawing/2014/main" id="{78AC6BB4-4E9D-4483-9DBD-D4CF28F7FE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528888"/>
            <a:ext cx="12700" cy="4032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3" name="Shape 1357">
            <a:extLst>
              <a:ext uri="{FF2B5EF4-FFF2-40B4-BE49-F238E27FC236}">
                <a16:creationId xmlns:a16="http://schemas.microsoft.com/office/drawing/2014/main" id="{9AD5E870-5891-43C4-B231-30EA81831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9321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4" name="Shape 1358">
            <a:extLst>
              <a:ext uri="{FF2B5EF4-FFF2-40B4-BE49-F238E27FC236}">
                <a16:creationId xmlns:a16="http://schemas.microsoft.com/office/drawing/2014/main" id="{1AC8703B-53FA-43FF-BCCC-129602FA0D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2369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2105" name="Shape 1359">
            <a:extLst>
              <a:ext uri="{FF2B5EF4-FFF2-40B4-BE49-F238E27FC236}">
                <a16:creationId xmlns:a16="http://schemas.microsoft.com/office/drawing/2014/main" id="{E82D07AD-8DE9-414F-89B7-92FB62C24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546475"/>
            <a:ext cx="12700" cy="3508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grpSp>
        <p:nvGrpSpPr>
          <p:cNvPr id="132106" name="Shape 1360">
            <a:extLst>
              <a:ext uri="{FF2B5EF4-FFF2-40B4-BE49-F238E27FC236}">
                <a16:creationId xmlns:a16="http://schemas.microsoft.com/office/drawing/2014/main" id="{8C14C3C5-5B7C-4FEC-8D58-7A73402E3808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3000"/>
            <a:ext cx="4295775" cy="2754313"/>
            <a:chOff x="2295525" y="1711325"/>
            <a:chExt cx="4295811" cy="2754212"/>
          </a:xfrm>
        </p:grpSpPr>
        <p:sp>
          <p:nvSpPr>
            <p:cNvPr id="132159" name="Shape 1361">
              <a:extLst>
                <a:ext uri="{FF2B5EF4-FFF2-40B4-BE49-F238E27FC236}">
                  <a16:creationId xmlns:a16="http://schemas.microsoft.com/office/drawing/2014/main" id="{B34E5459-EA7D-4887-9FC8-5B3337E1C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3967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0" name="Shape 1362">
              <a:extLst>
                <a:ext uri="{FF2B5EF4-FFF2-40B4-BE49-F238E27FC236}">
                  <a16:creationId xmlns:a16="http://schemas.microsoft.com/office/drawing/2014/main" id="{41BD5625-F6BE-410A-9E5F-3722512E1E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1" name="Shape 1363">
              <a:extLst>
                <a:ext uri="{FF2B5EF4-FFF2-40B4-BE49-F238E27FC236}">
                  <a16:creationId xmlns:a16="http://schemas.microsoft.com/office/drawing/2014/main" id="{DF06B284-D78A-4838-AAA3-5B93B1FD0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2" name="Shape 1364">
              <a:extLst>
                <a:ext uri="{FF2B5EF4-FFF2-40B4-BE49-F238E27FC236}">
                  <a16:creationId xmlns:a16="http://schemas.microsoft.com/office/drawing/2014/main" id="{E2A82FD9-A6F4-445E-BB1B-8196B6257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886" y="1971675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32163" name="Shape 1365">
              <a:extLst>
                <a:ext uri="{FF2B5EF4-FFF2-40B4-BE49-F238E27FC236}">
                  <a16:creationId xmlns:a16="http://schemas.microsoft.com/office/drawing/2014/main" id="{B01FB4DA-7EA0-4163-8AC9-9403797A6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4" name="Shape 1366">
              <a:extLst>
                <a:ext uri="{FF2B5EF4-FFF2-40B4-BE49-F238E27FC236}">
                  <a16:creationId xmlns:a16="http://schemas.microsoft.com/office/drawing/2014/main" id="{8877E6CD-D025-4903-AEA9-ECA19FB369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9350" y="2192336"/>
              <a:ext cx="19145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5" name="Shape 1367">
              <a:extLst>
                <a:ext uri="{FF2B5EF4-FFF2-40B4-BE49-F238E27FC236}">
                  <a16:creationId xmlns:a16="http://schemas.microsoft.com/office/drawing/2014/main" id="{E5C77973-F542-4331-A768-04DD372C97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6" name="Shape 1368">
              <a:extLst>
                <a:ext uri="{FF2B5EF4-FFF2-40B4-BE49-F238E27FC236}">
                  <a16:creationId xmlns:a16="http://schemas.microsoft.com/office/drawing/2014/main" id="{0C006928-41B6-4965-A69A-D7D340F860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7500" y="1825625"/>
              <a:ext cx="10842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32167" name="Shape 1369">
              <a:extLst>
                <a:ext uri="{FF2B5EF4-FFF2-40B4-BE49-F238E27FC236}">
                  <a16:creationId xmlns:a16="http://schemas.microsoft.com/office/drawing/2014/main" id="{472EC8F0-4AB7-40BA-965B-1C6208AB6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68" name="Shape 1370">
              <a:extLst>
                <a:ext uri="{FF2B5EF4-FFF2-40B4-BE49-F238E27FC236}">
                  <a16:creationId xmlns:a16="http://schemas.microsoft.com/office/drawing/2014/main" id="{5C0C0EA1-6692-49D0-9D76-B1E2709803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4175" y="2293936"/>
              <a:ext cx="527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32169" name="Shape 1371">
              <a:extLst>
                <a:ext uri="{FF2B5EF4-FFF2-40B4-BE49-F238E27FC236}">
                  <a16:creationId xmlns:a16="http://schemas.microsoft.com/office/drawing/2014/main" id="{11CF5A5A-2895-4FEE-914A-C4890A61F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22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2170" name="Shape 1372">
              <a:extLst>
                <a:ext uri="{FF2B5EF4-FFF2-40B4-BE49-F238E27FC236}">
                  <a16:creationId xmlns:a16="http://schemas.microsoft.com/office/drawing/2014/main" id="{C97624C6-A9E7-40C5-8FAD-622AFD274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2575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2171" name="Shape 1373">
              <a:extLst>
                <a:ext uri="{FF2B5EF4-FFF2-40B4-BE49-F238E27FC236}">
                  <a16:creationId xmlns:a16="http://schemas.microsoft.com/office/drawing/2014/main" id="{A9CD95B7-9213-45C0-9068-3DD6688F7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6100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2172" name="Shape 1374">
              <a:extLst>
                <a:ext uri="{FF2B5EF4-FFF2-40B4-BE49-F238E27FC236}">
                  <a16:creationId xmlns:a16="http://schemas.microsoft.com/office/drawing/2014/main" id="{D24C3A9E-0728-46AC-AB79-A02671854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2173" name="Shape 1375">
              <a:extLst>
                <a:ext uri="{FF2B5EF4-FFF2-40B4-BE49-F238E27FC236}">
                  <a16:creationId xmlns:a16="http://schemas.microsoft.com/office/drawing/2014/main" id="{E383D67F-6A6D-4BA4-B975-12C72EE31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6662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2174" name="Shape 1376">
              <a:extLst>
                <a:ext uri="{FF2B5EF4-FFF2-40B4-BE49-F238E27FC236}">
                  <a16:creationId xmlns:a16="http://schemas.microsoft.com/office/drawing/2014/main" id="{198BA958-C2A6-4732-9560-1CE4C1F0D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75" name="Shape 1377">
              <a:extLst>
                <a:ext uri="{FF2B5EF4-FFF2-40B4-BE49-F238E27FC236}">
                  <a16:creationId xmlns:a16="http://schemas.microsoft.com/office/drawing/2014/main" id="{4346DBC0-41E0-4662-8197-D19E4D832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362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2176" name="Shape 1378">
              <a:extLst>
                <a:ext uri="{FF2B5EF4-FFF2-40B4-BE49-F238E27FC236}">
                  <a16:creationId xmlns:a16="http://schemas.microsoft.com/office/drawing/2014/main" id="{48DB2D81-FA38-4F43-8B8E-BF5E6BB97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77" name="Shape 1379">
              <a:extLst>
                <a:ext uri="{FF2B5EF4-FFF2-40B4-BE49-F238E27FC236}">
                  <a16:creationId xmlns:a16="http://schemas.microsoft.com/office/drawing/2014/main" id="{59DB0A2D-17A4-481B-9F70-4B54FB3D5B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3575" y="2203450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Output</a:t>
              </a:r>
            </a:p>
          </p:txBody>
        </p:sp>
        <p:sp>
          <p:nvSpPr>
            <p:cNvPr id="132178" name="Shape 1380">
              <a:extLst>
                <a:ext uri="{FF2B5EF4-FFF2-40B4-BE49-F238E27FC236}">
                  <a16:creationId xmlns:a16="http://schemas.microsoft.com/office/drawing/2014/main" id="{06ADCC09-9A81-4D1C-99A6-A2AA0C839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7825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79" name="Shape 1381">
              <a:extLst>
                <a:ext uri="{FF2B5EF4-FFF2-40B4-BE49-F238E27FC236}">
                  <a16:creationId xmlns:a16="http://schemas.microsoft.com/office/drawing/2014/main" id="{DAE9919F-BFFE-4DDB-BA75-A8C5DD45AF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65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2180" name="Shape 1382">
              <a:extLst>
                <a:ext uri="{FF2B5EF4-FFF2-40B4-BE49-F238E27FC236}">
                  <a16:creationId xmlns:a16="http://schemas.microsoft.com/office/drawing/2014/main" id="{18788FD1-BBFF-407E-A486-F2CBB55119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950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81" name="Shape 1383">
              <a:extLst>
                <a:ext uri="{FF2B5EF4-FFF2-40B4-BE49-F238E27FC236}">
                  <a16:creationId xmlns:a16="http://schemas.microsoft.com/office/drawing/2014/main" id="{A3D94C3A-B781-4E10-AC28-B2F927DF6C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82" name="Shape 1384">
              <a:extLst>
                <a:ext uri="{FF2B5EF4-FFF2-40B4-BE49-F238E27FC236}">
                  <a16:creationId xmlns:a16="http://schemas.microsoft.com/office/drawing/2014/main" id="{64810DA0-9ED3-4D95-83D4-9F203740F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1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2183" name="Shape 1385">
              <a:extLst>
                <a:ext uri="{FF2B5EF4-FFF2-40B4-BE49-F238E27FC236}">
                  <a16:creationId xmlns:a16="http://schemas.microsoft.com/office/drawing/2014/main" id="{95A8A861-EF42-461D-89BC-F8780BAAF5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725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84" name="Shape 1386">
              <a:extLst>
                <a:ext uri="{FF2B5EF4-FFF2-40B4-BE49-F238E27FC236}">
                  <a16:creationId xmlns:a16="http://schemas.microsoft.com/office/drawing/2014/main" id="{A720946C-0655-4BD1-BFC6-823A1DE09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3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2185" name="Shape 1387">
              <a:extLst>
                <a:ext uri="{FF2B5EF4-FFF2-40B4-BE49-F238E27FC236}">
                  <a16:creationId xmlns:a16="http://schemas.microsoft.com/office/drawing/2014/main" id="{A157CE0D-401B-4EAD-8CAA-2EEB7A104C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92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86" name="Shape 1388">
              <a:extLst>
                <a:ext uri="{FF2B5EF4-FFF2-40B4-BE49-F238E27FC236}">
                  <a16:creationId xmlns:a16="http://schemas.microsoft.com/office/drawing/2014/main" id="{666D1934-93CA-41FA-BD08-C28F94ACA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2187" name="Shape 1389">
              <a:extLst>
                <a:ext uri="{FF2B5EF4-FFF2-40B4-BE49-F238E27FC236}">
                  <a16:creationId xmlns:a16="http://schemas.microsoft.com/office/drawing/2014/main" id="{56AB32D2-A6DF-4B97-B53E-8735AF2818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2987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88" name="Shape 1390">
              <a:extLst>
                <a:ext uri="{FF2B5EF4-FFF2-40B4-BE49-F238E27FC236}">
                  <a16:creationId xmlns:a16="http://schemas.microsoft.com/office/drawing/2014/main" id="{44BFBFA9-2F3A-47BC-BA17-477D06597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9037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2189" name="Shape 1391">
              <a:extLst>
                <a:ext uri="{FF2B5EF4-FFF2-40B4-BE49-F238E27FC236}">
                  <a16:creationId xmlns:a16="http://schemas.microsoft.com/office/drawing/2014/main" id="{E8B98423-B933-42E1-9C6C-A8896EEC7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17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2190" name="Shape 1392">
              <a:extLst>
                <a:ext uri="{FF2B5EF4-FFF2-40B4-BE49-F238E27FC236}">
                  <a16:creationId xmlns:a16="http://schemas.microsoft.com/office/drawing/2014/main" id="{A5B6527E-72DA-4A00-9D4B-D0DFDB2330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91" name="Shape 1393">
              <a:extLst>
                <a:ext uri="{FF2B5EF4-FFF2-40B4-BE49-F238E27FC236}">
                  <a16:creationId xmlns:a16="http://schemas.microsoft.com/office/drawing/2014/main" id="{9D5BD1B2-FB1A-4DA5-BF1E-D4DF18BA8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78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2192" name="Shape 1394">
              <a:extLst>
                <a:ext uri="{FF2B5EF4-FFF2-40B4-BE49-F238E27FC236}">
                  <a16:creationId xmlns:a16="http://schemas.microsoft.com/office/drawing/2014/main" id="{73A9D938-5993-4F25-A5CB-9EA8C68084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106736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93" name="Shape 1395">
              <a:extLst>
                <a:ext uri="{FF2B5EF4-FFF2-40B4-BE49-F238E27FC236}">
                  <a16:creationId xmlns:a16="http://schemas.microsoft.com/office/drawing/2014/main" id="{836C60D2-EE63-4950-9654-F53468B0A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2568575"/>
              <a:ext cx="1620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z </a:t>
              </a:r>
            </a:p>
          </p:txBody>
        </p:sp>
        <p:sp>
          <p:nvSpPr>
            <p:cNvPr id="132194" name="Shape 1396">
              <a:extLst>
                <a:ext uri="{FF2B5EF4-FFF2-40B4-BE49-F238E27FC236}">
                  <a16:creationId xmlns:a16="http://schemas.microsoft.com/office/drawing/2014/main" id="{A9A93D41-5955-4CA0-AC58-98B4EC9A40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95" name="Shape 1397">
              <a:extLst>
                <a:ext uri="{FF2B5EF4-FFF2-40B4-BE49-F238E27FC236}">
                  <a16:creationId xmlns:a16="http://schemas.microsoft.com/office/drawing/2014/main" id="{4B856C71-ED2A-44C0-B038-CC8E64C7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525" y="3200400"/>
              <a:ext cx="247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32196" name="Shape 1398">
              <a:extLst>
                <a:ext uri="{FF2B5EF4-FFF2-40B4-BE49-F238E27FC236}">
                  <a16:creationId xmlns:a16="http://schemas.microsoft.com/office/drawing/2014/main" id="{2B04234E-177C-467B-9320-3C9144AAF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197" name="Shape 1399">
              <a:extLst>
                <a:ext uri="{FF2B5EF4-FFF2-40B4-BE49-F238E27FC236}">
                  <a16:creationId xmlns:a16="http://schemas.microsoft.com/office/drawing/2014/main" id="{90885A07-30C7-4CA0-A5F4-9B0931BAD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2198" name="Shape 1400">
              <a:extLst>
                <a:ext uri="{FF2B5EF4-FFF2-40B4-BE49-F238E27FC236}">
                  <a16:creationId xmlns:a16="http://schemas.microsoft.com/office/drawing/2014/main" id="{15B62665-71CC-4AE5-805D-105001109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5900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32199" name="Shape 1401">
              <a:extLst>
                <a:ext uri="{FF2B5EF4-FFF2-40B4-BE49-F238E27FC236}">
                  <a16:creationId xmlns:a16="http://schemas.microsoft.com/office/drawing/2014/main" id="{EE054E70-EF06-4898-BBDA-F21E150D23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00" name="Shape 1402">
              <a:extLst>
                <a:ext uri="{FF2B5EF4-FFF2-40B4-BE49-F238E27FC236}">
                  <a16:creationId xmlns:a16="http://schemas.microsoft.com/office/drawing/2014/main" id="{5AB5F5B7-4DB6-4283-8AE3-F33FC244A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157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2201" name="Shape 1403">
              <a:extLst>
                <a:ext uri="{FF2B5EF4-FFF2-40B4-BE49-F238E27FC236}">
                  <a16:creationId xmlns:a16="http://schemas.microsoft.com/office/drawing/2014/main" id="{FE060F46-01F7-4AE8-B095-3D2C42820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2975" y="32004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2202" name="Shape 1404">
              <a:extLst>
                <a:ext uri="{FF2B5EF4-FFF2-40B4-BE49-F238E27FC236}">
                  <a16:creationId xmlns:a16="http://schemas.microsoft.com/office/drawing/2014/main" id="{9E14B869-397B-45C1-A5A7-78821C40A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03" name="Shape 1405">
              <a:extLst>
                <a:ext uri="{FF2B5EF4-FFF2-40B4-BE49-F238E27FC236}">
                  <a16:creationId xmlns:a16="http://schemas.microsoft.com/office/drawing/2014/main" id="{01FDEE7E-D259-4F77-948A-049F0FF7A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505200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 </a:t>
              </a:r>
            </a:p>
          </p:txBody>
        </p:sp>
        <p:sp>
          <p:nvSpPr>
            <p:cNvPr id="132204" name="Shape 1406">
              <a:extLst>
                <a:ext uri="{FF2B5EF4-FFF2-40B4-BE49-F238E27FC236}">
                  <a16:creationId xmlns:a16="http://schemas.microsoft.com/office/drawing/2014/main" id="{316B1BF7-9E42-44FE-ADF0-C09559133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05" name="Shape 1407">
              <a:extLst>
                <a:ext uri="{FF2B5EF4-FFF2-40B4-BE49-F238E27FC236}">
                  <a16:creationId xmlns:a16="http://schemas.microsoft.com/office/drawing/2014/main" id="{D1255065-0E5F-4629-BABC-C3526FC7E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32206" name="Shape 1408">
              <a:extLst>
                <a:ext uri="{FF2B5EF4-FFF2-40B4-BE49-F238E27FC236}">
                  <a16:creationId xmlns:a16="http://schemas.microsoft.com/office/drawing/2014/main" id="{4D9A76E4-08A0-46A7-8A17-41A0B0176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7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2207" name="Shape 1409">
              <a:extLst>
                <a:ext uri="{FF2B5EF4-FFF2-40B4-BE49-F238E27FC236}">
                  <a16:creationId xmlns:a16="http://schemas.microsoft.com/office/drawing/2014/main" id="{10D17E39-7F55-4FF4-A3DD-012A0B3AB6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08" name="Shape 1410">
              <a:extLst>
                <a:ext uri="{FF2B5EF4-FFF2-40B4-BE49-F238E27FC236}">
                  <a16:creationId xmlns:a16="http://schemas.microsoft.com/office/drawing/2014/main" id="{17F29F70-BB51-4076-BFF0-C5F02A089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505200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2209" name="Shape 1411">
              <a:extLst>
                <a:ext uri="{FF2B5EF4-FFF2-40B4-BE49-F238E27FC236}">
                  <a16:creationId xmlns:a16="http://schemas.microsoft.com/office/drawing/2014/main" id="{11D6205B-F727-4114-B9D1-8FC4144360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5052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2210" name="Shape 1412">
              <a:extLst>
                <a:ext uri="{FF2B5EF4-FFF2-40B4-BE49-F238E27FC236}">
                  <a16:creationId xmlns:a16="http://schemas.microsoft.com/office/drawing/2014/main" id="{5C5DAE93-AB84-4CF6-B87B-A86D69F3C1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11" name="Shape 1413">
              <a:extLst>
                <a:ext uri="{FF2B5EF4-FFF2-40B4-BE49-F238E27FC236}">
                  <a16:creationId xmlns:a16="http://schemas.microsoft.com/office/drawing/2014/main" id="{F6A31714-6F7D-4FB8-93E2-386B5A99B1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806825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 </a:t>
              </a:r>
            </a:p>
          </p:txBody>
        </p:sp>
        <p:sp>
          <p:nvSpPr>
            <p:cNvPr id="132212" name="Shape 1414">
              <a:extLst>
                <a:ext uri="{FF2B5EF4-FFF2-40B4-BE49-F238E27FC236}">
                  <a16:creationId xmlns:a16="http://schemas.microsoft.com/office/drawing/2014/main" id="{435AFB63-42D3-4BCE-9A43-81517956A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13" name="Shape 1415">
              <a:extLst>
                <a:ext uri="{FF2B5EF4-FFF2-40B4-BE49-F238E27FC236}">
                  <a16:creationId xmlns:a16="http://schemas.microsoft.com/office/drawing/2014/main" id="{E8980783-CE66-49A0-9A42-D3E609D781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2214" name="Shape 1416">
              <a:extLst>
                <a:ext uri="{FF2B5EF4-FFF2-40B4-BE49-F238E27FC236}">
                  <a16:creationId xmlns:a16="http://schemas.microsoft.com/office/drawing/2014/main" id="{7C9C455F-A3F8-4165-AB51-20EA25D02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5" y="3806825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2215" name="Shape 1417">
              <a:extLst>
                <a:ext uri="{FF2B5EF4-FFF2-40B4-BE49-F238E27FC236}">
                  <a16:creationId xmlns:a16="http://schemas.microsoft.com/office/drawing/2014/main" id="{D967790C-7CF0-4FE4-9D85-C35D8C812E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16" name="Shape 1418">
              <a:extLst>
                <a:ext uri="{FF2B5EF4-FFF2-40B4-BE49-F238E27FC236}">
                  <a16:creationId xmlns:a16="http://schemas.microsoft.com/office/drawing/2014/main" id="{C711CE2E-21BE-4818-B96A-60AF0A0CB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2217" name="Shape 1419">
              <a:extLst>
                <a:ext uri="{FF2B5EF4-FFF2-40B4-BE49-F238E27FC236}">
                  <a16:creationId xmlns:a16="http://schemas.microsoft.com/office/drawing/2014/main" id="{0D93D523-1337-4AA2-B7D6-575D27C2A5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18" name="Shape 1420">
              <a:extLst>
                <a:ext uri="{FF2B5EF4-FFF2-40B4-BE49-F238E27FC236}">
                  <a16:creationId xmlns:a16="http://schemas.microsoft.com/office/drawing/2014/main" id="{A128460C-3F96-4A91-A696-B951F6BE53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8068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2219" name="Shape 1421">
              <a:extLst>
                <a:ext uri="{FF2B5EF4-FFF2-40B4-BE49-F238E27FC236}">
                  <a16:creationId xmlns:a16="http://schemas.microsoft.com/office/drawing/2014/main" id="{C0ED74F7-5F38-4455-9949-21AEF8F62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20" name="Shape 1422">
              <a:extLst>
                <a:ext uri="{FF2B5EF4-FFF2-40B4-BE49-F238E27FC236}">
                  <a16:creationId xmlns:a16="http://schemas.microsoft.com/office/drawing/2014/main" id="{A480F8F8-839A-45DA-84BB-3247C6F43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9" y="4111625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32221" name="Shape 1423">
              <a:extLst>
                <a:ext uri="{FF2B5EF4-FFF2-40B4-BE49-F238E27FC236}">
                  <a16:creationId xmlns:a16="http://schemas.microsoft.com/office/drawing/2014/main" id="{5A7E48BE-D6D4-419C-A1D8-FEC547EE1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4289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32222" name="Shape 1424">
              <a:extLst>
                <a:ext uri="{FF2B5EF4-FFF2-40B4-BE49-F238E27FC236}">
                  <a16:creationId xmlns:a16="http://schemas.microsoft.com/office/drawing/2014/main" id="{9585810E-1A8B-4D2E-9696-8F1CD0125B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23" name="Shape 1425">
              <a:extLst>
                <a:ext uri="{FF2B5EF4-FFF2-40B4-BE49-F238E27FC236}">
                  <a16:creationId xmlns:a16="http://schemas.microsoft.com/office/drawing/2014/main" id="{0AFDD650-9BC9-43DA-B4D8-EF5AC8E85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8400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32224" name="Shape 1426">
              <a:extLst>
                <a:ext uri="{FF2B5EF4-FFF2-40B4-BE49-F238E27FC236}">
                  <a16:creationId xmlns:a16="http://schemas.microsoft.com/office/drawing/2014/main" id="{0F2D6DCF-2188-44AB-BA75-53492653A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452937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2225" name="Shape 1427">
              <a:extLst>
                <a:ext uri="{FF2B5EF4-FFF2-40B4-BE49-F238E27FC236}">
                  <a16:creationId xmlns:a16="http://schemas.microsoft.com/office/drawing/2014/main" id="{4EB443CF-F4E0-4266-BBAB-065413EB8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41116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 </a:t>
              </a:r>
            </a:p>
          </p:txBody>
        </p:sp>
      </p:grpSp>
      <p:cxnSp>
        <p:nvCxnSpPr>
          <p:cNvPr id="132107" name="Shape 1428">
            <a:extLst>
              <a:ext uri="{FF2B5EF4-FFF2-40B4-BE49-F238E27FC236}">
                <a16:creationId xmlns:a16="http://schemas.microsoft.com/office/drawing/2014/main" id="{C89FE599-114C-4982-AE4B-A8587AFA738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22938" y="1149350"/>
            <a:ext cx="0" cy="2743200"/>
          </a:xfrm>
          <a:prstGeom prst="straightConnector1">
            <a:avLst/>
          </a:prstGeom>
          <a:noFill/>
          <a:ln w="9525" cap="rnd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08" name="Shape 1645">
            <a:extLst>
              <a:ext uri="{FF2B5EF4-FFF2-40B4-BE49-F238E27FC236}">
                <a16:creationId xmlns:a16="http://schemas.microsoft.com/office/drawing/2014/main" id="{01173275-3036-4621-999A-411461489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4946650"/>
            <a:ext cx="884238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2109" name="Shape 1646">
            <a:extLst>
              <a:ext uri="{FF2B5EF4-FFF2-40B4-BE49-F238E27FC236}">
                <a16:creationId xmlns:a16="http://schemas.microsoft.com/office/drawing/2014/main" id="{A2EF0B40-11FE-4CA2-A263-6CD0FEA9182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373188" y="5399088"/>
            <a:ext cx="88265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10" name="Shape 1647">
            <a:extLst>
              <a:ext uri="{FF2B5EF4-FFF2-40B4-BE49-F238E27FC236}">
                <a16:creationId xmlns:a16="http://schemas.microsoft.com/office/drawing/2014/main" id="{DF2BB4FB-BD93-459C-8834-367F715BF524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1803400" y="4946650"/>
            <a:ext cx="1588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11" name="Shape 1648">
            <a:extLst>
              <a:ext uri="{FF2B5EF4-FFF2-40B4-BE49-F238E27FC236}">
                <a16:creationId xmlns:a16="http://schemas.microsoft.com/office/drawing/2014/main" id="{51F517A5-FAE7-441E-A1C9-6A8CA8A3EFC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39800" y="4514850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12" name="Shape 1649">
            <a:extLst>
              <a:ext uri="{FF2B5EF4-FFF2-40B4-BE49-F238E27FC236}">
                <a16:creationId xmlns:a16="http://schemas.microsoft.com/office/drawing/2014/main" id="{FEB5ED3A-595F-45DE-9CE1-607FD832C2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5838" y="4946650"/>
            <a:ext cx="865187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2113" name="Shape 1650">
            <a:extLst>
              <a:ext uri="{FF2B5EF4-FFF2-40B4-BE49-F238E27FC236}">
                <a16:creationId xmlns:a16="http://schemas.microsoft.com/office/drawing/2014/main" id="{B330E8F4-0573-4042-9BA2-F1F3F1A39F7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255838" y="5399088"/>
            <a:ext cx="86360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14" name="Shape 1651">
            <a:extLst>
              <a:ext uri="{FF2B5EF4-FFF2-40B4-BE49-F238E27FC236}">
                <a16:creationId xmlns:a16="http://schemas.microsoft.com/office/drawing/2014/main" id="{FAAADF2F-11EF-48EF-936D-86630A55027F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2687638" y="4946650"/>
            <a:ext cx="1587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15" name="Shape 1652">
            <a:extLst>
              <a:ext uri="{FF2B5EF4-FFF2-40B4-BE49-F238E27FC236}">
                <a16:creationId xmlns:a16="http://schemas.microsoft.com/office/drawing/2014/main" id="{10113B7D-0A80-4D9C-9D33-8524AEC79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3" y="4597400"/>
            <a:ext cx="14128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32116" name="Shape 1653">
            <a:extLst>
              <a:ext uri="{FF2B5EF4-FFF2-40B4-BE49-F238E27FC236}">
                <a16:creationId xmlns:a16="http://schemas.microsoft.com/office/drawing/2014/main" id="{457FCBA9-AB74-4AE8-A9E7-C52CEDF53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0188" y="4711700"/>
            <a:ext cx="2286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32117" name="Shape 1654">
            <a:extLst>
              <a:ext uri="{FF2B5EF4-FFF2-40B4-BE49-F238E27FC236}">
                <a16:creationId xmlns:a16="http://schemas.microsoft.com/office/drawing/2014/main" id="{8A3198A8-37A3-42C1-BC80-CDD2F2861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0" y="4711700"/>
            <a:ext cx="21113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32118" name="Shape 1655">
            <a:extLst>
              <a:ext uri="{FF2B5EF4-FFF2-40B4-BE49-F238E27FC236}">
                <a16:creationId xmlns:a16="http://schemas.microsoft.com/office/drawing/2014/main" id="{1D9F45C2-89F5-469E-B763-FE3620247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313" y="47117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32119" name="Shape 1656">
            <a:extLst>
              <a:ext uri="{FF2B5EF4-FFF2-40B4-BE49-F238E27FC236}">
                <a16:creationId xmlns:a16="http://schemas.microsoft.com/office/drawing/2014/main" id="{09AF3AD7-A376-470A-BDF7-A1ACCFCC0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1463" y="4711700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32120" name="Shape 1657">
            <a:extLst>
              <a:ext uri="{FF2B5EF4-FFF2-40B4-BE49-F238E27FC236}">
                <a16:creationId xmlns:a16="http://schemas.microsoft.com/office/drawing/2014/main" id="{3191ED73-2472-425C-B2D7-13C3960EB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5225" y="5075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2121" name="Shape 1658">
            <a:extLst>
              <a:ext uri="{FF2B5EF4-FFF2-40B4-BE49-F238E27FC236}">
                <a16:creationId xmlns:a16="http://schemas.microsoft.com/office/drawing/2014/main" id="{2165E938-D20B-410A-970F-17CFAEF8D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5700" y="5511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2122" name="Shape 1663">
            <a:extLst>
              <a:ext uri="{FF2B5EF4-FFF2-40B4-BE49-F238E27FC236}">
                <a16:creationId xmlns:a16="http://schemas.microsoft.com/office/drawing/2014/main" id="{3D87F356-5ED4-4CE2-B26A-FBCEE48E0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6963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23" name="Shape 1664">
            <a:extLst>
              <a:ext uri="{FF2B5EF4-FFF2-40B4-BE49-F238E27FC236}">
                <a16:creationId xmlns:a16="http://schemas.microsoft.com/office/drawing/2014/main" id="{ED769095-A26F-4657-9B7F-D5E478ED4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2124" name="Shape 1665">
            <a:extLst>
              <a:ext uri="{FF2B5EF4-FFF2-40B4-BE49-F238E27FC236}">
                <a16:creationId xmlns:a16="http://schemas.microsoft.com/office/drawing/2014/main" id="{BC72F37D-A60D-43AB-9860-598FE3E27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25" name="Shape 1666">
            <a:extLst>
              <a:ext uri="{FF2B5EF4-FFF2-40B4-BE49-F238E27FC236}">
                <a16:creationId xmlns:a16="http://schemas.microsoft.com/office/drawing/2014/main" id="{5D621BC8-23B9-4E2A-8729-5CBD723F40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2075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2126" name="Shape 1670">
            <a:extLst>
              <a:ext uri="{FF2B5EF4-FFF2-40B4-BE49-F238E27FC236}">
                <a16:creationId xmlns:a16="http://schemas.microsoft.com/office/drawing/2014/main" id="{7DA1BD4B-2E03-49BA-B45F-E73E188D4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938" y="4202113"/>
            <a:ext cx="22701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1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</a:t>
            </a:r>
          </a:p>
        </p:txBody>
      </p:sp>
      <p:sp>
        <p:nvSpPr>
          <p:cNvPr id="132127" name="Shape 1671">
            <a:extLst>
              <a:ext uri="{FF2B5EF4-FFF2-40B4-BE49-F238E27FC236}">
                <a16:creationId xmlns:a16="http://schemas.microsoft.com/office/drawing/2014/main" id="{87B4216B-9BE0-4E73-9A0D-A90BE6B05B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5075" y="4252913"/>
            <a:ext cx="2270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1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  <a:endParaRPr kumimoji="0" lang="en-US" altLang="en-US" sz="12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sp>
        <p:nvSpPr>
          <p:cNvPr id="132128" name="Shape 1672">
            <a:extLst>
              <a:ext uri="{FF2B5EF4-FFF2-40B4-BE49-F238E27FC236}">
                <a16:creationId xmlns:a16="http://schemas.microsoft.com/office/drawing/2014/main" id="{42A1C395-E6C3-47A5-BBAD-3EBF0EDE63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5550" y="4914900"/>
            <a:ext cx="884238" cy="863600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2129" name="Shape 1673">
            <a:extLst>
              <a:ext uri="{FF2B5EF4-FFF2-40B4-BE49-F238E27FC236}">
                <a16:creationId xmlns:a16="http://schemas.microsoft.com/office/drawing/2014/main" id="{1FCF8BCB-94C9-4FEE-83D5-44FC1ECC179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75550" y="5346700"/>
            <a:ext cx="884238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30" name="Shape 1674">
            <a:extLst>
              <a:ext uri="{FF2B5EF4-FFF2-40B4-BE49-F238E27FC236}">
                <a16:creationId xmlns:a16="http://schemas.microsoft.com/office/drawing/2014/main" id="{9644DC23-A128-421D-B708-5599EF1E18CA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8007350" y="4914900"/>
            <a:ext cx="1588" cy="8636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31" name="Shape 1675">
            <a:extLst>
              <a:ext uri="{FF2B5EF4-FFF2-40B4-BE49-F238E27FC236}">
                <a16:creationId xmlns:a16="http://schemas.microsoft.com/office/drawing/2014/main" id="{390DE204-560B-4368-BBB0-47BD8DF7834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143750" y="4462463"/>
            <a:ext cx="431800" cy="4524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32" name="Shape 1676">
            <a:extLst>
              <a:ext uri="{FF2B5EF4-FFF2-40B4-BE49-F238E27FC236}">
                <a16:creationId xmlns:a16="http://schemas.microsoft.com/office/drawing/2014/main" id="{E84F63CB-18E0-4AFE-B1DE-3EA35B28E4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2133" name="Shape 1677">
            <a:extLst>
              <a:ext uri="{FF2B5EF4-FFF2-40B4-BE49-F238E27FC236}">
                <a16:creationId xmlns:a16="http://schemas.microsoft.com/office/drawing/2014/main" id="{05C7C2BB-4742-4C3E-AC88-869CF695C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2134" name="Shape 1678">
            <a:extLst>
              <a:ext uri="{FF2B5EF4-FFF2-40B4-BE49-F238E27FC236}">
                <a16:creationId xmlns:a16="http://schemas.microsoft.com/office/drawing/2014/main" id="{BA6B6C08-FA81-4D51-9878-1A48374F0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9175" y="50276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2135" name="Shape 1679">
            <a:extLst>
              <a:ext uri="{FF2B5EF4-FFF2-40B4-BE49-F238E27FC236}">
                <a16:creationId xmlns:a16="http://schemas.microsoft.com/office/drawing/2014/main" id="{64F1B45E-B4F2-4888-A41F-B485D2E4E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9650" y="5464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2136" name="Shape 1682">
            <a:extLst>
              <a:ext uri="{FF2B5EF4-FFF2-40B4-BE49-F238E27FC236}">
                <a16:creationId xmlns:a16="http://schemas.microsoft.com/office/drawing/2014/main" id="{8FB2EE73-D088-41CC-9155-4C3967651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538" y="434498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37" name="Shape 1683">
            <a:extLst>
              <a:ext uri="{FF2B5EF4-FFF2-40B4-BE49-F238E27FC236}">
                <a16:creationId xmlns:a16="http://schemas.microsoft.com/office/drawing/2014/main" id="{E363421C-3420-4145-8911-7DBAC3096B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440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2138" name="Shape 1686">
            <a:extLst>
              <a:ext uri="{FF2B5EF4-FFF2-40B4-BE49-F238E27FC236}">
                <a16:creationId xmlns:a16="http://schemas.microsoft.com/office/drawing/2014/main" id="{2A67DC81-B4D1-4D90-8589-ABC8A68F5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3738" y="455453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39" name="Shape 1687">
            <a:extLst>
              <a:ext uri="{FF2B5EF4-FFF2-40B4-BE49-F238E27FC236}">
                <a16:creationId xmlns:a16="http://schemas.microsoft.com/office/drawing/2014/main" id="{ECB9FD72-FD0F-4907-8EE4-48795A4FF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2638" y="46482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2140" name="Shape 1688">
            <a:extLst>
              <a:ext uri="{FF2B5EF4-FFF2-40B4-BE49-F238E27FC236}">
                <a16:creationId xmlns:a16="http://schemas.microsoft.com/office/drawing/2014/main" id="{2ABA396F-BB4A-4CA4-A61D-775EEDB36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5138" y="4267200"/>
            <a:ext cx="22701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</a:t>
            </a:r>
          </a:p>
        </p:txBody>
      </p:sp>
      <p:sp>
        <p:nvSpPr>
          <p:cNvPr id="132141" name="Shape 1696">
            <a:extLst>
              <a:ext uri="{FF2B5EF4-FFF2-40B4-BE49-F238E27FC236}">
                <a16:creationId xmlns:a16="http://schemas.microsoft.com/office/drawing/2014/main" id="{A2E432F3-C087-4E02-9052-CCB5347A0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6438" y="4948238"/>
            <a:ext cx="884237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2142" name="Shape 1697">
            <a:extLst>
              <a:ext uri="{FF2B5EF4-FFF2-40B4-BE49-F238E27FC236}">
                <a16:creationId xmlns:a16="http://schemas.microsoft.com/office/drawing/2014/main" id="{34E4B057-D7B7-4A9A-B00C-427EF35DA0B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16438" y="5400675"/>
            <a:ext cx="884237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43" name="Shape 1698">
            <a:extLst>
              <a:ext uri="{FF2B5EF4-FFF2-40B4-BE49-F238E27FC236}">
                <a16:creationId xmlns:a16="http://schemas.microsoft.com/office/drawing/2014/main" id="{E3993319-C152-437E-B8AB-2D73AEC41088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4948238" y="4948238"/>
            <a:ext cx="1587" cy="8842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44" name="Shape 1699">
            <a:extLst>
              <a:ext uri="{FF2B5EF4-FFF2-40B4-BE49-F238E27FC236}">
                <a16:creationId xmlns:a16="http://schemas.microsoft.com/office/drawing/2014/main" id="{1022164E-7546-47E7-B2B9-C7244FEEF84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84638" y="4516438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45" name="Shape 1700">
            <a:extLst>
              <a:ext uri="{FF2B5EF4-FFF2-40B4-BE49-F238E27FC236}">
                <a16:creationId xmlns:a16="http://schemas.microsoft.com/office/drawing/2014/main" id="{B5C9E39C-F461-4F3E-A239-AF96246855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0675" y="4948238"/>
            <a:ext cx="863600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2146" name="Shape 1701">
            <a:extLst>
              <a:ext uri="{FF2B5EF4-FFF2-40B4-BE49-F238E27FC236}">
                <a16:creationId xmlns:a16="http://schemas.microsoft.com/office/drawing/2014/main" id="{291A8E7D-9FEB-4EA3-818D-4ABA8AD75F8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400675" y="5400675"/>
            <a:ext cx="863600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47" name="Shape 1702">
            <a:extLst>
              <a:ext uri="{FF2B5EF4-FFF2-40B4-BE49-F238E27FC236}">
                <a16:creationId xmlns:a16="http://schemas.microsoft.com/office/drawing/2014/main" id="{6191E23D-CC16-40E5-8104-F632C83E5C1C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5832475" y="4948238"/>
            <a:ext cx="1588" cy="862012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48" name="Shape 1703">
            <a:extLst>
              <a:ext uri="{FF2B5EF4-FFF2-40B4-BE49-F238E27FC236}">
                <a16:creationId xmlns:a16="http://schemas.microsoft.com/office/drawing/2014/main" id="{2ADC8E5B-4D4C-465A-A507-B504EA1F2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0" y="4732338"/>
            <a:ext cx="1397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</a:t>
            </a:r>
            <a:r>
              <a:rPr kumimoji="0" lang="en-US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 </a:t>
            </a:r>
          </a:p>
        </p:txBody>
      </p:sp>
      <p:sp>
        <p:nvSpPr>
          <p:cNvPr id="132149" name="Shape 1704">
            <a:extLst>
              <a:ext uri="{FF2B5EF4-FFF2-40B4-BE49-F238E27FC236}">
                <a16:creationId xmlns:a16="http://schemas.microsoft.com/office/drawing/2014/main" id="{0B8FB6DB-A8B7-4C5E-B5CE-2BAA6BABEB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4708525"/>
            <a:ext cx="2270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32150" name="Shape 1705">
            <a:extLst>
              <a:ext uri="{FF2B5EF4-FFF2-40B4-BE49-F238E27FC236}">
                <a16:creationId xmlns:a16="http://schemas.microsoft.com/office/drawing/2014/main" id="{BEE37CAA-22A8-4C7F-9F52-6DF8A1C529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4708525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32151" name="Shape 1706">
            <a:extLst>
              <a:ext uri="{FF2B5EF4-FFF2-40B4-BE49-F238E27FC236}">
                <a16:creationId xmlns:a16="http://schemas.microsoft.com/office/drawing/2014/main" id="{CB65BB95-DF9D-4B83-B166-21CF10648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8150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32152" name="Shape 1707">
            <a:extLst>
              <a:ext uri="{FF2B5EF4-FFF2-40B4-BE49-F238E27FC236}">
                <a16:creationId xmlns:a16="http://schemas.microsoft.com/office/drawing/2014/main" id="{66B3C5FB-F7B3-42DE-A4E4-88AAAEEB6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3913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32153" name="Shape 1708">
            <a:extLst>
              <a:ext uri="{FF2B5EF4-FFF2-40B4-BE49-F238E27FC236}">
                <a16:creationId xmlns:a16="http://schemas.microsoft.com/office/drawing/2014/main" id="{A8A95D53-1D74-4E23-9113-8365A517BB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0063" y="50736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2154" name="Shape 1709">
            <a:extLst>
              <a:ext uri="{FF2B5EF4-FFF2-40B4-BE49-F238E27FC236}">
                <a16:creationId xmlns:a16="http://schemas.microsoft.com/office/drawing/2014/main" id="{1A0D1258-8B1B-4C50-BB02-6BDEE9135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55102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2155" name="Shape 1713">
            <a:extLst>
              <a:ext uri="{FF2B5EF4-FFF2-40B4-BE49-F238E27FC236}">
                <a16:creationId xmlns:a16="http://schemas.microsoft.com/office/drawing/2014/main" id="{27937521-7586-4B61-84F8-9FCEE4C89E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0" y="43418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56" name="Shape 1714">
            <a:extLst>
              <a:ext uri="{FF2B5EF4-FFF2-40B4-BE49-F238E27FC236}">
                <a16:creationId xmlns:a16="http://schemas.microsoft.com/office/drawing/2014/main" id="{6C34133A-37D7-41CD-B428-421C1B344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2157" name="Shape 1715">
            <a:extLst>
              <a:ext uri="{FF2B5EF4-FFF2-40B4-BE49-F238E27FC236}">
                <a16:creationId xmlns:a16="http://schemas.microsoft.com/office/drawing/2014/main" id="{52981EB1-2D9C-488F-BEB6-9B0345094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3418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2158" name="Shape 1716">
            <a:extLst>
              <a:ext uri="{FF2B5EF4-FFF2-40B4-BE49-F238E27FC236}">
                <a16:creationId xmlns:a16="http://schemas.microsoft.com/office/drawing/2014/main" id="{2F024DF0-7781-49BE-BD19-275E3905CA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6913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Shape 1351">
            <a:extLst>
              <a:ext uri="{FF2B5EF4-FFF2-40B4-BE49-F238E27FC236}">
                <a16:creationId xmlns:a16="http://schemas.microsoft.com/office/drawing/2014/main" id="{7152F312-B342-4455-AA52-4C859A1489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Let's Derive the Logic Expressions</a:t>
            </a:r>
          </a:p>
        </p:txBody>
      </p:sp>
      <p:sp>
        <p:nvSpPr>
          <p:cNvPr id="134146" name="Shape 1352">
            <a:extLst>
              <a:ext uri="{FF2B5EF4-FFF2-40B4-BE49-F238E27FC236}">
                <a16:creationId xmlns:a16="http://schemas.microsoft.com/office/drawing/2014/main" id="{1CC3554D-A5FA-4AE1-8E8D-83B096AC3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143000"/>
            <a:ext cx="12700" cy="46831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47" name="Shape 1353">
            <a:extLst>
              <a:ext uri="{FF2B5EF4-FFF2-40B4-BE49-F238E27FC236}">
                <a16:creationId xmlns:a16="http://schemas.microsoft.com/office/drawing/2014/main" id="{E60CAD69-9709-4136-AFEB-F31CFCCC4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16113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48" name="Shape 1354">
            <a:extLst>
              <a:ext uri="{FF2B5EF4-FFF2-40B4-BE49-F238E27FC236}">
                <a16:creationId xmlns:a16="http://schemas.microsoft.com/office/drawing/2014/main" id="{D6897DB7-13FA-4247-838D-2E1C9E1C4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4763" y="2081213"/>
            <a:ext cx="1914525" cy="127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49" name="Shape 1355">
            <a:extLst>
              <a:ext uri="{FF2B5EF4-FFF2-40B4-BE49-F238E27FC236}">
                <a16:creationId xmlns:a16="http://schemas.microsoft.com/office/drawing/2014/main" id="{D3C7DDC9-71DD-4DB0-9D41-BAE78FFD0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068513"/>
            <a:ext cx="12700" cy="4572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50" name="Shape 1356">
            <a:extLst>
              <a:ext uri="{FF2B5EF4-FFF2-40B4-BE49-F238E27FC236}">
                <a16:creationId xmlns:a16="http://schemas.microsoft.com/office/drawing/2014/main" id="{E321FB9B-7BE7-490E-AF43-C74FAEB2E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528888"/>
            <a:ext cx="12700" cy="4032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51" name="Shape 1357">
            <a:extLst>
              <a:ext uri="{FF2B5EF4-FFF2-40B4-BE49-F238E27FC236}">
                <a16:creationId xmlns:a16="http://schemas.microsoft.com/office/drawing/2014/main" id="{6FCECEEC-DF57-42B2-AC24-081818031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9321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52" name="Shape 1358">
            <a:extLst>
              <a:ext uri="{FF2B5EF4-FFF2-40B4-BE49-F238E27FC236}">
                <a16:creationId xmlns:a16="http://schemas.microsoft.com/office/drawing/2014/main" id="{34C17636-15FB-49A6-A8C7-2229E16FBD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236913"/>
            <a:ext cx="12700" cy="3048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153" name="Shape 1359">
            <a:extLst>
              <a:ext uri="{FF2B5EF4-FFF2-40B4-BE49-F238E27FC236}">
                <a16:creationId xmlns:a16="http://schemas.microsoft.com/office/drawing/2014/main" id="{36584FCA-3BC4-47F7-B204-9B4019099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3546475"/>
            <a:ext cx="12700" cy="3508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grpSp>
        <p:nvGrpSpPr>
          <p:cNvPr id="134154" name="Shape 1360">
            <a:extLst>
              <a:ext uri="{FF2B5EF4-FFF2-40B4-BE49-F238E27FC236}">
                <a16:creationId xmlns:a16="http://schemas.microsoft.com/office/drawing/2014/main" id="{8C387101-373E-449D-8BBA-2C9764B0454A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3000"/>
            <a:ext cx="4295775" cy="2754313"/>
            <a:chOff x="2295525" y="1711325"/>
            <a:chExt cx="4295811" cy="2754212"/>
          </a:xfrm>
        </p:grpSpPr>
        <p:sp>
          <p:nvSpPr>
            <p:cNvPr id="134237" name="Shape 1361">
              <a:extLst>
                <a:ext uri="{FF2B5EF4-FFF2-40B4-BE49-F238E27FC236}">
                  <a16:creationId xmlns:a16="http://schemas.microsoft.com/office/drawing/2014/main" id="{760E6955-1704-45F8-B799-DDC7B6AE7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3967199" cy="111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38" name="Shape 1362">
              <a:extLst>
                <a:ext uri="{FF2B5EF4-FFF2-40B4-BE49-F238E27FC236}">
                  <a16:creationId xmlns:a16="http://schemas.microsoft.com/office/drawing/2014/main" id="{6AE2D9C8-DB66-4488-B581-684903791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39" name="Shape 1363">
              <a:extLst>
                <a:ext uri="{FF2B5EF4-FFF2-40B4-BE49-F238E27FC236}">
                  <a16:creationId xmlns:a16="http://schemas.microsoft.com/office/drawing/2014/main" id="{4E34BE4E-2DE0-4011-ABFC-588291F8D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40" name="Shape 1364">
              <a:extLst>
                <a:ext uri="{FF2B5EF4-FFF2-40B4-BE49-F238E27FC236}">
                  <a16:creationId xmlns:a16="http://schemas.microsoft.com/office/drawing/2014/main" id="{684703EF-5BE0-4B89-8361-A8050143F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2886" y="1971675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Present </a:t>
              </a:r>
            </a:p>
          </p:txBody>
        </p:sp>
        <p:sp>
          <p:nvSpPr>
            <p:cNvPr id="134241" name="Shape 1365">
              <a:extLst>
                <a:ext uri="{FF2B5EF4-FFF2-40B4-BE49-F238E27FC236}">
                  <a16:creationId xmlns:a16="http://schemas.microsoft.com/office/drawing/2014/main" id="{800959E7-F172-414F-A7E8-640B8E557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1711325"/>
              <a:ext cx="12599" cy="4683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42" name="Shape 1366">
              <a:extLst>
                <a:ext uri="{FF2B5EF4-FFF2-40B4-BE49-F238E27FC236}">
                  <a16:creationId xmlns:a16="http://schemas.microsoft.com/office/drawing/2014/main" id="{23CB5B58-FDD6-4060-9DBB-2E86C0BF54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9350" y="2192336"/>
              <a:ext cx="19145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43" name="Shape 1367">
              <a:extLst>
                <a:ext uri="{FF2B5EF4-FFF2-40B4-BE49-F238E27FC236}">
                  <a16:creationId xmlns:a16="http://schemas.microsoft.com/office/drawing/2014/main" id="{C60083A0-88D9-4DFB-8D6E-AEB6F1A82F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44" name="Shape 1368">
              <a:extLst>
                <a:ext uri="{FF2B5EF4-FFF2-40B4-BE49-F238E27FC236}">
                  <a16:creationId xmlns:a16="http://schemas.microsoft.com/office/drawing/2014/main" id="{3104394B-C23C-4A7B-A4D4-8019619070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7500" y="1825625"/>
              <a:ext cx="10842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Next state </a:t>
              </a:r>
            </a:p>
          </p:txBody>
        </p:sp>
        <p:sp>
          <p:nvSpPr>
            <p:cNvPr id="134245" name="Shape 1369">
              <a:extLst>
                <a:ext uri="{FF2B5EF4-FFF2-40B4-BE49-F238E27FC236}">
                  <a16:creationId xmlns:a16="http://schemas.microsoft.com/office/drawing/2014/main" id="{89145E56-6C03-414E-8DA2-51524F1C5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46" name="Shape 1370">
              <a:extLst>
                <a:ext uri="{FF2B5EF4-FFF2-40B4-BE49-F238E27FC236}">
                  <a16:creationId xmlns:a16="http://schemas.microsoft.com/office/drawing/2014/main" id="{7894F6EF-E57C-49CC-9644-B8428C3202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4175" y="2293936"/>
              <a:ext cx="527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state </a:t>
              </a:r>
            </a:p>
          </p:txBody>
        </p:sp>
        <p:sp>
          <p:nvSpPr>
            <p:cNvPr id="134247" name="Shape 1371">
              <a:extLst>
                <a:ext uri="{FF2B5EF4-FFF2-40B4-BE49-F238E27FC236}">
                  <a16:creationId xmlns:a16="http://schemas.microsoft.com/office/drawing/2014/main" id="{34C8296A-4E20-4511-A039-AC355C43B7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22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4248" name="Shape 1372">
              <a:extLst>
                <a:ext uri="{FF2B5EF4-FFF2-40B4-BE49-F238E27FC236}">
                  <a16:creationId xmlns:a16="http://schemas.microsoft.com/office/drawing/2014/main" id="{418AADDB-3CA0-48F8-B2D3-150CBF2E72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2575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4249" name="Shape 1373">
              <a:extLst>
                <a:ext uri="{FF2B5EF4-FFF2-40B4-BE49-F238E27FC236}">
                  <a16:creationId xmlns:a16="http://schemas.microsoft.com/office/drawing/2014/main" id="{38542B4D-5DB4-4944-9AF7-DE5A32C90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6100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4250" name="Shape 1374">
              <a:extLst>
                <a:ext uri="{FF2B5EF4-FFF2-40B4-BE49-F238E27FC236}">
                  <a16:creationId xmlns:a16="http://schemas.microsoft.com/office/drawing/2014/main" id="{A232F6C0-F25D-4EF5-8F3B-A95EB4B34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25" y="2293936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4251" name="Shape 1375">
              <a:extLst>
                <a:ext uri="{FF2B5EF4-FFF2-40B4-BE49-F238E27FC236}">
                  <a16:creationId xmlns:a16="http://schemas.microsoft.com/office/drawing/2014/main" id="{125389BA-9696-454A-A953-3AB82435A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6662" y="2293936"/>
              <a:ext cx="2064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4252" name="Shape 1376">
              <a:extLst>
                <a:ext uri="{FF2B5EF4-FFF2-40B4-BE49-F238E27FC236}">
                  <a16:creationId xmlns:a16="http://schemas.microsoft.com/office/drawing/2014/main" id="{D7ABFF6B-4BB1-474B-B08D-E8D2C19ED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1796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53" name="Shape 1377">
              <a:extLst>
                <a:ext uri="{FF2B5EF4-FFF2-40B4-BE49-F238E27FC236}">
                  <a16:creationId xmlns:a16="http://schemas.microsoft.com/office/drawing/2014/main" id="{1D238935-B2DE-4A61-B589-A6B148509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3362" y="2293936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4254" name="Shape 1378">
              <a:extLst>
                <a:ext uri="{FF2B5EF4-FFF2-40B4-BE49-F238E27FC236}">
                  <a16:creationId xmlns:a16="http://schemas.microsoft.com/office/drawing/2014/main" id="{B723F08E-8ECC-403A-9242-D2C5B724F6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55" name="Shape 1379">
              <a:extLst>
                <a:ext uri="{FF2B5EF4-FFF2-40B4-BE49-F238E27FC236}">
                  <a16:creationId xmlns:a16="http://schemas.microsoft.com/office/drawing/2014/main" id="{877DC3BE-CFE7-40F5-8C23-AC720D82E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3575" y="2203450"/>
              <a:ext cx="8096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Output</a:t>
              </a:r>
            </a:p>
          </p:txBody>
        </p:sp>
        <p:sp>
          <p:nvSpPr>
            <p:cNvPr id="134256" name="Shape 1380">
              <a:extLst>
                <a:ext uri="{FF2B5EF4-FFF2-40B4-BE49-F238E27FC236}">
                  <a16:creationId xmlns:a16="http://schemas.microsoft.com/office/drawing/2014/main" id="{DA8EC290-2CBF-4BFE-B671-2F757DD15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17825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57" name="Shape 1381">
              <a:extLst>
                <a:ext uri="{FF2B5EF4-FFF2-40B4-BE49-F238E27FC236}">
                  <a16:creationId xmlns:a16="http://schemas.microsoft.com/office/drawing/2014/main" id="{16FABC9C-2F45-4F0D-A80B-DAF748E56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165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4258" name="Shape 1382">
              <a:extLst>
                <a:ext uri="{FF2B5EF4-FFF2-40B4-BE49-F238E27FC236}">
                  <a16:creationId xmlns:a16="http://schemas.microsoft.com/office/drawing/2014/main" id="{192655B4-7C7F-428D-950F-A4AA1BC8B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950" y="2751136"/>
              <a:ext cx="1760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59" name="Shape 1383">
              <a:extLst>
                <a:ext uri="{FF2B5EF4-FFF2-40B4-BE49-F238E27FC236}">
                  <a16:creationId xmlns:a16="http://schemas.microsoft.com/office/drawing/2014/main" id="{C3CCEDF9-3BA2-4F4F-BBB5-E841B5350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60" name="Shape 1384">
              <a:extLst>
                <a:ext uri="{FF2B5EF4-FFF2-40B4-BE49-F238E27FC236}">
                  <a16:creationId xmlns:a16="http://schemas.microsoft.com/office/drawing/2014/main" id="{3B1881E1-32ED-4773-9ED3-E612D73E1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81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4261" name="Shape 1385">
              <a:extLst>
                <a:ext uri="{FF2B5EF4-FFF2-40B4-BE49-F238E27FC236}">
                  <a16:creationId xmlns:a16="http://schemas.microsoft.com/office/drawing/2014/main" id="{C64DA975-D187-46BD-B4E1-C7473691EC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5725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62" name="Shape 1386">
              <a:extLst>
                <a:ext uri="{FF2B5EF4-FFF2-40B4-BE49-F238E27FC236}">
                  <a16:creationId xmlns:a16="http://schemas.microsoft.com/office/drawing/2014/main" id="{6F2DE46C-B116-4320-875A-5EDAC2E67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3362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4263" name="Shape 1387">
              <a:extLst>
                <a:ext uri="{FF2B5EF4-FFF2-40B4-BE49-F238E27FC236}">
                  <a16:creationId xmlns:a16="http://schemas.microsoft.com/office/drawing/2014/main" id="{E8FDD0A0-B9DE-43DB-910D-A958CE4B2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92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64" name="Shape 1388">
              <a:extLst>
                <a:ext uri="{FF2B5EF4-FFF2-40B4-BE49-F238E27FC236}">
                  <a16:creationId xmlns:a16="http://schemas.microsoft.com/office/drawing/2014/main" id="{2220F2EF-449C-4062-8897-57575D78E2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4265" name="Shape 1389">
              <a:extLst>
                <a:ext uri="{FF2B5EF4-FFF2-40B4-BE49-F238E27FC236}">
                  <a16:creationId xmlns:a16="http://schemas.microsoft.com/office/drawing/2014/main" id="{DAB3369A-D8E0-49FD-8DB4-C695220B8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2987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66" name="Shape 1390">
              <a:extLst>
                <a:ext uri="{FF2B5EF4-FFF2-40B4-BE49-F238E27FC236}">
                  <a16:creationId xmlns:a16="http://schemas.microsoft.com/office/drawing/2014/main" id="{D6BD41CA-A2B7-4677-B52A-248627F6C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9037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</a:p>
          </p:txBody>
        </p:sp>
        <p:sp>
          <p:nvSpPr>
            <p:cNvPr id="134267" name="Shape 1391">
              <a:extLst>
                <a:ext uri="{FF2B5EF4-FFF2-40B4-BE49-F238E27FC236}">
                  <a16:creationId xmlns:a16="http://schemas.microsoft.com/office/drawing/2014/main" id="{F28ECC75-6A40-4570-B56A-C4B57C1A2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1750" y="2751136"/>
              <a:ext cx="2049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34268" name="Shape 1392">
              <a:extLst>
                <a:ext uri="{FF2B5EF4-FFF2-40B4-BE49-F238E27FC236}">
                  <a16:creationId xmlns:a16="http://schemas.microsoft.com/office/drawing/2014/main" id="{8B84055B-DA3D-4BEF-83AF-E3AC4695DC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2636836"/>
              <a:ext cx="12599" cy="4572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69" name="Shape 1393">
              <a:extLst>
                <a:ext uri="{FF2B5EF4-FFF2-40B4-BE49-F238E27FC236}">
                  <a16:creationId xmlns:a16="http://schemas.microsoft.com/office/drawing/2014/main" id="{84B1BB08-DA3F-45E8-83BB-60795016E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7800" y="2851150"/>
              <a:ext cx="142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</a:p>
          </p:txBody>
        </p:sp>
        <p:sp>
          <p:nvSpPr>
            <p:cNvPr id="134270" name="Shape 1394">
              <a:extLst>
                <a:ext uri="{FF2B5EF4-FFF2-40B4-BE49-F238E27FC236}">
                  <a16:creationId xmlns:a16="http://schemas.microsoft.com/office/drawing/2014/main" id="{3240CBDB-BBE2-41CA-ABEF-897A855B4C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106736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71" name="Shape 1395">
              <a:extLst>
                <a:ext uri="{FF2B5EF4-FFF2-40B4-BE49-F238E27FC236}">
                  <a16:creationId xmlns:a16="http://schemas.microsoft.com/office/drawing/2014/main" id="{90651552-D7F6-4C76-969F-126C98B4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2568575"/>
              <a:ext cx="1620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z </a:t>
              </a:r>
            </a:p>
          </p:txBody>
        </p:sp>
        <p:sp>
          <p:nvSpPr>
            <p:cNvPr id="134272" name="Shape 1396">
              <a:extLst>
                <a:ext uri="{FF2B5EF4-FFF2-40B4-BE49-F238E27FC236}">
                  <a16:creationId xmlns:a16="http://schemas.microsoft.com/office/drawing/2014/main" id="{D96F369D-C8DE-4C15-A4CE-43E2E35CC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73" name="Shape 1397">
              <a:extLst>
                <a:ext uri="{FF2B5EF4-FFF2-40B4-BE49-F238E27FC236}">
                  <a16:creationId xmlns:a16="http://schemas.microsoft.com/office/drawing/2014/main" id="{77FB72D0-E378-40B0-BD15-2D7FDF483C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5525" y="3200400"/>
              <a:ext cx="247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34274" name="Shape 1398">
              <a:extLst>
                <a:ext uri="{FF2B5EF4-FFF2-40B4-BE49-F238E27FC236}">
                  <a16:creationId xmlns:a16="http://schemas.microsoft.com/office/drawing/2014/main" id="{B8BD9ADA-5482-4112-9D60-E1F757BBC7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75" name="Shape 1399">
              <a:extLst>
                <a:ext uri="{FF2B5EF4-FFF2-40B4-BE49-F238E27FC236}">
                  <a16:creationId xmlns:a16="http://schemas.microsoft.com/office/drawing/2014/main" id="{4594317C-491C-4FDE-9FA9-8D45E72681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4276" name="Shape 1400">
              <a:extLst>
                <a:ext uri="{FF2B5EF4-FFF2-40B4-BE49-F238E27FC236}">
                  <a16:creationId xmlns:a16="http://schemas.microsoft.com/office/drawing/2014/main" id="{8A7432C5-33D6-42ED-B6BF-DBB8E6801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5900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34277" name="Shape 1401">
              <a:extLst>
                <a:ext uri="{FF2B5EF4-FFF2-40B4-BE49-F238E27FC236}">
                  <a16:creationId xmlns:a16="http://schemas.microsoft.com/office/drawing/2014/main" id="{1CA0C810-DDB9-48DE-BB76-7B49AB54C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097211"/>
              <a:ext cx="12599" cy="4031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78" name="Shape 1402">
              <a:extLst>
                <a:ext uri="{FF2B5EF4-FFF2-40B4-BE49-F238E27FC236}">
                  <a16:creationId xmlns:a16="http://schemas.microsoft.com/office/drawing/2014/main" id="{A8021712-FEA3-4EED-95C5-138738F5B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1575" y="3200400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4279" name="Shape 1403">
              <a:extLst>
                <a:ext uri="{FF2B5EF4-FFF2-40B4-BE49-F238E27FC236}">
                  <a16:creationId xmlns:a16="http://schemas.microsoft.com/office/drawing/2014/main" id="{F4150D3F-5588-46CE-8923-7CA71F1B8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2975" y="32004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4280" name="Shape 1404">
              <a:extLst>
                <a:ext uri="{FF2B5EF4-FFF2-40B4-BE49-F238E27FC236}">
                  <a16:creationId xmlns:a16="http://schemas.microsoft.com/office/drawing/2014/main" id="{98A2CDC8-2ED2-4B31-94DB-BA3F0E341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81" name="Shape 1405">
              <a:extLst>
                <a:ext uri="{FF2B5EF4-FFF2-40B4-BE49-F238E27FC236}">
                  <a16:creationId xmlns:a16="http://schemas.microsoft.com/office/drawing/2014/main" id="{EEE9D240-62A2-4D8E-AF6B-511110646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505200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 </a:t>
              </a:r>
            </a:p>
          </p:txBody>
        </p:sp>
        <p:sp>
          <p:nvSpPr>
            <p:cNvPr id="134282" name="Shape 1406">
              <a:extLst>
                <a:ext uri="{FF2B5EF4-FFF2-40B4-BE49-F238E27FC236}">
                  <a16:creationId xmlns:a16="http://schemas.microsoft.com/office/drawing/2014/main" id="{9D5250B5-0697-4A3C-A8BE-5835B276B3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83" name="Shape 1407">
              <a:extLst>
                <a:ext uri="{FF2B5EF4-FFF2-40B4-BE49-F238E27FC236}">
                  <a16:creationId xmlns:a16="http://schemas.microsoft.com/office/drawing/2014/main" id="{F75B3079-2705-46B9-BC75-3F6AB9E0D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01</a:t>
              </a:r>
            </a:p>
          </p:txBody>
        </p:sp>
        <p:sp>
          <p:nvSpPr>
            <p:cNvPr id="134284" name="Shape 1408">
              <a:extLst>
                <a:ext uri="{FF2B5EF4-FFF2-40B4-BE49-F238E27FC236}">
                  <a16:creationId xmlns:a16="http://schemas.microsoft.com/office/drawing/2014/main" id="{8ECF16EE-089E-4959-B218-44CE874C2A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7" y="3505200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4285" name="Shape 1409">
              <a:extLst>
                <a:ext uri="{FF2B5EF4-FFF2-40B4-BE49-F238E27FC236}">
                  <a16:creationId xmlns:a16="http://schemas.microsoft.com/office/drawing/2014/main" id="{B47174C3-B98D-4641-9D42-588FF49D8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5004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86" name="Shape 1410">
              <a:extLst>
                <a:ext uri="{FF2B5EF4-FFF2-40B4-BE49-F238E27FC236}">
                  <a16:creationId xmlns:a16="http://schemas.microsoft.com/office/drawing/2014/main" id="{5D2688F8-A12B-4D8B-A8E9-FC747B54C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505200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4287" name="Shape 1411">
              <a:extLst>
                <a:ext uri="{FF2B5EF4-FFF2-40B4-BE49-F238E27FC236}">
                  <a16:creationId xmlns:a16="http://schemas.microsoft.com/office/drawing/2014/main" id="{EF77FEC6-4CF5-4C70-B8BC-7084DBC61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505200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4288" name="Shape 1412">
              <a:extLst>
                <a:ext uri="{FF2B5EF4-FFF2-40B4-BE49-F238E27FC236}">
                  <a16:creationId xmlns:a16="http://schemas.microsoft.com/office/drawing/2014/main" id="{E93EC563-26C0-47A3-9300-386A627D74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89" name="Shape 1413">
              <a:extLst>
                <a:ext uri="{FF2B5EF4-FFF2-40B4-BE49-F238E27FC236}">
                  <a16:creationId xmlns:a16="http://schemas.microsoft.com/office/drawing/2014/main" id="{47DDE528-B3CB-4D15-9A81-2D5062512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1400" y="3806825"/>
              <a:ext cx="233399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 </a:t>
              </a:r>
            </a:p>
          </p:txBody>
        </p:sp>
        <p:sp>
          <p:nvSpPr>
            <p:cNvPr id="134290" name="Shape 1414">
              <a:extLst>
                <a:ext uri="{FF2B5EF4-FFF2-40B4-BE49-F238E27FC236}">
                  <a16:creationId xmlns:a16="http://schemas.microsoft.com/office/drawing/2014/main" id="{4A67F490-CFC1-4AE6-B611-12102602C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91" name="Shape 1415">
              <a:extLst>
                <a:ext uri="{FF2B5EF4-FFF2-40B4-BE49-F238E27FC236}">
                  <a16:creationId xmlns:a16="http://schemas.microsoft.com/office/drawing/2014/main" id="{0558D481-85F4-4A2C-BAB3-4DFA6854D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125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4292" name="Shape 1416">
              <a:extLst>
                <a:ext uri="{FF2B5EF4-FFF2-40B4-BE49-F238E27FC236}">
                  <a16:creationId xmlns:a16="http://schemas.microsoft.com/office/drawing/2014/main" id="{900A73EC-D32E-4CBF-BB9A-0A0AEE8A57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7465" y="3806825"/>
              <a:ext cx="420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11</a:t>
              </a:r>
            </a:p>
          </p:txBody>
        </p:sp>
        <p:sp>
          <p:nvSpPr>
            <p:cNvPr id="134293" name="Shape 1417">
              <a:extLst>
                <a:ext uri="{FF2B5EF4-FFF2-40B4-BE49-F238E27FC236}">
                  <a16:creationId xmlns:a16="http://schemas.microsoft.com/office/drawing/2014/main" id="{38826DC1-FE64-4D71-9F62-0DAFDEFC8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3805237"/>
              <a:ext cx="12599" cy="3047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94" name="Shape 1418">
              <a:extLst>
                <a:ext uri="{FF2B5EF4-FFF2-40B4-BE49-F238E27FC236}">
                  <a16:creationId xmlns:a16="http://schemas.microsoft.com/office/drawing/2014/main" id="{8335A474-AA33-4E05-BD3D-F62A76BFA6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83162" y="3806825"/>
              <a:ext cx="2541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00</a:t>
              </a:r>
            </a:p>
          </p:txBody>
        </p:sp>
        <p:sp>
          <p:nvSpPr>
            <p:cNvPr id="134295" name="Shape 1419">
              <a:extLst>
                <a:ext uri="{FF2B5EF4-FFF2-40B4-BE49-F238E27FC236}">
                  <a16:creationId xmlns:a16="http://schemas.microsoft.com/office/drawing/2014/main" id="{9BE5BB6B-57F7-415A-8F46-9C37F6E23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96" name="Shape 1420">
              <a:extLst>
                <a:ext uri="{FF2B5EF4-FFF2-40B4-BE49-F238E27FC236}">
                  <a16:creationId xmlns:a16="http://schemas.microsoft.com/office/drawing/2014/main" id="{6A2241E8-534B-4C71-BF5F-273D97B68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4562" y="38068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4297" name="Shape 1421">
              <a:extLst>
                <a:ext uri="{FF2B5EF4-FFF2-40B4-BE49-F238E27FC236}">
                  <a16:creationId xmlns:a16="http://schemas.microsoft.com/office/drawing/2014/main" id="{E5C2A6C4-A062-4BAE-AD76-D0E0F555D2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39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298" name="Shape 1422">
              <a:extLst>
                <a:ext uri="{FF2B5EF4-FFF2-40B4-BE49-F238E27FC236}">
                  <a16:creationId xmlns:a16="http://schemas.microsoft.com/office/drawing/2014/main" id="{3B7F0468-1985-4D0A-A215-2165A06FC5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519" y="4111625"/>
              <a:ext cx="3936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10</a:t>
              </a:r>
            </a:p>
          </p:txBody>
        </p:sp>
        <p:sp>
          <p:nvSpPr>
            <p:cNvPr id="134299" name="Shape 1423">
              <a:extLst>
                <a:ext uri="{FF2B5EF4-FFF2-40B4-BE49-F238E27FC236}">
                  <a16:creationId xmlns:a16="http://schemas.microsoft.com/office/drawing/2014/main" id="{61887632-7354-4416-B6E5-2BC1309CE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4289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34300" name="Shape 1424">
              <a:extLst>
                <a:ext uri="{FF2B5EF4-FFF2-40B4-BE49-F238E27FC236}">
                  <a16:creationId xmlns:a16="http://schemas.microsoft.com/office/drawing/2014/main" id="{E01609AE-BA5F-4733-A785-02F6F8EA6A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4350" y="4114800"/>
              <a:ext cx="12599" cy="3506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301" name="Shape 1425">
              <a:extLst>
                <a:ext uri="{FF2B5EF4-FFF2-40B4-BE49-F238E27FC236}">
                  <a16:creationId xmlns:a16="http://schemas.microsoft.com/office/drawing/2014/main" id="{605862E5-6274-4C5A-A03C-514BA2634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8400" y="4111625"/>
              <a:ext cx="4998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dd</a:t>
              </a:r>
            </a:p>
          </p:txBody>
        </p:sp>
        <p:sp>
          <p:nvSpPr>
            <p:cNvPr id="134302" name="Shape 1426">
              <a:extLst>
                <a:ext uri="{FF2B5EF4-FFF2-40B4-BE49-F238E27FC236}">
                  <a16:creationId xmlns:a16="http://schemas.microsoft.com/office/drawing/2014/main" id="{C7DE3354-BB92-437B-85FD-56E1E6BC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4136" y="4452937"/>
              <a:ext cx="3967199" cy="1259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5" tIns="45700" rIns="91425" bIns="4570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34303" name="Shape 1427">
              <a:extLst>
                <a:ext uri="{FF2B5EF4-FFF2-40B4-BE49-F238E27FC236}">
                  <a16:creationId xmlns:a16="http://schemas.microsoft.com/office/drawing/2014/main" id="{A2260CF4-EF8B-4EF6-A21C-799D78D6E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9325" y="4111625"/>
              <a:ext cx="190500" cy="304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 </a:t>
              </a:r>
            </a:p>
          </p:txBody>
        </p:sp>
      </p:grpSp>
      <p:cxnSp>
        <p:nvCxnSpPr>
          <p:cNvPr id="134155" name="Shape 1428">
            <a:extLst>
              <a:ext uri="{FF2B5EF4-FFF2-40B4-BE49-F238E27FC236}">
                <a16:creationId xmlns:a16="http://schemas.microsoft.com/office/drawing/2014/main" id="{C59C8A6C-22D0-4DDA-AF9C-1B73F17D734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22938" y="1149350"/>
            <a:ext cx="0" cy="2743200"/>
          </a:xfrm>
          <a:prstGeom prst="straightConnector1">
            <a:avLst/>
          </a:prstGeom>
          <a:noFill/>
          <a:ln w="9525" cap="rnd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156" name="Shape 1645">
            <a:extLst>
              <a:ext uri="{FF2B5EF4-FFF2-40B4-BE49-F238E27FC236}">
                <a16:creationId xmlns:a16="http://schemas.microsoft.com/office/drawing/2014/main" id="{58F96052-0DD2-41E2-B0F6-DAF260B8C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1600" y="4946650"/>
            <a:ext cx="884238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4157" name="Shape 1646">
            <a:extLst>
              <a:ext uri="{FF2B5EF4-FFF2-40B4-BE49-F238E27FC236}">
                <a16:creationId xmlns:a16="http://schemas.microsoft.com/office/drawing/2014/main" id="{4A432AC6-5120-4D75-9474-D44BF5DC51B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373188" y="5399088"/>
            <a:ext cx="88265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158" name="Shape 1647">
            <a:extLst>
              <a:ext uri="{FF2B5EF4-FFF2-40B4-BE49-F238E27FC236}">
                <a16:creationId xmlns:a16="http://schemas.microsoft.com/office/drawing/2014/main" id="{2828BAC5-6134-4E5E-9975-1A793324BF42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1803400" y="4946650"/>
            <a:ext cx="1588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159" name="Shape 1648">
            <a:extLst>
              <a:ext uri="{FF2B5EF4-FFF2-40B4-BE49-F238E27FC236}">
                <a16:creationId xmlns:a16="http://schemas.microsoft.com/office/drawing/2014/main" id="{F341FD0E-28EC-4D7E-9F0A-31D7D874C58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39800" y="4514850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160" name="Shape 1649">
            <a:extLst>
              <a:ext uri="{FF2B5EF4-FFF2-40B4-BE49-F238E27FC236}">
                <a16:creationId xmlns:a16="http://schemas.microsoft.com/office/drawing/2014/main" id="{A8F88848-33A2-4EAA-8E1D-DBB0568D9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5838" y="4946650"/>
            <a:ext cx="865187" cy="884238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4161" name="Shape 1650">
            <a:extLst>
              <a:ext uri="{FF2B5EF4-FFF2-40B4-BE49-F238E27FC236}">
                <a16:creationId xmlns:a16="http://schemas.microsoft.com/office/drawing/2014/main" id="{482E1821-FBD4-4EE2-A191-F76F4798488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255838" y="5399088"/>
            <a:ext cx="863600" cy="158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162" name="Shape 1651">
            <a:extLst>
              <a:ext uri="{FF2B5EF4-FFF2-40B4-BE49-F238E27FC236}">
                <a16:creationId xmlns:a16="http://schemas.microsoft.com/office/drawing/2014/main" id="{4E308238-6A7E-45F3-85AF-AAAE14D14549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2687638" y="4946650"/>
            <a:ext cx="1587" cy="88423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163" name="Shape 1652">
            <a:extLst>
              <a:ext uri="{FF2B5EF4-FFF2-40B4-BE49-F238E27FC236}">
                <a16:creationId xmlns:a16="http://schemas.microsoft.com/office/drawing/2014/main" id="{A83C973E-0353-4892-9198-A94C7357D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3" y="4597400"/>
            <a:ext cx="14128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34164" name="Shape 1653">
            <a:extLst>
              <a:ext uri="{FF2B5EF4-FFF2-40B4-BE49-F238E27FC236}">
                <a16:creationId xmlns:a16="http://schemas.microsoft.com/office/drawing/2014/main" id="{2415C9CF-E9F6-468B-9F73-7D901BB1D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0188" y="4711700"/>
            <a:ext cx="2286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34165" name="Shape 1654">
            <a:extLst>
              <a:ext uri="{FF2B5EF4-FFF2-40B4-BE49-F238E27FC236}">
                <a16:creationId xmlns:a16="http://schemas.microsoft.com/office/drawing/2014/main" id="{94E002BE-7EAA-4694-B15E-FF00D08B8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0" y="4711700"/>
            <a:ext cx="21113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34166" name="Shape 1655">
            <a:extLst>
              <a:ext uri="{FF2B5EF4-FFF2-40B4-BE49-F238E27FC236}">
                <a16:creationId xmlns:a16="http://schemas.microsoft.com/office/drawing/2014/main" id="{1748E7A6-2265-4912-A0BF-28C042C905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313" y="4711700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34167" name="Shape 1656">
            <a:extLst>
              <a:ext uri="{FF2B5EF4-FFF2-40B4-BE49-F238E27FC236}">
                <a16:creationId xmlns:a16="http://schemas.microsoft.com/office/drawing/2014/main" id="{E75C06BF-3F81-4ABD-94FC-2B1EE3D16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1463" y="4711700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34168" name="Shape 1657">
            <a:extLst>
              <a:ext uri="{FF2B5EF4-FFF2-40B4-BE49-F238E27FC236}">
                <a16:creationId xmlns:a16="http://schemas.microsoft.com/office/drawing/2014/main" id="{E4D5E090-6D36-42E9-8264-D5885D590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5225" y="5075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69" name="Shape 1658">
            <a:extLst>
              <a:ext uri="{FF2B5EF4-FFF2-40B4-BE49-F238E27FC236}">
                <a16:creationId xmlns:a16="http://schemas.microsoft.com/office/drawing/2014/main" id="{989F9DAA-CF77-4533-BD6D-90ED1CDDF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5700" y="55118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70" name="Shape 1659">
            <a:extLst>
              <a:ext uri="{FF2B5EF4-FFF2-40B4-BE49-F238E27FC236}">
                <a16:creationId xmlns:a16="http://schemas.microsoft.com/office/drawing/2014/main" id="{52139A3C-6C3F-4709-BFE9-B7B6268FB1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278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71" name="Shape 1660">
            <a:extLst>
              <a:ext uri="{FF2B5EF4-FFF2-40B4-BE49-F238E27FC236}">
                <a16:creationId xmlns:a16="http://schemas.microsoft.com/office/drawing/2014/main" id="{36E8F237-9460-4B52-BEB0-6ACEA1771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72" name="Shape 1661">
            <a:extLst>
              <a:ext uri="{FF2B5EF4-FFF2-40B4-BE49-F238E27FC236}">
                <a16:creationId xmlns:a16="http://schemas.microsoft.com/office/drawing/2014/main" id="{05223D70-CC66-4372-B811-B485127833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278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73" name="Shape 1662">
            <a:extLst>
              <a:ext uri="{FF2B5EF4-FFF2-40B4-BE49-F238E27FC236}">
                <a16:creationId xmlns:a16="http://schemas.microsoft.com/office/drawing/2014/main" id="{7058887D-2A7B-42ED-9FE7-B12F59A40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5700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</a:t>
            </a:r>
          </a:p>
        </p:txBody>
      </p:sp>
      <p:sp>
        <p:nvSpPr>
          <p:cNvPr id="134174" name="Shape 1663">
            <a:extLst>
              <a:ext uri="{FF2B5EF4-FFF2-40B4-BE49-F238E27FC236}">
                <a16:creationId xmlns:a16="http://schemas.microsoft.com/office/drawing/2014/main" id="{2D22144F-5ABA-441D-9B1D-D689BAAF2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6963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175" name="Shape 1664">
            <a:extLst>
              <a:ext uri="{FF2B5EF4-FFF2-40B4-BE49-F238E27FC236}">
                <a16:creationId xmlns:a16="http://schemas.microsoft.com/office/drawing/2014/main" id="{AF50124E-AA8D-4C48-A88B-F7453A35ED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4176" name="Shape 1665">
            <a:extLst>
              <a:ext uri="{FF2B5EF4-FFF2-40B4-BE49-F238E27FC236}">
                <a16:creationId xmlns:a16="http://schemas.microsoft.com/office/drawing/2014/main" id="{F7C9A870-A977-4EDD-9D93-88CFCDA9C1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3175" y="4341813"/>
            <a:ext cx="10795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177" name="Shape 1666">
            <a:extLst>
              <a:ext uri="{FF2B5EF4-FFF2-40B4-BE49-F238E27FC236}">
                <a16:creationId xmlns:a16="http://schemas.microsoft.com/office/drawing/2014/main" id="{D5A79257-AB18-4466-8143-789D9D85A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2075" y="44354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4178" name="Shape 1667">
            <a:extLst>
              <a:ext uri="{FF2B5EF4-FFF2-40B4-BE49-F238E27FC236}">
                <a16:creationId xmlns:a16="http://schemas.microsoft.com/office/drawing/2014/main" id="{4346F7F7-C31B-44F9-9B49-3FDAF6034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79" name="Shape 1668">
            <a:extLst>
              <a:ext uri="{FF2B5EF4-FFF2-40B4-BE49-F238E27FC236}">
                <a16:creationId xmlns:a16="http://schemas.microsoft.com/office/drawing/2014/main" id="{3B26B443-C2BA-44A5-AC97-389717222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80" name="Shape 1669">
            <a:extLst>
              <a:ext uri="{FF2B5EF4-FFF2-40B4-BE49-F238E27FC236}">
                <a16:creationId xmlns:a16="http://schemas.microsoft.com/office/drawing/2014/main" id="{AFDE35D4-CB0B-4DB8-B31A-804D4FF369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2738" y="5083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34181" name="Shape 1670">
            <a:extLst>
              <a:ext uri="{FF2B5EF4-FFF2-40B4-BE49-F238E27FC236}">
                <a16:creationId xmlns:a16="http://schemas.microsoft.com/office/drawing/2014/main" id="{E3E0CC91-E55C-407D-AD76-1E945E2BC8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938" y="4202113"/>
            <a:ext cx="22701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1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</a:t>
            </a:r>
          </a:p>
        </p:txBody>
      </p:sp>
      <p:sp>
        <p:nvSpPr>
          <p:cNvPr id="134182" name="Shape 1671">
            <a:extLst>
              <a:ext uri="{FF2B5EF4-FFF2-40B4-BE49-F238E27FC236}">
                <a16:creationId xmlns:a16="http://schemas.microsoft.com/office/drawing/2014/main" id="{89CDF652-B160-4275-A556-3772EF2DD5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5075" y="4252913"/>
            <a:ext cx="2270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1800" b="1" i="1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  <a:endParaRPr kumimoji="0" lang="en-US" altLang="en-US" sz="1200" b="1" i="1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  <a:sym typeface="Times New Roman" panose="02020603050405020304" pitchFamily="18" charset="0"/>
            </a:endParaRPr>
          </a:p>
        </p:txBody>
      </p:sp>
      <p:sp>
        <p:nvSpPr>
          <p:cNvPr id="134183" name="Shape 1672">
            <a:extLst>
              <a:ext uri="{FF2B5EF4-FFF2-40B4-BE49-F238E27FC236}">
                <a16:creationId xmlns:a16="http://schemas.microsoft.com/office/drawing/2014/main" id="{A4282AD0-1923-467C-8A4F-7940EEB6B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5550" y="4914900"/>
            <a:ext cx="884238" cy="863600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4184" name="Shape 1673">
            <a:extLst>
              <a:ext uri="{FF2B5EF4-FFF2-40B4-BE49-F238E27FC236}">
                <a16:creationId xmlns:a16="http://schemas.microsoft.com/office/drawing/2014/main" id="{34E42B48-DFBD-4EED-B925-922A69169BA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75550" y="5346700"/>
            <a:ext cx="884238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185" name="Shape 1674">
            <a:extLst>
              <a:ext uri="{FF2B5EF4-FFF2-40B4-BE49-F238E27FC236}">
                <a16:creationId xmlns:a16="http://schemas.microsoft.com/office/drawing/2014/main" id="{2ADC9D53-F698-4F48-8DD7-F6533B198CF7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8007350" y="4914900"/>
            <a:ext cx="1588" cy="8636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186" name="Shape 1675">
            <a:extLst>
              <a:ext uri="{FF2B5EF4-FFF2-40B4-BE49-F238E27FC236}">
                <a16:creationId xmlns:a16="http://schemas.microsoft.com/office/drawing/2014/main" id="{665C841D-4C2C-4AAB-A03D-89F476F8723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143750" y="4462463"/>
            <a:ext cx="431800" cy="4524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187" name="Shape 1676">
            <a:extLst>
              <a:ext uri="{FF2B5EF4-FFF2-40B4-BE49-F238E27FC236}">
                <a16:creationId xmlns:a16="http://schemas.microsoft.com/office/drawing/2014/main" id="{306C4C74-891A-4B6D-A702-906362EF6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88" name="Shape 1677">
            <a:extLst>
              <a:ext uri="{FF2B5EF4-FFF2-40B4-BE49-F238E27FC236}">
                <a16:creationId xmlns:a16="http://schemas.microsoft.com/office/drawing/2014/main" id="{5B42AA38-A4D3-47DC-810B-76A880608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46624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89" name="Shape 1678">
            <a:extLst>
              <a:ext uri="{FF2B5EF4-FFF2-40B4-BE49-F238E27FC236}">
                <a16:creationId xmlns:a16="http://schemas.microsoft.com/office/drawing/2014/main" id="{711A29FA-130E-48FA-84B9-B2FF8371C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9175" y="50276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90" name="Shape 1679">
            <a:extLst>
              <a:ext uri="{FF2B5EF4-FFF2-40B4-BE49-F238E27FC236}">
                <a16:creationId xmlns:a16="http://schemas.microsoft.com/office/drawing/2014/main" id="{1C4FE88E-0985-4DE2-BBEB-F1571F974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9650" y="5464175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91" name="Shape 1680">
            <a:extLst>
              <a:ext uri="{FF2B5EF4-FFF2-40B4-BE49-F238E27FC236}">
                <a16:creationId xmlns:a16="http://schemas.microsoft.com/office/drawing/2014/main" id="{00E44C22-9F81-4662-958D-882A6E673D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50355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92" name="Shape 1681">
            <a:extLst>
              <a:ext uri="{FF2B5EF4-FFF2-40B4-BE49-F238E27FC236}">
                <a16:creationId xmlns:a16="http://schemas.microsoft.com/office/drawing/2014/main" id="{F9375B69-529A-4B39-BD13-E7C7647936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738" y="54737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193" name="Shape 1682">
            <a:extLst>
              <a:ext uri="{FF2B5EF4-FFF2-40B4-BE49-F238E27FC236}">
                <a16:creationId xmlns:a16="http://schemas.microsoft.com/office/drawing/2014/main" id="{DCDC9069-CBAC-4CCD-BA94-A7B49A31A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538" y="434498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194" name="Shape 1683">
            <a:extLst>
              <a:ext uri="{FF2B5EF4-FFF2-40B4-BE49-F238E27FC236}">
                <a16:creationId xmlns:a16="http://schemas.microsoft.com/office/drawing/2014/main" id="{B527ADF0-7D12-47D7-B7E1-3FA58E4F9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4402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4195" name="Shape 1684">
            <a:extLst>
              <a:ext uri="{FF2B5EF4-FFF2-40B4-BE49-F238E27FC236}">
                <a16:creationId xmlns:a16="http://schemas.microsoft.com/office/drawing/2014/main" id="{2145E7A5-92D0-443E-8961-F020CE86CF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50355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196" name="Shape 1685">
            <a:extLst>
              <a:ext uri="{FF2B5EF4-FFF2-40B4-BE49-F238E27FC236}">
                <a16:creationId xmlns:a16="http://schemas.microsoft.com/office/drawing/2014/main" id="{3F642784-8438-4FC7-8ADE-20AC31DEC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4938" y="54737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</a:t>
            </a:r>
          </a:p>
        </p:txBody>
      </p:sp>
      <p:sp>
        <p:nvSpPr>
          <p:cNvPr id="134197" name="Shape 1686">
            <a:extLst>
              <a:ext uri="{FF2B5EF4-FFF2-40B4-BE49-F238E27FC236}">
                <a16:creationId xmlns:a16="http://schemas.microsoft.com/office/drawing/2014/main" id="{24E2931F-058F-4080-9715-A54090994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3738" y="4554538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198" name="Shape 1687">
            <a:extLst>
              <a:ext uri="{FF2B5EF4-FFF2-40B4-BE49-F238E27FC236}">
                <a16:creationId xmlns:a16="http://schemas.microsoft.com/office/drawing/2014/main" id="{A608AA2E-F217-438F-B87E-7C961608C5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2638" y="464820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4199" name="Shape 1688">
            <a:extLst>
              <a:ext uri="{FF2B5EF4-FFF2-40B4-BE49-F238E27FC236}">
                <a16:creationId xmlns:a16="http://schemas.microsoft.com/office/drawing/2014/main" id="{965FE509-CEB1-4796-9D2A-C6541802A0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5138" y="4267200"/>
            <a:ext cx="227012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800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</a:t>
            </a:r>
          </a:p>
        </p:txBody>
      </p:sp>
      <p:sp>
        <p:nvSpPr>
          <p:cNvPr id="134200" name="Shape 1690">
            <a:extLst>
              <a:ext uri="{FF2B5EF4-FFF2-40B4-BE49-F238E27FC236}">
                <a16:creationId xmlns:a16="http://schemas.microsoft.com/office/drawing/2014/main" id="{E531D444-24B7-4033-83D5-F5AC73679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263" y="5053013"/>
            <a:ext cx="801687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201" name="Shape 1691">
            <a:extLst>
              <a:ext uri="{FF2B5EF4-FFF2-40B4-BE49-F238E27FC236}">
                <a16:creationId xmlns:a16="http://schemas.microsoft.com/office/drawing/2014/main" id="{FAD629BD-1328-4FF7-8014-9FF6CBE41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7300" y="5430838"/>
            <a:ext cx="801688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4202" name="Shape 1692">
            <a:extLst>
              <a:ext uri="{FF2B5EF4-FFF2-40B4-BE49-F238E27FC236}">
                <a16:creationId xmlns:a16="http://schemas.microsoft.com/office/drawing/2014/main" id="{36EB06AD-2DF0-4689-8CCE-5D1513BE7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2738" y="55229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</a:t>
            </a:r>
          </a:p>
        </p:txBody>
      </p:sp>
      <p:sp>
        <p:nvSpPr>
          <p:cNvPr id="134203" name="Shape 1695">
            <a:extLst>
              <a:ext uri="{FF2B5EF4-FFF2-40B4-BE49-F238E27FC236}">
                <a16:creationId xmlns:a16="http://schemas.microsoft.com/office/drawing/2014/main" id="{6D223C9D-6B8D-4B4B-B7F1-B99F295FA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5951538"/>
            <a:ext cx="2381250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z(y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)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</a:t>
            </a:r>
          </a:p>
        </p:txBody>
      </p:sp>
      <p:sp>
        <p:nvSpPr>
          <p:cNvPr id="134204" name="Shape 1696">
            <a:extLst>
              <a:ext uri="{FF2B5EF4-FFF2-40B4-BE49-F238E27FC236}">
                <a16:creationId xmlns:a16="http://schemas.microsoft.com/office/drawing/2014/main" id="{A342D236-9FCD-4816-B40B-972F1A17D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6438" y="4948238"/>
            <a:ext cx="884237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4205" name="Shape 1697">
            <a:extLst>
              <a:ext uri="{FF2B5EF4-FFF2-40B4-BE49-F238E27FC236}">
                <a16:creationId xmlns:a16="http://schemas.microsoft.com/office/drawing/2014/main" id="{902047DF-29C5-4A75-8117-22BBE8F1F8BE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16438" y="5400675"/>
            <a:ext cx="884237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206" name="Shape 1698">
            <a:extLst>
              <a:ext uri="{FF2B5EF4-FFF2-40B4-BE49-F238E27FC236}">
                <a16:creationId xmlns:a16="http://schemas.microsoft.com/office/drawing/2014/main" id="{0ED76ABB-ACF8-49EB-8F10-DFE46E82CF71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4948238" y="4948238"/>
            <a:ext cx="1587" cy="884237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207" name="Shape 1699">
            <a:extLst>
              <a:ext uri="{FF2B5EF4-FFF2-40B4-BE49-F238E27FC236}">
                <a16:creationId xmlns:a16="http://schemas.microsoft.com/office/drawing/2014/main" id="{2B0F71FE-291B-4D9B-9CD1-7490A977593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084638" y="4516438"/>
            <a:ext cx="431800" cy="431800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208" name="Shape 1700">
            <a:extLst>
              <a:ext uri="{FF2B5EF4-FFF2-40B4-BE49-F238E27FC236}">
                <a16:creationId xmlns:a16="http://schemas.microsoft.com/office/drawing/2014/main" id="{0C43CB4D-BC15-4AA5-99C1-2E5C41B12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0675" y="4948238"/>
            <a:ext cx="863600" cy="884237"/>
          </a:xfrm>
          <a:prstGeom prst="rect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cxnSp>
        <p:nvCxnSpPr>
          <p:cNvPr id="134209" name="Shape 1701">
            <a:extLst>
              <a:ext uri="{FF2B5EF4-FFF2-40B4-BE49-F238E27FC236}">
                <a16:creationId xmlns:a16="http://schemas.microsoft.com/office/drawing/2014/main" id="{DE793D1A-0FB4-4F76-BA71-0F7A2D8D60C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400675" y="5400675"/>
            <a:ext cx="863600" cy="1588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4210" name="Shape 1702">
            <a:extLst>
              <a:ext uri="{FF2B5EF4-FFF2-40B4-BE49-F238E27FC236}">
                <a16:creationId xmlns:a16="http://schemas.microsoft.com/office/drawing/2014/main" id="{4579296F-AC84-4487-B900-1C9ECCF45D03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5832475" y="4948238"/>
            <a:ext cx="1588" cy="862012"/>
          </a:xfrm>
          <a:prstGeom prst="straightConnector1">
            <a:avLst/>
          </a:prstGeom>
          <a:noFill/>
          <a:ln w="174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4211" name="Shape 1703">
            <a:extLst>
              <a:ext uri="{FF2B5EF4-FFF2-40B4-BE49-F238E27FC236}">
                <a16:creationId xmlns:a16="http://schemas.microsoft.com/office/drawing/2014/main" id="{96105C20-CA6D-45E7-8D2D-BE367E047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0" y="4732338"/>
            <a:ext cx="1397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</a:t>
            </a:r>
            <a:r>
              <a:rPr kumimoji="0" lang="en-US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 </a:t>
            </a:r>
          </a:p>
        </p:txBody>
      </p:sp>
      <p:sp>
        <p:nvSpPr>
          <p:cNvPr id="134212" name="Shape 1704">
            <a:extLst>
              <a:ext uri="{FF2B5EF4-FFF2-40B4-BE49-F238E27FC236}">
                <a16:creationId xmlns:a16="http://schemas.microsoft.com/office/drawing/2014/main" id="{7C5E5983-03BF-417F-9BCE-EBFB5820C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4708525"/>
            <a:ext cx="2270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00</a:t>
            </a:r>
          </a:p>
        </p:txBody>
      </p:sp>
      <p:sp>
        <p:nvSpPr>
          <p:cNvPr id="134213" name="Shape 1705">
            <a:extLst>
              <a:ext uri="{FF2B5EF4-FFF2-40B4-BE49-F238E27FC236}">
                <a16:creationId xmlns:a16="http://schemas.microsoft.com/office/drawing/2014/main" id="{9D0E6EB6-7342-482E-85AD-45710FA5F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4708525"/>
            <a:ext cx="211137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01</a:t>
            </a:r>
          </a:p>
        </p:txBody>
      </p:sp>
      <p:sp>
        <p:nvSpPr>
          <p:cNvPr id="134214" name="Shape 1706">
            <a:extLst>
              <a:ext uri="{FF2B5EF4-FFF2-40B4-BE49-F238E27FC236}">
                <a16:creationId xmlns:a16="http://schemas.microsoft.com/office/drawing/2014/main" id="{EE7EC369-CE3E-4F5B-8B99-4D3054E972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8150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11</a:t>
            </a:r>
          </a:p>
        </p:txBody>
      </p:sp>
      <p:sp>
        <p:nvSpPr>
          <p:cNvPr id="134215" name="Shape 1707">
            <a:extLst>
              <a:ext uri="{FF2B5EF4-FFF2-40B4-BE49-F238E27FC236}">
                <a16:creationId xmlns:a16="http://schemas.microsoft.com/office/drawing/2014/main" id="{6C2A0FD5-7358-45F6-BEA8-63D131588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3913" y="4708525"/>
            <a:ext cx="1524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10</a:t>
            </a:r>
          </a:p>
        </p:txBody>
      </p:sp>
      <p:sp>
        <p:nvSpPr>
          <p:cNvPr id="134216" name="Shape 1708">
            <a:extLst>
              <a:ext uri="{FF2B5EF4-FFF2-40B4-BE49-F238E27FC236}">
                <a16:creationId xmlns:a16="http://schemas.microsoft.com/office/drawing/2014/main" id="{796F9974-B3BD-4BA9-B6DF-68BEF1B329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0063" y="5073650"/>
            <a:ext cx="114300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217" name="Shape 1709">
            <a:extLst>
              <a:ext uri="{FF2B5EF4-FFF2-40B4-BE49-F238E27FC236}">
                <a16:creationId xmlns:a16="http://schemas.microsoft.com/office/drawing/2014/main" id="{7BD6B25E-2C4B-4382-B94D-1F6A69B27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0538" y="5510213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218" name="Shape 1710">
            <a:extLst>
              <a:ext uri="{FF2B5EF4-FFF2-40B4-BE49-F238E27FC236}">
                <a16:creationId xmlns:a16="http://schemas.microsoft.com/office/drawing/2014/main" id="{0118EED5-C108-4A2D-BA3E-B58F1F54BD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219" name="Shape 1711">
            <a:extLst>
              <a:ext uri="{FF2B5EF4-FFF2-40B4-BE49-F238E27FC236}">
                <a16:creationId xmlns:a16="http://schemas.microsoft.com/office/drawing/2014/main" id="{B3A413DC-C5DB-460B-8703-9109DD6234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220" name="Shape 1712">
            <a:extLst>
              <a:ext uri="{FF2B5EF4-FFF2-40B4-BE49-F238E27FC236}">
                <a16:creationId xmlns:a16="http://schemas.microsoft.com/office/drawing/2014/main" id="{6D4B09AA-86BA-4025-A2FC-6FFAC92F2B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2388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221" name="Shape 1713">
            <a:extLst>
              <a:ext uri="{FF2B5EF4-FFF2-40B4-BE49-F238E27FC236}">
                <a16:creationId xmlns:a16="http://schemas.microsoft.com/office/drawing/2014/main" id="{CFF863C0-DF54-4523-89C3-A69315EE9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1800" y="4341813"/>
            <a:ext cx="10636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222" name="Shape 1714">
            <a:extLst>
              <a:ext uri="{FF2B5EF4-FFF2-40B4-BE49-F238E27FC236}">
                <a16:creationId xmlns:a16="http://schemas.microsoft.com/office/drawing/2014/main" id="{C4C58547-F637-4306-BE96-4AF0E795F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4223" name="Shape 1715">
            <a:extLst>
              <a:ext uri="{FF2B5EF4-FFF2-40B4-BE49-F238E27FC236}">
                <a16:creationId xmlns:a16="http://schemas.microsoft.com/office/drawing/2014/main" id="{AB3F918D-C04E-4AEA-B0AC-B341E97C5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341813"/>
            <a:ext cx="106362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4224" name="Shape 1716">
            <a:extLst>
              <a:ext uri="{FF2B5EF4-FFF2-40B4-BE49-F238E27FC236}">
                <a16:creationId xmlns:a16="http://schemas.microsoft.com/office/drawing/2014/main" id="{33941A0F-B4E9-41C4-B2AD-AEF0DA71C6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6913" y="44338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4225" name="Shape 1717">
            <a:extLst>
              <a:ext uri="{FF2B5EF4-FFF2-40B4-BE49-F238E27FC236}">
                <a16:creationId xmlns:a16="http://schemas.microsoft.com/office/drawing/2014/main" id="{735FF13C-D319-4AF5-86DF-B73554107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2125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</a:t>
            </a:r>
          </a:p>
        </p:txBody>
      </p:sp>
      <p:sp>
        <p:nvSpPr>
          <p:cNvPr id="134226" name="Shape 1718">
            <a:extLst>
              <a:ext uri="{FF2B5EF4-FFF2-40B4-BE49-F238E27FC236}">
                <a16:creationId xmlns:a16="http://schemas.microsoft.com/office/drawing/2014/main" id="{CB13E6E4-4944-42DA-8834-FD2BCB5B9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2125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0 </a:t>
            </a:r>
          </a:p>
        </p:txBody>
      </p:sp>
      <p:sp>
        <p:nvSpPr>
          <p:cNvPr id="134227" name="Shape 1719">
            <a:extLst>
              <a:ext uri="{FF2B5EF4-FFF2-40B4-BE49-F238E27FC236}">
                <a16:creationId xmlns:a16="http://schemas.microsoft.com/office/drawing/2014/main" id="{EC526E40-2E13-46AE-98AB-23066D8FF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9163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34228" name="Shape 1720">
            <a:extLst>
              <a:ext uri="{FF2B5EF4-FFF2-40B4-BE49-F238E27FC236}">
                <a16:creationId xmlns:a16="http://schemas.microsoft.com/office/drawing/2014/main" id="{33E7AF61-DE39-4E61-AB4F-4C1786DEF6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9163" y="551973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34229" name="Shape 1721">
            <a:extLst>
              <a:ext uri="{FF2B5EF4-FFF2-40B4-BE49-F238E27FC236}">
                <a16:creationId xmlns:a16="http://schemas.microsoft.com/office/drawing/2014/main" id="{419F4A51-EE3A-403A-854B-7A535BBBC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5081588"/>
            <a:ext cx="1143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</a:p>
        </p:txBody>
      </p:sp>
      <p:sp>
        <p:nvSpPr>
          <p:cNvPr id="134230" name="Shape 1722">
            <a:extLst>
              <a:ext uri="{FF2B5EF4-FFF2-40B4-BE49-F238E27FC236}">
                <a16:creationId xmlns:a16="http://schemas.microsoft.com/office/drawing/2014/main" id="{9F60B532-100E-4AB3-BE22-6EF3E57B1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1525" y="5051425"/>
            <a:ext cx="1590675" cy="266700"/>
          </a:xfrm>
          <a:prstGeom prst="roundRect">
            <a:avLst>
              <a:gd name="adj" fmla="val 16667"/>
            </a:avLst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grpSp>
        <p:nvGrpSpPr>
          <p:cNvPr id="134231" name="Group 5">
            <a:extLst>
              <a:ext uri="{FF2B5EF4-FFF2-40B4-BE49-F238E27FC236}">
                <a16:creationId xmlns:a16="http://schemas.microsoft.com/office/drawing/2014/main" id="{46F422BC-2865-4D10-8CE2-1BA9FCC22931}"/>
              </a:ext>
            </a:extLst>
          </p:cNvPr>
          <p:cNvGrpSpPr>
            <a:grpSpLocks/>
          </p:cNvGrpSpPr>
          <p:nvPr/>
        </p:nvGrpSpPr>
        <p:grpSpPr bwMode="auto">
          <a:xfrm>
            <a:off x="788988" y="5962650"/>
            <a:ext cx="2613025" cy="574675"/>
            <a:chOff x="788988" y="5962650"/>
            <a:chExt cx="2613025" cy="574675"/>
          </a:xfrm>
        </p:grpSpPr>
        <p:sp>
          <p:nvSpPr>
            <p:cNvPr id="134235" name="Shape 1693">
              <a:extLst>
                <a:ext uri="{FF2B5EF4-FFF2-40B4-BE49-F238E27FC236}">
                  <a16:creationId xmlns:a16="http://schemas.microsoft.com/office/drawing/2014/main" id="{224AABD8-AC7A-4010-87E6-AD697DEF9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988" y="5962650"/>
              <a:ext cx="2613025" cy="574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(w,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,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 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)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</a:t>
              </a:r>
            </a:p>
          </p:txBody>
        </p:sp>
        <p:cxnSp>
          <p:nvCxnSpPr>
            <p:cNvPr id="134236" name="Straight Connector 4">
              <a:extLst>
                <a:ext uri="{FF2B5EF4-FFF2-40B4-BE49-F238E27FC236}">
                  <a16:creationId xmlns:a16="http://schemas.microsoft.com/office/drawing/2014/main" id="{4D8C6736-59DD-415C-9629-0BAE3AD9262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87584" y="6136368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34232" name="Group 6">
            <a:extLst>
              <a:ext uri="{FF2B5EF4-FFF2-40B4-BE49-F238E27FC236}">
                <a16:creationId xmlns:a16="http://schemas.microsoft.com/office/drawing/2014/main" id="{A027A32D-8FFE-4C1A-84CB-964A7B8793F6}"/>
              </a:ext>
            </a:extLst>
          </p:cNvPr>
          <p:cNvGrpSpPr>
            <a:grpSpLocks/>
          </p:cNvGrpSpPr>
          <p:nvPr/>
        </p:nvGrpSpPr>
        <p:grpSpPr bwMode="auto">
          <a:xfrm>
            <a:off x="3997325" y="5951538"/>
            <a:ext cx="2381250" cy="574675"/>
            <a:chOff x="3997325" y="5951538"/>
            <a:chExt cx="2381250" cy="574675"/>
          </a:xfrm>
        </p:grpSpPr>
        <p:sp>
          <p:nvSpPr>
            <p:cNvPr id="134233" name="Shape 1694">
              <a:extLst>
                <a:ext uri="{FF2B5EF4-FFF2-40B4-BE49-F238E27FC236}">
                  <a16:creationId xmlns:a16="http://schemas.microsoft.com/office/drawing/2014/main" id="{90CEB6C8-3201-4612-917D-661EBE9F0C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7325" y="5951538"/>
              <a:ext cx="2381250" cy="574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(w,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4 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,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 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) = w</a:t>
              </a:r>
            </a:p>
          </p:txBody>
        </p:sp>
        <p:cxnSp>
          <p:nvCxnSpPr>
            <p:cNvPr id="134234" name="Straight Connector 161">
              <a:extLst>
                <a:ext uri="{FF2B5EF4-FFF2-40B4-BE49-F238E27FC236}">
                  <a16:creationId xmlns:a16="http://schemas.microsoft.com/office/drawing/2014/main" id="{34CB7E48-F16E-4725-8A44-05BF585999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59410" y="6135076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hape 1884">
            <a:extLst>
              <a:ext uri="{FF2B5EF4-FFF2-40B4-BE49-F238E27FC236}">
                <a16:creationId xmlns:a16="http://schemas.microsoft.com/office/drawing/2014/main" id="{F90245F0-E93B-4C34-BBF2-B8FD81ED8399}"/>
              </a:ext>
            </a:extLst>
          </p:cNvPr>
          <p:cNvSpPr>
            <a:spLocks/>
          </p:cNvSpPr>
          <p:nvPr/>
        </p:nvSpPr>
        <p:spPr bwMode="auto">
          <a:xfrm>
            <a:off x="3592513" y="3303588"/>
            <a:ext cx="4365625" cy="2581275"/>
          </a:xfrm>
          <a:custGeom>
            <a:avLst/>
            <a:gdLst>
              <a:gd name="T0" fmla="*/ 0 w 5499"/>
              <a:gd name="T1" fmla="*/ 2147483646 h 3253"/>
              <a:gd name="T2" fmla="*/ 2147483646 w 5499"/>
              <a:gd name="T3" fmla="*/ 2147483646 h 3253"/>
              <a:gd name="T4" fmla="*/ 2147483646 w 5499"/>
              <a:gd name="T5" fmla="*/ 2147483646 h 3253"/>
              <a:gd name="T6" fmla="*/ 2147483646 w 5499"/>
              <a:gd name="T7" fmla="*/ 2147483646 h 3253"/>
              <a:gd name="T8" fmla="*/ 2147483646 w 5499"/>
              <a:gd name="T9" fmla="*/ 0 h 3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499"/>
              <a:gd name="T16" fmla="*/ 0 h 3253"/>
              <a:gd name="T17" fmla="*/ 5499 w 5499"/>
              <a:gd name="T18" fmla="*/ 3253 h 32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499" h="3253" extrusionOk="0">
                <a:moveTo>
                  <a:pt x="0" y="3253"/>
                </a:moveTo>
                <a:lnTo>
                  <a:pt x="5499" y="3253"/>
                </a:lnTo>
                <a:lnTo>
                  <a:pt x="5499" y="403"/>
                </a:lnTo>
                <a:lnTo>
                  <a:pt x="3771" y="403"/>
                </a:lnTo>
                <a:lnTo>
                  <a:pt x="3771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6194" name="Shape 1885">
            <a:extLst>
              <a:ext uri="{FF2B5EF4-FFF2-40B4-BE49-F238E27FC236}">
                <a16:creationId xmlns:a16="http://schemas.microsoft.com/office/drawing/2014/main" id="{5AED8289-F810-4658-BB4D-3BB776849559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H="1">
            <a:off x="6586538" y="5564188"/>
            <a:ext cx="1587" cy="320675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195" name="Shape 1886">
            <a:extLst>
              <a:ext uri="{FF2B5EF4-FFF2-40B4-BE49-F238E27FC236}">
                <a16:creationId xmlns:a16="http://schemas.microsoft.com/office/drawing/2014/main" id="{DEA361D7-4B2B-43AE-99A9-5D147794735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160588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196" name="Shape 1887">
            <a:extLst>
              <a:ext uri="{FF2B5EF4-FFF2-40B4-BE49-F238E27FC236}">
                <a16:creationId xmlns:a16="http://schemas.microsoft.com/office/drawing/2014/main" id="{3C4D844A-DEE3-41A0-9CC6-D8E7BDAF6F0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233863" y="2481263"/>
            <a:ext cx="319087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197" name="Shape 1888">
            <a:extLst>
              <a:ext uri="{FF2B5EF4-FFF2-40B4-BE49-F238E27FC236}">
                <a16:creationId xmlns:a16="http://schemas.microsoft.com/office/drawing/2014/main" id="{28BBF587-DB71-4EE8-BC52-6D19313573C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40325" y="2320925"/>
            <a:ext cx="395288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198" name="Shape 1889">
            <a:extLst>
              <a:ext uri="{FF2B5EF4-FFF2-40B4-BE49-F238E27FC236}">
                <a16:creationId xmlns:a16="http://schemas.microsoft.com/office/drawing/2014/main" id="{B8763FB7-8B8B-45F2-8405-6978F8F90C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2000250"/>
            <a:ext cx="800100" cy="1303338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6199" name="Shape 1890">
            <a:extLst>
              <a:ext uri="{FF2B5EF4-FFF2-40B4-BE49-F238E27FC236}">
                <a16:creationId xmlns:a16="http://schemas.microsoft.com/office/drawing/2014/main" id="{1B968B25-69B3-4192-8B52-1F90A39AA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222408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36200" name="Shape 1891">
            <a:extLst>
              <a:ext uri="{FF2B5EF4-FFF2-40B4-BE49-F238E27FC236}">
                <a16:creationId xmlns:a16="http://schemas.microsoft.com/office/drawing/2014/main" id="{7CBFDCD4-81F6-4731-8D93-067D6CCC7E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22161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136201" name="Shape 1892">
            <a:extLst>
              <a:ext uri="{FF2B5EF4-FFF2-40B4-BE49-F238E27FC236}">
                <a16:creationId xmlns:a16="http://schemas.microsoft.com/office/drawing/2014/main" id="{E025FD5B-A7DA-48A4-8FF0-7117C0D64C90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2846388"/>
            <a:ext cx="114300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02" name="Shape 1893">
            <a:extLst>
              <a:ext uri="{FF2B5EF4-FFF2-40B4-BE49-F238E27FC236}">
                <a16:creationId xmlns:a16="http://schemas.microsoft.com/office/drawing/2014/main" id="{A49C06F1-AB9F-43F3-9526-60DD707D9A2D}"/>
              </a:ext>
            </a:extLst>
          </p:cNvPr>
          <p:cNvSpPr>
            <a:spLocks/>
          </p:cNvSpPr>
          <p:nvPr/>
        </p:nvSpPr>
        <p:spPr bwMode="auto">
          <a:xfrm>
            <a:off x="6175375" y="2892425"/>
            <a:ext cx="160338" cy="158750"/>
          </a:xfrm>
          <a:custGeom>
            <a:avLst/>
            <a:gdLst>
              <a:gd name="T0" fmla="*/ 0 w 202"/>
              <a:gd name="T1" fmla="*/ 2147483646 h 202"/>
              <a:gd name="T2" fmla="*/ 2147483646 w 202"/>
              <a:gd name="T3" fmla="*/ 2147483646 h 202"/>
              <a:gd name="T4" fmla="*/ 0 w 202"/>
              <a:gd name="T5" fmla="*/ 0 h 202"/>
              <a:gd name="T6" fmla="*/ 0 60000 65536"/>
              <a:gd name="T7" fmla="*/ 0 60000 65536"/>
              <a:gd name="T8" fmla="*/ 0 60000 65536"/>
              <a:gd name="T9" fmla="*/ 0 w 202"/>
              <a:gd name="T10" fmla="*/ 0 h 202"/>
              <a:gd name="T11" fmla="*/ 202 w 202"/>
              <a:gd name="T12" fmla="*/ 202 h 20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2" extrusionOk="0">
                <a:moveTo>
                  <a:pt x="0" y="202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03" name="Shape 1894">
            <a:extLst>
              <a:ext uri="{FF2B5EF4-FFF2-40B4-BE49-F238E27FC236}">
                <a16:creationId xmlns:a16="http://schemas.microsoft.com/office/drawing/2014/main" id="{FAA2A3C9-85CA-4B90-9481-86C310D8FA39}"/>
              </a:ext>
            </a:extLst>
          </p:cNvPr>
          <p:cNvSpPr>
            <a:spLocks/>
          </p:cNvSpPr>
          <p:nvPr/>
        </p:nvSpPr>
        <p:spPr bwMode="auto">
          <a:xfrm>
            <a:off x="6534150" y="3306763"/>
            <a:ext cx="104775" cy="103187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4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7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7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6"/>
                </a:lnTo>
                <a:lnTo>
                  <a:pt x="10" y="99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09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2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2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09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99"/>
                </a:lnTo>
                <a:lnTo>
                  <a:pt x="123" y="96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7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7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4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6204" name="Shape 1895">
            <a:extLst>
              <a:ext uri="{FF2B5EF4-FFF2-40B4-BE49-F238E27FC236}">
                <a16:creationId xmlns:a16="http://schemas.microsoft.com/office/drawing/2014/main" id="{239EC110-1B73-4387-8DFC-604B86003B7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35613" y="2320925"/>
            <a:ext cx="639762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205" name="Shape 1896">
            <a:extLst>
              <a:ext uri="{FF2B5EF4-FFF2-40B4-BE49-F238E27FC236}">
                <a16:creationId xmlns:a16="http://schemas.microsoft.com/office/drawing/2014/main" id="{86B27E92-C8D8-4A8C-949D-A461EAFC910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92513" y="4583113"/>
            <a:ext cx="2582862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06" name="Shape 1897">
            <a:extLst>
              <a:ext uri="{FF2B5EF4-FFF2-40B4-BE49-F238E27FC236}">
                <a16:creationId xmlns:a16="http://schemas.microsoft.com/office/drawing/2014/main" id="{5C14588F-F337-4772-9432-308C27D98C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4262438"/>
            <a:ext cx="800100" cy="130175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6207" name="Shape 1898">
            <a:extLst>
              <a:ext uri="{FF2B5EF4-FFF2-40B4-BE49-F238E27FC236}">
                <a16:creationId xmlns:a16="http://schemas.microsoft.com/office/drawing/2014/main" id="{BFD47C8C-A11A-4322-ABCC-8578B3BEB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28686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136208" name="Shape 1899">
            <a:extLst>
              <a:ext uri="{FF2B5EF4-FFF2-40B4-BE49-F238E27FC236}">
                <a16:creationId xmlns:a16="http://schemas.microsoft.com/office/drawing/2014/main" id="{B960B7B1-8E3A-4EC1-BB52-7C5E28B69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4750" y="44894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36209" name="Shape 1900">
            <a:extLst>
              <a:ext uri="{FF2B5EF4-FFF2-40B4-BE49-F238E27FC236}">
                <a16:creationId xmlns:a16="http://schemas.microsoft.com/office/drawing/2014/main" id="{DE84EB6F-F239-4B0E-B6B7-9BF5F8743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1000" y="448151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136210" name="Shape 1901">
            <a:extLst>
              <a:ext uri="{FF2B5EF4-FFF2-40B4-BE49-F238E27FC236}">
                <a16:creationId xmlns:a16="http://schemas.microsoft.com/office/drawing/2014/main" id="{DF33D804-3DD8-49CE-A84F-5DA6087B749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746875" y="5130800"/>
            <a:ext cx="11430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11" name="Shape 1902">
            <a:extLst>
              <a:ext uri="{FF2B5EF4-FFF2-40B4-BE49-F238E27FC236}">
                <a16:creationId xmlns:a16="http://schemas.microsoft.com/office/drawing/2014/main" id="{9D329980-21CA-4604-8E20-48017455E691}"/>
              </a:ext>
            </a:extLst>
          </p:cNvPr>
          <p:cNvSpPr>
            <a:spLocks/>
          </p:cNvSpPr>
          <p:nvPr/>
        </p:nvSpPr>
        <p:spPr bwMode="auto">
          <a:xfrm>
            <a:off x="6175375" y="5153025"/>
            <a:ext cx="160338" cy="160338"/>
          </a:xfrm>
          <a:custGeom>
            <a:avLst/>
            <a:gdLst>
              <a:gd name="T0" fmla="*/ 0 w 202"/>
              <a:gd name="T1" fmla="*/ 2147483646 h 201"/>
              <a:gd name="T2" fmla="*/ 2147483646 w 202"/>
              <a:gd name="T3" fmla="*/ 2147483646 h 201"/>
              <a:gd name="T4" fmla="*/ 0 w 202"/>
              <a:gd name="T5" fmla="*/ 0 h 201"/>
              <a:gd name="T6" fmla="*/ 0 60000 65536"/>
              <a:gd name="T7" fmla="*/ 0 60000 65536"/>
              <a:gd name="T8" fmla="*/ 0 60000 65536"/>
              <a:gd name="T9" fmla="*/ 0 w 202"/>
              <a:gd name="T10" fmla="*/ 0 h 201"/>
              <a:gd name="T11" fmla="*/ 202 w 202"/>
              <a:gd name="T12" fmla="*/ 201 h 2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1" extrusionOk="0">
                <a:moveTo>
                  <a:pt x="0" y="201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2" name="Shape 1903">
            <a:extLst>
              <a:ext uri="{FF2B5EF4-FFF2-40B4-BE49-F238E27FC236}">
                <a16:creationId xmlns:a16="http://schemas.microsoft.com/office/drawing/2014/main" id="{D100AB92-20AA-4C43-94AE-D040B88BAE63}"/>
              </a:ext>
            </a:extLst>
          </p:cNvPr>
          <p:cNvSpPr>
            <a:spLocks/>
          </p:cNvSpPr>
          <p:nvPr/>
        </p:nvSpPr>
        <p:spPr bwMode="auto">
          <a:xfrm>
            <a:off x="6537325" y="5575300"/>
            <a:ext cx="104775" cy="103188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5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8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8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7"/>
                </a:lnTo>
                <a:lnTo>
                  <a:pt x="10" y="100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10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3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3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10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8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5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13" name="Shape 1904">
            <a:extLst>
              <a:ext uri="{FF2B5EF4-FFF2-40B4-BE49-F238E27FC236}">
                <a16:creationId xmlns:a16="http://schemas.microsoft.com/office/drawing/2014/main" id="{8A344D72-9D73-4EFC-A86A-2C541175B7F9}"/>
              </a:ext>
            </a:extLst>
          </p:cNvPr>
          <p:cNvSpPr>
            <a:spLocks/>
          </p:cNvSpPr>
          <p:nvPr/>
        </p:nvSpPr>
        <p:spPr bwMode="auto">
          <a:xfrm>
            <a:off x="3890963" y="4546600"/>
            <a:ext cx="44450" cy="68263"/>
          </a:xfrm>
          <a:custGeom>
            <a:avLst/>
            <a:gdLst>
              <a:gd name="T0" fmla="*/ 0 w 58"/>
              <a:gd name="T1" fmla="*/ 2147483646 h 87"/>
              <a:gd name="T2" fmla="*/ 0 w 58"/>
              <a:gd name="T3" fmla="*/ 2147483646 h 87"/>
              <a:gd name="T4" fmla="*/ 2147483646 w 58"/>
              <a:gd name="T5" fmla="*/ 2147483646 h 87"/>
              <a:gd name="T6" fmla="*/ 2147483646 w 58"/>
              <a:gd name="T7" fmla="*/ 2147483646 h 87"/>
              <a:gd name="T8" fmla="*/ 2147483646 w 58"/>
              <a:gd name="T9" fmla="*/ 2147483646 h 87"/>
              <a:gd name="T10" fmla="*/ 2147483646 w 58"/>
              <a:gd name="T11" fmla="*/ 2147483646 h 87"/>
              <a:gd name="T12" fmla="*/ 2147483646 w 58"/>
              <a:gd name="T13" fmla="*/ 2147483646 h 87"/>
              <a:gd name="T14" fmla="*/ 2147483646 w 58"/>
              <a:gd name="T15" fmla="*/ 2147483646 h 87"/>
              <a:gd name="T16" fmla="*/ 2147483646 w 58"/>
              <a:gd name="T17" fmla="*/ 2147483646 h 87"/>
              <a:gd name="T18" fmla="*/ 2147483646 w 58"/>
              <a:gd name="T19" fmla="*/ 0 h 87"/>
              <a:gd name="T20" fmla="*/ 2147483646 w 58"/>
              <a:gd name="T21" fmla="*/ 0 h 87"/>
              <a:gd name="T22" fmla="*/ 2147483646 w 58"/>
              <a:gd name="T23" fmla="*/ 0 h 87"/>
              <a:gd name="T24" fmla="*/ 2147483646 w 58"/>
              <a:gd name="T25" fmla="*/ 2147483646 h 87"/>
              <a:gd name="T26" fmla="*/ 2147483646 w 58"/>
              <a:gd name="T27" fmla="*/ 2147483646 h 87"/>
              <a:gd name="T28" fmla="*/ 2147483646 w 58"/>
              <a:gd name="T29" fmla="*/ 2147483646 h 87"/>
              <a:gd name="T30" fmla="*/ 2147483646 w 58"/>
              <a:gd name="T31" fmla="*/ 2147483646 h 87"/>
              <a:gd name="T32" fmla="*/ 2147483646 w 58"/>
              <a:gd name="T33" fmla="*/ 2147483646 h 87"/>
              <a:gd name="T34" fmla="*/ 2147483646 w 58"/>
              <a:gd name="T35" fmla="*/ 2147483646 h 87"/>
              <a:gd name="T36" fmla="*/ 2147483646 w 58"/>
              <a:gd name="T37" fmla="*/ 2147483646 h 87"/>
              <a:gd name="T38" fmla="*/ 2147483646 w 58"/>
              <a:gd name="T39" fmla="*/ 2147483646 h 87"/>
              <a:gd name="T40" fmla="*/ 2147483646 w 58"/>
              <a:gd name="T41" fmla="*/ 2147483646 h 87"/>
              <a:gd name="T42" fmla="*/ 2147483646 w 58"/>
              <a:gd name="T43" fmla="*/ 2147483646 h 87"/>
              <a:gd name="T44" fmla="*/ 2147483646 w 58"/>
              <a:gd name="T45" fmla="*/ 2147483646 h 87"/>
              <a:gd name="T46" fmla="*/ 2147483646 w 58"/>
              <a:gd name="T47" fmla="*/ 2147483646 h 87"/>
              <a:gd name="T48" fmla="*/ 2147483646 w 58"/>
              <a:gd name="T49" fmla="*/ 2147483646 h 87"/>
              <a:gd name="T50" fmla="*/ 2147483646 w 58"/>
              <a:gd name="T51" fmla="*/ 2147483646 h 87"/>
              <a:gd name="T52" fmla="*/ 2147483646 w 58"/>
              <a:gd name="T53" fmla="*/ 2147483646 h 87"/>
              <a:gd name="T54" fmla="*/ 2147483646 w 58"/>
              <a:gd name="T55" fmla="*/ 2147483646 h 87"/>
              <a:gd name="T56" fmla="*/ 2147483646 w 58"/>
              <a:gd name="T57" fmla="*/ 2147483646 h 87"/>
              <a:gd name="T58" fmla="*/ 2147483646 w 58"/>
              <a:gd name="T59" fmla="*/ 2147483646 h 87"/>
              <a:gd name="T60" fmla="*/ 2147483646 w 58"/>
              <a:gd name="T61" fmla="*/ 2147483646 h 87"/>
              <a:gd name="T62" fmla="*/ 2147483646 w 58"/>
              <a:gd name="T63" fmla="*/ 2147483646 h 87"/>
              <a:gd name="T64" fmla="*/ 2147483646 w 58"/>
              <a:gd name="T65" fmla="*/ 2147483646 h 87"/>
              <a:gd name="T66" fmla="*/ 2147483646 w 58"/>
              <a:gd name="T67" fmla="*/ 2147483646 h 87"/>
              <a:gd name="T68" fmla="*/ 2147483646 w 58"/>
              <a:gd name="T69" fmla="*/ 2147483646 h 87"/>
              <a:gd name="T70" fmla="*/ 2147483646 w 58"/>
              <a:gd name="T71" fmla="*/ 2147483646 h 87"/>
              <a:gd name="T72" fmla="*/ 2147483646 w 58"/>
              <a:gd name="T73" fmla="*/ 2147483646 h 87"/>
              <a:gd name="T74" fmla="*/ 2147483646 w 58"/>
              <a:gd name="T75" fmla="*/ 2147483646 h 87"/>
              <a:gd name="T76" fmla="*/ 2147483646 w 58"/>
              <a:gd name="T77" fmla="*/ 2147483646 h 87"/>
              <a:gd name="T78" fmla="*/ 2147483646 w 58"/>
              <a:gd name="T79" fmla="*/ 2147483646 h 87"/>
              <a:gd name="T80" fmla="*/ 2147483646 w 58"/>
              <a:gd name="T81" fmla="*/ 2147483646 h 87"/>
              <a:gd name="T82" fmla="*/ 2147483646 w 58"/>
              <a:gd name="T83" fmla="*/ 2147483646 h 87"/>
              <a:gd name="T84" fmla="*/ 0 w 58"/>
              <a:gd name="T85" fmla="*/ 2147483646 h 87"/>
              <a:gd name="T86" fmla="*/ 0 w 58"/>
              <a:gd name="T87" fmla="*/ 2147483646 h 8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87"/>
              <a:gd name="T134" fmla="*/ 58 w 58"/>
              <a:gd name="T135" fmla="*/ 87 h 8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87" extrusionOk="0">
                <a:moveTo>
                  <a:pt x="0" y="52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1"/>
                </a:lnTo>
                <a:lnTo>
                  <a:pt x="0" y="28"/>
                </a:lnTo>
                <a:lnTo>
                  <a:pt x="0" y="26"/>
                </a:lnTo>
                <a:lnTo>
                  <a:pt x="2" y="25"/>
                </a:lnTo>
                <a:lnTo>
                  <a:pt x="2" y="23"/>
                </a:lnTo>
                <a:lnTo>
                  <a:pt x="3" y="22"/>
                </a:lnTo>
                <a:lnTo>
                  <a:pt x="3" y="21"/>
                </a:lnTo>
                <a:lnTo>
                  <a:pt x="5" y="19"/>
                </a:lnTo>
                <a:lnTo>
                  <a:pt x="5" y="18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8"/>
                </a:lnTo>
                <a:lnTo>
                  <a:pt x="15" y="6"/>
                </a:lnTo>
                <a:lnTo>
                  <a:pt x="16" y="6"/>
                </a:lnTo>
                <a:lnTo>
                  <a:pt x="17" y="5"/>
                </a:lnTo>
                <a:lnTo>
                  <a:pt x="19" y="3"/>
                </a:lnTo>
                <a:lnTo>
                  <a:pt x="20" y="3"/>
                </a:lnTo>
                <a:lnTo>
                  <a:pt x="23" y="3"/>
                </a:lnTo>
                <a:lnTo>
                  <a:pt x="25" y="2"/>
                </a:lnTo>
                <a:lnTo>
                  <a:pt x="26" y="2"/>
                </a:lnTo>
                <a:lnTo>
                  <a:pt x="28" y="2"/>
                </a:lnTo>
                <a:lnTo>
                  <a:pt x="29" y="0"/>
                </a:lnTo>
                <a:lnTo>
                  <a:pt x="30" y="0"/>
                </a:lnTo>
                <a:lnTo>
                  <a:pt x="33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2"/>
                </a:lnTo>
                <a:lnTo>
                  <a:pt x="32" y="2"/>
                </a:lnTo>
                <a:lnTo>
                  <a:pt x="33" y="2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5"/>
                </a:lnTo>
                <a:lnTo>
                  <a:pt x="41" y="6"/>
                </a:lnTo>
                <a:lnTo>
                  <a:pt x="42" y="6"/>
                </a:lnTo>
                <a:lnTo>
                  <a:pt x="43" y="8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2"/>
                </a:lnTo>
                <a:lnTo>
                  <a:pt x="49" y="13"/>
                </a:lnTo>
                <a:lnTo>
                  <a:pt x="51" y="15"/>
                </a:lnTo>
                <a:lnTo>
                  <a:pt x="52" y="16"/>
                </a:lnTo>
                <a:lnTo>
                  <a:pt x="52" y="18"/>
                </a:lnTo>
                <a:lnTo>
                  <a:pt x="53" y="19"/>
                </a:lnTo>
                <a:lnTo>
                  <a:pt x="53" y="21"/>
                </a:lnTo>
                <a:lnTo>
                  <a:pt x="55" y="22"/>
                </a:lnTo>
                <a:lnTo>
                  <a:pt x="55" y="23"/>
                </a:lnTo>
                <a:lnTo>
                  <a:pt x="56" y="25"/>
                </a:lnTo>
                <a:lnTo>
                  <a:pt x="56" y="26"/>
                </a:lnTo>
                <a:lnTo>
                  <a:pt x="56" y="28"/>
                </a:lnTo>
                <a:lnTo>
                  <a:pt x="56" y="31"/>
                </a:lnTo>
                <a:lnTo>
                  <a:pt x="58" y="32"/>
                </a:lnTo>
                <a:lnTo>
                  <a:pt x="58" y="33"/>
                </a:lnTo>
                <a:lnTo>
                  <a:pt x="58" y="35"/>
                </a:lnTo>
                <a:lnTo>
                  <a:pt x="58" y="52"/>
                </a:lnTo>
                <a:lnTo>
                  <a:pt x="58" y="54"/>
                </a:lnTo>
                <a:lnTo>
                  <a:pt x="58" y="55"/>
                </a:lnTo>
                <a:lnTo>
                  <a:pt x="56" y="58"/>
                </a:lnTo>
                <a:lnTo>
                  <a:pt x="56" y="59"/>
                </a:lnTo>
                <a:lnTo>
                  <a:pt x="56" y="61"/>
                </a:lnTo>
                <a:lnTo>
                  <a:pt x="56" y="62"/>
                </a:lnTo>
                <a:lnTo>
                  <a:pt x="55" y="64"/>
                </a:lnTo>
                <a:lnTo>
                  <a:pt x="55" y="65"/>
                </a:lnTo>
                <a:lnTo>
                  <a:pt x="53" y="67"/>
                </a:lnTo>
                <a:lnTo>
                  <a:pt x="53" y="68"/>
                </a:lnTo>
                <a:lnTo>
                  <a:pt x="52" y="69"/>
                </a:lnTo>
                <a:lnTo>
                  <a:pt x="52" y="71"/>
                </a:lnTo>
                <a:lnTo>
                  <a:pt x="51" y="72"/>
                </a:lnTo>
                <a:lnTo>
                  <a:pt x="49" y="74"/>
                </a:lnTo>
                <a:lnTo>
                  <a:pt x="48" y="75"/>
                </a:lnTo>
                <a:lnTo>
                  <a:pt x="48" y="77"/>
                </a:lnTo>
                <a:lnTo>
                  <a:pt x="46" y="78"/>
                </a:lnTo>
                <a:lnTo>
                  <a:pt x="45" y="80"/>
                </a:lnTo>
                <a:lnTo>
                  <a:pt x="43" y="80"/>
                </a:lnTo>
                <a:lnTo>
                  <a:pt x="42" y="81"/>
                </a:lnTo>
                <a:lnTo>
                  <a:pt x="41" y="82"/>
                </a:lnTo>
                <a:lnTo>
                  <a:pt x="39" y="82"/>
                </a:lnTo>
                <a:lnTo>
                  <a:pt x="38" y="84"/>
                </a:lnTo>
                <a:lnTo>
                  <a:pt x="36" y="84"/>
                </a:lnTo>
                <a:lnTo>
                  <a:pt x="35" y="85"/>
                </a:lnTo>
                <a:lnTo>
                  <a:pt x="33" y="85"/>
                </a:lnTo>
                <a:lnTo>
                  <a:pt x="32" y="85"/>
                </a:lnTo>
                <a:lnTo>
                  <a:pt x="29" y="87"/>
                </a:lnTo>
                <a:lnTo>
                  <a:pt x="28" y="87"/>
                </a:lnTo>
                <a:lnTo>
                  <a:pt x="26" y="87"/>
                </a:lnTo>
                <a:lnTo>
                  <a:pt x="25" y="87"/>
                </a:lnTo>
                <a:lnTo>
                  <a:pt x="22" y="87"/>
                </a:lnTo>
                <a:lnTo>
                  <a:pt x="35" y="87"/>
                </a:lnTo>
                <a:lnTo>
                  <a:pt x="33" y="87"/>
                </a:lnTo>
                <a:lnTo>
                  <a:pt x="30" y="87"/>
                </a:lnTo>
                <a:lnTo>
                  <a:pt x="29" y="87"/>
                </a:lnTo>
                <a:lnTo>
                  <a:pt x="28" y="87"/>
                </a:lnTo>
                <a:lnTo>
                  <a:pt x="26" y="85"/>
                </a:lnTo>
                <a:lnTo>
                  <a:pt x="25" y="85"/>
                </a:lnTo>
                <a:lnTo>
                  <a:pt x="23" y="85"/>
                </a:lnTo>
                <a:lnTo>
                  <a:pt x="20" y="84"/>
                </a:lnTo>
                <a:lnTo>
                  <a:pt x="19" y="84"/>
                </a:lnTo>
                <a:lnTo>
                  <a:pt x="17" y="82"/>
                </a:lnTo>
                <a:lnTo>
                  <a:pt x="16" y="82"/>
                </a:lnTo>
                <a:lnTo>
                  <a:pt x="15" y="81"/>
                </a:lnTo>
                <a:lnTo>
                  <a:pt x="13" y="80"/>
                </a:lnTo>
                <a:lnTo>
                  <a:pt x="12" y="80"/>
                </a:lnTo>
                <a:lnTo>
                  <a:pt x="12" y="78"/>
                </a:lnTo>
                <a:lnTo>
                  <a:pt x="10" y="77"/>
                </a:lnTo>
                <a:lnTo>
                  <a:pt x="9" y="75"/>
                </a:lnTo>
                <a:lnTo>
                  <a:pt x="7" y="74"/>
                </a:lnTo>
                <a:lnTo>
                  <a:pt x="6" y="72"/>
                </a:lnTo>
                <a:lnTo>
                  <a:pt x="6" y="71"/>
                </a:lnTo>
                <a:lnTo>
                  <a:pt x="5" y="69"/>
                </a:lnTo>
                <a:lnTo>
                  <a:pt x="5" y="68"/>
                </a:lnTo>
                <a:lnTo>
                  <a:pt x="3" y="67"/>
                </a:lnTo>
                <a:lnTo>
                  <a:pt x="3" y="65"/>
                </a:lnTo>
                <a:lnTo>
                  <a:pt x="2" y="64"/>
                </a:lnTo>
                <a:lnTo>
                  <a:pt x="2" y="62"/>
                </a:lnTo>
                <a:lnTo>
                  <a:pt x="0" y="61"/>
                </a:lnTo>
                <a:lnTo>
                  <a:pt x="0" y="59"/>
                </a:lnTo>
                <a:lnTo>
                  <a:pt x="0" y="58"/>
                </a:lnTo>
                <a:lnTo>
                  <a:pt x="0" y="55"/>
                </a:lnTo>
                <a:lnTo>
                  <a:pt x="0" y="54"/>
                </a:lnTo>
                <a:lnTo>
                  <a:pt x="0" y="52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6214" name="Shape 1905">
            <a:extLst>
              <a:ext uri="{FF2B5EF4-FFF2-40B4-BE49-F238E27FC236}">
                <a16:creationId xmlns:a16="http://schemas.microsoft.com/office/drawing/2014/main" id="{AB146828-2C42-47DF-B236-D8A8C7F706F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975475" y="2320925"/>
            <a:ext cx="1301750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15" name="Shape 1906">
            <a:extLst>
              <a:ext uri="{FF2B5EF4-FFF2-40B4-BE49-F238E27FC236}">
                <a16:creationId xmlns:a16="http://schemas.microsoft.com/office/drawing/2014/main" id="{59EF9B3D-ED5F-4780-9DC6-10D28493F8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5135563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Q </a:t>
            </a:r>
          </a:p>
        </p:txBody>
      </p:sp>
      <p:sp>
        <p:nvSpPr>
          <p:cNvPr id="136216" name="Shape 1907">
            <a:extLst>
              <a:ext uri="{FF2B5EF4-FFF2-40B4-BE49-F238E27FC236}">
                <a16:creationId xmlns:a16="http://schemas.microsoft.com/office/drawing/2014/main" id="{AC7D6238-430B-4CFF-A92D-622A56041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198755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6217" name="Shape 1908">
            <a:extLst>
              <a:ext uri="{FF2B5EF4-FFF2-40B4-BE49-F238E27FC236}">
                <a16:creationId xmlns:a16="http://schemas.microsoft.com/office/drawing/2014/main" id="{F2F3C21B-4EA5-495D-A01A-E7B197ED61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6218" name="Shape 1909">
            <a:extLst>
              <a:ext uri="{FF2B5EF4-FFF2-40B4-BE49-F238E27FC236}">
                <a16:creationId xmlns:a16="http://schemas.microsoft.com/office/drawing/2014/main" id="{91C848D1-FF91-4E56-B327-6DAB55EAD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4688" y="4254500"/>
            <a:ext cx="2603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6219" name="Shape 1910">
            <a:extLst>
              <a:ext uri="{FF2B5EF4-FFF2-40B4-BE49-F238E27FC236}">
                <a16:creationId xmlns:a16="http://schemas.microsoft.com/office/drawing/2014/main" id="{8CEA6B9F-8B7E-4E64-944F-9CA2E5B36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8988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6220" name="Shape 1911">
            <a:extLst>
              <a:ext uri="{FF2B5EF4-FFF2-40B4-BE49-F238E27FC236}">
                <a16:creationId xmlns:a16="http://schemas.microsoft.com/office/drawing/2014/main" id="{326992B8-A566-4B49-BDFB-80AF42BBEB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2050" y="4430713"/>
            <a:ext cx="28416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36221" name="Shape 1912">
            <a:extLst>
              <a:ext uri="{FF2B5EF4-FFF2-40B4-BE49-F238E27FC236}">
                <a16:creationId xmlns:a16="http://schemas.microsoft.com/office/drawing/2014/main" id="{004BEA93-8EEB-451B-AAC3-54B7E5BF65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4813" y="5137150"/>
            <a:ext cx="646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136222" name="Shape 1913">
            <a:extLst>
              <a:ext uri="{FF2B5EF4-FFF2-40B4-BE49-F238E27FC236}">
                <a16:creationId xmlns:a16="http://schemas.microsoft.com/office/drawing/2014/main" id="{FF37C8EB-0543-4C92-AA3F-F3CDF58DD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1213" y="2195513"/>
            <a:ext cx="225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 </a:t>
            </a:r>
          </a:p>
        </p:txBody>
      </p:sp>
      <p:sp>
        <p:nvSpPr>
          <p:cNvPr id="136223" name="Shape 1914">
            <a:extLst>
              <a:ext uri="{FF2B5EF4-FFF2-40B4-BE49-F238E27FC236}">
                <a16:creationId xmlns:a16="http://schemas.microsoft.com/office/drawing/2014/main" id="{199230E4-DBE4-4E08-9542-7713943CA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425450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6224" name="Shape 1915">
            <a:extLst>
              <a:ext uri="{FF2B5EF4-FFF2-40B4-BE49-F238E27FC236}">
                <a16:creationId xmlns:a16="http://schemas.microsoft.com/office/drawing/2014/main" id="{1A7B716A-AFBF-45B0-80D6-1E45C773E5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4340225"/>
            <a:ext cx="206375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</a:p>
        </p:txBody>
      </p:sp>
      <p:sp>
        <p:nvSpPr>
          <p:cNvPr id="136225" name="Shape 1916">
            <a:extLst>
              <a:ext uri="{FF2B5EF4-FFF2-40B4-BE49-F238E27FC236}">
                <a16:creationId xmlns:a16="http://schemas.microsoft.com/office/drawing/2014/main" id="{3DF0A24F-AF33-4577-BC11-BD6BCD970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987550"/>
            <a:ext cx="2365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 </a:t>
            </a:r>
          </a:p>
        </p:txBody>
      </p:sp>
      <p:sp>
        <p:nvSpPr>
          <p:cNvPr id="136226" name="Shape 1917">
            <a:extLst>
              <a:ext uri="{FF2B5EF4-FFF2-40B4-BE49-F238E27FC236}">
                <a16:creationId xmlns:a16="http://schemas.microsoft.com/office/drawing/2014/main" id="{FAC05490-06B3-444E-AA1E-EB273016AD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7425" y="2074863"/>
            <a:ext cx="206375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</a:p>
        </p:txBody>
      </p:sp>
      <p:sp>
        <p:nvSpPr>
          <p:cNvPr id="136227" name="Shape 1918">
            <a:extLst>
              <a:ext uri="{FF2B5EF4-FFF2-40B4-BE49-F238E27FC236}">
                <a16:creationId xmlns:a16="http://schemas.microsoft.com/office/drawing/2014/main" id="{0BEB20C5-AE2C-4E5D-A014-CCBC04E162D7}"/>
              </a:ext>
            </a:extLst>
          </p:cNvPr>
          <p:cNvSpPr>
            <a:spLocks/>
          </p:cNvSpPr>
          <p:nvPr/>
        </p:nvSpPr>
        <p:spPr bwMode="auto">
          <a:xfrm>
            <a:off x="4233863" y="2481263"/>
            <a:ext cx="3403600" cy="2101850"/>
          </a:xfrm>
          <a:custGeom>
            <a:avLst/>
            <a:gdLst>
              <a:gd name="T0" fmla="*/ 0 w 4289"/>
              <a:gd name="T1" fmla="*/ 0 h 2648"/>
              <a:gd name="T2" fmla="*/ 0 w 4289"/>
              <a:gd name="T3" fmla="*/ 2147483646 h 2648"/>
              <a:gd name="T4" fmla="*/ 2147483646 w 4289"/>
              <a:gd name="T5" fmla="*/ 2147483646 h 2648"/>
              <a:gd name="T6" fmla="*/ 2147483646 w 4289"/>
              <a:gd name="T7" fmla="*/ 2147483646 h 2648"/>
              <a:gd name="T8" fmla="*/ 2147483646 w 4289"/>
              <a:gd name="T9" fmla="*/ 2147483646 h 26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89"/>
              <a:gd name="T16" fmla="*/ 0 h 2648"/>
              <a:gd name="T17" fmla="*/ 4289 w 4289"/>
              <a:gd name="T18" fmla="*/ 2648 h 26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89" h="2648" extrusionOk="0">
                <a:moveTo>
                  <a:pt x="0" y="0"/>
                </a:moveTo>
                <a:lnTo>
                  <a:pt x="0" y="1842"/>
                </a:lnTo>
                <a:lnTo>
                  <a:pt x="4289" y="1842"/>
                </a:lnTo>
                <a:lnTo>
                  <a:pt x="4289" y="2648"/>
                </a:lnTo>
                <a:lnTo>
                  <a:pt x="3455" y="2648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28" name="Shape 1919">
            <a:extLst>
              <a:ext uri="{FF2B5EF4-FFF2-40B4-BE49-F238E27FC236}">
                <a16:creationId xmlns:a16="http://schemas.microsoft.com/office/drawing/2014/main" id="{8CFFCC64-77F5-45FA-ABD7-EEDA6C86C7F1}"/>
              </a:ext>
            </a:extLst>
          </p:cNvPr>
          <p:cNvSpPr>
            <a:spLocks/>
          </p:cNvSpPr>
          <p:nvPr/>
        </p:nvSpPr>
        <p:spPr bwMode="auto">
          <a:xfrm>
            <a:off x="3592513" y="2982913"/>
            <a:ext cx="2582862" cy="2262187"/>
          </a:xfrm>
          <a:custGeom>
            <a:avLst/>
            <a:gdLst>
              <a:gd name="T0" fmla="*/ 0 w 3253"/>
              <a:gd name="T1" fmla="*/ 2147483646 h 2850"/>
              <a:gd name="T2" fmla="*/ 2147483646 w 3253"/>
              <a:gd name="T3" fmla="*/ 2147483646 h 2850"/>
              <a:gd name="T4" fmla="*/ 2147483646 w 3253"/>
              <a:gd name="T5" fmla="*/ 0 h 2850"/>
              <a:gd name="T6" fmla="*/ 2147483646 w 3253"/>
              <a:gd name="T7" fmla="*/ 0 h 2850"/>
              <a:gd name="T8" fmla="*/ 0 60000 65536"/>
              <a:gd name="T9" fmla="*/ 0 60000 65536"/>
              <a:gd name="T10" fmla="*/ 0 60000 65536"/>
              <a:gd name="T11" fmla="*/ 0 60000 65536"/>
              <a:gd name="T12" fmla="*/ 0 w 3253"/>
              <a:gd name="T13" fmla="*/ 0 h 2850"/>
              <a:gd name="T14" fmla="*/ 3253 w 3253"/>
              <a:gd name="T15" fmla="*/ 2850 h 28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53" h="2850" extrusionOk="0">
                <a:moveTo>
                  <a:pt x="0" y="2850"/>
                </a:moveTo>
                <a:lnTo>
                  <a:pt x="2447" y="2850"/>
                </a:lnTo>
                <a:lnTo>
                  <a:pt x="2447" y="0"/>
                </a:lnTo>
                <a:lnTo>
                  <a:pt x="325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6229" name="Shape 1920">
            <a:extLst>
              <a:ext uri="{FF2B5EF4-FFF2-40B4-BE49-F238E27FC236}">
                <a16:creationId xmlns:a16="http://schemas.microsoft.com/office/drawing/2014/main" id="{6CA7C3C7-CFF9-4842-8AF9-4DEA7ED0D13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535613" y="5245100"/>
            <a:ext cx="639762" cy="0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30" name="Shape 1921">
            <a:extLst>
              <a:ext uri="{FF2B5EF4-FFF2-40B4-BE49-F238E27FC236}">
                <a16:creationId xmlns:a16="http://schemas.microsoft.com/office/drawing/2014/main" id="{EAEC322A-E53F-439E-A387-9447FE2D80F3}"/>
              </a:ext>
            </a:extLst>
          </p:cNvPr>
          <p:cNvSpPr>
            <a:spLocks/>
          </p:cNvSpPr>
          <p:nvPr/>
        </p:nvSpPr>
        <p:spPr bwMode="auto">
          <a:xfrm>
            <a:off x="3913188" y="2160588"/>
            <a:ext cx="320675" cy="2422525"/>
          </a:xfrm>
          <a:custGeom>
            <a:avLst/>
            <a:gdLst>
              <a:gd name="T0" fmla="*/ 0 w 403"/>
              <a:gd name="T1" fmla="*/ 2147483646 h 3051"/>
              <a:gd name="T2" fmla="*/ 0 w 403"/>
              <a:gd name="T3" fmla="*/ 0 h 3051"/>
              <a:gd name="T4" fmla="*/ 2147483646 w 403"/>
              <a:gd name="T5" fmla="*/ 0 h 3051"/>
              <a:gd name="T6" fmla="*/ 0 60000 65536"/>
              <a:gd name="T7" fmla="*/ 0 60000 65536"/>
              <a:gd name="T8" fmla="*/ 0 60000 65536"/>
              <a:gd name="T9" fmla="*/ 0 w 403"/>
              <a:gd name="T10" fmla="*/ 0 h 3051"/>
              <a:gd name="T11" fmla="*/ 403 w 403"/>
              <a:gd name="T12" fmla="*/ 3051 h 30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3051" extrusionOk="0">
                <a:moveTo>
                  <a:pt x="0" y="3051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1" name="Shape 1922">
            <a:extLst>
              <a:ext uri="{FF2B5EF4-FFF2-40B4-BE49-F238E27FC236}">
                <a16:creationId xmlns:a16="http://schemas.microsoft.com/office/drawing/2014/main" id="{39CDBD20-C6D4-4955-BD8E-77C70E637A62}"/>
              </a:ext>
            </a:extLst>
          </p:cNvPr>
          <p:cNvSpPr>
            <a:spLocks/>
          </p:cNvSpPr>
          <p:nvPr/>
        </p:nvSpPr>
        <p:spPr bwMode="auto">
          <a:xfrm>
            <a:off x="5489575" y="5210175"/>
            <a:ext cx="68263" cy="44450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2" name="Shape 1923">
            <a:extLst>
              <a:ext uri="{FF2B5EF4-FFF2-40B4-BE49-F238E27FC236}">
                <a16:creationId xmlns:a16="http://schemas.microsoft.com/office/drawing/2014/main" id="{5D00D83E-0AAF-4DA0-A86D-A72FB38CD561}"/>
              </a:ext>
            </a:extLst>
          </p:cNvPr>
          <p:cNvSpPr>
            <a:spLocks/>
          </p:cNvSpPr>
          <p:nvPr/>
        </p:nvSpPr>
        <p:spPr bwMode="auto">
          <a:xfrm>
            <a:off x="6564313" y="5861050"/>
            <a:ext cx="46037" cy="46038"/>
          </a:xfrm>
          <a:custGeom>
            <a:avLst/>
            <a:gdLst>
              <a:gd name="T0" fmla="*/ 0 w 58"/>
              <a:gd name="T1" fmla="*/ 2147483646 h 57"/>
              <a:gd name="T2" fmla="*/ 0 w 58"/>
              <a:gd name="T3" fmla="*/ 2147483646 h 57"/>
              <a:gd name="T4" fmla="*/ 2147483646 w 58"/>
              <a:gd name="T5" fmla="*/ 2147483646 h 57"/>
              <a:gd name="T6" fmla="*/ 2147483646 w 58"/>
              <a:gd name="T7" fmla="*/ 2147483646 h 57"/>
              <a:gd name="T8" fmla="*/ 2147483646 w 58"/>
              <a:gd name="T9" fmla="*/ 2147483646 h 57"/>
              <a:gd name="T10" fmla="*/ 2147483646 w 58"/>
              <a:gd name="T11" fmla="*/ 2147483646 h 57"/>
              <a:gd name="T12" fmla="*/ 2147483646 w 58"/>
              <a:gd name="T13" fmla="*/ 2147483646 h 57"/>
              <a:gd name="T14" fmla="*/ 2147483646 w 58"/>
              <a:gd name="T15" fmla="*/ 2147483646 h 57"/>
              <a:gd name="T16" fmla="*/ 2147483646 w 58"/>
              <a:gd name="T17" fmla="*/ 2147483646 h 57"/>
              <a:gd name="T18" fmla="*/ 2147483646 w 58"/>
              <a:gd name="T19" fmla="*/ 0 h 57"/>
              <a:gd name="T20" fmla="*/ 2147483646 w 58"/>
              <a:gd name="T21" fmla="*/ 0 h 57"/>
              <a:gd name="T22" fmla="*/ 2147483646 w 58"/>
              <a:gd name="T23" fmla="*/ 0 h 57"/>
              <a:gd name="T24" fmla="*/ 2147483646 w 58"/>
              <a:gd name="T25" fmla="*/ 2147483646 h 57"/>
              <a:gd name="T26" fmla="*/ 2147483646 w 58"/>
              <a:gd name="T27" fmla="*/ 2147483646 h 57"/>
              <a:gd name="T28" fmla="*/ 2147483646 w 58"/>
              <a:gd name="T29" fmla="*/ 2147483646 h 57"/>
              <a:gd name="T30" fmla="*/ 2147483646 w 58"/>
              <a:gd name="T31" fmla="*/ 2147483646 h 57"/>
              <a:gd name="T32" fmla="*/ 2147483646 w 58"/>
              <a:gd name="T33" fmla="*/ 2147483646 h 57"/>
              <a:gd name="T34" fmla="*/ 2147483646 w 58"/>
              <a:gd name="T35" fmla="*/ 2147483646 h 57"/>
              <a:gd name="T36" fmla="*/ 2147483646 w 58"/>
              <a:gd name="T37" fmla="*/ 2147483646 h 57"/>
              <a:gd name="T38" fmla="*/ 2147483646 w 58"/>
              <a:gd name="T39" fmla="*/ 2147483646 h 57"/>
              <a:gd name="T40" fmla="*/ 2147483646 w 58"/>
              <a:gd name="T41" fmla="*/ 2147483646 h 57"/>
              <a:gd name="T42" fmla="*/ 2147483646 w 58"/>
              <a:gd name="T43" fmla="*/ 2147483646 h 57"/>
              <a:gd name="T44" fmla="*/ 2147483646 w 58"/>
              <a:gd name="T45" fmla="*/ 2147483646 h 57"/>
              <a:gd name="T46" fmla="*/ 2147483646 w 58"/>
              <a:gd name="T47" fmla="*/ 2147483646 h 57"/>
              <a:gd name="T48" fmla="*/ 2147483646 w 58"/>
              <a:gd name="T49" fmla="*/ 2147483646 h 57"/>
              <a:gd name="T50" fmla="*/ 2147483646 w 58"/>
              <a:gd name="T51" fmla="*/ 2147483646 h 57"/>
              <a:gd name="T52" fmla="*/ 2147483646 w 58"/>
              <a:gd name="T53" fmla="*/ 2147483646 h 57"/>
              <a:gd name="T54" fmla="*/ 2147483646 w 58"/>
              <a:gd name="T55" fmla="*/ 2147483646 h 57"/>
              <a:gd name="T56" fmla="*/ 2147483646 w 58"/>
              <a:gd name="T57" fmla="*/ 2147483646 h 57"/>
              <a:gd name="T58" fmla="*/ 2147483646 w 58"/>
              <a:gd name="T59" fmla="*/ 2147483646 h 57"/>
              <a:gd name="T60" fmla="*/ 2147483646 w 58"/>
              <a:gd name="T61" fmla="*/ 2147483646 h 57"/>
              <a:gd name="T62" fmla="*/ 2147483646 w 58"/>
              <a:gd name="T63" fmla="*/ 2147483646 h 57"/>
              <a:gd name="T64" fmla="*/ 2147483646 w 58"/>
              <a:gd name="T65" fmla="*/ 2147483646 h 57"/>
              <a:gd name="T66" fmla="*/ 2147483646 w 58"/>
              <a:gd name="T67" fmla="*/ 2147483646 h 57"/>
              <a:gd name="T68" fmla="*/ 2147483646 w 58"/>
              <a:gd name="T69" fmla="*/ 2147483646 h 57"/>
              <a:gd name="T70" fmla="*/ 2147483646 w 58"/>
              <a:gd name="T71" fmla="*/ 2147483646 h 57"/>
              <a:gd name="T72" fmla="*/ 2147483646 w 58"/>
              <a:gd name="T73" fmla="*/ 2147483646 h 57"/>
              <a:gd name="T74" fmla="*/ 2147483646 w 58"/>
              <a:gd name="T75" fmla="*/ 2147483646 h 57"/>
              <a:gd name="T76" fmla="*/ 2147483646 w 58"/>
              <a:gd name="T77" fmla="*/ 2147483646 h 57"/>
              <a:gd name="T78" fmla="*/ 2147483646 w 58"/>
              <a:gd name="T79" fmla="*/ 2147483646 h 57"/>
              <a:gd name="T80" fmla="*/ 2147483646 w 58"/>
              <a:gd name="T81" fmla="*/ 2147483646 h 57"/>
              <a:gd name="T82" fmla="*/ 2147483646 w 58"/>
              <a:gd name="T83" fmla="*/ 2147483646 h 57"/>
              <a:gd name="T84" fmla="*/ 0 w 58"/>
              <a:gd name="T85" fmla="*/ 2147483646 h 57"/>
              <a:gd name="T86" fmla="*/ 0 w 58"/>
              <a:gd name="T87" fmla="*/ 2147483646 h 5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57"/>
              <a:gd name="T134" fmla="*/ 58 w 58"/>
              <a:gd name="T135" fmla="*/ 57 h 5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57" extrusionOk="0">
                <a:moveTo>
                  <a:pt x="0" y="23"/>
                </a:moveTo>
                <a:lnTo>
                  <a:pt x="0" y="34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1"/>
                </a:lnTo>
                <a:lnTo>
                  <a:pt x="11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22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1"/>
                </a:lnTo>
                <a:lnTo>
                  <a:pt x="32" y="1"/>
                </a:lnTo>
                <a:lnTo>
                  <a:pt x="34" y="1"/>
                </a:lnTo>
                <a:lnTo>
                  <a:pt x="35" y="3"/>
                </a:lnTo>
                <a:lnTo>
                  <a:pt x="36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4" y="7"/>
                </a:lnTo>
                <a:lnTo>
                  <a:pt x="45" y="9"/>
                </a:lnTo>
                <a:lnTo>
                  <a:pt x="46" y="9"/>
                </a:lnTo>
                <a:lnTo>
                  <a:pt x="48" y="10"/>
                </a:lnTo>
                <a:lnTo>
                  <a:pt x="48" y="11"/>
                </a:lnTo>
                <a:lnTo>
                  <a:pt x="49" y="13"/>
                </a:lnTo>
                <a:lnTo>
                  <a:pt x="51" y="14"/>
                </a:lnTo>
                <a:lnTo>
                  <a:pt x="52" y="16"/>
                </a:lnTo>
                <a:lnTo>
                  <a:pt x="52" y="17"/>
                </a:lnTo>
                <a:lnTo>
                  <a:pt x="54" y="19"/>
                </a:lnTo>
                <a:lnTo>
                  <a:pt x="54" y="20"/>
                </a:lnTo>
                <a:lnTo>
                  <a:pt x="55" y="21"/>
                </a:lnTo>
                <a:lnTo>
                  <a:pt x="55" y="23"/>
                </a:lnTo>
                <a:lnTo>
                  <a:pt x="57" y="24"/>
                </a:lnTo>
                <a:lnTo>
                  <a:pt x="57" y="26"/>
                </a:lnTo>
                <a:lnTo>
                  <a:pt x="57" y="27"/>
                </a:lnTo>
                <a:lnTo>
                  <a:pt x="57" y="30"/>
                </a:lnTo>
                <a:lnTo>
                  <a:pt x="58" y="32"/>
                </a:lnTo>
                <a:lnTo>
                  <a:pt x="58" y="33"/>
                </a:lnTo>
                <a:lnTo>
                  <a:pt x="58" y="34"/>
                </a:lnTo>
                <a:lnTo>
                  <a:pt x="58" y="23"/>
                </a:lnTo>
                <a:lnTo>
                  <a:pt x="58" y="24"/>
                </a:lnTo>
                <a:lnTo>
                  <a:pt x="58" y="26"/>
                </a:lnTo>
                <a:lnTo>
                  <a:pt x="57" y="29"/>
                </a:lnTo>
                <a:lnTo>
                  <a:pt x="57" y="30"/>
                </a:lnTo>
                <a:lnTo>
                  <a:pt x="57" y="32"/>
                </a:lnTo>
                <a:lnTo>
                  <a:pt x="57" y="33"/>
                </a:lnTo>
                <a:lnTo>
                  <a:pt x="55" y="34"/>
                </a:lnTo>
                <a:lnTo>
                  <a:pt x="55" y="36"/>
                </a:lnTo>
                <a:lnTo>
                  <a:pt x="54" y="37"/>
                </a:lnTo>
                <a:lnTo>
                  <a:pt x="54" y="39"/>
                </a:lnTo>
                <a:lnTo>
                  <a:pt x="52" y="40"/>
                </a:lnTo>
                <a:lnTo>
                  <a:pt x="52" y="42"/>
                </a:lnTo>
                <a:lnTo>
                  <a:pt x="51" y="43"/>
                </a:lnTo>
                <a:lnTo>
                  <a:pt x="49" y="45"/>
                </a:lnTo>
                <a:lnTo>
                  <a:pt x="48" y="46"/>
                </a:lnTo>
                <a:lnTo>
                  <a:pt x="48" y="47"/>
                </a:lnTo>
                <a:lnTo>
                  <a:pt x="46" y="49"/>
                </a:lnTo>
                <a:lnTo>
                  <a:pt x="45" y="50"/>
                </a:lnTo>
                <a:lnTo>
                  <a:pt x="44" y="50"/>
                </a:lnTo>
                <a:lnTo>
                  <a:pt x="42" y="52"/>
                </a:lnTo>
                <a:lnTo>
                  <a:pt x="41" y="53"/>
                </a:lnTo>
                <a:lnTo>
                  <a:pt x="39" y="53"/>
                </a:lnTo>
                <a:lnTo>
                  <a:pt x="38" y="55"/>
                </a:lnTo>
                <a:lnTo>
                  <a:pt x="36" y="55"/>
                </a:lnTo>
                <a:lnTo>
                  <a:pt x="35" y="56"/>
                </a:lnTo>
                <a:lnTo>
                  <a:pt x="34" y="56"/>
                </a:lnTo>
                <a:lnTo>
                  <a:pt x="32" y="56"/>
                </a:lnTo>
                <a:lnTo>
                  <a:pt x="29" y="57"/>
                </a:lnTo>
                <a:lnTo>
                  <a:pt x="28" y="57"/>
                </a:lnTo>
                <a:lnTo>
                  <a:pt x="26" y="57"/>
                </a:lnTo>
                <a:lnTo>
                  <a:pt x="25" y="57"/>
                </a:lnTo>
                <a:lnTo>
                  <a:pt x="22" y="57"/>
                </a:lnTo>
                <a:lnTo>
                  <a:pt x="35" y="57"/>
                </a:lnTo>
                <a:lnTo>
                  <a:pt x="34" y="57"/>
                </a:lnTo>
                <a:lnTo>
                  <a:pt x="31" y="57"/>
                </a:lnTo>
                <a:lnTo>
                  <a:pt x="29" y="57"/>
                </a:lnTo>
                <a:lnTo>
                  <a:pt x="28" y="57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1" y="47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4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6233" name="Shape 1924">
            <a:extLst>
              <a:ext uri="{FF2B5EF4-FFF2-40B4-BE49-F238E27FC236}">
                <a16:creationId xmlns:a16="http://schemas.microsoft.com/office/drawing/2014/main" id="{773106BA-7577-48D9-AFF4-0FFC646CCC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8613" y="5765800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Resetn</a:t>
            </a:r>
          </a:p>
        </p:txBody>
      </p:sp>
      <p:sp>
        <p:nvSpPr>
          <p:cNvPr id="136234" name="Shape 1925">
            <a:extLst>
              <a:ext uri="{FF2B5EF4-FFF2-40B4-BE49-F238E27FC236}">
                <a16:creationId xmlns:a16="http://schemas.microsoft.com/office/drawing/2014/main" id="{D49AF7AB-63B4-4803-AAFC-BADEA1651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2950" y="2074863"/>
            <a:ext cx="587375" cy="509587"/>
          </a:xfrm>
          <a:prstGeom prst="flowChartDelay">
            <a:avLst/>
          </a:prstGeom>
          <a:solidFill>
            <a:schemeClr val="bg1"/>
          </a:solidFill>
          <a:ln w="28575" cap="rnd">
            <a:solidFill>
              <a:schemeClr val="tx1"/>
            </a:solidFill>
            <a:miter lim="800000"/>
            <a:headEnd/>
            <a:tailEnd/>
          </a:ln>
        </p:spPr>
        <p:txBody>
          <a:bodyPr lIns="91425" tIns="45700" rIns="91425" bIns="4570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  <a:sym typeface="Arial" panose="020B0604020202020204" pitchFamily="34" charset="0"/>
            </a:endParaRPr>
          </a:p>
        </p:txBody>
      </p:sp>
      <p:sp>
        <p:nvSpPr>
          <p:cNvPr id="136235" name="Shape 1926">
            <a:extLst>
              <a:ext uri="{FF2B5EF4-FFF2-40B4-BE49-F238E27FC236}">
                <a16:creationId xmlns:a16="http://schemas.microsoft.com/office/drawing/2014/main" id="{43C0B4B1-F627-4C84-AF21-B140845194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The Circuit Diagram</a:t>
            </a:r>
          </a:p>
        </p:txBody>
      </p:sp>
      <p:sp>
        <p:nvSpPr>
          <p:cNvPr id="136236" name="Shape 1927">
            <a:extLst>
              <a:ext uri="{FF2B5EF4-FFF2-40B4-BE49-F238E27FC236}">
                <a16:creationId xmlns:a16="http://schemas.microsoft.com/office/drawing/2014/main" id="{085C6555-CE32-4465-80F1-CF1A692339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175" y="2179638"/>
            <a:ext cx="2614613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) = w</a:t>
            </a:r>
          </a:p>
        </p:txBody>
      </p:sp>
      <p:sp>
        <p:nvSpPr>
          <p:cNvPr id="136237" name="Shape 1928">
            <a:extLst>
              <a:ext uri="{FF2B5EF4-FFF2-40B4-BE49-F238E27FC236}">
                <a16:creationId xmlns:a16="http://schemas.microsoft.com/office/drawing/2014/main" id="{640D9264-CB5F-4D88-9779-E9585C2B0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2798763"/>
            <a:ext cx="2724150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(w,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) = w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3</a:t>
            </a:r>
          </a:p>
        </p:txBody>
      </p:sp>
      <p:sp>
        <p:nvSpPr>
          <p:cNvPr id="136238" name="Shape 1929">
            <a:extLst>
              <a:ext uri="{FF2B5EF4-FFF2-40B4-BE49-F238E27FC236}">
                <a16:creationId xmlns:a16="http://schemas.microsoft.com/office/drawing/2014/main" id="{DA9CCE49-C003-4487-9E9B-1F0095B43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3452813"/>
            <a:ext cx="2381250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z(y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2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,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1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) = 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  <a:sym typeface="Times New Roman" panose="02020603050405020304" pitchFamily="18" charset="0"/>
              </a:rPr>
              <a:t>4</a:t>
            </a:r>
          </a:p>
        </p:txBody>
      </p:sp>
      <p:cxnSp>
        <p:nvCxnSpPr>
          <p:cNvPr id="136239" name="Straight Connector 48">
            <a:extLst>
              <a:ext uri="{FF2B5EF4-FFF2-40B4-BE49-F238E27FC236}">
                <a16:creationId xmlns:a16="http://schemas.microsoft.com/office/drawing/2014/main" id="{EE0FE274-1122-42EC-BE38-1E7D2FF3A51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71725" y="2971800"/>
            <a:ext cx="1968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240" name="Straight Connector 49">
            <a:extLst>
              <a:ext uri="{FF2B5EF4-FFF2-40B4-BE49-F238E27FC236}">
                <a16:creationId xmlns:a16="http://schemas.microsoft.com/office/drawing/2014/main" id="{40BC4CE0-DFDE-47EC-AD2E-EDB1E6B56A0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9813" y="2371725"/>
            <a:ext cx="1968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6241" name="Group 2">
            <a:extLst>
              <a:ext uri="{FF2B5EF4-FFF2-40B4-BE49-F238E27FC236}">
                <a16:creationId xmlns:a16="http://schemas.microsoft.com/office/drawing/2014/main" id="{80EE9B6A-4C5B-40C0-80E7-6B542C1921D5}"/>
              </a:ext>
            </a:extLst>
          </p:cNvPr>
          <p:cNvGrpSpPr>
            <a:grpSpLocks/>
          </p:cNvGrpSpPr>
          <p:nvPr/>
        </p:nvGrpSpPr>
        <p:grpSpPr bwMode="auto">
          <a:xfrm>
            <a:off x="2690813" y="4371975"/>
            <a:ext cx="892175" cy="441325"/>
            <a:chOff x="4386263" y="5430838"/>
            <a:chExt cx="892175" cy="441325"/>
          </a:xfrm>
        </p:grpSpPr>
        <p:sp>
          <p:nvSpPr>
            <p:cNvPr id="136242" name="Line 17">
              <a:extLst>
                <a:ext uri="{FF2B5EF4-FFF2-40B4-BE49-F238E27FC236}">
                  <a16:creationId xmlns:a16="http://schemas.microsoft.com/office/drawing/2014/main" id="{9852AC74-8994-4329-956B-50F4FBF0BF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6263" y="5640388"/>
              <a:ext cx="312737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43" name="Freeform 18">
              <a:extLst>
                <a:ext uri="{FF2B5EF4-FFF2-40B4-BE49-F238E27FC236}">
                  <a16:creationId xmlns:a16="http://schemas.microsoft.com/office/drawing/2014/main" id="{04BFE90F-9609-4558-B9F0-C6721C92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5430838"/>
              <a:ext cx="442913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6244" name="Freeform 19">
              <a:extLst>
                <a:ext uri="{FF2B5EF4-FFF2-40B4-BE49-F238E27FC236}">
                  <a16:creationId xmlns:a16="http://schemas.microsoft.com/office/drawing/2014/main" id="{DF9085D1-3E21-45CC-805A-FC6934B4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5581650"/>
              <a:ext cx="117475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</p:spTree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899E8271-B04D-B94D-878A-935A482443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2798763"/>
            <a:ext cx="9144000" cy="12827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sz="3600" b="1" dirty="0">
                <a:latin typeface="Arial"/>
                <a:ea typeface="+mj-ea"/>
                <a:cs typeface="Arial"/>
              </a:rPr>
              <a:t>Example 6.13</a:t>
            </a:r>
            <a:br>
              <a:rPr lang="en-US" sz="3600" dirty="0">
                <a:latin typeface="Arial"/>
                <a:ea typeface="+mj-ea"/>
                <a:cs typeface="Arial"/>
              </a:rPr>
            </a:br>
            <a:br>
              <a:rPr lang="en-US" dirty="0">
                <a:latin typeface="Arial"/>
                <a:ea typeface="+mj-ea"/>
                <a:cs typeface="Arial"/>
              </a:rPr>
            </a:br>
            <a:r>
              <a:rPr lang="en-US" sz="3600" b="1" dirty="0">
                <a:latin typeface="Arial"/>
                <a:ea typeface="+mj-ea"/>
                <a:cs typeface="Arial"/>
              </a:rPr>
              <a:t>(Combine the two FSMs)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5" name="Shape 144">
            <a:extLst>
              <a:ext uri="{FF2B5EF4-FFF2-40B4-BE49-F238E27FC236}">
                <a16:creationId xmlns:a16="http://schemas.microsoft.com/office/drawing/2014/main" id="{E43F1C95-6C7C-4A66-93C7-FA9F8B577E17}"/>
              </a:ext>
            </a:extLst>
          </p:cNvPr>
          <p:cNvGrpSpPr>
            <a:grpSpLocks/>
          </p:cNvGrpSpPr>
          <p:nvPr/>
        </p:nvGrpSpPr>
        <p:grpSpPr bwMode="auto">
          <a:xfrm>
            <a:off x="265113" y="1636713"/>
            <a:ext cx="4064000" cy="3457575"/>
            <a:chOff x="2209800" y="1146172"/>
            <a:chExt cx="4775200" cy="4241827"/>
          </a:xfrm>
        </p:grpSpPr>
        <p:sp>
          <p:nvSpPr>
            <p:cNvPr id="139311" name="Shape 145">
              <a:extLst>
                <a:ext uri="{FF2B5EF4-FFF2-40B4-BE49-F238E27FC236}">
                  <a16:creationId xmlns:a16="http://schemas.microsoft.com/office/drawing/2014/main" id="{3D88AB36-36CF-4FFB-B4BB-9CD505F9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2" name="Shape 146">
              <a:extLst>
                <a:ext uri="{FF2B5EF4-FFF2-40B4-BE49-F238E27FC236}">
                  <a16:creationId xmlns:a16="http://schemas.microsoft.com/office/drawing/2014/main" id="{1DE0E6BA-2A2E-43F7-BA28-737F9EB7A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3" name="Shape 147">
              <a:extLst>
                <a:ext uri="{FF2B5EF4-FFF2-40B4-BE49-F238E27FC236}">
                  <a16:creationId xmlns:a16="http://schemas.microsoft.com/office/drawing/2014/main" id="{B7BBEE96-922F-4635-9A4D-92C206A5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4" name="Shape 148">
              <a:extLst>
                <a:ext uri="{FF2B5EF4-FFF2-40B4-BE49-F238E27FC236}">
                  <a16:creationId xmlns:a16="http://schemas.microsoft.com/office/drawing/2014/main" id="{103D69F5-BC85-455F-AA6E-0AD8A97A6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5" name="Shape 149">
              <a:extLst>
                <a:ext uri="{FF2B5EF4-FFF2-40B4-BE49-F238E27FC236}">
                  <a16:creationId xmlns:a16="http://schemas.microsoft.com/office/drawing/2014/main" id="{E284C78A-3B36-42CB-8B38-17D7B1338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6" name="Shape 150">
              <a:extLst>
                <a:ext uri="{FF2B5EF4-FFF2-40B4-BE49-F238E27FC236}">
                  <a16:creationId xmlns:a16="http://schemas.microsoft.com/office/drawing/2014/main" id="{66E24BEE-17D2-4A8C-BD6C-59F0B42DC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C: z = 1 </a:t>
              </a:r>
            </a:p>
          </p:txBody>
        </p:sp>
        <p:sp>
          <p:nvSpPr>
            <p:cNvPr id="139317" name="Shape 151">
              <a:extLst>
                <a:ext uri="{FF2B5EF4-FFF2-40B4-BE49-F238E27FC236}">
                  <a16:creationId xmlns:a16="http://schemas.microsoft.com/office/drawing/2014/main" id="{778F1883-2111-4136-906B-3F3458AC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8" name="Shape 152">
              <a:extLst>
                <a:ext uri="{FF2B5EF4-FFF2-40B4-BE49-F238E27FC236}">
                  <a16:creationId xmlns:a16="http://schemas.microsoft.com/office/drawing/2014/main" id="{861652C8-4CFA-4A6F-8B6B-FFC9C87C6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39319" name="Shape 153">
              <a:extLst>
                <a:ext uri="{FF2B5EF4-FFF2-40B4-BE49-F238E27FC236}">
                  <a16:creationId xmlns:a16="http://schemas.microsoft.com/office/drawing/2014/main" id="{42CD9183-915C-4FF9-919D-DDB9196F0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B: z = 0 </a:t>
              </a:r>
            </a:p>
          </p:txBody>
        </p:sp>
        <p:sp>
          <p:nvSpPr>
            <p:cNvPr id="139320" name="Shape 154">
              <a:extLst>
                <a:ext uri="{FF2B5EF4-FFF2-40B4-BE49-F238E27FC236}">
                  <a16:creationId xmlns:a16="http://schemas.microsoft.com/office/drawing/2014/main" id="{1955B27D-15C3-4C04-981B-2FC46B92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1" name="Shape 155">
              <a:extLst>
                <a:ext uri="{FF2B5EF4-FFF2-40B4-BE49-F238E27FC236}">
                  <a16:creationId xmlns:a16="http://schemas.microsoft.com/office/drawing/2014/main" id="{2C724DC2-B360-4728-AA87-C143A271D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A: z = 0 </a:t>
              </a:r>
            </a:p>
          </p:txBody>
        </p:sp>
        <p:sp>
          <p:nvSpPr>
            <p:cNvPr id="139322" name="Shape 156">
              <a:extLst>
                <a:ext uri="{FF2B5EF4-FFF2-40B4-BE49-F238E27FC236}">
                  <a16:creationId xmlns:a16="http://schemas.microsoft.com/office/drawing/2014/main" id="{D527B124-CAF9-443E-8109-706F1C30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3" name="Shape 157">
              <a:extLst>
                <a:ext uri="{FF2B5EF4-FFF2-40B4-BE49-F238E27FC236}">
                  <a16:creationId xmlns:a16="http://schemas.microsoft.com/office/drawing/2014/main" id="{96CA3C7C-F3E6-4D1F-894F-F5BC9BDA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4" name="Shape 158">
              <a:extLst>
                <a:ext uri="{FF2B5EF4-FFF2-40B4-BE49-F238E27FC236}">
                  <a16:creationId xmlns:a16="http://schemas.microsoft.com/office/drawing/2014/main" id="{7C5E6E77-EDFE-462B-89C0-5319D905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25" name="Shape 159">
              <a:extLst>
                <a:ext uri="{FF2B5EF4-FFF2-40B4-BE49-F238E27FC236}">
                  <a16:creationId xmlns:a16="http://schemas.microsoft.com/office/drawing/2014/main" id="{E71012A4-C380-4902-9566-7088BC010A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26" name="Shape 160">
              <a:extLst>
                <a:ext uri="{FF2B5EF4-FFF2-40B4-BE49-F238E27FC236}">
                  <a16:creationId xmlns:a16="http://schemas.microsoft.com/office/drawing/2014/main" id="{F2FB1A27-7550-428A-844C-81941FE1D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27" name="Shape 161">
              <a:extLst>
                <a:ext uri="{FF2B5EF4-FFF2-40B4-BE49-F238E27FC236}">
                  <a16:creationId xmlns:a16="http://schemas.microsoft.com/office/drawing/2014/main" id="{8DA8D27C-CAFA-406C-8327-5F470E0C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28" name="Shape 162">
              <a:extLst>
                <a:ext uri="{FF2B5EF4-FFF2-40B4-BE49-F238E27FC236}">
                  <a16:creationId xmlns:a16="http://schemas.microsoft.com/office/drawing/2014/main" id="{490BAD99-A742-4E29-A9EA-DBF33FED88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29" name="Shape 163">
              <a:extLst>
                <a:ext uri="{FF2B5EF4-FFF2-40B4-BE49-F238E27FC236}">
                  <a16:creationId xmlns:a16="http://schemas.microsoft.com/office/drawing/2014/main" id="{0C65FB57-F489-402A-911A-4F0C1186B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0" name="Shape 164">
              <a:extLst>
                <a:ext uri="{FF2B5EF4-FFF2-40B4-BE49-F238E27FC236}">
                  <a16:creationId xmlns:a16="http://schemas.microsoft.com/office/drawing/2014/main" id="{949704AE-9049-463D-B5F1-6A41967B3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1" name="Shape 165">
              <a:extLst>
                <a:ext uri="{FF2B5EF4-FFF2-40B4-BE49-F238E27FC236}">
                  <a16:creationId xmlns:a16="http://schemas.microsoft.com/office/drawing/2014/main" id="{DD061CA9-5B68-4A39-8503-9DBA026A5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32" name="Shape 166">
              <a:extLst>
                <a:ext uri="{FF2B5EF4-FFF2-40B4-BE49-F238E27FC236}">
                  <a16:creationId xmlns:a16="http://schemas.microsoft.com/office/drawing/2014/main" id="{1DBB4561-5358-42C9-A2F6-9F8279A7E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3" name="Shape 167">
              <a:extLst>
                <a:ext uri="{FF2B5EF4-FFF2-40B4-BE49-F238E27FC236}">
                  <a16:creationId xmlns:a16="http://schemas.microsoft.com/office/drawing/2014/main" id="{741357DF-E360-45D6-9636-3680BE813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4" name="Shape 168">
              <a:extLst>
                <a:ext uri="{FF2B5EF4-FFF2-40B4-BE49-F238E27FC236}">
                  <a16:creationId xmlns:a16="http://schemas.microsoft.com/office/drawing/2014/main" id="{6949598A-B73D-41D8-AAE6-30B7C3EA6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35" name="Shape 169">
              <a:extLst>
                <a:ext uri="{FF2B5EF4-FFF2-40B4-BE49-F238E27FC236}">
                  <a16:creationId xmlns:a16="http://schemas.microsoft.com/office/drawing/2014/main" id="{2236D2C6-11B4-472D-9C30-62CA4467A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36" name="Shape 170">
              <a:extLst>
                <a:ext uri="{FF2B5EF4-FFF2-40B4-BE49-F238E27FC236}">
                  <a16:creationId xmlns:a16="http://schemas.microsoft.com/office/drawing/2014/main" id="{E040A4B7-66CA-497D-BA9E-8B1335FE3F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37" name="Shape 171">
              <a:extLst>
                <a:ext uri="{FF2B5EF4-FFF2-40B4-BE49-F238E27FC236}">
                  <a16:creationId xmlns:a16="http://schemas.microsoft.com/office/drawing/2014/main" id="{6C288BF3-02BD-4710-8E68-5C3D74BD9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38" name="Shape 172">
              <a:extLst>
                <a:ext uri="{FF2B5EF4-FFF2-40B4-BE49-F238E27FC236}">
                  <a16:creationId xmlns:a16="http://schemas.microsoft.com/office/drawing/2014/main" id="{BBC3E587-80FE-4560-8A3B-F264AE42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39" name="Shape 173">
              <a:extLst>
                <a:ext uri="{FF2B5EF4-FFF2-40B4-BE49-F238E27FC236}">
                  <a16:creationId xmlns:a16="http://schemas.microsoft.com/office/drawing/2014/main" id="{6F144100-89D6-4906-8E9A-B6EC96562F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40" name="Shape 174">
              <a:extLst>
                <a:ext uri="{FF2B5EF4-FFF2-40B4-BE49-F238E27FC236}">
                  <a16:creationId xmlns:a16="http://schemas.microsoft.com/office/drawing/2014/main" id="{880F15DB-056D-466F-A08E-2DE79D5F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41" name="Shape 175">
              <a:extLst>
                <a:ext uri="{FF2B5EF4-FFF2-40B4-BE49-F238E27FC236}">
                  <a16:creationId xmlns:a16="http://schemas.microsoft.com/office/drawing/2014/main" id="{135CD581-557B-452B-8BA3-486965E735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42" name="Shape 176">
              <a:extLst>
                <a:ext uri="{FF2B5EF4-FFF2-40B4-BE49-F238E27FC236}">
                  <a16:creationId xmlns:a16="http://schemas.microsoft.com/office/drawing/2014/main" id="{A6B8D888-3714-404D-A13E-D4C627001B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43" name="Shape 177">
              <a:extLst>
                <a:ext uri="{FF2B5EF4-FFF2-40B4-BE49-F238E27FC236}">
                  <a16:creationId xmlns:a16="http://schemas.microsoft.com/office/drawing/2014/main" id="{BF90495F-CA9E-4E3B-BB97-B7CB69B2AD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44" name="Shape 178">
              <a:extLst>
                <a:ext uri="{FF2B5EF4-FFF2-40B4-BE49-F238E27FC236}">
                  <a16:creationId xmlns:a16="http://schemas.microsoft.com/office/drawing/2014/main" id="{D935AEEC-74EC-480B-A2C2-480BF4CE58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45" name="Shape 179">
              <a:extLst>
                <a:ext uri="{FF2B5EF4-FFF2-40B4-BE49-F238E27FC236}">
                  <a16:creationId xmlns:a16="http://schemas.microsoft.com/office/drawing/2014/main" id="{05A71BF4-21EA-439E-8477-827B7B284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46" name="Shape 180">
              <a:extLst>
                <a:ext uri="{FF2B5EF4-FFF2-40B4-BE49-F238E27FC236}">
                  <a16:creationId xmlns:a16="http://schemas.microsoft.com/office/drawing/2014/main" id="{2AB5A985-404A-474C-AB86-580B282B7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47" name="Shape 181">
              <a:extLst>
                <a:ext uri="{FF2B5EF4-FFF2-40B4-BE49-F238E27FC236}">
                  <a16:creationId xmlns:a16="http://schemas.microsoft.com/office/drawing/2014/main" id="{FE1CF53C-CDBF-4CD9-AF75-3C639516E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48" name="Shape 182">
              <a:extLst>
                <a:ext uri="{FF2B5EF4-FFF2-40B4-BE49-F238E27FC236}">
                  <a16:creationId xmlns:a16="http://schemas.microsoft.com/office/drawing/2014/main" id="{1AA7BB30-2D72-4967-9C22-1B5448D2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49" name="Shape 183">
              <a:extLst>
                <a:ext uri="{FF2B5EF4-FFF2-40B4-BE49-F238E27FC236}">
                  <a16:creationId xmlns:a16="http://schemas.microsoft.com/office/drawing/2014/main" id="{5795A18F-8449-4290-BBCE-776CEBDC9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0" name="Shape 184">
              <a:extLst>
                <a:ext uri="{FF2B5EF4-FFF2-40B4-BE49-F238E27FC236}">
                  <a16:creationId xmlns:a16="http://schemas.microsoft.com/office/drawing/2014/main" id="{1B6F4D50-B36B-4F33-B2E9-E8F4F382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51" name="Shape 185">
              <a:extLst>
                <a:ext uri="{FF2B5EF4-FFF2-40B4-BE49-F238E27FC236}">
                  <a16:creationId xmlns:a16="http://schemas.microsoft.com/office/drawing/2014/main" id="{AF69A1E6-7EED-4EF1-8EF9-62FC93EC3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grpSp>
        <p:nvGrpSpPr>
          <p:cNvPr id="139266" name="Shape 144">
            <a:extLst>
              <a:ext uri="{FF2B5EF4-FFF2-40B4-BE49-F238E27FC236}">
                <a16:creationId xmlns:a16="http://schemas.microsoft.com/office/drawing/2014/main" id="{A445FF15-E9C6-4235-92D6-AD5C98E051F4}"/>
              </a:ext>
            </a:extLst>
          </p:cNvPr>
          <p:cNvGrpSpPr>
            <a:grpSpLocks/>
          </p:cNvGrpSpPr>
          <p:nvPr/>
        </p:nvGrpSpPr>
        <p:grpSpPr bwMode="auto">
          <a:xfrm>
            <a:off x="4856163" y="1682750"/>
            <a:ext cx="4064000" cy="3457575"/>
            <a:chOff x="2209800" y="1146172"/>
            <a:chExt cx="4775200" cy="4241827"/>
          </a:xfrm>
        </p:grpSpPr>
        <p:sp>
          <p:nvSpPr>
            <p:cNvPr id="139270" name="Shape 145">
              <a:extLst>
                <a:ext uri="{FF2B5EF4-FFF2-40B4-BE49-F238E27FC236}">
                  <a16:creationId xmlns:a16="http://schemas.microsoft.com/office/drawing/2014/main" id="{6EA87FF5-C6D2-42A5-9662-3C36311D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2420936"/>
              <a:ext cx="114299" cy="114300"/>
            </a:xfrm>
            <a:custGeom>
              <a:avLst/>
              <a:gdLst>
                <a:gd name="T0" fmla="*/ 2147483646 w 145"/>
                <a:gd name="T1" fmla="*/ 2147483646 h 144"/>
                <a:gd name="T2" fmla="*/ 2147483646 w 145"/>
                <a:gd name="T3" fmla="*/ 0 h 144"/>
                <a:gd name="T4" fmla="*/ 0 w 145"/>
                <a:gd name="T5" fmla="*/ 2147483646 h 144"/>
                <a:gd name="T6" fmla="*/ 2147483646 w 145"/>
                <a:gd name="T7" fmla="*/ 2147483646 h 144"/>
                <a:gd name="T8" fmla="*/ 2147483646 w 145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44"/>
                <a:gd name="T17" fmla="*/ 145 w 145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44" extrusionOk="0">
                  <a:moveTo>
                    <a:pt x="58" y="144"/>
                  </a:moveTo>
                  <a:lnTo>
                    <a:pt x="145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8" y="144"/>
                  </a:lnTo>
                  <a:close/>
                </a:path>
              </a:pathLst>
            </a:custGeom>
            <a:solidFill>
              <a:schemeClr val="tx1"/>
            </a:solidFill>
            <a:ln w="95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1" name="Shape 146">
              <a:extLst>
                <a:ext uri="{FF2B5EF4-FFF2-40B4-BE49-F238E27FC236}">
                  <a16:creationId xmlns:a16="http://schemas.microsoft.com/office/drawing/2014/main" id="{17626145-A7AE-41C8-8D75-7774EB30F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1" y="1919286"/>
              <a:ext cx="663575" cy="641350"/>
            </a:xfrm>
            <a:custGeom>
              <a:avLst/>
              <a:gdLst>
                <a:gd name="T0" fmla="*/ 2147483646 w 837"/>
                <a:gd name="T1" fmla="*/ 2147483646 h 809"/>
                <a:gd name="T2" fmla="*/ 2147483646 w 837"/>
                <a:gd name="T3" fmla="*/ 2147483646 h 809"/>
                <a:gd name="T4" fmla="*/ 2147483646 w 837"/>
                <a:gd name="T5" fmla="*/ 2147483646 h 809"/>
                <a:gd name="T6" fmla="*/ 2147483646 w 837"/>
                <a:gd name="T7" fmla="*/ 2147483646 h 809"/>
                <a:gd name="T8" fmla="*/ 2147483646 w 837"/>
                <a:gd name="T9" fmla="*/ 2147483646 h 809"/>
                <a:gd name="T10" fmla="*/ 2147483646 w 837"/>
                <a:gd name="T11" fmla="*/ 2147483646 h 809"/>
                <a:gd name="T12" fmla="*/ 2147483646 w 837"/>
                <a:gd name="T13" fmla="*/ 2147483646 h 809"/>
                <a:gd name="T14" fmla="*/ 2147483646 w 837"/>
                <a:gd name="T15" fmla="*/ 2147483646 h 809"/>
                <a:gd name="T16" fmla="*/ 2147483646 w 837"/>
                <a:gd name="T17" fmla="*/ 2147483646 h 809"/>
                <a:gd name="T18" fmla="*/ 2147483646 w 837"/>
                <a:gd name="T19" fmla="*/ 2147483646 h 809"/>
                <a:gd name="T20" fmla="*/ 2147483646 w 837"/>
                <a:gd name="T21" fmla="*/ 2147483646 h 809"/>
                <a:gd name="T22" fmla="*/ 2147483646 w 837"/>
                <a:gd name="T23" fmla="*/ 2147483646 h 809"/>
                <a:gd name="T24" fmla="*/ 2147483646 w 837"/>
                <a:gd name="T25" fmla="*/ 2147483646 h 809"/>
                <a:gd name="T26" fmla="*/ 2147483646 w 837"/>
                <a:gd name="T27" fmla="*/ 2147483646 h 809"/>
                <a:gd name="T28" fmla="*/ 2147483646 w 837"/>
                <a:gd name="T29" fmla="*/ 2147483646 h 809"/>
                <a:gd name="T30" fmla="*/ 2147483646 w 837"/>
                <a:gd name="T31" fmla="*/ 2147483646 h 809"/>
                <a:gd name="T32" fmla="*/ 2147483646 w 837"/>
                <a:gd name="T33" fmla="*/ 2147483646 h 809"/>
                <a:gd name="T34" fmla="*/ 2147483646 w 837"/>
                <a:gd name="T35" fmla="*/ 2147483646 h 809"/>
                <a:gd name="T36" fmla="*/ 2147483646 w 837"/>
                <a:gd name="T37" fmla="*/ 2147483646 h 809"/>
                <a:gd name="T38" fmla="*/ 2147483646 w 837"/>
                <a:gd name="T39" fmla="*/ 2147483646 h 809"/>
                <a:gd name="T40" fmla="*/ 2147483646 w 837"/>
                <a:gd name="T41" fmla="*/ 2147483646 h 809"/>
                <a:gd name="T42" fmla="*/ 2147483646 w 837"/>
                <a:gd name="T43" fmla="*/ 2147483646 h 809"/>
                <a:gd name="T44" fmla="*/ 2147483646 w 837"/>
                <a:gd name="T45" fmla="*/ 2147483646 h 809"/>
                <a:gd name="T46" fmla="*/ 2147483646 w 837"/>
                <a:gd name="T47" fmla="*/ 2147483646 h 809"/>
                <a:gd name="T48" fmla="*/ 2147483646 w 837"/>
                <a:gd name="T49" fmla="*/ 2147483646 h 809"/>
                <a:gd name="T50" fmla="*/ 2147483646 w 837"/>
                <a:gd name="T51" fmla="*/ 2147483646 h 809"/>
                <a:gd name="T52" fmla="*/ 2147483646 w 837"/>
                <a:gd name="T53" fmla="*/ 2147483646 h 809"/>
                <a:gd name="T54" fmla="*/ 2147483646 w 837"/>
                <a:gd name="T55" fmla="*/ 2147483646 h 809"/>
                <a:gd name="T56" fmla="*/ 2147483646 w 837"/>
                <a:gd name="T57" fmla="*/ 2147483646 h 809"/>
                <a:gd name="T58" fmla="*/ 2147483646 w 837"/>
                <a:gd name="T59" fmla="*/ 2147483646 h 809"/>
                <a:gd name="T60" fmla="*/ 2147483646 w 837"/>
                <a:gd name="T61" fmla="*/ 2147483646 h 809"/>
                <a:gd name="T62" fmla="*/ 2147483646 w 837"/>
                <a:gd name="T63" fmla="*/ 2147483646 h 809"/>
                <a:gd name="T64" fmla="*/ 2147483646 w 837"/>
                <a:gd name="T65" fmla="*/ 2147483646 h 809"/>
                <a:gd name="T66" fmla="*/ 2147483646 w 837"/>
                <a:gd name="T67" fmla="*/ 2147483646 h 809"/>
                <a:gd name="T68" fmla="*/ 2147483646 w 837"/>
                <a:gd name="T69" fmla="*/ 2147483646 h 809"/>
                <a:gd name="T70" fmla="*/ 2147483646 w 837"/>
                <a:gd name="T71" fmla="*/ 2147483646 h 809"/>
                <a:gd name="T72" fmla="*/ 2147483646 w 837"/>
                <a:gd name="T73" fmla="*/ 2147483646 h 809"/>
                <a:gd name="T74" fmla="*/ 2147483646 w 837"/>
                <a:gd name="T75" fmla="*/ 2147483646 h 809"/>
                <a:gd name="T76" fmla="*/ 2147483646 w 837"/>
                <a:gd name="T77" fmla="*/ 2147483646 h 809"/>
                <a:gd name="T78" fmla="*/ 2147483646 w 837"/>
                <a:gd name="T79" fmla="*/ 2147483646 h 809"/>
                <a:gd name="T80" fmla="*/ 2147483646 w 837"/>
                <a:gd name="T81" fmla="*/ 2147483646 h 809"/>
                <a:gd name="T82" fmla="*/ 2147483646 w 837"/>
                <a:gd name="T83" fmla="*/ 2147483646 h 809"/>
                <a:gd name="T84" fmla="*/ 2147483646 w 837"/>
                <a:gd name="T85" fmla="*/ 2147483646 h 809"/>
                <a:gd name="T86" fmla="*/ 2147483646 w 837"/>
                <a:gd name="T87" fmla="*/ 2147483646 h 8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37"/>
                <a:gd name="T133" fmla="*/ 0 h 809"/>
                <a:gd name="T134" fmla="*/ 837 w 837"/>
                <a:gd name="T135" fmla="*/ 809 h 80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37" h="809" extrusionOk="0">
                  <a:moveTo>
                    <a:pt x="0" y="400"/>
                  </a:moveTo>
                  <a:lnTo>
                    <a:pt x="0" y="410"/>
                  </a:lnTo>
                  <a:lnTo>
                    <a:pt x="2" y="389"/>
                  </a:lnTo>
                  <a:lnTo>
                    <a:pt x="3" y="368"/>
                  </a:lnTo>
                  <a:lnTo>
                    <a:pt x="6" y="347"/>
                  </a:lnTo>
                  <a:lnTo>
                    <a:pt x="9" y="328"/>
                  </a:lnTo>
                  <a:lnTo>
                    <a:pt x="13" y="308"/>
                  </a:lnTo>
                  <a:lnTo>
                    <a:pt x="19" y="288"/>
                  </a:lnTo>
                  <a:lnTo>
                    <a:pt x="26" y="269"/>
                  </a:lnTo>
                  <a:lnTo>
                    <a:pt x="33" y="250"/>
                  </a:lnTo>
                  <a:lnTo>
                    <a:pt x="41" y="233"/>
                  </a:lnTo>
                  <a:lnTo>
                    <a:pt x="51" y="215"/>
                  </a:lnTo>
                  <a:lnTo>
                    <a:pt x="61" y="198"/>
                  </a:lnTo>
                  <a:lnTo>
                    <a:pt x="71" y="181"/>
                  </a:lnTo>
                  <a:lnTo>
                    <a:pt x="82" y="165"/>
                  </a:lnTo>
                  <a:lnTo>
                    <a:pt x="94" y="149"/>
                  </a:lnTo>
                  <a:lnTo>
                    <a:pt x="107" y="135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5" y="83"/>
                  </a:lnTo>
                  <a:lnTo>
                    <a:pt x="181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3" y="41"/>
                  </a:lnTo>
                  <a:lnTo>
                    <a:pt x="251" y="32"/>
                  </a:lnTo>
                  <a:lnTo>
                    <a:pt x="269" y="25"/>
                  </a:lnTo>
                  <a:lnTo>
                    <a:pt x="289" y="19"/>
                  </a:lnTo>
                  <a:lnTo>
                    <a:pt x="308" y="13"/>
                  </a:lnTo>
                  <a:lnTo>
                    <a:pt x="328" y="9"/>
                  </a:lnTo>
                  <a:lnTo>
                    <a:pt x="348" y="5"/>
                  </a:lnTo>
                  <a:lnTo>
                    <a:pt x="368" y="3"/>
                  </a:lnTo>
                  <a:lnTo>
                    <a:pt x="389" y="2"/>
                  </a:lnTo>
                  <a:lnTo>
                    <a:pt x="410" y="0"/>
                  </a:lnTo>
                  <a:lnTo>
                    <a:pt x="429" y="0"/>
                  </a:lnTo>
                  <a:lnTo>
                    <a:pt x="451" y="2"/>
                  </a:lnTo>
                  <a:lnTo>
                    <a:pt x="471" y="3"/>
                  </a:lnTo>
                  <a:lnTo>
                    <a:pt x="491" y="5"/>
                  </a:lnTo>
                  <a:lnTo>
                    <a:pt x="511" y="9"/>
                  </a:lnTo>
                  <a:lnTo>
                    <a:pt x="531" y="13"/>
                  </a:lnTo>
                  <a:lnTo>
                    <a:pt x="550" y="19"/>
                  </a:lnTo>
                  <a:lnTo>
                    <a:pt x="570" y="25"/>
                  </a:lnTo>
                  <a:lnTo>
                    <a:pt x="588" y="32"/>
                  </a:lnTo>
                  <a:lnTo>
                    <a:pt x="606" y="41"/>
                  </a:lnTo>
                  <a:lnTo>
                    <a:pt x="624" y="49"/>
                  </a:lnTo>
                  <a:lnTo>
                    <a:pt x="641" y="59"/>
                  </a:lnTo>
                  <a:lnTo>
                    <a:pt x="658" y="71"/>
                  </a:lnTo>
                  <a:lnTo>
                    <a:pt x="674" y="83"/>
                  </a:lnTo>
                  <a:lnTo>
                    <a:pt x="689" y="94"/>
                  </a:lnTo>
                  <a:lnTo>
                    <a:pt x="705" y="107"/>
                  </a:lnTo>
                  <a:lnTo>
                    <a:pt x="718" y="120"/>
                  </a:lnTo>
                  <a:lnTo>
                    <a:pt x="732" y="135"/>
                  </a:lnTo>
                  <a:lnTo>
                    <a:pt x="745" y="149"/>
                  </a:lnTo>
                  <a:lnTo>
                    <a:pt x="757" y="165"/>
                  </a:lnTo>
                  <a:lnTo>
                    <a:pt x="768" y="181"/>
                  </a:lnTo>
                  <a:lnTo>
                    <a:pt x="778" y="198"/>
                  </a:lnTo>
                  <a:lnTo>
                    <a:pt x="788" y="215"/>
                  </a:lnTo>
                  <a:lnTo>
                    <a:pt x="798" y="233"/>
                  </a:lnTo>
                  <a:lnTo>
                    <a:pt x="806" y="250"/>
                  </a:lnTo>
                  <a:lnTo>
                    <a:pt x="813" y="269"/>
                  </a:lnTo>
                  <a:lnTo>
                    <a:pt x="820" y="288"/>
                  </a:lnTo>
                  <a:lnTo>
                    <a:pt x="826" y="308"/>
                  </a:lnTo>
                  <a:lnTo>
                    <a:pt x="830" y="328"/>
                  </a:lnTo>
                  <a:lnTo>
                    <a:pt x="833" y="347"/>
                  </a:lnTo>
                  <a:lnTo>
                    <a:pt x="836" y="368"/>
                  </a:lnTo>
                  <a:lnTo>
                    <a:pt x="837" y="389"/>
                  </a:lnTo>
                  <a:lnTo>
                    <a:pt x="837" y="410"/>
                  </a:lnTo>
                  <a:lnTo>
                    <a:pt x="837" y="400"/>
                  </a:lnTo>
                  <a:lnTo>
                    <a:pt x="837" y="420"/>
                  </a:lnTo>
                  <a:lnTo>
                    <a:pt x="836" y="442"/>
                  </a:lnTo>
                  <a:lnTo>
                    <a:pt x="833" y="462"/>
                  </a:lnTo>
                  <a:lnTo>
                    <a:pt x="830" y="483"/>
                  </a:lnTo>
                  <a:lnTo>
                    <a:pt x="826" y="503"/>
                  </a:lnTo>
                  <a:lnTo>
                    <a:pt x="820" y="521"/>
                  </a:lnTo>
                  <a:lnTo>
                    <a:pt x="813" y="540"/>
                  </a:lnTo>
                  <a:lnTo>
                    <a:pt x="806" y="559"/>
                  </a:lnTo>
                  <a:lnTo>
                    <a:pt x="798" y="578"/>
                  </a:lnTo>
                  <a:lnTo>
                    <a:pt x="788" y="595"/>
                  </a:lnTo>
                  <a:lnTo>
                    <a:pt x="778" y="612"/>
                  </a:lnTo>
                  <a:lnTo>
                    <a:pt x="768" y="628"/>
                  </a:lnTo>
                  <a:lnTo>
                    <a:pt x="757" y="644"/>
                  </a:lnTo>
                  <a:lnTo>
                    <a:pt x="745" y="660"/>
                  </a:lnTo>
                  <a:lnTo>
                    <a:pt x="732" y="675"/>
                  </a:lnTo>
                  <a:lnTo>
                    <a:pt x="718" y="689"/>
                  </a:lnTo>
                  <a:lnTo>
                    <a:pt x="705" y="703"/>
                  </a:lnTo>
                  <a:lnTo>
                    <a:pt x="689" y="716"/>
                  </a:lnTo>
                  <a:lnTo>
                    <a:pt x="674" y="728"/>
                  </a:lnTo>
                  <a:lnTo>
                    <a:pt x="658" y="740"/>
                  </a:lnTo>
                  <a:lnTo>
                    <a:pt x="641" y="750"/>
                  </a:lnTo>
                  <a:lnTo>
                    <a:pt x="624" y="760"/>
                  </a:lnTo>
                  <a:lnTo>
                    <a:pt x="606" y="768"/>
                  </a:lnTo>
                  <a:lnTo>
                    <a:pt x="588" y="777"/>
                  </a:lnTo>
                  <a:lnTo>
                    <a:pt x="570" y="784"/>
                  </a:lnTo>
                  <a:lnTo>
                    <a:pt x="550" y="790"/>
                  </a:lnTo>
                  <a:lnTo>
                    <a:pt x="531" y="796"/>
                  </a:lnTo>
                  <a:lnTo>
                    <a:pt x="511" y="800"/>
                  </a:lnTo>
                  <a:lnTo>
                    <a:pt x="491" y="805"/>
                  </a:lnTo>
                  <a:lnTo>
                    <a:pt x="471" y="807"/>
                  </a:lnTo>
                  <a:lnTo>
                    <a:pt x="451" y="809"/>
                  </a:lnTo>
                  <a:lnTo>
                    <a:pt x="429" y="809"/>
                  </a:lnTo>
                  <a:lnTo>
                    <a:pt x="410" y="809"/>
                  </a:lnTo>
                  <a:lnTo>
                    <a:pt x="389" y="809"/>
                  </a:lnTo>
                  <a:lnTo>
                    <a:pt x="368" y="807"/>
                  </a:lnTo>
                  <a:lnTo>
                    <a:pt x="348" y="805"/>
                  </a:lnTo>
                  <a:lnTo>
                    <a:pt x="328" y="800"/>
                  </a:lnTo>
                  <a:lnTo>
                    <a:pt x="308" y="796"/>
                  </a:lnTo>
                  <a:lnTo>
                    <a:pt x="289" y="790"/>
                  </a:lnTo>
                  <a:lnTo>
                    <a:pt x="269" y="784"/>
                  </a:lnTo>
                  <a:lnTo>
                    <a:pt x="251" y="777"/>
                  </a:lnTo>
                  <a:lnTo>
                    <a:pt x="233" y="768"/>
                  </a:lnTo>
                  <a:lnTo>
                    <a:pt x="215" y="760"/>
                  </a:lnTo>
                  <a:lnTo>
                    <a:pt x="198" y="750"/>
                  </a:lnTo>
                  <a:lnTo>
                    <a:pt x="181" y="740"/>
                  </a:lnTo>
                  <a:lnTo>
                    <a:pt x="165" y="728"/>
                  </a:lnTo>
                  <a:lnTo>
                    <a:pt x="150" y="716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5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1" y="628"/>
                  </a:lnTo>
                  <a:lnTo>
                    <a:pt x="61" y="612"/>
                  </a:lnTo>
                  <a:lnTo>
                    <a:pt x="51" y="595"/>
                  </a:lnTo>
                  <a:lnTo>
                    <a:pt x="41" y="578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3"/>
                  </a:lnTo>
                  <a:lnTo>
                    <a:pt x="9" y="483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2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2" name="Shape 147">
              <a:extLst>
                <a:ext uri="{FF2B5EF4-FFF2-40B4-BE49-F238E27FC236}">
                  <a16:creationId xmlns:a16="http://schemas.microsoft.com/office/drawing/2014/main" id="{EC2A575A-163E-495B-A340-E05A82554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7" y="4521200"/>
              <a:ext cx="114300" cy="114300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0 h 144"/>
                <a:gd name="T4" fmla="*/ 0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144"/>
                <a:gd name="T17" fmla="*/ 144 w 144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144" extrusionOk="0">
                  <a:moveTo>
                    <a:pt x="57" y="144"/>
                  </a:moveTo>
                  <a:lnTo>
                    <a:pt x="144" y="0"/>
                  </a:lnTo>
                  <a:lnTo>
                    <a:pt x="0" y="86"/>
                  </a:lnTo>
                  <a:lnTo>
                    <a:pt x="29" y="115"/>
                  </a:lnTo>
                  <a:lnTo>
                    <a:pt x="5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3" name="Shape 148">
              <a:extLst>
                <a:ext uri="{FF2B5EF4-FFF2-40B4-BE49-F238E27FC236}">
                  <a16:creationId xmlns:a16="http://schemas.microsoft.com/office/drawing/2014/main" id="{1F9526FA-BFB2-43CA-954F-C34B856A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4462462"/>
              <a:ext cx="641350" cy="642937"/>
            </a:xfrm>
            <a:custGeom>
              <a:avLst/>
              <a:gdLst>
                <a:gd name="T0" fmla="*/ 2147483646 w 808"/>
                <a:gd name="T1" fmla="*/ 2147483646 h 808"/>
                <a:gd name="T2" fmla="*/ 2147483646 w 808"/>
                <a:gd name="T3" fmla="*/ 2147483646 h 808"/>
                <a:gd name="T4" fmla="*/ 2147483646 w 808"/>
                <a:gd name="T5" fmla="*/ 2147483646 h 808"/>
                <a:gd name="T6" fmla="*/ 2147483646 w 808"/>
                <a:gd name="T7" fmla="*/ 2147483646 h 808"/>
                <a:gd name="T8" fmla="*/ 2147483646 w 808"/>
                <a:gd name="T9" fmla="*/ 2147483646 h 808"/>
                <a:gd name="T10" fmla="*/ 2147483646 w 808"/>
                <a:gd name="T11" fmla="*/ 2147483646 h 808"/>
                <a:gd name="T12" fmla="*/ 2147483646 w 808"/>
                <a:gd name="T13" fmla="*/ 2147483646 h 808"/>
                <a:gd name="T14" fmla="*/ 2147483646 w 808"/>
                <a:gd name="T15" fmla="*/ 2147483646 h 808"/>
                <a:gd name="T16" fmla="*/ 2147483646 w 808"/>
                <a:gd name="T17" fmla="*/ 2147483646 h 808"/>
                <a:gd name="T18" fmla="*/ 2147483646 w 808"/>
                <a:gd name="T19" fmla="*/ 2147483646 h 808"/>
                <a:gd name="T20" fmla="*/ 2147483646 w 808"/>
                <a:gd name="T21" fmla="*/ 2147483646 h 808"/>
                <a:gd name="T22" fmla="*/ 2147483646 w 808"/>
                <a:gd name="T23" fmla="*/ 2147483646 h 808"/>
                <a:gd name="T24" fmla="*/ 2147483646 w 808"/>
                <a:gd name="T25" fmla="*/ 2147483646 h 808"/>
                <a:gd name="T26" fmla="*/ 2147483646 w 808"/>
                <a:gd name="T27" fmla="*/ 2147483646 h 808"/>
                <a:gd name="T28" fmla="*/ 2147483646 w 808"/>
                <a:gd name="T29" fmla="*/ 2147483646 h 808"/>
                <a:gd name="T30" fmla="*/ 2147483646 w 808"/>
                <a:gd name="T31" fmla="*/ 2147483646 h 808"/>
                <a:gd name="T32" fmla="*/ 2147483646 w 808"/>
                <a:gd name="T33" fmla="*/ 2147483646 h 808"/>
                <a:gd name="T34" fmla="*/ 2147483646 w 808"/>
                <a:gd name="T35" fmla="*/ 2147483646 h 808"/>
                <a:gd name="T36" fmla="*/ 2147483646 w 808"/>
                <a:gd name="T37" fmla="*/ 2147483646 h 808"/>
                <a:gd name="T38" fmla="*/ 2147483646 w 808"/>
                <a:gd name="T39" fmla="*/ 2147483646 h 808"/>
                <a:gd name="T40" fmla="*/ 2147483646 w 808"/>
                <a:gd name="T41" fmla="*/ 2147483646 h 808"/>
                <a:gd name="T42" fmla="*/ 2147483646 w 808"/>
                <a:gd name="T43" fmla="*/ 2147483646 h 808"/>
                <a:gd name="T44" fmla="*/ 2147483646 w 808"/>
                <a:gd name="T45" fmla="*/ 2147483646 h 808"/>
                <a:gd name="T46" fmla="*/ 2147483646 w 808"/>
                <a:gd name="T47" fmla="*/ 2147483646 h 808"/>
                <a:gd name="T48" fmla="*/ 2147483646 w 808"/>
                <a:gd name="T49" fmla="*/ 2147483646 h 808"/>
                <a:gd name="T50" fmla="*/ 2147483646 w 808"/>
                <a:gd name="T51" fmla="*/ 2147483646 h 808"/>
                <a:gd name="T52" fmla="*/ 2147483646 w 808"/>
                <a:gd name="T53" fmla="*/ 2147483646 h 808"/>
                <a:gd name="T54" fmla="*/ 2147483646 w 808"/>
                <a:gd name="T55" fmla="*/ 2147483646 h 808"/>
                <a:gd name="T56" fmla="*/ 2147483646 w 808"/>
                <a:gd name="T57" fmla="*/ 2147483646 h 808"/>
                <a:gd name="T58" fmla="*/ 2147483646 w 808"/>
                <a:gd name="T59" fmla="*/ 2147483646 h 808"/>
                <a:gd name="T60" fmla="*/ 2147483646 w 808"/>
                <a:gd name="T61" fmla="*/ 2147483646 h 808"/>
                <a:gd name="T62" fmla="*/ 2147483646 w 808"/>
                <a:gd name="T63" fmla="*/ 2147483646 h 808"/>
                <a:gd name="T64" fmla="*/ 2147483646 w 808"/>
                <a:gd name="T65" fmla="*/ 2147483646 h 808"/>
                <a:gd name="T66" fmla="*/ 2147483646 w 808"/>
                <a:gd name="T67" fmla="*/ 2147483646 h 808"/>
                <a:gd name="T68" fmla="*/ 2147483646 w 808"/>
                <a:gd name="T69" fmla="*/ 2147483646 h 808"/>
                <a:gd name="T70" fmla="*/ 2147483646 w 808"/>
                <a:gd name="T71" fmla="*/ 2147483646 h 808"/>
                <a:gd name="T72" fmla="*/ 2147483646 w 808"/>
                <a:gd name="T73" fmla="*/ 2147483646 h 808"/>
                <a:gd name="T74" fmla="*/ 2147483646 w 808"/>
                <a:gd name="T75" fmla="*/ 2147483646 h 808"/>
                <a:gd name="T76" fmla="*/ 2147483646 w 808"/>
                <a:gd name="T77" fmla="*/ 2147483646 h 808"/>
                <a:gd name="T78" fmla="*/ 2147483646 w 808"/>
                <a:gd name="T79" fmla="*/ 2147483646 h 808"/>
                <a:gd name="T80" fmla="*/ 2147483646 w 808"/>
                <a:gd name="T81" fmla="*/ 2147483646 h 808"/>
                <a:gd name="T82" fmla="*/ 2147483646 w 808"/>
                <a:gd name="T83" fmla="*/ 2147483646 h 808"/>
                <a:gd name="T84" fmla="*/ 2147483646 w 808"/>
                <a:gd name="T85" fmla="*/ 2147483646 h 808"/>
                <a:gd name="T86" fmla="*/ 2147483646 w 808"/>
                <a:gd name="T87" fmla="*/ 2147483646 h 8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8"/>
                <a:gd name="T133" fmla="*/ 0 h 808"/>
                <a:gd name="T134" fmla="*/ 808 w 808"/>
                <a:gd name="T135" fmla="*/ 808 h 80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8" h="808" extrusionOk="0">
                  <a:moveTo>
                    <a:pt x="0" y="400"/>
                  </a:moveTo>
                  <a:lnTo>
                    <a:pt x="0" y="410"/>
                  </a:lnTo>
                  <a:lnTo>
                    <a:pt x="1" y="388"/>
                  </a:lnTo>
                  <a:lnTo>
                    <a:pt x="3" y="368"/>
                  </a:lnTo>
                  <a:lnTo>
                    <a:pt x="6" y="346"/>
                  </a:lnTo>
                  <a:lnTo>
                    <a:pt x="8" y="328"/>
                  </a:lnTo>
                  <a:lnTo>
                    <a:pt x="13" y="307"/>
                  </a:lnTo>
                  <a:lnTo>
                    <a:pt x="19" y="287"/>
                  </a:lnTo>
                  <a:lnTo>
                    <a:pt x="26" y="268"/>
                  </a:lnTo>
                  <a:lnTo>
                    <a:pt x="33" y="250"/>
                  </a:lnTo>
                  <a:lnTo>
                    <a:pt x="40" y="232"/>
                  </a:lnTo>
                  <a:lnTo>
                    <a:pt x="50" y="215"/>
                  </a:lnTo>
                  <a:lnTo>
                    <a:pt x="60" y="198"/>
                  </a:lnTo>
                  <a:lnTo>
                    <a:pt x="70" y="180"/>
                  </a:lnTo>
                  <a:lnTo>
                    <a:pt x="82" y="164"/>
                  </a:lnTo>
                  <a:lnTo>
                    <a:pt x="94" y="149"/>
                  </a:lnTo>
                  <a:lnTo>
                    <a:pt x="107" y="134"/>
                  </a:lnTo>
                  <a:lnTo>
                    <a:pt x="120" y="120"/>
                  </a:lnTo>
                  <a:lnTo>
                    <a:pt x="134" y="107"/>
                  </a:lnTo>
                  <a:lnTo>
                    <a:pt x="150" y="94"/>
                  </a:lnTo>
                  <a:lnTo>
                    <a:pt x="164" y="82"/>
                  </a:lnTo>
                  <a:lnTo>
                    <a:pt x="180" y="71"/>
                  </a:lnTo>
                  <a:lnTo>
                    <a:pt x="198" y="59"/>
                  </a:lnTo>
                  <a:lnTo>
                    <a:pt x="215" y="49"/>
                  </a:lnTo>
                  <a:lnTo>
                    <a:pt x="232" y="40"/>
                  </a:lnTo>
                  <a:lnTo>
                    <a:pt x="251" y="32"/>
                  </a:lnTo>
                  <a:lnTo>
                    <a:pt x="268" y="24"/>
                  </a:lnTo>
                  <a:lnTo>
                    <a:pt x="288" y="19"/>
                  </a:lnTo>
                  <a:lnTo>
                    <a:pt x="307" y="13"/>
                  </a:lnTo>
                  <a:lnTo>
                    <a:pt x="327" y="8"/>
                  </a:lnTo>
                  <a:lnTo>
                    <a:pt x="348" y="4"/>
                  </a:lnTo>
                  <a:lnTo>
                    <a:pt x="368" y="3"/>
                  </a:lnTo>
                  <a:lnTo>
                    <a:pt x="388" y="1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421" y="1"/>
                  </a:lnTo>
                  <a:lnTo>
                    <a:pt x="441" y="3"/>
                  </a:lnTo>
                  <a:lnTo>
                    <a:pt x="462" y="4"/>
                  </a:lnTo>
                  <a:lnTo>
                    <a:pt x="482" y="8"/>
                  </a:lnTo>
                  <a:lnTo>
                    <a:pt x="502" y="13"/>
                  </a:lnTo>
                  <a:lnTo>
                    <a:pt x="521" y="19"/>
                  </a:lnTo>
                  <a:lnTo>
                    <a:pt x="541" y="24"/>
                  </a:lnTo>
                  <a:lnTo>
                    <a:pt x="558" y="32"/>
                  </a:lnTo>
                  <a:lnTo>
                    <a:pt x="577" y="40"/>
                  </a:lnTo>
                  <a:lnTo>
                    <a:pt x="594" y="49"/>
                  </a:lnTo>
                  <a:lnTo>
                    <a:pt x="612" y="59"/>
                  </a:lnTo>
                  <a:lnTo>
                    <a:pt x="629" y="71"/>
                  </a:lnTo>
                  <a:lnTo>
                    <a:pt x="645" y="82"/>
                  </a:lnTo>
                  <a:lnTo>
                    <a:pt x="659" y="94"/>
                  </a:lnTo>
                  <a:lnTo>
                    <a:pt x="675" y="107"/>
                  </a:lnTo>
                  <a:lnTo>
                    <a:pt x="688" y="120"/>
                  </a:lnTo>
                  <a:lnTo>
                    <a:pt x="703" y="134"/>
                  </a:lnTo>
                  <a:lnTo>
                    <a:pt x="716" y="149"/>
                  </a:lnTo>
                  <a:lnTo>
                    <a:pt x="727" y="164"/>
                  </a:lnTo>
                  <a:lnTo>
                    <a:pt x="739" y="180"/>
                  </a:lnTo>
                  <a:lnTo>
                    <a:pt x="749" y="198"/>
                  </a:lnTo>
                  <a:lnTo>
                    <a:pt x="759" y="215"/>
                  </a:lnTo>
                  <a:lnTo>
                    <a:pt x="769" y="232"/>
                  </a:lnTo>
                  <a:lnTo>
                    <a:pt x="776" y="250"/>
                  </a:lnTo>
                  <a:lnTo>
                    <a:pt x="784" y="268"/>
                  </a:lnTo>
                  <a:lnTo>
                    <a:pt x="791" y="287"/>
                  </a:lnTo>
                  <a:lnTo>
                    <a:pt x="797" y="307"/>
                  </a:lnTo>
                  <a:lnTo>
                    <a:pt x="801" y="328"/>
                  </a:lnTo>
                  <a:lnTo>
                    <a:pt x="804" y="346"/>
                  </a:lnTo>
                  <a:lnTo>
                    <a:pt x="807" y="368"/>
                  </a:lnTo>
                  <a:lnTo>
                    <a:pt x="808" y="388"/>
                  </a:lnTo>
                  <a:lnTo>
                    <a:pt x="808" y="410"/>
                  </a:lnTo>
                  <a:lnTo>
                    <a:pt x="808" y="400"/>
                  </a:lnTo>
                  <a:lnTo>
                    <a:pt x="808" y="420"/>
                  </a:lnTo>
                  <a:lnTo>
                    <a:pt x="807" y="442"/>
                  </a:lnTo>
                  <a:lnTo>
                    <a:pt x="804" y="462"/>
                  </a:lnTo>
                  <a:lnTo>
                    <a:pt x="801" y="482"/>
                  </a:lnTo>
                  <a:lnTo>
                    <a:pt x="797" y="502"/>
                  </a:lnTo>
                  <a:lnTo>
                    <a:pt x="791" y="521"/>
                  </a:lnTo>
                  <a:lnTo>
                    <a:pt x="784" y="540"/>
                  </a:lnTo>
                  <a:lnTo>
                    <a:pt x="776" y="559"/>
                  </a:lnTo>
                  <a:lnTo>
                    <a:pt x="769" y="577"/>
                  </a:lnTo>
                  <a:lnTo>
                    <a:pt x="759" y="595"/>
                  </a:lnTo>
                  <a:lnTo>
                    <a:pt x="749" y="612"/>
                  </a:lnTo>
                  <a:lnTo>
                    <a:pt x="739" y="628"/>
                  </a:lnTo>
                  <a:lnTo>
                    <a:pt x="727" y="644"/>
                  </a:lnTo>
                  <a:lnTo>
                    <a:pt x="716" y="660"/>
                  </a:lnTo>
                  <a:lnTo>
                    <a:pt x="703" y="674"/>
                  </a:lnTo>
                  <a:lnTo>
                    <a:pt x="688" y="689"/>
                  </a:lnTo>
                  <a:lnTo>
                    <a:pt x="675" y="703"/>
                  </a:lnTo>
                  <a:lnTo>
                    <a:pt x="659" y="715"/>
                  </a:lnTo>
                  <a:lnTo>
                    <a:pt x="645" y="728"/>
                  </a:lnTo>
                  <a:lnTo>
                    <a:pt x="629" y="739"/>
                  </a:lnTo>
                  <a:lnTo>
                    <a:pt x="612" y="749"/>
                  </a:lnTo>
                  <a:lnTo>
                    <a:pt x="594" y="759"/>
                  </a:lnTo>
                  <a:lnTo>
                    <a:pt x="577" y="768"/>
                  </a:lnTo>
                  <a:lnTo>
                    <a:pt x="558" y="777"/>
                  </a:lnTo>
                  <a:lnTo>
                    <a:pt x="541" y="784"/>
                  </a:lnTo>
                  <a:lnTo>
                    <a:pt x="521" y="790"/>
                  </a:lnTo>
                  <a:lnTo>
                    <a:pt x="502" y="795"/>
                  </a:lnTo>
                  <a:lnTo>
                    <a:pt x="482" y="800"/>
                  </a:lnTo>
                  <a:lnTo>
                    <a:pt x="462" y="804"/>
                  </a:lnTo>
                  <a:lnTo>
                    <a:pt x="441" y="807"/>
                  </a:lnTo>
                  <a:lnTo>
                    <a:pt x="421" y="808"/>
                  </a:lnTo>
                  <a:lnTo>
                    <a:pt x="400" y="808"/>
                  </a:lnTo>
                  <a:lnTo>
                    <a:pt x="410" y="808"/>
                  </a:lnTo>
                  <a:lnTo>
                    <a:pt x="388" y="808"/>
                  </a:lnTo>
                  <a:lnTo>
                    <a:pt x="368" y="807"/>
                  </a:lnTo>
                  <a:lnTo>
                    <a:pt x="348" y="804"/>
                  </a:lnTo>
                  <a:lnTo>
                    <a:pt x="327" y="800"/>
                  </a:lnTo>
                  <a:lnTo>
                    <a:pt x="307" y="795"/>
                  </a:lnTo>
                  <a:lnTo>
                    <a:pt x="288" y="790"/>
                  </a:lnTo>
                  <a:lnTo>
                    <a:pt x="268" y="784"/>
                  </a:lnTo>
                  <a:lnTo>
                    <a:pt x="251" y="777"/>
                  </a:lnTo>
                  <a:lnTo>
                    <a:pt x="232" y="768"/>
                  </a:lnTo>
                  <a:lnTo>
                    <a:pt x="215" y="759"/>
                  </a:lnTo>
                  <a:lnTo>
                    <a:pt x="198" y="749"/>
                  </a:lnTo>
                  <a:lnTo>
                    <a:pt x="180" y="739"/>
                  </a:lnTo>
                  <a:lnTo>
                    <a:pt x="164" y="728"/>
                  </a:lnTo>
                  <a:lnTo>
                    <a:pt x="150" y="715"/>
                  </a:lnTo>
                  <a:lnTo>
                    <a:pt x="134" y="703"/>
                  </a:lnTo>
                  <a:lnTo>
                    <a:pt x="120" y="689"/>
                  </a:lnTo>
                  <a:lnTo>
                    <a:pt x="107" y="674"/>
                  </a:lnTo>
                  <a:lnTo>
                    <a:pt x="94" y="660"/>
                  </a:lnTo>
                  <a:lnTo>
                    <a:pt x="82" y="644"/>
                  </a:lnTo>
                  <a:lnTo>
                    <a:pt x="70" y="628"/>
                  </a:lnTo>
                  <a:lnTo>
                    <a:pt x="60" y="612"/>
                  </a:lnTo>
                  <a:lnTo>
                    <a:pt x="50" y="595"/>
                  </a:lnTo>
                  <a:lnTo>
                    <a:pt x="40" y="577"/>
                  </a:lnTo>
                  <a:lnTo>
                    <a:pt x="33" y="559"/>
                  </a:lnTo>
                  <a:lnTo>
                    <a:pt x="26" y="540"/>
                  </a:lnTo>
                  <a:lnTo>
                    <a:pt x="19" y="521"/>
                  </a:lnTo>
                  <a:lnTo>
                    <a:pt x="13" y="502"/>
                  </a:lnTo>
                  <a:lnTo>
                    <a:pt x="8" y="482"/>
                  </a:lnTo>
                  <a:lnTo>
                    <a:pt x="6" y="462"/>
                  </a:lnTo>
                  <a:lnTo>
                    <a:pt x="3" y="442"/>
                  </a:lnTo>
                  <a:lnTo>
                    <a:pt x="1" y="420"/>
                  </a:lnTo>
                  <a:lnTo>
                    <a:pt x="0" y="40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4" name="Shape 149">
              <a:extLst>
                <a:ext uri="{FF2B5EF4-FFF2-40B4-BE49-F238E27FC236}">
                  <a16:creationId xmlns:a16="http://schemas.microsoft.com/office/drawing/2014/main" id="{CBC8F5C3-9881-4C4E-A5A0-87AEE563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865562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1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0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19"/>
                  </a:lnTo>
                  <a:lnTo>
                    <a:pt x="186" y="132"/>
                  </a:lnTo>
                  <a:lnTo>
                    <a:pt x="164" y="148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49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6" y="326"/>
                  </a:lnTo>
                  <a:lnTo>
                    <a:pt x="8" y="346"/>
                  </a:lnTo>
                  <a:lnTo>
                    <a:pt x="4" y="366"/>
                  </a:lnTo>
                  <a:lnTo>
                    <a:pt x="1" y="386"/>
                  </a:lnTo>
                  <a:lnTo>
                    <a:pt x="0" y="408"/>
                  </a:lnTo>
                  <a:lnTo>
                    <a:pt x="1" y="428"/>
                  </a:lnTo>
                  <a:lnTo>
                    <a:pt x="4" y="450"/>
                  </a:lnTo>
                  <a:lnTo>
                    <a:pt x="8" y="470"/>
                  </a:lnTo>
                  <a:lnTo>
                    <a:pt x="16" y="490"/>
                  </a:lnTo>
                  <a:lnTo>
                    <a:pt x="23" y="511"/>
                  </a:lnTo>
                  <a:lnTo>
                    <a:pt x="33" y="529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0"/>
                  </a:lnTo>
                  <a:lnTo>
                    <a:pt x="122" y="636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1"/>
                  </a:lnTo>
                  <a:lnTo>
                    <a:pt x="261" y="724"/>
                  </a:lnTo>
                  <a:lnTo>
                    <a:pt x="288" y="736"/>
                  </a:lnTo>
                  <a:lnTo>
                    <a:pt x="316" y="747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6"/>
                  </a:lnTo>
                  <a:lnTo>
                    <a:pt x="437" y="785"/>
                  </a:lnTo>
                  <a:lnTo>
                    <a:pt x="470" y="792"/>
                  </a:lnTo>
                  <a:lnTo>
                    <a:pt x="503" y="799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2"/>
                  </a:lnTo>
                  <a:lnTo>
                    <a:pt x="643" y="815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5"/>
                  </a:lnTo>
                  <a:lnTo>
                    <a:pt x="825" y="812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799"/>
                  </a:lnTo>
                  <a:lnTo>
                    <a:pt x="962" y="792"/>
                  </a:lnTo>
                  <a:lnTo>
                    <a:pt x="996" y="785"/>
                  </a:lnTo>
                  <a:lnTo>
                    <a:pt x="1027" y="776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7"/>
                  </a:lnTo>
                  <a:lnTo>
                    <a:pt x="1144" y="736"/>
                  </a:lnTo>
                  <a:lnTo>
                    <a:pt x="1172" y="724"/>
                  </a:lnTo>
                  <a:lnTo>
                    <a:pt x="1198" y="711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6"/>
                  </a:lnTo>
                  <a:lnTo>
                    <a:pt x="1329" y="620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29"/>
                  </a:lnTo>
                  <a:lnTo>
                    <a:pt x="1410" y="511"/>
                  </a:lnTo>
                  <a:lnTo>
                    <a:pt x="1417" y="490"/>
                  </a:lnTo>
                  <a:lnTo>
                    <a:pt x="1424" y="470"/>
                  </a:lnTo>
                  <a:lnTo>
                    <a:pt x="1429" y="450"/>
                  </a:lnTo>
                  <a:lnTo>
                    <a:pt x="1432" y="428"/>
                  </a:lnTo>
                  <a:lnTo>
                    <a:pt x="1432" y="408"/>
                  </a:lnTo>
                  <a:lnTo>
                    <a:pt x="1432" y="386"/>
                  </a:lnTo>
                  <a:lnTo>
                    <a:pt x="1429" y="366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49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8"/>
                  </a:lnTo>
                  <a:lnTo>
                    <a:pt x="1247" y="132"/>
                  </a:lnTo>
                  <a:lnTo>
                    <a:pt x="1222" y="119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0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1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5" name="Shape 150">
              <a:extLst>
                <a:ext uri="{FF2B5EF4-FFF2-40B4-BE49-F238E27FC236}">
                  <a16:creationId xmlns:a16="http://schemas.microsoft.com/office/drawing/2014/main" id="{5062923E-6E9E-419F-BD55-16C7050DF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1666" y="4064004"/>
              <a:ext cx="793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F: z = 1 </a:t>
              </a:r>
            </a:p>
          </p:txBody>
        </p:sp>
        <p:sp>
          <p:nvSpPr>
            <p:cNvPr id="139276" name="Shape 151">
              <a:extLst>
                <a:ext uri="{FF2B5EF4-FFF2-40B4-BE49-F238E27FC236}">
                  <a16:creationId xmlns:a16="http://schemas.microsoft.com/office/drawing/2014/main" id="{F9B3BF8D-84B5-4D50-A597-1DAF82D4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8350" y="1917700"/>
              <a:ext cx="1136650" cy="649286"/>
            </a:xfrm>
            <a:custGeom>
              <a:avLst/>
              <a:gdLst>
                <a:gd name="T0" fmla="*/ 2147483646 w 1432"/>
                <a:gd name="T1" fmla="*/ 2147483646 h 817"/>
                <a:gd name="T2" fmla="*/ 2147483646 w 1432"/>
                <a:gd name="T3" fmla="*/ 2147483646 h 817"/>
                <a:gd name="T4" fmla="*/ 2147483646 w 1432"/>
                <a:gd name="T5" fmla="*/ 2147483646 h 817"/>
                <a:gd name="T6" fmla="*/ 2147483646 w 1432"/>
                <a:gd name="T7" fmla="*/ 2147483646 h 817"/>
                <a:gd name="T8" fmla="*/ 2147483646 w 1432"/>
                <a:gd name="T9" fmla="*/ 2147483646 h 817"/>
                <a:gd name="T10" fmla="*/ 2147483646 w 1432"/>
                <a:gd name="T11" fmla="*/ 2147483646 h 817"/>
                <a:gd name="T12" fmla="*/ 2147483646 w 1432"/>
                <a:gd name="T13" fmla="*/ 2147483646 h 817"/>
                <a:gd name="T14" fmla="*/ 2147483646 w 1432"/>
                <a:gd name="T15" fmla="*/ 2147483646 h 817"/>
                <a:gd name="T16" fmla="*/ 2147483646 w 1432"/>
                <a:gd name="T17" fmla="*/ 2147483646 h 817"/>
                <a:gd name="T18" fmla="*/ 2147483646 w 1432"/>
                <a:gd name="T19" fmla="*/ 2147483646 h 817"/>
                <a:gd name="T20" fmla="*/ 0 w 1432"/>
                <a:gd name="T21" fmla="*/ 2147483646 h 817"/>
                <a:gd name="T22" fmla="*/ 2147483646 w 1432"/>
                <a:gd name="T23" fmla="*/ 2147483646 h 817"/>
                <a:gd name="T24" fmla="*/ 2147483646 w 1432"/>
                <a:gd name="T25" fmla="*/ 2147483646 h 817"/>
                <a:gd name="T26" fmla="*/ 2147483646 w 1432"/>
                <a:gd name="T27" fmla="*/ 2147483646 h 817"/>
                <a:gd name="T28" fmla="*/ 2147483646 w 1432"/>
                <a:gd name="T29" fmla="*/ 2147483646 h 817"/>
                <a:gd name="T30" fmla="*/ 2147483646 w 1432"/>
                <a:gd name="T31" fmla="*/ 2147483646 h 817"/>
                <a:gd name="T32" fmla="*/ 2147483646 w 1432"/>
                <a:gd name="T33" fmla="*/ 2147483646 h 817"/>
                <a:gd name="T34" fmla="*/ 2147483646 w 1432"/>
                <a:gd name="T35" fmla="*/ 2147483646 h 817"/>
                <a:gd name="T36" fmla="*/ 2147483646 w 1432"/>
                <a:gd name="T37" fmla="*/ 2147483646 h 817"/>
                <a:gd name="T38" fmla="*/ 2147483646 w 1432"/>
                <a:gd name="T39" fmla="*/ 2147483646 h 817"/>
                <a:gd name="T40" fmla="*/ 2147483646 w 1432"/>
                <a:gd name="T41" fmla="*/ 2147483646 h 817"/>
                <a:gd name="T42" fmla="*/ 2147483646 w 1432"/>
                <a:gd name="T43" fmla="*/ 2147483646 h 817"/>
                <a:gd name="T44" fmla="*/ 2147483646 w 1432"/>
                <a:gd name="T45" fmla="*/ 2147483646 h 817"/>
                <a:gd name="T46" fmla="*/ 2147483646 w 1432"/>
                <a:gd name="T47" fmla="*/ 2147483646 h 817"/>
                <a:gd name="T48" fmla="*/ 2147483646 w 1432"/>
                <a:gd name="T49" fmla="*/ 2147483646 h 817"/>
                <a:gd name="T50" fmla="*/ 2147483646 w 1432"/>
                <a:gd name="T51" fmla="*/ 2147483646 h 817"/>
                <a:gd name="T52" fmla="*/ 2147483646 w 1432"/>
                <a:gd name="T53" fmla="*/ 2147483646 h 817"/>
                <a:gd name="T54" fmla="*/ 2147483646 w 1432"/>
                <a:gd name="T55" fmla="*/ 2147483646 h 817"/>
                <a:gd name="T56" fmla="*/ 2147483646 w 1432"/>
                <a:gd name="T57" fmla="*/ 2147483646 h 817"/>
                <a:gd name="T58" fmla="*/ 2147483646 w 1432"/>
                <a:gd name="T59" fmla="*/ 2147483646 h 817"/>
                <a:gd name="T60" fmla="*/ 2147483646 w 1432"/>
                <a:gd name="T61" fmla="*/ 2147483646 h 817"/>
                <a:gd name="T62" fmla="*/ 2147483646 w 1432"/>
                <a:gd name="T63" fmla="*/ 2147483646 h 817"/>
                <a:gd name="T64" fmla="*/ 2147483646 w 1432"/>
                <a:gd name="T65" fmla="*/ 2147483646 h 817"/>
                <a:gd name="T66" fmla="*/ 2147483646 w 1432"/>
                <a:gd name="T67" fmla="*/ 2147483646 h 817"/>
                <a:gd name="T68" fmla="*/ 2147483646 w 1432"/>
                <a:gd name="T69" fmla="*/ 2147483646 h 817"/>
                <a:gd name="T70" fmla="*/ 2147483646 w 1432"/>
                <a:gd name="T71" fmla="*/ 2147483646 h 817"/>
                <a:gd name="T72" fmla="*/ 2147483646 w 1432"/>
                <a:gd name="T73" fmla="*/ 2147483646 h 817"/>
                <a:gd name="T74" fmla="*/ 2147483646 w 1432"/>
                <a:gd name="T75" fmla="*/ 2147483646 h 817"/>
                <a:gd name="T76" fmla="*/ 2147483646 w 1432"/>
                <a:gd name="T77" fmla="*/ 2147483646 h 817"/>
                <a:gd name="T78" fmla="*/ 2147483646 w 1432"/>
                <a:gd name="T79" fmla="*/ 2147483646 h 817"/>
                <a:gd name="T80" fmla="*/ 2147483646 w 1432"/>
                <a:gd name="T81" fmla="*/ 2147483646 h 817"/>
                <a:gd name="T82" fmla="*/ 2147483646 w 1432"/>
                <a:gd name="T83" fmla="*/ 2147483646 h 817"/>
                <a:gd name="T84" fmla="*/ 2147483646 w 1432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2"/>
                <a:gd name="T130" fmla="*/ 0 h 817"/>
                <a:gd name="T131" fmla="*/ 1432 w 1432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2" h="817" extrusionOk="0">
                  <a:moveTo>
                    <a:pt x="716" y="0"/>
                  </a:moveTo>
                  <a:lnTo>
                    <a:pt x="680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3" y="163"/>
                  </a:lnTo>
                  <a:lnTo>
                    <a:pt x="122" y="179"/>
                  </a:lnTo>
                  <a:lnTo>
                    <a:pt x="104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4" y="621"/>
                  </a:lnTo>
                  <a:lnTo>
                    <a:pt x="122" y="637"/>
                  </a:lnTo>
                  <a:lnTo>
                    <a:pt x="143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80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2" y="430"/>
                  </a:lnTo>
                  <a:lnTo>
                    <a:pt x="1432" y="408"/>
                  </a:lnTo>
                  <a:lnTo>
                    <a:pt x="1432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77" name="Shape 152">
              <a:extLst>
                <a:ext uri="{FF2B5EF4-FFF2-40B4-BE49-F238E27FC236}">
                  <a16:creationId xmlns:a16="http://schemas.microsoft.com/office/drawing/2014/main" id="{7B7EF81D-4E76-4235-947D-CF9289A65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2192" y="1146172"/>
              <a:ext cx="6636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Reset </a:t>
              </a:r>
            </a:p>
          </p:txBody>
        </p:sp>
        <p:sp>
          <p:nvSpPr>
            <p:cNvPr id="139278" name="Shape 153">
              <a:extLst>
                <a:ext uri="{FF2B5EF4-FFF2-40B4-BE49-F238E27FC236}">
                  <a16:creationId xmlns:a16="http://schemas.microsoft.com/office/drawing/2014/main" id="{6EAB90F2-2634-4696-8867-FF5FA37F2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30911" y="2116133"/>
              <a:ext cx="8898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E: z = 0 </a:t>
              </a:r>
            </a:p>
          </p:txBody>
        </p:sp>
        <p:sp>
          <p:nvSpPr>
            <p:cNvPr id="139279" name="Shape 154">
              <a:extLst>
                <a:ext uri="{FF2B5EF4-FFF2-40B4-BE49-F238E27FC236}">
                  <a16:creationId xmlns:a16="http://schemas.microsoft.com/office/drawing/2014/main" id="{EA312CCF-8F58-442B-A39D-3722F1C5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1917700"/>
              <a:ext cx="1136650" cy="649286"/>
            </a:xfrm>
            <a:custGeom>
              <a:avLst/>
              <a:gdLst>
                <a:gd name="T0" fmla="*/ 2147483646 w 1431"/>
                <a:gd name="T1" fmla="*/ 2147483646 h 817"/>
                <a:gd name="T2" fmla="*/ 2147483646 w 1431"/>
                <a:gd name="T3" fmla="*/ 2147483646 h 817"/>
                <a:gd name="T4" fmla="*/ 2147483646 w 1431"/>
                <a:gd name="T5" fmla="*/ 2147483646 h 817"/>
                <a:gd name="T6" fmla="*/ 2147483646 w 1431"/>
                <a:gd name="T7" fmla="*/ 2147483646 h 817"/>
                <a:gd name="T8" fmla="*/ 2147483646 w 1431"/>
                <a:gd name="T9" fmla="*/ 2147483646 h 817"/>
                <a:gd name="T10" fmla="*/ 2147483646 w 1431"/>
                <a:gd name="T11" fmla="*/ 2147483646 h 817"/>
                <a:gd name="T12" fmla="*/ 2147483646 w 1431"/>
                <a:gd name="T13" fmla="*/ 2147483646 h 817"/>
                <a:gd name="T14" fmla="*/ 2147483646 w 1431"/>
                <a:gd name="T15" fmla="*/ 2147483646 h 817"/>
                <a:gd name="T16" fmla="*/ 2147483646 w 1431"/>
                <a:gd name="T17" fmla="*/ 2147483646 h 817"/>
                <a:gd name="T18" fmla="*/ 2147483646 w 1431"/>
                <a:gd name="T19" fmla="*/ 2147483646 h 817"/>
                <a:gd name="T20" fmla="*/ 0 w 1431"/>
                <a:gd name="T21" fmla="*/ 2147483646 h 817"/>
                <a:gd name="T22" fmla="*/ 2147483646 w 1431"/>
                <a:gd name="T23" fmla="*/ 2147483646 h 817"/>
                <a:gd name="T24" fmla="*/ 2147483646 w 1431"/>
                <a:gd name="T25" fmla="*/ 2147483646 h 817"/>
                <a:gd name="T26" fmla="*/ 2147483646 w 1431"/>
                <a:gd name="T27" fmla="*/ 2147483646 h 817"/>
                <a:gd name="T28" fmla="*/ 2147483646 w 1431"/>
                <a:gd name="T29" fmla="*/ 2147483646 h 817"/>
                <a:gd name="T30" fmla="*/ 2147483646 w 1431"/>
                <a:gd name="T31" fmla="*/ 2147483646 h 817"/>
                <a:gd name="T32" fmla="*/ 2147483646 w 1431"/>
                <a:gd name="T33" fmla="*/ 2147483646 h 817"/>
                <a:gd name="T34" fmla="*/ 2147483646 w 1431"/>
                <a:gd name="T35" fmla="*/ 2147483646 h 817"/>
                <a:gd name="T36" fmla="*/ 2147483646 w 1431"/>
                <a:gd name="T37" fmla="*/ 2147483646 h 817"/>
                <a:gd name="T38" fmla="*/ 2147483646 w 1431"/>
                <a:gd name="T39" fmla="*/ 2147483646 h 817"/>
                <a:gd name="T40" fmla="*/ 2147483646 w 1431"/>
                <a:gd name="T41" fmla="*/ 2147483646 h 817"/>
                <a:gd name="T42" fmla="*/ 2147483646 w 1431"/>
                <a:gd name="T43" fmla="*/ 2147483646 h 817"/>
                <a:gd name="T44" fmla="*/ 2147483646 w 1431"/>
                <a:gd name="T45" fmla="*/ 2147483646 h 817"/>
                <a:gd name="T46" fmla="*/ 2147483646 w 1431"/>
                <a:gd name="T47" fmla="*/ 2147483646 h 817"/>
                <a:gd name="T48" fmla="*/ 2147483646 w 1431"/>
                <a:gd name="T49" fmla="*/ 2147483646 h 817"/>
                <a:gd name="T50" fmla="*/ 2147483646 w 1431"/>
                <a:gd name="T51" fmla="*/ 2147483646 h 817"/>
                <a:gd name="T52" fmla="*/ 2147483646 w 1431"/>
                <a:gd name="T53" fmla="*/ 2147483646 h 817"/>
                <a:gd name="T54" fmla="*/ 2147483646 w 1431"/>
                <a:gd name="T55" fmla="*/ 2147483646 h 817"/>
                <a:gd name="T56" fmla="*/ 2147483646 w 1431"/>
                <a:gd name="T57" fmla="*/ 2147483646 h 817"/>
                <a:gd name="T58" fmla="*/ 2147483646 w 1431"/>
                <a:gd name="T59" fmla="*/ 2147483646 h 817"/>
                <a:gd name="T60" fmla="*/ 2147483646 w 1431"/>
                <a:gd name="T61" fmla="*/ 2147483646 h 817"/>
                <a:gd name="T62" fmla="*/ 2147483646 w 1431"/>
                <a:gd name="T63" fmla="*/ 2147483646 h 817"/>
                <a:gd name="T64" fmla="*/ 2147483646 w 1431"/>
                <a:gd name="T65" fmla="*/ 2147483646 h 817"/>
                <a:gd name="T66" fmla="*/ 2147483646 w 1431"/>
                <a:gd name="T67" fmla="*/ 2147483646 h 817"/>
                <a:gd name="T68" fmla="*/ 2147483646 w 1431"/>
                <a:gd name="T69" fmla="*/ 2147483646 h 817"/>
                <a:gd name="T70" fmla="*/ 2147483646 w 1431"/>
                <a:gd name="T71" fmla="*/ 2147483646 h 817"/>
                <a:gd name="T72" fmla="*/ 2147483646 w 1431"/>
                <a:gd name="T73" fmla="*/ 2147483646 h 817"/>
                <a:gd name="T74" fmla="*/ 2147483646 w 1431"/>
                <a:gd name="T75" fmla="*/ 2147483646 h 817"/>
                <a:gd name="T76" fmla="*/ 2147483646 w 1431"/>
                <a:gd name="T77" fmla="*/ 2147483646 h 817"/>
                <a:gd name="T78" fmla="*/ 2147483646 w 1431"/>
                <a:gd name="T79" fmla="*/ 2147483646 h 817"/>
                <a:gd name="T80" fmla="*/ 2147483646 w 1431"/>
                <a:gd name="T81" fmla="*/ 2147483646 h 817"/>
                <a:gd name="T82" fmla="*/ 2147483646 w 1431"/>
                <a:gd name="T83" fmla="*/ 2147483646 h 817"/>
                <a:gd name="T84" fmla="*/ 2147483646 w 1431"/>
                <a:gd name="T85" fmla="*/ 0 h 81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31"/>
                <a:gd name="T130" fmla="*/ 0 h 817"/>
                <a:gd name="T131" fmla="*/ 1431 w 1431"/>
                <a:gd name="T132" fmla="*/ 817 h 81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31" h="817" extrusionOk="0">
                  <a:moveTo>
                    <a:pt x="716" y="0"/>
                  </a:moveTo>
                  <a:lnTo>
                    <a:pt x="679" y="0"/>
                  </a:lnTo>
                  <a:lnTo>
                    <a:pt x="643" y="1"/>
                  </a:lnTo>
                  <a:lnTo>
                    <a:pt x="607" y="4"/>
                  </a:lnTo>
                  <a:lnTo>
                    <a:pt x="573" y="7"/>
                  </a:lnTo>
                  <a:lnTo>
                    <a:pt x="538" y="11"/>
                  </a:lnTo>
                  <a:lnTo>
                    <a:pt x="503" y="17"/>
                  </a:lnTo>
                  <a:lnTo>
                    <a:pt x="470" y="24"/>
                  </a:lnTo>
                  <a:lnTo>
                    <a:pt x="437" y="32"/>
                  </a:lnTo>
                  <a:lnTo>
                    <a:pt x="405" y="39"/>
                  </a:lnTo>
                  <a:lnTo>
                    <a:pt x="375" y="49"/>
                  </a:lnTo>
                  <a:lnTo>
                    <a:pt x="345" y="59"/>
                  </a:lnTo>
                  <a:lnTo>
                    <a:pt x="316" y="69"/>
                  </a:lnTo>
                  <a:lnTo>
                    <a:pt x="288" y="81"/>
                  </a:lnTo>
                  <a:lnTo>
                    <a:pt x="261" y="92"/>
                  </a:lnTo>
                  <a:lnTo>
                    <a:pt x="235" y="105"/>
                  </a:lnTo>
                  <a:lnTo>
                    <a:pt x="210" y="120"/>
                  </a:lnTo>
                  <a:lnTo>
                    <a:pt x="186" y="133"/>
                  </a:lnTo>
                  <a:lnTo>
                    <a:pt x="164" y="149"/>
                  </a:lnTo>
                  <a:lnTo>
                    <a:pt x="142" y="163"/>
                  </a:lnTo>
                  <a:lnTo>
                    <a:pt x="122" y="179"/>
                  </a:lnTo>
                  <a:lnTo>
                    <a:pt x="103" y="196"/>
                  </a:lnTo>
                  <a:lnTo>
                    <a:pt x="86" y="213"/>
                  </a:lnTo>
                  <a:lnTo>
                    <a:pt x="70" y="231"/>
                  </a:lnTo>
                  <a:lnTo>
                    <a:pt x="56" y="250"/>
                  </a:lnTo>
                  <a:lnTo>
                    <a:pt x="44" y="267"/>
                  </a:lnTo>
                  <a:lnTo>
                    <a:pt x="33" y="287"/>
                  </a:lnTo>
                  <a:lnTo>
                    <a:pt x="23" y="306"/>
                  </a:lnTo>
                  <a:lnTo>
                    <a:pt x="15" y="326"/>
                  </a:lnTo>
                  <a:lnTo>
                    <a:pt x="8" y="346"/>
                  </a:lnTo>
                  <a:lnTo>
                    <a:pt x="4" y="367"/>
                  </a:lnTo>
                  <a:lnTo>
                    <a:pt x="1" y="387"/>
                  </a:lnTo>
                  <a:lnTo>
                    <a:pt x="0" y="408"/>
                  </a:lnTo>
                  <a:lnTo>
                    <a:pt x="1" y="430"/>
                  </a:lnTo>
                  <a:lnTo>
                    <a:pt x="4" y="450"/>
                  </a:lnTo>
                  <a:lnTo>
                    <a:pt x="8" y="471"/>
                  </a:lnTo>
                  <a:lnTo>
                    <a:pt x="15" y="491"/>
                  </a:lnTo>
                  <a:lnTo>
                    <a:pt x="23" y="511"/>
                  </a:lnTo>
                  <a:lnTo>
                    <a:pt x="33" y="530"/>
                  </a:lnTo>
                  <a:lnTo>
                    <a:pt x="44" y="548"/>
                  </a:lnTo>
                  <a:lnTo>
                    <a:pt x="56" y="567"/>
                  </a:lnTo>
                  <a:lnTo>
                    <a:pt x="70" y="586"/>
                  </a:lnTo>
                  <a:lnTo>
                    <a:pt x="86" y="603"/>
                  </a:lnTo>
                  <a:lnTo>
                    <a:pt x="103" y="621"/>
                  </a:lnTo>
                  <a:lnTo>
                    <a:pt x="122" y="637"/>
                  </a:lnTo>
                  <a:lnTo>
                    <a:pt x="142" y="652"/>
                  </a:lnTo>
                  <a:lnTo>
                    <a:pt x="164" y="668"/>
                  </a:lnTo>
                  <a:lnTo>
                    <a:pt x="186" y="683"/>
                  </a:lnTo>
                  <a:lnTo>
                    <a:pt x="210" y="697"/>
                  </a:lnTo>
                  <a:lnTo>
                    <a:pt x="235" y="712"/>
                  </a:lnTo>
                  <a:lnTo>
                    <a:pt x="261" y="725"/>
                  </a:lnTo>
                  <a:lnTo>
                    <a:pt x="288" y="736"/>
                  </a:lnTo>
                  <a:lnTo>
                    <a:pt x="316" y="748"/>
                  </a:lnTo>
                  <a:lnTo>
                    <a:pt x="345" y="758"/>
                  </a:lnTo>
                  <a:lnTo>
                    <a:pt x="375" y="768"/>
                  </a:lnTo>
                  <a:lnTo>
                    <a:pt x="405" y="777"/>
                  </a:lnTo>
                  <a:lnTo>
                    <a:pt x="437" y="785"/>
                  </a:lnTo>
                  <a:lnTo>
                    <a:pt x="470" y="793"/>
                  </a:lnTo>
                  <a:lnTo>
                    <a:pt x="503" y="800"/>
                  </a:lnTo>
                  <a:lnTo>
                    <a:pt x="538" y="804"/>
                  </a:lnTo>
                  <a:lnTo>
                    <a:pt x="573" y="810"/>
                  </a:lnTo>
                  <a:lnTo>
                    <a:pt x="607" y="813"/>
                  </a:lnTo>
                  <a:lnTo>
                    <a:pt x="643" y="816"/>
                  </a:lnTo>
                  <a:lnTo>
                    <a:pt x="679" y="817"/>
                  </a:lnTo>
                  <a:lnTo>
                    <a:pt x="716" y="817"/>
                  </a:lnTo>
                  <a:lnTo>
                    <a:pt x="753" y="817"/>
                  </a:lnTo>
                  <a:lnTo>
                    <a:pt x="789" y="816"/>
                  </a:lnTo>
                  <a:lnTo>
                    <a:pt x="825" y="813"/>
                  </a:lnTo>
                  <a:lnTo>
                    <a:pt x="860" y="810"/>
                  </a:lnTo>
                  <a:lnTo>
                    <a:pt x="895" y="804"/>
                  </a:lnTo>
                  <a:lnTo>
                    <a:pt x="929" y="800"/>
                  </a:lnTo>
                  <a:lnTo>
                    <a:pt x="962" y="793"/>
                  </a:lnTo>
                  <a:lnTo>
                    <a:pt x="996" y="785"/>
                  </a:lnTo>
                  <a:lnTo>
                    <a:pt x="1027" y="777"/>
                  </a:lnTo>
                  <a:lnTo>
                    <a:pt x="1058" y="768"/>
                  </a:lnTo>
                  <a:lnTo>
                    <a:pt x="1088" y="758"/>
                  </a:lnTo>
                  <a:lnTo>
                    <a:pt x="1117" y="748"/>
                  </a:lnTo>
                  <a:lnTo>
                    <a:pt x="1144" y="736"/>
                  </a:lnTo>
                  <a:lnTo>
                    <a:pt x="1172" y="725"/>
                  </a:lnTo>
                  <a:lnTo>
                    <a:pt x="1198" y="712"/>
                  </a:lnTo>
                  <a:lnTo>
                    <a:pt x="1222" y="697"/>
                  </a:lnTo>
                  <a:lnTo>
                    <a:pt x="1247" y="683"/>
                  </a:lnTo>
                  <a:lnTo>
                    <a:pt x="1268" y="668"/>
                  </a:lnTo>
                  <a:lnTo>
                    <a:pt x="1290" y="652"/>
                  </a:lnTo>
                  <a:lnTo>
                    <a:pt x="1310" y="637"/>
                  </a:lnTo>
                  <a:lnTo>
                    <a:pt x="1329" y="621"/>
                  </a:lnTo>
                  <a:lnTo>
                    <a:pt x="1346" y="603"/>
                  </a:lnTo>
                  <a:lnTo>
                    <a:pt x="1362" y="586"/>
                  </a:lnTo>
                  <a:lnTo>
                    <a:pt x="1377" y="567"/>
                  </a:lnTo>
                  <a:lnTo>
                    <a:pt x="1388" y="548"/>
                  </a:lnTo>
                  <a:lnTo>
                    <a:pt x="1400" y="530"/>
                  </a:lnTo>
                  <a:lnTo>
                    <a:pt x="1410" y="511"/>
                  </a:lnTo>
                  <a:lnTo>
                    <a:pt x="1417" y="491"/>
                  </a:lnTo>
                  <a:lnTo>
                    <a:pt x="1424" y="471"/>
                  </a:lnTo>
                  <a:lnTo>
                    <a:pt x="1429" y="450"/>
                  </a:lnTo>
                  <a:lnTo>
                    <a:pt x="1431" y="430"/>
                  </a:lnTo>
                  <a:lnTo>
                    <a:pt x="1431" y="408"/>
                  </a:lnTo>
                  <a:lnTo>
                    <a:pt x="1431" y="387"/>
                  </a:lnTo>
                  <a:lnTo>
                    <a:pt x="1429" y="367"/>
                  </a:lnTo>
                  <a:lnTo>
                    <a:pt x="1424" y="346"/>
                  </a:lnTo>
                  <a:lnTo>
                    <a:pt x="1417" y="326"/>
                  </a:lnTo>
                  <a:lnTo>
                    <a:pt x="1410" y="306"/>
                  </a:lnTo>
                  <a:lnTo>
                    <a:pt x="1400" y="287"/>
                  </a:lnTo>
                  <a:lnTo>
                    <a:pt x="1388" y="267"/>
                  </a:lnTo>
                  <a:lnTo>
                    <a:pt x="1377" y="250"/>
                  </a:lnTo>
                  <a:lnTo>
                    <a:pt x="1362" y="231"/>
                  </a:lnTo>
                  <a:lnTo>
                    <a:pt x="1346" y="213"/>
                  </a:lnTo>
                  <a:lnTo>
                    <a:pt x="1329" y="196"/>
                  </a:lnTo>
                  <a:lnTo>
                    <a:pt x="1310" y="179"/>
                  </a:lnTo>
                  <a:lnTo>
                    <a:pt x="1290" y="163"/>
                  </a:lnTo>
                  <a:lnTo>
                    <a:pt x="1268" y="149"/>
                  </a:lnTo>
                  <a:lnTo>
                    <a:pt x="1247" y="133"/>
                  </a:lnTo>
                  <a:lnTo>
                    <a:pt x="1222" y="120"/>
                  </a:lnTo>
                  <a:lnTo>
                    <a:pt x="1198" y="105"/>
                  </a:lnTo>
                  <a:lnTo>
                    <a:pt x="1172" y="92"/>
                  </a:lnTo>
                  <a:lnTo>
                    <a:pt x="1144" y="81"/>
                  </a:lnTo>
                  <a:lnTo>
                    <a:pt x="1117" y="69"/>
                  </a:lnTo>
                  <a:lnTo>
                    <a:pt x="1088" y="59"/>
                  </a:lnTo>
                  <a:lnTo>
                    <a:pt x="1058" y="49"/>
                  </a:lnTo>
                  <a:lnTo>
                    <a:pt x="1027" y="39"/>
                  </a:lnTo>
                  <a:lnTo>
                    <a:pt x="996" y="32"/>
                  </a:lnTo>
                  <a:lnTo>
                    <a:pt x="962" y="24"/>
                  </a:lnTo>
                  <a:lnTo>
                    <a:pt x="929" y="17"/>
                  </a:lnTo>
                  <a:lnTo>
                    <a:pt x="895" y="11"/>
                  </a:lnTo>
                  <a:lnTo>
                    <a:pt x="860" y="7"/>
                  </a:lnTo>
                  <a:lnTo>
                    <a:pt x="825" y="4"/>
                  </a:lnTo>
                  <a:lnTo>
                    <a:pt x="789" y="1"/>
                  </a:lnTo>
                  <a:lnTo>
                    <a:pt x="753" y="0"/>
                  </a:lnTo>
                  <a:lnTo>
                    <a:pt x="716" y="0"/>
                  </a:lnTo>
                </a:path>
              </a:pathLst>
            </a:custGeom>
            <a:solidFill>
              <a:schemeClr val="bg1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0" name="Shape 155">
              <a:extLst>
                <a:ext uri="{FF2B5EF4-FFF2-40B4-BE49-F238E27FC236}">
                  <a16:creationId xmlns:a16="http://schemas.microsoft.com/office/drawing/2014/main" id="{EAC02243-6527-418B-B72A-2AC13CDB9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4722" y="2116133"/>
              <a:ext cx="8052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D: z = 0 </a:t>
              </a:r>
            </a:p>
          </p:txBody>
        </p:sp>
        <p:sp>
          <p:nvSpPr>
            <p:cNvPr id="139281" name="Shape 156">
              <a:extLst>
                <a:ext uri="{FF2B5EF4-FFF2-40B4-BE49-F238E27FC236}">
                  <a16:creationId xmlns:a16="http://schemas.microsoft.com/office/drawing/2014/main" id="{738D0992-4C50-41B9-87A1-C2C39EC1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2" y="2332036"/>
              <a:ext cx="136525" cy="68261"/>
            </a:xfrm>
            <a:custGeom>
              <a:avLst/>
              <a:gdLst>
                <a:gd name="T0" fmla="*/ 2147483646 w 173"/>
                <a:gd name="T1" fmla="*/ 2147483646 h 87"/>
                <a:gd name="T2" fmla="*/ 0 w 173"/>
                <a:gd name="T3" fmla="*/ 0 h 87"/>
                <a:gd name="T4" fmla="*/ 2147483646 w 173"/>
                <a:gd name="T5" fmla="*/ 2147483646 h 87"/>
                <a:gd name="T6" fmla="*/ 2147483646 w 173"/>
                <a:gd name="T7" fmla="*/ 2147483646 h 87"/>
                <a:gd name="T8" fmla="*/ 2147483646 w 173"/>
                <a:gd name="T9" fmla="*/ 214748364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87"/>
                <a:gd name="T17" fmla="*/ 173 w 173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87" extrusionOk="0">
                  <a:moveTo>
                    <a:pt x="173" y="29"/>
                  </a:moveTo>
                  <a:lnTo>
                    <a:pt x="0" y="0"/>
                  </a:lnTo>
                  <a:lnTo>
                    <a:pt x="144" y="87"/>
                  </a:lnTo>
                  <a:lnTo>
                    <a:pt x="144" y="58"/>
                  </a:lnTo>
                  <a:lnTo>
                    <a:pt x="173" y="29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2" name="Shape 157">
              <a:extLst>
                <a:ext uri="{FF2B5EF4-FFF2-40B4-BE49-F238E27FC236}">
                  <a16:creationId xmlns:a16="http://schemas.microsoft.com/office/drawing/2014/main" id="{481B651F-2D89-47AD-B22C-62A932ED1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2" y="2384425"/>
              <a:ext cx="495299" cy="60324"/>
            </a:xfrm>
            <a:custGeom>
              <a:avLst/>
              <a:gdLst>
                <a:gd name="T0" fmla="*/ 2147483646 w 625"/>
                <a:gd name="T1" fmla="*/ 2147483646 h 75"/>
                <a:gd name="T2" fmla="*/ 2147483646 w 625"/>
                <a:gd name="T3" fmla="*/ 2147483646 h 75"/>
                <a:gd name="T4" fmla="*/ 2147483646 w 625"/>
                <a:gd name="T5" fmla="*/ 2147483646 h 75"/>
                <a:gd name="T6" fmla="*/ 2147483646 w 625"/>
                <a:gd name="T7" fmla="*/ 2147483646 h 75"/>
                <a:gd name="T8" fmla="*/ 2147483646 w 625"/>
                <a:gd name="T9" fmla="*/ 2147483646 h 75"/>
                <a:gd name="T10" fmla="*/ 2147483646 w 625"/>
                <a:gd name="T11" fmla="*/ 2147483646 h 75"/>
                <a:gd name="T12" fmla="*/ 2147483646 w 625"/>
                <a:gd name="T13" fmla="*/ 2147483646 h 75"/>
                <a:gd name="T14" fmla="*/ 2147483646 w 625"/>
                <a:gd name="T15" fmla="*/ 2147483646 h 75"/>
                <a:gd name="T16" fmla="*/ 2147483646 w 625"/>
                <a:gd name="T17" fmla="*/ 2147483646 h 75"/>
                <a:gd name="T18" fmla="*/ 2147483646 w 625"/>
                <a:gd name="T19" fmla="*/ 2147483646 h 75"/>
                <a:gd name="T20" fmla="*/ 2147483646 w 625"/>
                <a:gd name="T21" fmla="*/ 2147483646 h 75"/>
                <a:gd name="T22" fmla="*/ 2147483646 w 625"/>
                <a:gd name="T23" fmla="*/ 2147483646 h 75"/>
                <a:gd name="T24" fmla="*/ 2147483646 w 625"/>
                <a:gd name="T25" fmla="*/ 2147483646 h 75"/>
                <a:gd name="T26" fmla="*/ 2147483646 w 625"/>
                <a:gd name="T27" fmla="*/ 2147483646 h 75"/>
                <a:gd name="T28" fmla="*/ 2147483646 w 625"/>
                <a:gd name="T29" fmla="*/ 2147483646 h 75"/>
                <a:gd name="T30" fmla="*/ 2147483646 w 625"/>
                <a:gd name="T31" fmla="*/ 2147483646 h 75"/>
                <a:gd name="T32" fmla="*/ 2147483646 w 625"/>
                <a:gd name="T33" fmla="*/ 2147483646 h 75"/>
                <a:gd name="T34" fmla="*/ 2147483646 w 625"/>
                <a:gd name="T35" fmla="*/ 2147483646 h 75"/>
                <a:gd name="T36" fmla="*/ 2147483646 w 625"/>
                <a:gd name="T37" fmla="*/ 2147483646 h 75"/>
                <a:gd name="T38" fmla="*/ 2147483646 w 625"/>
                <a:gd name="T39" fmla="*/ 2147483646 h 75"/>
                <a:gd name="T40" fmla="*/ 2147483646 w 625"/>
                <a:gd name="T41" fmla="*/ 2147483646 h 75"/>
                <a:gd name="T42" fmla="*/ 2147483646 w 625"/>
                <a:gd name="T43" fmla="*/ 2147483646 h 75"/>
                <a:gd name="T44" fmla="*/ 2147483646 w 625"/>
                <a:gd name="T45" fmla="*/ 2147483646 h 75"/>
                <a:gd name="T46" fmla="*/ 2147483646 w 625"/>
                <a:gd name="T47" fmla="*/ 2147483646 h 75"/>
                <a:gd name="T48" fmla="*/ 2147483646 w 625"/>
                <a:gd name="T49" fmla="*/ 2147483646 h 75"/>
                <a:gd name="T50" fmla="*/ 2147483646 w 625"/>
                <a:gd name="T51" fmla="*/ 2147483646 h 75"/>
                <a:gd name="T52" fmla="*/ 2147483646 w 625"/>
                <a:gd name="T53" fmla="*/ 2147483646 h 75"/>
                <a:gd name="T54" fmla="*/ 2147483646 w 625"/>
                <a:gd name="T55" fmla="*/ 2147483646 h 75"/>
                <a:gd name="T56" fmla="*/ 2147483646 w 625"/>
                <a:gd name="T57" fmla="*/ 2147483646 h 75"/>
                <a:gd name="T58" fmla="*/ 2147483646 w 625"/>
                <a:gd name="T59" fmla="*/ 2147483646 h 75"/>
                <a:gd name="T60" fmla="*/ 2147483646 w 625"/>
                <a:gd name="T61" fmla="*/ 2147483646 h 75"/>
                <a:gd name="T62" fmla="*/ 2147483646 w 625"/>
                <a:gd name="T63" fmla="*/ 2147483646 h 75"/>
                <a:gd name="T64" fmla="*/ 2147483646 w 625"/>
                <a:gd name="T65" fmla="*/ 2147483646 h 75"/>
                <a:gd name="T66" fmla="*/ 2147483646 w 625"/>
                <a:gd name="T67" fmla="*/ 2147483646 h 75"/>
                <a:gd name="T68" fmla="*/ 2147483646 w 625"/>
                <a:gd name="T69" fmla="*/ 2147483646 h 75"/>
                <a:gd name="T70" fmla="*/ 2147483646 w 625"/>
                <a:gd name="T71" fmla="*/ 2147483646 h 75"/>
                <a:gd name="T72" fmla="*/ 2147483646 w 625"/>
                <a:gd name="T73" fmla="*/ 2147483646 h 75"/>
                <a:gd name="T74" fmla="*/ 2147483646 w 625"/>
                <a:gd name="T75" fmla="*/ 2147483646 h 75"/>
                <a:gd name="T76" fmla="*/ 2147483646 w 625"/>
                <a:gd name="T77" fmla="*/ 2147483646 h 75"/>
                <a:gd name="T78" fmla="*/ 2147483646 w 625"/>
                <a:gd name="T79" fmla="*/ 2147483646 h 75"/>
                <a:gd name="T80" fmla="*/ 2147483646 w 625"/>
                <a:gd name="T81" fmla="*/ 2147483646 h 75"/>
                <a:gd name="T82" fmla="*/ 2147483646 w 625"/>
                <a:gd name="T83" fmla="*/ 2147483646 h 75"/>
                <a:gd name="T84" fmla="*/ 2147483646 w 625"/>
                <a:gd name="T85" fmla="*/ 2147483646 h 75"/>
                <a:gd name="T86" fmla="*/ 2147483646 w 625"/>
                <a:gd name="T87" fmla="*/ 2147483646 h 75"/>
                <a:gd name="T88" fmla="*/ 2147483646 w 625"/>
                <a:gd name="T89" fmla="*/ 2147483646 h 75"/>
                <a:gd name="T90" fmla="*/ 2147483646 w 625"/>
                <a:gd name="T91" fmla="*/ 2147483646 h 75"/>
                <a:gd name="T92" fmla="*/ 2147483646 w 625"/>
                <a:gd name="T93" fmla="*/ 2147483646 h 75"/>
                <a:gd name="T94" fmla="*/ 2147483646 w 625"/>
                <a:gd name="T95" fmla="*/ 2147483646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5"/>
                <a:gd name="T146" fmla="*/ 625 w 625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5" extrusionOk="0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7"/>
                  </a:lnTo>
                  <a:lnTo>
                    <a:pt x="24" y="9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6" y="11"/>
                  </a:lnTo>
                  <a:lnTo>
                    <a:pt x="40" y="13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9" y="17"/>
                  </a:lnTo>
                  <a:lnTo>
                    <a:pt x="63" y="19"/>
                  </a:lnTo>
                  <a:lnTo>
                    <a:pt x="68" y="19"/>
                  </a:lnTo>
                  <a:lnTo>
                    <a:pt x="71" y="20"/>
                  </a:lnTo>
                  <a:lnTo>
                    <a:pt x="75" y="20"/>
                  </a:lnTo>
                  <a:lnTo>
                    <a:pt x="79" y="22"/>
                  </a:lnTo>
                  <a:lnTo>
                    <a:pt x="84" y="22"/>
                  </a:lnTo>
                  <a:lnTo>
                    <a:pt x="88" y="23"/>
                  </a:lnTo>
                  <a:lnTo>
                    <a:pt x="92" y="23"/>
                  </a:lnTo>
                  <a:lnTo>
                    <a:pt x="97" y="24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11" y="27"/>
                  </a:lnTo>
                  <a:lnTo>
                    <a:pt x="115" y="27"/>
                  </a:lnTo>
                  <a:lnTo>
                    <a:pt x="121" y="29"/>
                  </a:lnTo>
                  <a:lnTo>
                    <a:pt x="125" y="30"/>
                  </a:lnTo>
                  <a:lnTo>
                    <a:pt x="131" y="30"/>
                  </a:lnTo>
                  <a:lnTo>
                    <a:pt x="137" y="32"/>
                  </a:lnTo>
                  <a:lnTo>
                    <a:pt x="147" y="35"/>
                  </a:lnTo>
                  <a:lnTo>
                    <a:pt x="157" y="36"/>
                  </a:lnTo>
                  <a:lnTo>
                    <a:pt x="167" y="37"/>
                  </a:lnTo>
                  <a:lnTo>
                    <a:pt x="176" y="39"/>
                  </a:lnTo>
                  <a:lnTo>
                    <a:pt x="185" y="40"/>
                  </a:lnTo>
                  <a:lnTo>
                    <a:pt x="192" y="42"/>
                  </a:lnTo>
                  <a:lnTo>
                    <a:pt x="199" y="43"/>
                  </a:lnTo>
                  <a:lnTo>
                    <a:pt x="206" y="45"/>
                  </a:lnTo>
                  <a:lnTo>
                    <a:pt x="213" y="46"/>
                  </a:lnTo>
                  <a:lnTo>
                    <a:pt x="219" y="48"/>
                  </a:lnTo>
                  <a:lnTo>
                    <a:pt x="226" y="48"/>
                  </a:lnTo>
                  <a:lnTo>
                    <a:pt x="232" y="49"/>
                  </a:lnTo>
                  <a:lnTo>
                    <a:pt x="238" y="50"/>
                  </a:lnTo>
                  <a:lnTo>
                    <a:pt x="244" y="50"/>
                  </a:lnTo>
                  <a:lnTo>
                    <a:pt x="250" y="52"/>
                  </a:lnTo>
                  <a:lnTo>
                    <a:pt x="257" y="52"/>
                  </a:lnTo>
                  <a:lnTo>
                    <a:pt x="263" y="53"/>
                  </a:lnTo>
                  <a:lnTo>
                    <a:pt x="268" y="53"/>
                  </a:lnTo>
                  <a:lnTo>
                    <a:pt x="274" y="55"/>
                  </a:lnTo>
                  <a:lnTo>
                    <a:pt x="281" y="55"/>
                  </a:lnTo>
                  <a:lnTo>
                    <a:pt x="289" y="56"/>
                  </a:lnTo>
                  <a:lnTo>
                    <a:pt x="294" y="56"/>
                  </a:lnTo>
                  <a:lnTo>
                    <a:pt x="303" y="58"/>
                  </a:lnTo>
                  <a:lnTo>
                    <a:pt x="310" y="58"/>
                  </a:lnTo>
                  <a:lnTo>
                    <a:pt x="319" y="59"/>
                  </a:lnTo>
                  <a:lnTo>
                    <a:pt x="327" y="59"/>
                  </a:lnTo>
                  <a:lnTo>
                    <a:pt x="336" y="61"/>
                  </a:lnTo>
                  <a:lnTo>
                    <a:pt x="346" y="61"/>
                  </a:lnTo>
                  <a:lnTo>
                    <a:pt x="356" y="62"/>
                  </a:lnTo>
                  <a:lnTo>
                    <a:pt x="368" y="62"/>
                  </a:lnTo>
                  <a:lnTo>
                    <a:pt x="379" y="63"/>
                  </a:lnTo>
                  <a:lnTo>
                    <a:pt x="392" y="65"/>
                  </a:lnTo>
                  <a:lnTo>
                    <a:pt x="405" y="65"/>
                  </a:lnTo>
                  <a:lnTo>
                    <a:pt x="417" y="66"/>
                  </a:lnTo>
                  <a:lnTo>
                    <a:pt x="429" y="68"/>
                  </a:lnTo>
                  <a:lnTo>
                    <a:pt x="439" y="68"/>
                  </a:lnTo>
                  <a:lnTo>
                    <a:pt x="449" y="69"/>
                  </a:lnTo>
                  <a:lnTo>
                    <a:pt x="457" y="69"/>
                  </a:lnTo>
                  <a:lnTo>
                    <a:pt x="466" y="71"/>
                  </a:lnTo>
                  <a:lnTo>
                    <a:pt x="475" y="71"/>
                  </a:lnTo>
                  <a:lnTo>
                    <a:pt x="482" y="71"/>
                  </a:lnTo>
                  <a:lnTo>
                    <a:pt x="489" y="72"/>
                  </a:lnTo>
                  <a:lnTo>
                    <a:pt x="496" y="72"/>
                  </a:lnTo>
                  <a:lnTo>
                    <a:pt x="504" y="72"/>
                  </a:lnTo>
                  <a:lnTo>
                    <a:pt x="509" y="74"/>
                  </a:lnTo>
                  <a:lnTo>
                    <a:pt x="515" y="74"/>
                  </a:lnTo>
                  <a:lnTo>
                    <a:pt x="521" y="74"/>
                  </a:lnTo>
                  <a:lnTo>
                    <a:pt x="527" y="74"/>
                  </a:lnTo>
                  <a:lnTo>
                    <a:pt x="531" y="74"/>
                  </a:lnTo>
                  <a:lnTo>
                    <a:pt x="537" y="75"/>
                  </a:lnTo>
                  <a:lnTo>
                    <a:pt x="543" y="75"/>
                  </a:lnTo>
                  <a:lnTo>
                    <a:pt x="547" y="75"/>
                  </a:lnTo>
                  <a:lnTo>
                    <a:pt x="553" y="75"/>
                  </a:lnTo>
                  <a:lnTo>
                    <a:pt x="558" y="75"/>
                  </a:lnTo>
                  <a:lnTo>
                    <a:pt x="563" y="75"/>
                  </a:lnTo>
                  <a:lnTo>
                    <a:pt x="569" y="75"/>
                  </a:lnTo>
                  <a:lnTo>
                    <a:pt x="574" y="75"/>
                  </a:lnTo>
                  <a:lnTo>
                    <a:pt x="582" y="75"/>
                  </a:lnTo>
                  <a:lnTo>
                    <a:pt x="587" y="75"/>
                  </a:lnTo>
                  <a:lnTo>
                    <a:pt x="595" y="75"/>
                  </a:lnTo>
                  <a:lnTo>
                    <a:pt x="602" y="75"/>
                  </a:lnTo>
                  <a:lnTo>
                    <a:pt x="609" y="75"/>
                  </a:lnTo>
                  <a:lnTo>
                    <a:pt x="616" y="75"/>
                  </a:lnTo>
                  <a:lnTo>
                    <a:pt x="625" y="75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3" name="Shape 158">
              <a:extLst>
                <a:ext uri="{FF2B5EF4-FFF2-40B4-BE49-F238E27FC236}">
                  <a16:creationId xmlns:a16="http://schemas.microsoft.com/office/drawing/2014/main" id="{AC2F13C6-0A40-413B-9A6F-0892DB7BD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7" y="2324100"/>
              <a:ext cx="703261" cy="120650"/>
            </a:xfrm>
            <a:custGeom>
              <a:avLst/>
              <a:gdLst>
                <a:gd name="T0" fmla="*/ 2147483646 w 845"/>
                <a:gd name="T1" fmla="*/ 2147483646 h 152"/>
                <a:gd name="T2" fmla="*/ 2147483646 w 845"/>
                <a:gd name="T3" fmla="*/ 2147483646 h 152"/>
                <a:gd name="T4" fmla="*/ 2147483646 w 845"/>
                <a:gd name="T5" fmla="*/ 2147483646 h 152"/>
                <a:gd name="T6" fmla="*/ 2147483646 w 845"/>
                <a:gd name="T7" fmla="*/ 2147483646 h 152"/>
                <a:gd name="T8" fmla="*/ 2147483646 w 845"/>
                <a:gd name="T9" fmla="*/ 2147483646 h 152"/>
                <a:gd name="T10" fmla="*/ 2147483646 w 845"/>
                <a:gd name="T11" fmla="*/ 2147483646 h 152"/>
                <a:gd name="T12" fmla="*/ 2147483646 w 845"/>
                <a:gd name="T13" fmla="*/ 2147483646 h 152"/>
                <a:gd name="T14" fmla="*/ 2147483646 w 845"/>
                <a:gd name="T15" fmla="*/ 2147483646 h 152"/>
                <a:gd name="T16" fmla="*/ 2147483646 w 845"/>
                <a:gd name="T17" fmla="*/ 2147483646 h 152"/>
                <a:gd name="T18" fmla="*/ 2147483646 w 845"/>
                <a:gd name="T19" fmla="*/ 2147483646 h 152"/>
                <a:gd name="T20" fmla="*/ 2147483646 w 845"/>
                <a:gd name="T21" fmla="*/ 2147483646 h 152"/>
                <a:gd name="T22" fmla="*/ 2147483646 w 845"/>
                <a:gd name="T23" fmla="*/ 2147483646 h 152"/>
                <a:gd name="T24" fmla="*/ 2147483646 w 845"/>
                <a:gd name="T25" fmla="*/ 2147483646 h 152"/>
                <a:gd name="T26" fmla="*/ 2147483646 w 845"/>
                <a:gd name="T27" fmla="*/ 2147483646 h 152"/>
                <a:gd name="T28" fmla="*/ 2147483646 w 845"/>
                <a:gd name="T29" fmla="*/ 2147483646 h 152"/>
                <a:gd name="T30" fmla="*/ 2147483646 w 845"/>
                <a:gd name="T31" fmla="*/ 2147483646 h 152"/>
                <a:gd name="T32" fmla="*/ 2147483646 w 845"/>
                <a:gd name="T33" fmla="*/ 2147483646 h 152"/>
                <a:gd name="T34" fmla="*/ 2147483646 w 845"/>
                <a:gd name="T35" fmla="*/ 2147483646 h 152"/>
                <a:gd name="T36" fmla="*/ 2147483646 w 845"/>
                <a:gd name="T37" fmla="*/ 2147483646 h 152"/>
                <a:gd name="T38" fmla="*/ 2147483646 w 845"/>
                <a:gd name="T39" fmla="*/ 2147483646 h 152"/>
                <a:gd name="T40" fmla="*/ 2147483646 w 845"/>
                <a:gd name="T41" fmla="*/ 2147483646 h 152"/>
                <a:gd name="T42" fmla="*/ 2147483646 w 845"/>
                <a:gd name="T43" fmla="*/ 2147483646 h 152"/>
                <a:gd name="T44" fmla="*/ 2147483646 w 845"/>
                <a:gd name="T45" fmla="*/ 2147483646 h 152"/>
                <a:gd name="T46" fmla="*/ 2147483646 w 845"/>
                <a:gd name="T47" fmla="*/ 2147483646 h 152"/>
                <a:gd name="T48" fmla="*/ 2147483646 w 845"/>
                <a:gd name="T49" fmla="*/ 2147483646 h 152"/>
                <a:gd name="T50" fmla="*/ 2147483646 w 845"/>
                <a:gd name="T51" fmla="*/ 2147483646 h 152"/>
                <a:gd name="T52" fmla="*/ 2147483646 w 845"/>
                <a:gd name="T53" fmla="*/ 2147483646 h 152"/>
                <a:gd name="T54" fmla="*/ 2147483646 w 845"/>
                <a:gd name="T55" fmla="*/ 2147483646 h 152"/>
                <a:gd name="T56" fmla="*/ 2147483646 w 845"/>
                <a:gd name="T57" fmla="*/ 2147483646 h 152"/>
                <a:gd name="T58" fmla="*/ 2147483646 w 845"/>
                <a:gd name="T59" fmla="*/ 2147483646 h 152"/>
                <a:gd name="T60" fmla="*/ 2147483646 w 845"/>
                <a:gd name="T61" fmla="*/ 2147483646 h 152"/>
                <a:gd name="T62" fmla="*/ 2147483646 w 845"/>
                <a:gd name="T63" fmla="*/ 2147483646 h 152"/>
                <a:gd name="T64" fmla="*/ 2147483646 w 845"/>
                <a:gd name="T65" fmla="*/ 2147483646 h 152"/>
                <a:gd name="T66" fmla="*/ 2147483646 w 845"/>
                <a:gd name="T67" fmla="*/ 2147483646 h 152"/>
                <a:gd name="T68" fmla="*/ 2147483646 w 845"/>
                <a:gd name="T69" fmla="*/ 2147483646 h 152"/>
                <a:gd name="T70" fmla="*/ 2147483646 w 845"/>
                <a:gd name="T71" fmla="*/ 2147483646 h 152"/>
                <a:gd name="T72" fmla="*/ 2147483646 w 845"/>
                <a:gd name="T73" fmla="*/ 2147483646 h 152"/>
                <a:gd name="T74" fmla="*/ 2147483646 w 845"/>
                <a:gd name="T75" fmla="*/ 2147483646 h 152"/>
                <a:gd name="T76" fmla="*/ 2147483646 w 845"/>
                <a:gd name="T77" fmla="*/ 2147483646 h 152"/>
                <a:gd name="T78" fmla="*/ 2147483646 w 845"/>
                <a:gd name="T79" fmla="*/ 2147483646 h 152"/>
                <a:gd name="T80" fmla="*/ 2147483646 w 845"/>
                <a:gd name="T81" fmla="*/ 2147483646 h 152"/>
                <a:gd name="T82" fmla="*/ 2147483646 w 845"/>
                <a:gd name="T83" fmla="*/ 2147483646 h 152"/>
                <a:gd name="T84" fmla="*/ 2147483646 w 845"/>
                <a:gd name="T85" fmla="*/ 2147483646 h 152"/>
                <a:gd name="T86" fmla="*/ 2147483646 w 845"/>
                <a:gd name="T87" fmla="*/ 2147483646 h 152"/>
                <a:gd name="T88" fmla="*/ 2147483646 w 845"/>
                <a:gd name="T89" fmla="*/ 2147483646 h 152"/>
                <a:gd name="T90" fmla="*/ 2147483646 w 845"/>
                <a:gd name="T91" fmla="*/ 2147483646 h 152"/>
                <a:gd name="T92" fmla="*/ 2147483646 w 845"/>
                <a:gd name="T93" fmla="*/ 2147483646 h 152"/>
                <a:gd name="T94" fmla="*/ 2147483646 w 845"/>
                <a:gd name="T95" fmla="*/ 2147483646 h 1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5"/>
                <a:gd name="T145" fmla="*/ 0 h 152"/>
                <a:gd name="T146" fmla="*/ 845 w 845"/>
                <a:gd name="T147" fmla="*/ 152 h 1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5" h="152" extrusionOk="0">
                  <a:moveTo>
                    <a:pt x="845" y="0"/>
                  </a:moveTo>
                  <a:lnTo>
                    <a:pt x="824" y="8"/>
                  </a:lnTo>
                  <a:lnTo>
                    <a:pt x="804" y="16"/>
                  </a:lnTo>
                  <a:lnTo>
                    <a:pt x="785" y="22"/>
                  </a:lnTo>
                  <a:lnTo>
                    <a:pt x="768" y="29"/>
                  </a:lnTo>
                  <a:lnTo>
                    <a:pt x="752" y="35"/>
                  </a:lnTo>
                  <a:lnTo>
                    <a:pt x="736" y="41"/>
                  </a:lnTo>
                  <a:lnTo>
                    <a:pt x="721" y="47"/>
                  </a:lnTo>
                  <a:lnTo>
                    <a:pt x="708" y="51"/>
                  </a:lnTo>
                  <a:lnTo>
                    <a:pt x="695" y="55"/>
                  </a:lnTo>
                  <a:lnTo>
                    <a:pt x="684" y="60"/>
                  </a:lnTo>
                  <a:lnTo>
                    <a:pt x="672" y="64"/>
                  </a:lnTo>
                  <a:lnTo>
                    <a:pt x="662" y="67"/>
                  </a:lnTo>
                  <a:lnTo>
                    <a:pt x="652" y="71"/>
                  </a:lnTo>
                  <a:lnTo>
                    <a:pt x="642" y="74"/>
                  </a:lnTo>
                  <a:lnTo>
                    <a:pt x="633" y="77"/>
                  </a:lnTo>
                  <a:lnTo>
                    <a:pt x="625" y="80"/>
                  </a:lnTo>
                  <a:lnTo>
                    <a:pt x="617" y="81"/>
                  </a:lnTo>
                  <a:lnTo>
                    <a:pt x="609" y="84"/>
                  </a:lnTo>
                  <a:lnTo>
                    <a:pt x="602" y="86"/>
                  </a:lnTo>
                  <a:lnTo>
                    <a:pt x="594" y="88"/>
                  </a:lnTo>
                  <a:lnTo>
                    <a:pt x="587" y="90"/>
                  </a:lnTo>
                  <a:lnTo>
                    <a:pt x="580" y="91"/>
                  </a:lnTo>
                  <a:lnTo>
                    <a:pt x="573" y="93"/>
                  </a:lnTo>
                  <a:lnTo>
                    <a:pt x="564" y="96"/>
                  </a:lnTo>
                  <a:lnTo>
                    <a:pt x="557" y="97"/>
                  </a:lnTo>
                  <a:lnTo>
                    <a:pt x="550" y="99"/>
                  </a:lnTo>
                  <a:lnTo>
                    <a:pt x="541" y="100"/>
                  </a:lnTo>
                  <a:lnTo>
                    <a:pt x="532" y="101"/>
                  </a:lnTo>
                  <a:lnTo>
                    <a:pt x="524" y="103"/>
                  </a:lnTo>
                  <a:lnTo>
                    <a:pt x="513" y="106"/>
                  </a:lnTo>
                  <a:lnTo>
                    <a:pt x="503" y="107"/>
                  </a:lnTo>
                  <a:lnTo>
                    <a:pt x="493" y="109"/>
                  </a:lnTo>
                  <a:lnTo>
                    <a:pt x="482" y="112"/>
                  </a:lnTo>
                  <a:lnTo>
                    <a:pt x="472" y="113"/>
                  </a:lnTo>
                  <a:lnTo>
                    <a:pt x="463" y="114"/>
                  </a:lnTo>
                  <a:lnTo>
                    <a:pt x="454" y="116"/>
                  </a:lnTo>
                  <a:lnTo>
                    <a:pt x="446" y="117"/>
                  </a:lnTo>
                  <a:lnTo>
                    <a:pt x="437" y="119"/>
                  </a:lnTo>
                  <a:lnTo>
                    <a:pt x="430" y="120"/>
                  </a:lnTo>
                  <a:lnTo>
                    <a:pt x="423" y="122"/>
                  </a:lnTo>
                  <a:lnTo>
                    <a:pt x="415" y="123"/>
                  </a:lnTo>
                  <a:lnTo>
                    <a:pt x="410" y="125"/>
                  </a:lnTo>
                  <a:lnTo>
                    <a:pt x="402" y="125"/>
                  </a:lnTo>
                  <a:lnTo>
                    <a:pt x="397" y="126"/>
                  </a:lnTo>
                  <a:lnTo>
                    <a:pt x="391" y="127"/>
                  </a:lnTo>
                  <a:lnTo>
                    <a:pt x="385" y="127"/>
                  </a:lnTo>
                  <a:lnTo>
                    <a:pt x="378" y="129"/>
                  </a:lnTo>
                  <a:lnTo>
                    <a:pt x="372" y="129"/>
                  </a:lnTo>
                  <a:lnTo>
                    <a:pt x="366" y="130"/>
                  </a:lnTo>
                  <a:lnTo>
                    <a:pt x="360" y="130"/>
                  </a:lnTo>
                  <a:lnTo>
                    <a:pt x="353" y="132"/>
                  </a:lnTo>
                  <a:lnTo>
                    <a:pt x="347" y="132"/>
                  </a:lnTo>
                  <a:lnTo>
                    <a:pt x="340" y="133"/>
                  </a:lnTo>
                  <a:lnTo>
                    <a:pt x="333" y="133"/>
                  </a:lnTo>
                  <a:lnTo>
                    <a:pt x="326" y="135"/>
                  </a:lnTo>
                  <a:lnTo>
                    <a:pt x="317" y="135"/>
                  </a:lnTo>
                  <a:lnTo>
                    <a:pt x="310" y="136"/>
                  </a:lnTo>
                  <a:lnTo>
                    <a:pt x="300" y="136"/>
                  </a:lnTo>
                  <a:lnTo>
                    <a:pt x="291" y="138"/>
                  </a:lnTo>
                  <a:lnTo>
                    <a:pt x="281" y="138"/>
                  </a:lnTo>
                  <a:lnTo>
                    <a:pt x="271" y="139"/>
                  </a:lnTo>
                  <a:lnTo>
                    <a:pt x="259" y="139"/>
                  </a:lnTo>
                  <a:lnTo>
                    <a:pt x="246" y="140"/>
                  </a:lnTo>
                  <a:lnTo>
                    <a:pt x="233" y="142"/>
                  </a:lnTo>
                  <a:lnTo>
                    <a:pt x="222" y="143"/>
                  </a:lnTo>
                  <a:lnTo>
                    <a:pt x="209" y="143"/>
                  </a:lnTo>
                  <a:lnTo>
                    <a:pt x="197" y="145"/>
                  </a:lnTo>
                  <a:lnTo>
                    <a:pt x="187" y="145"/>
                  </a:lnTo>
                  <a:lnTo>
                    <a:pt x="177" y="146"/>
                  </a:lnTo>
                  <a:lnTo>
                    <a:pt x="168" y="146"/>
                  </a:lnTo>
                  <a:lnTo>
                    <a:pt x="160" y="148"/>
                  </a:lnTo>
                  <a:lnTo>
                    <a:pt x="151" y="148"/>
                  </a:lnTo>
                  <a:lnTo>
                    <a:pt x="144" y="149"/>
                  </a:lnTo>
                  <a:lnTo>
                    <a:pt x="137" y="149"/>
                  </a:lnTo>
                  <a:lnTo>
                    <a:pt x="130" y="149"/>
                  </a:lnTo>
                  <a:lnTo>
                    <a:pt x="122" y="151"/>
                  </a:lnTo>
                  <a:lnTo>
                    <a:pt x="117" y="151"/>
                  </a:lnTo>
                  <a:lnTo>
                    <a:pt x="111" y="151"/>
                  </a:lnTo>
                  <a:lnTo>
                    <a:pt x="105" y="151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8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2" y="152"/>
                  </a:lnTo>
                  <a:lnTo>
                    <a:pt x="56" y="152"/>
                  </a:lnTo>
                  <a:lnTo>
                    <a:pt x="50" y="152"/>
                  </a:lnTo>
                  <a:lnTo>
                    <a:pt x="44" y="152"/>
                  </a:lnTo>
                  <a:lnTo>
                    <a:pt x="37" y="152"/>
                  </a:lnTo>
                  <a:lnTo>
                    <a:pt x="30" y="152"/>
                  </a:lnTo>
                  <a:lnTo>
                    <a:pt x="23" y="152"/>
                  </a:lnTo>
                  <a:lnTo>
                    <a:pt x="15" y="152"/>
                  </a:lnTo>
                  <a:lnTo>
                    <a:pt x="8" y="152"/>
                  </a:lnTo>
                  <a:lnTo>
                    <a:pt x="0" y="152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284" name="Shape 159">
              <a:extLst>
                <a:ext uri="{FF2B5EF4-FFF2-40B4-BE49-F238E27FC236}">
                  <a16:creationId xmlns:a16="http://schemas.microsoft.com/office/drawing/2014/main" id="{16D5B78A-7611-466C-88AE-4538843BF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9800" y="21177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85" name="Shape 160">
              <a:extLst>
                <a:ext uri="{FF2B5EF4-FFF2-40B4-BE49-F238E27FC236}">
                  <a16:creationId xmlns:a16="http://schemas.microsoft.com/office/drawing/2014/main" id="{FE190184-DDFA-4CD4-A1B0-69CE5D540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0175" y="21177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286" name="Shape 161">
              <a:extLst>
                <a:ext uri="{FF2B5EF4-FFF2-40B4-BE49-F238E27FC236}">
                  <a16:creationId xmlns:a16="http://schemas.microsoft.com/office/drawing/2014/main" id="{B95DD1B9-E425-49D4-991D-715082C4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7" y="1735136"/>
              <a:ext cx="68261" cy="138111"/>
            </a:xfrm>
            <a:custGeom>
              <a:avLst/>
              <a:gdLst>
                <a:gd name="T0" fmla="*/ 0 w 87"/>
                <a:gd name="T1" fmla="*/ 0 h 173"/>
                <a:gd name="T2" fmla="*/ 2147483646 w 87"/>
                <a:gd name="T3" fmla="*/ 2147483646 h 173"/>
                <a:gd name="T4" fmla="*/ 2147483646 w 87"/>
                <a:gd name="T5" fmla="*/ 0 h 173"/>
                <a:gd name="T6" fmla="*/ 2147483646 w 87"/>
                <a:gd name="T7" fmla="*/ 0 h 173"/>
                <a:gd name="T8" fmla="*/ 0 w 8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0" y="0"/>
                  </a:moveTo>
                  <a:lnTo>
                    <a:pt x="58" y="173"/>
                  </a:lnTo>
                  <a:lnTo>
                    <a:pt x="87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287" name="Shape 162">
              <a:extLst>
                <a:ext uri="{FF2B5EF4-FFF2-40B4-BE49-F238E27FC236}">
                  <a16:creationId xmlns:a16="http://schemas.microsoft.com/office/drawing/2014/main" id="{03A16170-921A-4A48-BD39-6AF2097F51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78275" y="1436687"/>
              <a:ext cx="1500" cy="298500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288" name="Shape 163">
              <a:extLst>
                <a:ext uri="{FF2B5EF4-FFF2-40B4-BE49-F238E27FC236}">
                  <a16:creationId xmlns:a16="http://schemas.microsoft.com/office/drawing/2014/main" id="{C4937512-73AE-410A-82C9-B00A339AC9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1100" y="21177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89" name="Shape 164">
              <a:extLst>
                <a:ext uri="{FF2B5EF4-FFF2-40B4-BE49-F238E27FC236}">
                  <a16:creationId xmlns:a16="http://schemas.microsoft.com/office/drawing/2014/main" id="{6C203C46-5F80-454B-8DCF-DAF8E3B5BE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7437" y="51435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0" name="Shape 165">
              <a:extLst>
                <a:ext uri="{FF2B5EF4-FFF2-40B4-BE49-F238E27FC236}">
                  <a16:creationId xmlns:a16="http://schemas.microsoft.com/office/drawing/2014/main" id="{6BBC7E55-61FB-458C-9207-2653155DF8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57812" y="51435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291" name="Shape 166">
              <a:extLst>
                <a:ext uri="{FF2B5EF4-FFF2-40B4-BE49-F238E27FC236}">
                  <a16:creationId xmlns:a16="http://schemas.microsoft.com/office/drawing/2014/main" id="{9ABC5AD1-A61C-43F2-BE22-61DE6ECF3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8737" y="51435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92" name="Shape 167">
              <a:extLst>
                <a:ext uri="{FF2B5EF4-FFF2-40B4-BE49-F238E27FC236}">
                  <a16:creationId xmlns:a16="http://schemas.microsoft.com/office/drawing/2014/main" id="{43899236-907D-4A71-AB4B-2C83CEF6B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17351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3" name="Shape 168">
              <a:extLst>
                <a:ext uri="{FF2B5EF4-FFF2-40B4-BE49-F238E27FC236}">
                  <a16:creationId xmlns:a16="http://schemas.microsoft.com/office/drawing/2014/main" id="{F6EC7050-C9AF-4AD3-BEB1-CAB272D97A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17351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294" name="Shape 169">
              <a:extLst>
                <a:ext uri="{FF2B5EF4-FFF2-40B4-BE49-F238E27FC236}">
                  <a16:creationId xmlns:a16="http://schemas.microsoft.com/office/drawing/2014/main" id="{CECBB631-ECA0-46C1-92E3-21903C405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17351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295" name="Shape 170">
              <a:extLst>
                <a:ext uri="{FF2B5EF4-FFF2-40B4-BE49-F238E27FC236}">
                  <a16:creationId xmlns:a16="http://schemas.microsoft.com/office/drawing/2014/main" id="{A8BD4F1C-6464-46C2-868F-08A941873A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487" y="2560636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296" name="Shape 171">
              <a:extLst>
                <a:ext uri="{FF2B5EF4-FFF2-40B4-BE49-F238E27FC236}">
                  <a16:creationId xmlns:a16="http://schemas.microsoft.com/office/drawing/2014/main" id="{96689A21-67AB-44E3-8F54-5A17B6AF1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75275" y="2560636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297" name="Shape 172">
              <a:extLst>
                <a:ext uri="{FF2B5EF4-FFF2-40B4-BE49-F238E27FC236}">
                  <a16:creationId xmlns:a16="http://schemas.microsoft.com/office/drawing/2014/main" id="{A0205670-3F48-493C-85AC-EC7ACC00C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687" y="2560636"/>
              <a:ext cx="68261" cy="138111"/>
            </a:xfrm>
            <a:custGeom>
              <a:avLst/>
              <a:gdLst>
                <a:gd name="T0" fmla="*/ 2147483646 w 87"/>
                <a:gd name="T1" fmla="*/ 2147483646 h 173"/>
                <a:gd name="T2" fmla="*/ 0 w 87"/>
                <a:gd name="T3" fmla="*/ 0 h 173"/>
                <a:gd name="T4" fmla="*/ 2147483646 w 87"/>
                <a:gd name="T5" fmla="*/ 2147483646 h 173"/>
                <a:gd name="T6" fmla="*/ 2147483646 w 87"/>
                <a:gd name="T7" fmla="*/ 2147483646 h 173"/>
                <a:gd name="T8" fmla="*/ 2147483646 w 87"/>
                <a:gd name="T9" fmla="*/ 2147483646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7"/>
                <a:gd name="T16" fmla="*/ 0 h 173"/>
                <a:gd name="T17" fmla="*/ 87 w 8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7" h="173" extrusionOk="0">
                  <a:moveTo>
                    <a:pt x="87" y="144"/>
                  </a:moveTo>
                  <a:lnTo>
                    <a:pt x="0" y="0"/>
                  </a:lnTo>
                  <a:lnTo>
                    <a:pt x="29" y="173"/>
                  </a:lnTo>
                  <a:lnTo>
                    <a:pt x="58" y="173"/>
                  </a:lnTo>
                  <a:lnTo>
                    <a:pt x="87" y="144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298" name="Shape 173">
              <a:extLst>
                <a:ext uri="{FF2B5EF4-FFF2-40B4-BE49-F238E27FC236}">
                  <a16:creationId xmlns:a16="http://schemas.microsoft.com/office/drawing/2014/main" id="{9F259185-06AE-4B14-B90F-850A9A03D96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76725" y="2698750"/>
              <a:ext cx="571500" cy="12143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299" name="Shape 174">
              <a:extLst>
                <a:ext uri="{FF2B5EF4-FFF2-40B4-BE49-F238E27FC236}">
                  <a16:creationId xmlns:a16="http://schemas.microsoft.com/office/drawing/2014/main" id="{F89CF8F1-699C-408C-A1EE-3B81214E9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2" y="3752850"/>
              <a:ext cx="92075" cy="136525"/>
            </a:xfrm>
            <a:custGeom>
              <a:avLst/>
              <a:gdLst>
                <a:gd name="T0" fmla="*/ 2147483646 w 115"/>
                <a:gd name="T1" fmla="*/ 0 h 173"/>
                <a:gd name="T2" fmla="*/ 0 w 115"/>
                <a:gd name="T3" fmla="*/ 2147483646 h 173"/>
                <a:gd name="T4" fmla="*/ 2147483646 w 115"/>
                <a:gd name="T5" fmla="*/ 2147483646 h 173"/>
                <a:gd name="T6" fmla="*/ 2147483646 w 115"/>
                <a:gd name="T7" fmla="*/ 2147483646 h 173"/>
                <a:gd name="T8" fmla="*/ 2147483646 w 115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73"/>
                <a:gd name="T17" fmla="*/ 115 w 115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73" extrusionOk="0">
                  <a:moveTo>
                    <a:pt x="29" y="0"/>
                  </a:moveTo>
                  <a:lnTo>
                    <a:pt x="0" y="173"/>
                  </a:lnTo>
                  <a:lnTo>
                    <a:pt x="115" y="28"/>
                  </a:lnTo>
                  <a:lnTo>
                    <a:pt x="87" y="2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39300" name="Shape 175">
              <a:extLst>
                <a:ext uri="{FF2B5EF4-FFF2-40B4-BE49-F238E27FC236}">
                  <a16:creationId xmlns:a16="http://schemas.microsoft.com/office/drawing/2014/main" id="{4A864A39-E741-4C82-BFC9-24A7FA5B62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5548" y="2536825"/>
              <a:ext cx="572999" cy="1215899"/>
            </a:xfrm>
            <a:prstGeom prst="straightConnector1">
              <a:avLst/>
            </a:prstGeom>
            <a:noFill/>
            <a:ln w="22225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9301" name="Shape 176">
              <a:extLst>
                <a:ext uri="{FF2B5EF4-FFF2-40B4-BE49-F238E27FC236}">
                  <a16:creationId xmlns:a16="http://schemas.microsoft.com/office/drawing/2014/main" id="{EB2E8385-D5CD-448D-B380-AAF4E99F2B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787" y="2560636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02" name="Shape 177">
              <a:extLst>
                <a:ext uri="{FF2B5EF4-FFF2-40B4-BE49-F238E27FC236}">
                  <a16:creationId xmlns:a16="http://schemas.microsoft.com/office/drawing/2014/main" id="{4C8374B8-F43E-4D2B-8BF5-48F94F072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837" y="3086100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03" name="Shape 178">
              <a:extLst>
                <a:ext uri="{FF2B5EF4-FFF2-40B4-BE49-F238E27FC236}">
                  <a16:creationId xmlns:a16="http://schemas.microsoft.com/office/drawing/2014/main" id="{5B57567E-AE12-489A-9D90-726EA05CE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0212" y="3086100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1 </a:t>
              </a:r>
            </a:p>
          </p:txBody>
        </p:sp>
        <p:sp>
          <p:nvSpPr>
            <p:cNvPr id="139304" name="Shape 179">
              <a:extLst>
                <a:ext uri="{FF2B5EF4-FFF2-40B4-BE49-F238E27FC236}">
                  <a16:creationId xmlns:a16="http://schemas.microsoft.com/office/drawing/2014/main" id="{DFB5C6C6-1385-4C85-BEDB-6F86348D1B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21137" y="3086100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  <p:sp>
          <p:nvSpPr>
            <p:cNvPr id="139305" name="Shape 180">
              <a:extLst>
                <a:ext uri="{FF2B5EF4-FFF2-40B4-BE49-F238E27FC236}">
                  <a16:creationId xmlns:a16="http://schemas.microsoft.com/office/drawing/2014/main" id="{DBFD97DF-7FF3-4F92-8D26-C7D031DD5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512" y="3082925"/>
              <a:ext cx="185700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39306" name="Shape 181">
              <a:extLst>
                <a:ext uri="{FF2B5EF4-FFF2-40B4-BE49-F238E27FC236}">
                  <a16:creationId xmlns:a16="http://schemas.microsoft.com/office/drawing/2014/main" id="{98EBF450-BC98-48AE-8F68-F45CFBE75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5887" y="3082925"/>
              <a:ext cx="1523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0 </a:t>
              </a:r>
            </a:p>
          </p:txBody>
        </p:sp>
        <p:sp>
          <p:nvSpPr>
            <p:cNvPr id="139307" name="Shape 182">
              <a:extLst>
                <a:ext uri="{FF2B5EF4-FFF2-40B4-BE49-F238E27FC236}">
                  <a16:creationId xmlns:a16="http://schemas.microsoft.com/office/drawing/2014/main" id="{26F1AF33-6412-4B65-8D4E-A737C7C4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7" y="2055811"/>
              <a:ext cx="136525" cy="92075"/>
            </a:xfrm>
            <a:custGeom>
              <a:avLst/>
              <a:gdLst>
                <a:gd name="T0" fmla="*/ 0 w 173"/>
                <a:gd name="T1" fmla="*/ 2147483646 h 116"/>
                <a:gd name="T2" fmla="*/ 2147483646 w 173"/>
                <a:gd name="T3" fmla="*/ 2147483646 h 116"/>
                <a:gd name="T4" fmla="*/ 2147483646 w 173"/>
                <a:gd name="T5" fmla="*/ 0 h 116"/>
                <a:gd name="T6" fmla="*/ 0 w 173"/>
                <a:gd name="T7" fmla="*/ 2147483646 h 116"/>
                <a:gd name="T8" fmla="*/ 0 w 173"/>
                <a:gd name="T9" fmla="*/ 214748364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"/>
                <a:gd name="T16" fmla="*/ 0 h 116"/>
                <a:gd name="T17" fmla="*/ 173 w 173"/>
                <a:gd name="T18" fmla="*/ 116 h 1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" h="116" extrusionOk="0">
                  <a:moveTo>
                    <a:pt x="0" y="87"/>
                  </a:moveTo>
                  <a:lnTo>
                    <a:pt x="173" y="116"/>
                  </a:lnTo>
                  <a:lnTo>
                    <a:pt x="29" y="0"/>
                  </a:lnTo>
                  <a:lnTo>
                    <a:pt x="0" y="58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8" name="Shape 183">
              <a:extLst>
                <a:ext uri="{FF2B5EF4-FFF2-40B4-BE49-F238E27FC236}">
                  <a16:creationId xmlns:a16="http://schemas.microsoft.com/office/drawing/2014/main" id="{BF58910F-420D-4A03-AE81-934A44CC0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030411"/>
              <a:ext cx="495300" cy="58737"/>
            </a:xfrm>
            <a:custGeom>
              <a:avLst/>
              <a:gdLst>
                <a:gd name="T0" fmla="*/ 2147483646 w 623"/>
                <a:gd name="T1" fmla="*/ 2147483646 h 75"/>
                <a:gd name="T2" fmla="*/ 2147483646 w 623"/>
                <a:gd name="T3" fmla="*/ 2147483646 h 75"/>
                <a:gd name="T4" fmla="*/ 2147483646 w 623"/>
                <a:gd name="T5" fmla="*/ 2147483646 h 75"/>
                <a:gd name="T6" fmla="*/ 2147483646 w 623"/>
                <a:gd name="T7" fmla="*/ 2147483646 h 75"/>
                <a:gd name="T8" fmla="*/ 2147483646 w 623"/>
                <a:gd name="T9" fmla="*/ 2147483646 h 75"/>
                <a:gd name="T10" fmla="*/ 2147483646 w 623"/>
                <a:gd name="T11" fmla="*/ 2147483646 h 75"/>
                <a:gd name="T12" fmla="*/ 2147483646 w 623"/>
                <a:gd name="T13" fmla="*/ 2147483646 h 75"/>
                <a:gd name="T14" fmla="*/ 2147483646 w 623"/>
                <a:gd name="T15" fmla="*/ 2147483646 h 75"/>
                <a:gd name="T16" fmla="*/ 2147483646 w 623"/>
                <a:gd name="T17" fmla="*/ 2147483646 h 75"/>
                <a:gd name="T18" fmla="*/ 2147483646 w 623"/>
                <a:gd name="T19" fmla="*/ 2147483646 h 75"/>
                <a:gd name="T20" fmla="*/ 2147483646 w 623"/>
                <a:gd name="T21" fmla="*/ 2147483646 h 75"/>
                <a:gd name="T22" fmla="*/ 2147483646 w 623"/>
                <a:gd name="T23" fmla="*/ 2147483646 h 75"/>
                <a:gd name="T24" fmla="*/ 2147483646 w 623"/>
                <a:gd name="T25" fmla="*/ 2147483646 h 75"/>
                <a:gd name="T26" fmla="*/ 2147483646 w 623"/>
                <a:gd name="T27" fmla="*/ 2147483646 h 75"/>
                <a:gd name="T28" fmla="*/ 2147483646 w 623"/>
                <a:gd name="T29" fmla="*/ 2147483646 h 75"/>
                <a:gd name="T30" fmla="*/ 2147483646 w 623"/>
                <a:gd name="T31" fmla="*/ 2147483646 h 75"/>
                <a:gd name="T32" fmla="*/ 2147483646 w 623"/>
                <a:gd name="T33" fmla="*/ 2147483646 h 75"/>
                <a:gd name="T34" fmla="*/ 2147483646 w 623"/>
                <a:gd name="T35" fmla="*/ 2147483646 h 75"/>
                <a:gd name="T36" fmla="*/ 2147483646 w 623"/>
                <a:gd name="T37" fmla="*/ 2147483646 h 75"/>
                <a:gd name="T38" fmla="*/ 2147483646 w 623"/>
                <a:gd name="T39" fmla="*/ 2147483646 h 75"/>
                <a:gd name="T40" fmla="*/ 2147483646 w 623"/>
                <a:gd name="T41" fmla="*/ 2147483646 h 75"/>
                <a:gd name="T42" fmla="*/ 2147483646 w 623"/>
                <a:gd name="T43" fmla="*/ 2147483646 h 75"/>
                <a:gd name="T44" fmla="*/ 2147483646 w 623"/>
                <a:gd name="T45" fmla="*/ 2147483646 h 75"/>
                <a:gd name="T46" fmla="*/ 2147483646 w 623"/>
                <a:gd name="T47" fmla="*/ 2147483646 h 75"/>
                <a:gd name="T48" fmla="*/ 2147483646 w 623"/>
                <a:gd name="T49" fmla="*/ 2147483646 h 75"/>
                <a:gd name="T50" fmla="*/ 2147483646 w 623"/>
                <a:gd name="T51" fmla="*/ 2147483646 h 75"/>
                <a:gd name="T52" fmla="*/ 2147483646 w 623"/>
                <a:gd name="T53" fmla="*/ 2147483646 h 75"/>
                <a:gd name="T54" fmla="*/ 2147483646 w 623"/>
                <a:gd name="T55" fmla="*/ 2147483646 h 75"/>
                <a:gd name="T56" fmla="*/ 2147483646 w 623"/>
                <a:gd name="T57" fmla="*/ 2147483646 h 75"/>
                <a:gd name="T58" fmla="*/ 2147483646 w 623"/>
                <a:gd name="T59" fmla="*/ 2147483646 h 75"/>
                <a:gd name="T60" fmla="*/ 2147483646 w 623"/>
                <a:gd name="T61" fmla="*/ 2147483646 h 75"/>
                <a:gd name="T62" fmla="*/ 2147483646 w 623"/>
                <a:gd name="T63" fmla="*/ 2147483646 h 75"/>
                <a:gd name="T64" fmla="*/ 2147483646 w 623"/>
                <a:gd name="T65" fmla="*/ 2147483646 h 75"/>
                <a:gd name="T66" fmla="*/ 2147483646 w 623"/>
                <a:gd name="T67" fmla="*/ 2147483646 h 75"/>
                <a:gd name="T68" fmla="*/ 2147483646 w 623"/>
                <a:gd name="T69" fmla="*/ 2147483646 h 75"/>
                <a:gd name="T70" fmla="*/ 2147483646 w 623"/>
                <a:gd name="T71" fmla="*/ 2147483646 h 75"/>
                <a:gd name="T72" fmla="*/ 2147483646 w 623"/>
                <a:gd name="T73" fmla="*/ 2147483646 h 75"/>
                <a:gd name="T74" fmla="*/ 2147483646 w 623"/>
                <a:gd name="T75" fmla="*/ 2147483646 h 75"/>
                <a:gd name="T76" fmla="*/ 2147483646 w 623"/>
                <a:gd name="T77" fmla="*/ 2147483646 h 75"/>
                <a:gd name="T78" fmla="*/ 2147483646 w 623"/>
                <a:gd name="T79" fmla="*/ 2147483646 h 75"/>
                <a:gd name="T80" fmla="*/ 2147483646 w 623"/>
                <a:gd name="T81" fmla="*/ 0 h 75"/>
                <a:gd name="T82" fmla="*/ 2147483646 w 623"/>
                <a:gd name="T83" fmla="*/ 0 h 75"/>
                <a:gd name="T84" fmla="*/ 2147483646 w 623"/>
                <a:gd name="T85" fmla="*/ 0 h 75"/>
                <a:gd name="T86" fmla="*/ 2147483646 w 623"/>
                <a:gd name="T87" fmla="*/ 0 h 75"/>
                <a:gd name="T88" fmla="*/ 2147483646 w 623"/>
                <a:gd name="T89" fmla="*/ 0 h 75"/>
                <a:gd name="T90" fmla="*/ 2147483646 w 623"/>
                <a:gd name="T91" fmla="*/ 0 h 75"/>
                <a:gd name="T92" fmla="*/ 2147483646 w 623"/>
                <a:gd name="T93" fmla="*/ 0 h 75"/>
                <a:gd name="T94" fmla="*/ 2147483646 w 623"/>
                <a:gd name="T95" fmla="*/ 0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3"/>
                <a:gd name="T145" fmla="*/ 0 h 75"/>
                <a:gd name="T146" fmla="*/ 623 w 623"/>
                <a:gd name="T147" fmla="*/ 75 h 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3" h="75" extrusionOk="0">
                  <a:moveTo>
                    <a:pt x="623" y="75"/>
                  </a:moveTo>
                  <a:lnTo>
                    <a:pt x="620" y="74"/>
                  </a:lnTo>
                  <a:lnTo>
                    <a:pt x="616" y="72"/>
                  </a:lnTo>
                  <a:lnTo>
                    <a:pt x="612" y="71"/>
                  </a:lnTo>
                  <a:lnTo>
                    <a:pt x="607" y="70"/>
                  </a:lnTo>
                  <a:lnTo>
                    <a:pt x="603" y="68"/>
                  </a:lnTo>
                  <a:lnTo>
                    <a:pt x="599" y="67"/>
                  </a:lnTo>
                  <a:lnTo>
                    <a:pt x="596" y="65"/>
                  </a:lnTo>
                  <a:lnTo>
                    <a:pt x="592" y="64"/>
                  </a:lnTo>
                  <a:lnTo>
                    <a:pt x="587" y="64"/>
                  </a:lnTo>
                  <a:lnTo>
                    <a:pt x="584" y="62"/>
                  </a:lnTo>
                  <a:lnTo>
                    <a:pt x="580" y="61"/>
                  </a:lnTo>
                  <a:lnTo>
                    <a:pt x="576" y="61"/>
                  </a:lnTo>
                  <a:lnTo>
                    <a:pt x="573" y="59"/>
                  </a:lnTo>
                  <a:lnTo>
                    <a:pt x="568" y="58"/>
                  </a:lnTo>
                  <a:lnTo>
                    <a:pt x="564" y="58"/>
                  </a:lnTo>
                  <a:lnTo>
                    <a:pt x="561" y="57"/>
                  </a:lnTo>
                  <a:lnTo>
                    <a:pt x="557" y="57"/>
                  </a:lnTo>
                  <a:lnTo>
                    <a:pt x="553" y="55"/>
                  </a:lnTo>
                  <a:lnTo>
                    <a:pt x="548" y="55"/>
                  </a:lnTo>
                  <a:lnTo>
                    <a:pt x="545" y="54"/>
                  </a:lnTo>
                  <a:lnTo>
                    <a:pt x="541" y="52"/>
                  </a:lnTo>
                  <a:lnTo>
                    <a:pt x="537" y="52"/>
                  </a:lnTo>
                  <a:lnTo>
                    <a:pt x="532" y="51"/>
                  </a:lnTo>
                  <a:lnTo>
                    <a:pt x="528" y="51"/>
                  </a:lnTo>
                  <a:lnTo>
                    <a:pt x="524" y="49"/>
                  </a:lnTo>
                  <a:lnTo>
                    <a:pt x="518" y="49"/>
                  </a:lnTo>
                  <a:lnTo>
                    <a:pt x="514" y="48"/>
                  </a:lnTo>
                  <a:lnTo>
                    <a:pt x="508" y="46"/>
                  </a:lnTo>
                  <a:lnTo>
                    <a:pt x="503" y="46"/>
                  </a:lnTo>
                  <a:lnTo>
                    <a:pt x="498" y="45"/>
                  </a:lnTo>
                  <a:lnTo>
                    <a:pt x="493" y="44"/>
                  </a:lnTo>
                  <a:lnTo>
                    <a:pt x="488" y="44"/>
                  </a:lnTo>
                  <a:lnTo>
                    <a:pt x="476" y="41"/>
                  </a:lnTo>
                  <a:lnTo>
                    <a:pt x="467" y="39"/>
                  </a:lnTo>
                  <a:lnTo>
                    <a:pt x="457" y="38"/>
                  </a:lnTo>
                  <a:lnTo>
                    <a:pt x="449" y="36"/>
                  </a:lnTo>
                  <a:lnTo>
                    <a:pt x="440" y="35"/>
                  </a:lnTo>
                  <a:lnTo>
                    <a:pt x="433" y="33"/>
                  </a:lnTo>
                  <a:lnTo>
                    <a:pt x="426" y="32"/>
                  </a:lnTo>
                  <a:lnTo>
                    <a:pt x="418" y="31"/>
                  </a:lnTo>
                  <a:lnTo>
                    <a:pt x="411" y="29"/>
                  </a:lnTo>
                  <a:lnTo>
                    <a:pt x="404" y="28"/>
                  </a:lnTo>
                  <a:lnTo>
                    <a:pt x="398" y="28"/>
                  </a:lnTo>
                  <a:lnTo>
                    <a:pt x="392" y="26"/>
                  </a:lnTo>
                  <a:lnTo>
                    <a:pt x="387" y="25"/>
                  </a:lnTo>
                  <a:lnTo>
                    <a:pt x="381" y="25"/>
                  </a:lnTo>
                  <a:lnTo>
                    <a:pt x="374" y="23"/>
                  </a:lnTo>
                  <a:lnTo>
                    <a:pt x="368" y="23"/>
                  </a:lnTo>
                  <a:lnTo>
                    <a:pt x="362" y="22"/>
                  </a:lnTo>
                  <a:lnTo>
                    <a:pt x="356" y="22"/>
                  </a:lnTo>
                  <a:lnTo>
                    <a:pt x="349" y="21"/>
                  </a:lnTo>
                  <a:lnTo>
                    <a:pt x="343" y="21"/>
                  </a:lnTo>
                  <a:lnTo>
                    <a:pt x="336" y="19"/>
                  </a:lnTo>
                  <a:lnTo>
                    <a:pt x="329" y="19"/>
                  </a:lnTo>
                  <a:lnTo>
                    <a:pt x="322" y="18"/>
                  </a:lnTo>
                  <a:lnTo>
                    <a:pt x="314" y="18"/>
                  </a:lnTo>
                  <a:lnTo>
                    <a:pt x="306" y="16"/>
                  </a:lnTo>
                  <a:lnTo>
                    <a:pt x="297" y="16"/>
                  </a:lnTo>
                  <a:lnTo>
                    <a:pt x="288" y="15"/>
                  </a:lnTo>
                  <a:lnTo>
                    <a:pt x="278" y="15"/>
                  </a:lnTo>
                  <a:lnTo>
                    <a:pt x="267" y="13"/>
                  </a:lnTo>
                  <a:lnTo>
                    <a:pt x="257" y="12"/>
                  </a:lnTo>
                  <a:lnTo>
                    <a:pt x="244" y="12"/>
                  </a:lnTo>
                  <a:lnTo>
                    <a:pt x="232" y="10"/>
                  </a:lnTo>
                  <a:lnTo>
                    <a:pt x="219" y="9"/>
                  </a:lnTo>
                  <a:lnTo>
                    <a:pt x="208" y="9"/>
                  </a:lnTo>
                  <a:lnTo>
                    <a:pt x="196" y="8"/>
                  </a:lnTo>
                  <a:lnTo>
                    <a:pt x="186" y="8"/>
                  </a:lnTo>
                  <a:lnTo>
                    <a:pt x="176" y="6"/>
                  </a:lnTo>
                  <a:lnTo>
                    <a:pt x="166" y="6"/>
                  </a:lnTo>
                  <a:lnTo>
                    <a:pt x="157" y="5"/>
                  </a:lnTo>
                  <a:lnTo>
                    <a:pt x="150" y="5"/>
                  </a:lnTo>
                  <a:lnTo>
                    <a:pt x="143" y="3"/>
                  </a:lnTo>
                  <a:lnTo>
                    <a:pt x="135" y="3"/>
                  </a:lnTo>
                  <a:lnTo>
                    <a:pt x="128" y="3"/>
                  </a:lnTo>
                  <a:lnTo>
                    <a:pt x="121" y="2"/>
                  </a:lnTo>
                  <a:lnTo>
                    <a:pt x="115" y="2"/>
                  </a:lnTo>
                  <a:lnTo>
                    <a:pt x="109" y="2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09" name="Shape 184">
              <a:extLst>
                <a:ext uri="{FF2B5EF4-FFF2-40B4-BE49-F238E27FC236}">
                  <a16:creationId xmlns:a16="http://schemas.microsoft.com/office/drawing/2014/main" id="{26D47A3B-5555-4B8F-AA1C-CDFA2D38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675" y="2028825"/>
              <a:ext cx="688973" cy="120650"/>
            </a:xfrm>
            <a:custGeom>
              <a:avLst/>
              <a:gdLst>
                <a:gd name="T0" fmla="*/ 2147483646 w 846"/>
                <a:gd name="T1" fmla="*/ 2147483646 h 153"/>
                <a:gd name="T2" fmla="*/ 2147483646 w 846"/>
                <a:gd name="T3" fmla="*/ 2147483646 h 153"/>
                <a:gd name="T4" fmla="*/ 2147483646 w 846"/>
                <a:gd name="T5" fmla="*/ 2147483646 h 153"/>
                <a:gd name="T6" fmla="*/ 2147483646 w 846"/>
                <a:gd name="T7" fmla="*/ 2147483646 h 153"/>
                <a:gd name="T8" fmla="*/ 2147483646 w 846"/>
                <a:gd name="T9" fmla="*/ 2147483646 h 153"/>
                <a:gd name="T10" fmla="*/ 2147483646 w 846"/>
                <a:gd name="T11" fmla="*/ 2147483646 h 153"/>
                <a:gd name="T12" fmla="*/ 2147483646 w 846"/>
                <a:gd name="T13" fmla="*/ 2147483646 h 153"/>
                <a:gd name="T14" fmla="*/ 2147483646 w 846"/>
                <a:gd name="T15" fmla="*/ 2147483646 h 153"/>
                <a:gd name="T16" fmla="*/ 2147483646 w 846"/>
                <a:gd name="T17" fmla="*/ 2147483646 h 153"/>
                <a:gd name="T18" fmla="*/ 2147483646 w 846"/>
                <a:gd name="T19" fmla="*/ 2147483646 h 153"/>
                <a:gd name="T20" fmla="*/ 2147483646 w 846"/>
                <a:gd name="T21" fmla="*/ 2147483646 h 153"/>
                <a:gd name="T22" fmla="*/ 2147483646 w 846"/>
                <a:gd name="T23" fmla="*/ 2147483646 h 153"/>
                <a:gd name="T24" fmla="*/ 2147483646 w 846"/>
                <a:gd name="T25" fmla="*/ 2147483646 h 153"/>
                <a:gd name="T26" fmla="*/ 2147483646 w 846"/>
                <a:gd name="T27" fmla="*/ 2147483646 h 153"/>
                <a:gd name="T28" fmla="*/ 2147483646 w 846"/>
                <a:gd name="T29" fmla="*/ 2147483646 h 153"/>
                <a:gd name="T30" fmla="*/ 2147483646 w 846"/>
                <a:gd name="T31" fmla="*/ 2147483646 h 153"/>
                <a:gd name="T32" fmla="*/ 2147483646 w 846"/>
                <a:gd name="T33" fmla="*/ 2147483646 h 153"/>
                <a:gd name="T34" fmla="*/ 2147483646 w 846"/>
                <a:gd name="T35" fmla="*/ 2147483646 h 153"/>
                <a:gd name="T36" fmla="*/ 2147483646 w 846"/>
                <a:gd name="T37" fmla="*/ 2147483646 h 153"/>
                <a:gd name="T38" fmla="*/ 2147483646 w 846"/>
                <a:gd name="T39" fmla="*/ 2147483646 h 153"/>
                <a:gd name="T40" fmla="*/ 2147483646 w 846"/>
                <a:gd name="T41" fmla="*/ 2147483646 h 153"/>
                <a:gd name="T42" fmla="*/ 2147483646 w 846"/>
                <a:gd name="T43" fmla="*/ 2147483646 h 153"/>
                <a:gd name="T44" fmla="*/ 2147483646 w 846"/>
                <a:gd name="T45" fmla="*/ 2147483646 h 153"/>
                <a:gd name="T46" fmla="*/ 2147483646 w 846"/>
                <a:gd name="T47" fmla="*/ 2147483646 h 153"/>
                <a:gd name="T48" fmla="*/ 2147483646 w 846"/>
                <a:gd name="T49" fmla="*/ 2147483646 h 153"/>
                <a:gd name="T50" fmla="*/ 2147483646 w 846"/>
                <a:gd name="T51" fmla="*/ 2147483646 h 153"/>
                <a:gd name="T52" fmla="*/ 2147483646 w 846"/>
                <a:gd name="T53" fmla="*/ 2147483646 h 153"/>
                <a:gd name="T54" fmla="*/ 2147483646 w 846"/>
                <a:gd name="T55" fmla="*/ 2147483646 h 153"/>
                <a:gd name="T56" fmla="*/ 2147483646 w 846"/>
                <a:gd name="T57" fmla="*/ 2147483646 h 153"/>
                <a:gd name="T58" fmla="*/ 2147483646 w 846"/>
                <a:gd name="T59" fmla="*/ 2147483646 h 153"/>
                <a:gd name="T60" fmla="*/ 2147483646 w 846"/>
                <a:gd name="T61" fmla="*/ 2147483646 h 153"/>
                <a:gd name="T62" fmla="*/ 2147483646 w 846"/>
                <a:gd name="T63" fmla="*/ 2147483646 h 153"/>
                <a:gd name="T64" fmla="*/ 2147483646 w 846"/>
                <a:gd name="T65" fmla="*/ 2147483646 h 153"/>
                <a:gd name="T66" fmla="*/ 2147483646 w 846"/>
                <a:gd name="T67" fmla="*/ 2147483646 h 153"/>
                <a:gd name="T68" fmla="*/ 2147483646 w 846"/>
                <a:gd name="T69" fmla="*/ 2147483646 h 153"/>
                <a:gd name="T70" fmla="*/ 2147483646 w 846"/>
                <a:gd name="T71" fmla="*/ 2147483646 h 153"/>
                <a:gd name="T72" fmla="*/ 2147483646 w 846"/>
                <a:gd name="T73" fmla="*/ 2147483646 h 153"/>
                <a:gd name="T74" fmla="*/ 2147483646 w 846"/>
                <a:gd name="T75" fmla="*/ 2147483646 h 153"/>
                <a:gd name="T76" fmla="*/ 2147483646 w 846"/>
                <a:gd name="T77" fmla="*/ 2147483646 h 153"/>
                <a:gd name="T78" fmla="*/ 2147483646 w 846"/>
                <a:gd name="T79" fmla="*/ 2147483646 h 153"/>
                <a:gd name="T80" fmla="*/ 2147483646 w 846"/>
                <a:gd name="T81" fmla="*/ 2147483646 h 153"/>
                <a:gd name="T82" fmla="*/ 2147483646 w 846"/>
                <a:gd name="T83" fmla="*/ 2147483646 h 153"/>
                <a:gd name="T84" fmla="*/ 2147483646 w 846"/>
                <a:gd name="T85" fmla="*/ 2147483646 h 153"/>
                <a:gd name="T86" fmla="*/ 2147483646 w 846"/>
                <a:gd name="T87" fmla="*/ 2147483646 h 153"/>
                <a:gd name="T88" fmla="*/ 2147483646 w 846"/>
                <a:gd name="T89" fmla="*/ 0 h 153"/>
                <a:gd name="T90" fmla="*/ 2147483646 w 846"/>
                <a:gd name="T91" fmla="*/ 0 h 153"/>
                <a:gd name="T92" fmla="*/ 2147483646 w 846"/>
                <a:gd name="T93" fmla="*/ 0 h 153"/>
                <a:gd name="T94" fmla="*/ 2147483646 w 846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6"/>
                <a:gd name="T145" fmla="*/ 0 h 153"/>
                <a:gd name="T146" fmla="*/ 846 w 846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6" h="153" extrusionOk="0">
                  <a:moveTo>
                    <a:pt x="0" y="153"/>
                  </a:moveTo>
                  <a:lnTo>
                    <a:pt x="20" y="144"/>
                  </a:lnTo>
                  <a:lnTo>
                    <a:pt x="40" y="137"/>
                  </a:lnTo>
                  <a:lnTo>
                    <a:pt x="59" y="130"/>
                  </a:lnTo>
                  <a:lnTo>
                    <a:pt x="78" y="124"/>
                  </a:lnTo>
                  <a:lnTo>
                    <a:pt x="94" y="118"/>
                  </a:lnTo>
                  <a:lnTo>
                    <a:pt x="110" y="112"/>
                  </a:lnTo>
                  <a:lnTo>
                    <a:pt x="124" y="107"/>
                  </a:lnTo>
                  <a:lnTo>
                    <a:pt x="137" y="102"/>
                  </a:lnTo>
                  <a:lnTo>
                    <a:pt x="150" y="98"/>
                  </a:lnTo>
                  <a:lnTo>
                    <a:pt x="162" y="94"/>
                  </a:lnTo>
                  <a:lnTo>
                    <a:pt x="173" y="89"/>
                  </a:lnTo>
                  <a:lnTo>
                    <a:pt x="183" y="86"/>
                  </a:lnTo>
                  <a:lnTo>
                    <a:pt x="193" y="82"/>
                  </a:lnTo>
                  <a:lnTo>
                    <a:pt x="202" y="79"/>
                  </a:lnTo>
                  <a:lnTo>
                    <a:pt x="212" y="76"/>
                  </a:lnTo>
                  <a:lnTo>
                    <a:pt x="219" y="73"/>
                  </a:lnTo>
                  <a:lnTo>
                    <a:pt x="228" y="72"/>
                  </a:lnTo>
                  <a:lnTo>
                    <a:pt x="237" y="69"/>
                  </a:lnTo>
                  <a:lnTo>
                    <a:pt x="244" y="68"/>
                  </a:lnTo>
                  <a:lnTo>
                    <a:pt x="251" y="65"/>
                  </a:lnTo>
                  <a:lnTo>
                    <a:pt x="258" y="63"/>
                  </a:lnTo>
                  <a:lnTo>
                    <a:pt x="266" y="62"/>
                  </a:lnTo>
                  <a:lnTo>
                    <a:pt x="273" y="59"/>
                  </a:lnTo>
                  <a:lnTo>
                    <a:pt x="280" y="58"/>
                  </a:lnTo>
                  <a:lnTo>
                    <a:pt x="289" y="56"/>
                  </a:lnTo>
                  <a:lnTo>
                    <a:pt x="296" y="55"/>
                  </a:lnTo>
                  <a:lnTo>
                    <a:pt x="305" y="53"/>
                  </a:lnTo>
                  <a:lnTo>
                    <a:pt x="313" y="52"/>
                  </a:lnTo>
                  <a:lnTo>
                    <a:pt x="322" y="50"/>
                  </a:lnTo>
                  <a:lnTo>
                    <a:pt x="332" y="47"/>
                  </a:lnTo>
                  <a:lnTo>
                    <a:pt x="342" y="46"/>
                  </a:lnTo>
                  <a:lnTo>
                    <a:pt x="352" y="45"/>
                  </a:lnTo>
                  <a:lnTo>
                    <a:pt x="362" y="42"/>
                  </a:lnTo>
                  <a:lnTo>
                    <a:pt x="372" y="40"/>
                  </a:lnTo>
                  <a:lnTo>
                    <a:pt x="383" y="39"/>
                  </a:lnTo>
                  <a:lnTo>
                    <a:pt x="391" y="37"/>
                  </a:lnTo>
                  <a:lnTo>
                    <a:pt x="400" y="36"/>
                  </a:lnTo>
                  <a:lnTo>
                    <a:pt x="407" y="34"/>
                  </a:lnTo>
                  <a:lnTo>
                    <a:pt x="416" y="33"/>
                  </a:lnTo>
                  <a:lnTo>
                    <a:pt x="423" y="32"/>
                  </a:lnTo>
                  <a:lnTo>
                    <a:pt x="429" y="30"/>
                  </a:lnTo>
                  <a:lnTo>
                    <a:pt x="436" y="29"/>
                  </a:lnTo>
                  <a:lnTo>
                    <a:pt x="442" y="29"/>
                  </a:lnTo>
                  <a:lnTo>
                    <a:pt x="449" y="27"/>
                  </a:lnTo>
                  <a:lnTo>
                    <a:pt x="455" y="26"/>
                  </a:lnTo>
                  <a:lnTo>
                    <a:pt x="461" y="26"/>
                  </a:lnTo>
                  <a:lnTo>
                    <a:pt x="466" y="24"/>
                  </a:lnTo>
                  <a:lnTo>
                    <a:pt x="474" y="24"/>
                  </a:lnTo>
                  <a:lnTo>
                    <a:pt x="479" y="23"/>
                  </a:lnTo>
                  <a:lnTo>
                    <a:pt x="485" y="23"/>
                  </a:lnTo>
                  <a:lnTo>
                    <a:pt x="492" y="22"/>
                  </a:lnTo>
                  <a:lnTo>
                    <a:pt x="498" y="22"/>
                  </a:lnTo>
                  <a:lnTo>
                    <a:pt x="505" y="20"/>
                  </a:lnTo>
                  <a:lnTo>
                    <a:pt x="513" y="20"/>
                  </a:lnTo>
                  <a:lnTo>
                    <a:pt x="520" y="19"/>
                  </a:lnTo>
                  <a:lnTo>
                    <a:pt x="527" y="19"/>
                  </a:lnTo>
                  <a:lnTo>
                    <a:pt x="536" y="17"/>
                  </a:lnTo>
                  <a:lnTo>
                    <a:pt x="544" y="17"/>
                  </a:lnTo>
                  <a:lnTo>
                    <a:pt x="554" y="16"/>
                  </a:lnTo>
                  <a:lnTo>
                    <a:pt x="564" y="16"/>
                  </a:lnTo>
                  <a:lnTo>
                    <a:pt x="575" y="14"/>
                  </a:lnTo>
                  <a:lnTo>
                    <a:pt x="586" y="13"/>
                  </a:lnTo>
                  <a:lnTo>
                    <a:pt x="598" y="13"/>
                  </a:lnTo>
                  <a:lnTo>
                    <a:pt x="611" y="11"/>
                  </a:lnTo>
                  <a:lnTo>
                    <a:pt x="624" y="10"/>
                  </a:lnTo>
                  <a:lnTo>
                    <a:pt x="637" y="10"/>
                  </a:lnTo>
                  <a:lnTo>
                    <a:pt x="647" y="9"/>
                  </a:lnTo>
                  <a:lnTo>
                    <a:pt x="658" y="9"/>
                  </a:lnTo>
                  <a:lnTo>
                    <a:pt x="668" y="7"/>
                  </a:lnTo>
                  <a:lnTo>
                    <a:pt x="677" y="6"/>
                  </a:lnTo>
                  <a:lnTo>
                    <a:pt x="686" y="6"/>
                  </a:lnTo>
                  <a:lnTo>
                    <a:pt x="694" y="6"/>
                  </a:lnTo>
                  <a:lnTo>
                    <a:pt x="702" y="4"/>
                  </a:lnTo>
                  <a:lnTo>
                    <a:pt x="709" y="4"/>
                  </a:lnTo>
                  <a:lnTo>
                    <a:pt x="716" y="4"/>
                  </a:lnTo>
                  <a:lnTo>
                    <a:pt x="723" y="3"/>
                  </a:lnTo>
                  <a:lnTo>
                    <a:pt x="729" y="3"/>
                  </a:lnTo>
                  <a:lnTo>
                    <a:pt x="735" y="3"/>
                  </a:lnTo>
                  <a:lnTo>
                    <a:pt x="741" y="3"/>
                  </a:lnTo>
                  <a:lnTo>
                    <a:pt x="746" y="1"/>
                  </a:lnTo>
                  <a:lnTo>
                    <a:pt x="752" y="1"/>
                  </a:lnTo>
                  <a:lnTo>
                    <a:pt x="758" y="1"/>
                  </a:lnTo>
                  <a:lnTo>
                    <a:pt x="762" y="1"/>
                  </a:lnTo>
                  <a:lnTo>
                    <a:pt x="768" y="1"/>
                  </a:lnTo>
                  <a:lnTo>
                    <a:pt x="774" y="1"/>
                  </a:lnTo>
                  <a:lnTo>
                    <a:pt x="778" y="1"/>
                  </a:lnTo>
                  <a:lnTo>
                    <a:pt x="784" y="1"/>
                  </a:lnTo>
                  <a:lnTo>
                    <a:pt x="790" y="1"/>
                  </a:lnTo>
                  <a:lnTo>
                    <a:pt x="795" y="0"/>
                  </a:lnTo>
                  <a:lnTo>
                    <a:pt x="801" y="0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3" y="0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6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9310" name="Shape 185">
              <a:extLst>
                <a:ext uri="{FF2B5EF4-FFF2-40B4-BE49-F238E27FC236}">
                  <a16:creationId xmlns:a16="http://schemas.microsoft.com/office/drawing/2014/main" id="{57626428-1D9A-4805-BDD4-4D27BE541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6812" y="3082925"/>
              <a:ext cx="164999" cy="244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  <a:sym typeface="Times New Roman" panose="02020603050405020304" pitchFamily="18" charset="0"/>
                </a:rPr>
                <a:t>= </a:t>
              </a:r>
            </a:p>
          </p:txBody>
        </p:sp>
      </p:grpSp>
      <p:sp>
        <p:nvSpPr>
          <p:cNvPr id="139267" name="Shape 1926">
            <a:extLst>
              <a:ext uri="{FF2B5EF4-FFF2-40B4-BE49-F238E27FC236}">
                <a16:creationId xmlns:a16="http://schemas.microsoft.com/office/drawing/2014/main" id="{C980D387-BF3A-4506-B3CB-2471028355A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The Two FSMs</a:t>
            </a:r>
          </a:p>
        </p:txBody>
      </p:sp>
      <p:sp>
        <p:nvSpPr>
          <p:cNvPr id="139268" name="TextBox 126">
            <a:extLst>
              <a:ext uri="{FF2B5EF4-FFF2-40B4-BE49-F238E27FC236}">
                <a16:creationId xmlns:a16="http://schemas.microsoft.com/office/drawing/2014/main" id="{EA0E7F78-6F42-4DC6-8177-F75725CA68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" y="5976938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1's</a:t>
            </a:r>
          </a:p>
        </p:txBody>
      </p:sp>
      <p:sp>
        <p:nvSpPr>
          <p:cNvPr id="139269" name="TextBox 127">
            <a:extLst>
              <a:ext uri="{FF2B5EF4-FFF2-40B4-BE49-F238E27FC236}">
                <a16:creationId xmlns:a16="http://schemas.microsoft.com/office/drawing/2014/main" id="{3F570799-E6A1-4400-A589-196A55FEBF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6663" y="5976938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0's</a:t>
            </a:r>
          </a:p>
        </p:txBody>
      </p:sp>
    </p:spTree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Shape 1926">
            <a:extLst>
              <a:ext uri="{FF2B5EF4-FFF2-40B4-BE49-F238E27FC236}">
                <a16:creationId xmlns:a16="http://schemas.microsoft.com/office/drawing/2014/main" id="{A6175AA2-C7B3-4208-B6F1-9B5AEAE559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The Two Circuit Diagrams</a:t>
            </a:r>
          </a:p>
        </p:txBody>
      </p:sp>
      <p:sp>
        <p:nvSpPr>
          <p:cNvPr id="141314" name="TextBox 1">
            <a:extLst>
              <a:ext uri="{FF2B5EF4-FFF2-40B4-BE49-F238E27FC236}">
                <a16:creationId xmlns:a16="http://schemas.microsoft.com/office/drawing/2014/main" id="{AB7B848B-CAF6-485F-B65D-FEEAB051D0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" y="5976938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1's</a:t>
            </a:r>
          </a:p>
        </p:txBody>
      </p:sp>
      <p:sp>
        <p:nvSpPr>
          <p:cNvPr id="141315" name="TextBox 125">
            <a:extLst>
              <a:ext uri="{FF2B5EF4-FFF2-40B4-BE49-F238E27FC236}">
                <a16:creationId xmlns:a16="http://schemas.microsoft.com/office/drawing/2014/main" id="{D9476347-A017-4DF6-BA12-E41AD592D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6663" y="5976938"/>
            <a:ext cx="36036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0's</a:t>
            </a:r>
          </a:p>
        </p:txBody>
      </p:sp>
      <p:pic>
        <p:nvPicPr>
          <p:cNvPr id="141316" name="Picture 2" descr="Screen shot 2014-12-03 at 3.27.04 PM.png">
            <a:extLst>
              <a:ext uri="{FF2B5EF4-FFF2-40B4-BE49-F238E27FC236}">
                <a16:creationId xmlns:a16="http://schemas.microsoft.com/office/drawing/2014/main" id="{4456C97F-1CF0-40F9-BFFF-014A7C7D6D8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825" y="1619250"/>
            <a:ext cx="4173538" cy="2986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1317" name="Picture 3" descr="Screen shot 2014-12-03 at 3.26.48 PM.png">
            <a:extLst>
              <a:ext uri="{FF2B5EF4-FFF2-40B4-BE49-F238E27FC236}">
                <a16:creationId xmlns:a16="http://schemas.microsoft.com/office/drawing/2014/main" id="{50849191-A7E3-4E59-8EF6-F7B5614332E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86275" y="1503363"/>
            <a:ext cx="4405313" cy="307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Shape 1926">
            <a:extLst>
              <a:ext uri="{FF2B5EF4-FFF2-40B4-BE49-F238E27FC236}">
                <a16:creationId xmlns:a16="http://schemas.microsoft.com/office/drawing/2014/main" id="{3836A5F1-0ABB-4A00-B57D-191B6FF486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3600" b="1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Times New Roman" panose="02020603050405020304" pitchFamily="18" charset="0"/>
                <a:sym typeface="Times New Roman" panose="02020603050405020304" pitchFamily="18" charset="0"/>
              </a:rPr>
              <a:t>The Combined Circuit Diagram</a:t>
            </a:r>
          </a:p>
        </p:txBody>
      </p:sp>
      <p:sp>
        <p:nvSpPr>
          <p:cNvPr id="143362" name="TextBox 1">
            <a:extLst>
              <a:ext uri="{FF2B5EF4-FFF2-40B4-BE49-F238E27FC236}">
                <a16:creationId xmlns:a16="http://schemas.microsoft.com/office/drawing/2014/main" id="{46046115-2AEF-4A03-8D3F-A64CD8469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6700" y="5976938"/>
            <a:ext cx="652145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Detect two consecutive 1's or two consecutive 0's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</a:t>
            </a:r>
          </a:p>
        </p:txBody>
      </p:sp>
      <p:pic>
        <p:nvPicPr>
          <p:cNvPr id="143363" name="Picture 2" descr="Screen shot 2014-12-03 at 3.27.04 PM.png">
            <a:extLst>
              <a:ext uri="{FF2B5EF4-FFF2-40B4-BE49-F238E27FC236}">
                <a16:creationId xmlns:a16="http://schemas.microsoft.com/office/drawing/2014/main" id="{D0628FBA-5A3B-479C-9BF6-DA1B5ED02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825" y="1619250"/>
            <a:ext cx="4173538" cy="2986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364" name="Picture 3" descr="Screen shot 2014-12-03 at 3.26.48 PM.png">
            <a:extLst>
              <a:ext uri="{FF2B5EF4-FFF2-40B4-BE49-F238E27FC236}">
                <a16:creationId xmlns:a16="http://schemas.microsoft.com/office/drawing/2014/main" id="{D9138F68-EE47-4636-B288-62DEA98A737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86275" y="1503363"/>
            <a:ext cx="4405313" cy="307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65" name="Group 3">
            <a:extLst>
              <a:ext uri="{FF2B5EF4-FFF2-40B4-BE49-F238E27FC236}">
                <a16:creationId xmlns:a16="http://schemas.microsoft.com/office/drawing/2014/main" id="{5020C05F-591F-411E-9AED-8B2526C5CBFE}"/>
              </a:ext>
            </a:extLst>
          </p:cNvPr>
          <p:cNvGrpSpPr>
            <a:grpSpLocks/>
          </p:cNvGrpSpPr>
          <p:nvPr/>
        </p:nvGrpSpPr>
        <p:grpSpPr bwMode="auto">
          <a:xfrm>
            <a:off x="3913188" y="5143500"/>
            <a:ext cx="1677987" cy="501650"/>
            <a:chOff x="1690380" y="3435350"/>
            <a:chExt cx="1678616" cy="501650"/>
          </a:xfrm>
        </p:grpSpPr>
        <p:sp>
          <p:nvSpPr>
            <p:cNvPr id="143370" name="Line 3">
              <a:extLst>
                <a:ext uri="{FF2B5EF4-FFF2-40B4-BE49-F238E27FC236}">
                  <a16:creationId xmlns:a16="http://schemas.microsoft.com/office/drawing/2014/main" id="{122A6735-31B0-4797-A1D2-E6DC512B9C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953" y="3538538"/>
              <a:ext cx="460204" cy="1587"/>
            </a:xfrm>
            <a:prstGeom prst="line">
              <a:avLst/>
            </a:prstGeom>
            <a:noFill/>
            <a:ln w="27051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1" name="Line 4">
              <a:extLst>
                <a:ext uri="{FF2B5EF4-FFF2-40B4-BE49-F238E27FC236}">
                  <a16:creationId xmlns:a16="http://schemas.microsoft.com/office/drawing/2014/main" id="{0667DCD0-77EE-4F8C-8B5A-A1A153FA6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380" y="3813175"/>
              <a:ext cx="828984" cy="0"/>
            </a:xfrm>
            <a:prstGeom prst="line">
              <a:avLst/>
            </a:prstGeom>
            <a:noFill/>
            <a:ln w="27051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2" name="Line 5">
              <a:extLst>
                <a:ext uri="{FF2B5EF4-FFF2-40B4-BE49-F238E27FC236}">
                  <a16:creationId xmlns:a16="http://schemas.microsoft.com/office/drawing/2014/main" id="{D452930B-6833-41B8-A827-569737FF4D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09912" y="3683657"/>
              <a:ext cx="259084" cy="4106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3" name="Freeform 6">
              <a:extLst>
                <a:ext uri="{FF2B5EF4-FFF2-40B4-BE49-F238E27FC236}">
                  <a16:creationId xmlns:a16="http://schemas.microsoft.com/office/drawing/2014/main" id="{9E84D3CA-1109-4A85-8573-7C3318A5D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435350"/>
              <a:ext cx="628650" cy="249238"/>
            </a:xfrm>
            <a:custGeom>
              <a:avLst/>
              <a:gdLst>
                <a:gd name="T0" fmla="*/ 2147483646 w 791"/>
                <a:gd name="T1" fmla="*/ 0 h 316"/>
                <a:gd name="T2" fmla="*/ 2147483646 w 791"/>
                <a:gd name="T3" fmla="*/ 2147483646 h 316"/>
                <a:gd name="T4" fmla="*/ 2147483646 w 791"/>
                <a:gd name="T5" fmla="*/ 2147483646 h 316"/>
                <a:gd name="T6" fmla="*/ 2147483646 w 791"/>
                <a:gd name="T7" fmla="*/ 2147483646 h 316"/>
                <a:gd name="T8" fmla="*/ 2147483646 w 791"/>
                <a:gd name="T9" fmla="*/ 2147483646 h 316"/>
                <a:gd name="T10" fmla="*/ 2147483646 w 791"/>
                <a:gd name="T11" fmla="*/ 2147483646 h 316"/>
                <a:gd name="T12" fmla="*/ 2147483646 w 791"/>
                <a:gd name="T13" fmla="*/ 2147483646 h 316"/>
                <a:gd name="T14" fmla="*/ 2147483646 w 791"/>
                <a:gd name="T15" fmla="*/ 2147483646 h 316"/>
                <a:gd name="T16" fmla="*/ 2147483646 w 791"/>
                <a:gd name="T17" fmla="*/ 2147483646 h 316"/>
                <a:gd name="T18" fmla="*/ 2147483646 w 791"/>
                <a:gd name="T19" fmla="*/ 2147483646 h 316"/>
                <a:gd name="T20" fmla="*/ 2147483646 w 791"/>
                <a:gd name="T21" fmla="*/ 2147483646 h 316"/>
                <a:gd name="T22" fmla="*/ 2147483646 w 791"/>
                <a:gd name="T23" fmla="*/ 2147483646 h 316"/>
                <a:gd name="T24" fmla="*/ 2147483646 w 791"/>
                <a:gd name="T25" fmla="*/ 2147483646 h 316"/>
                <a:gd name="T26" fmla="*/ 2147483646 w 791"/>
                <a:gd name="T27" fmla="*/ 2147483646 h 316"/>
                <a:gd name="T28" fmla="*/ 2147483646 w 791"/>
                <a:gd name="T29" fmla="*/ 2147483646 h 316"/>
                <a:gd name="T30" fmla="*/ 2147483646 w 791"/>
                <a:gd name="T31" fmla="*/ 2147483646 h 316"/>
                <a:gd name="T32" fmla="*/ 2147483646 w 791"/>
                <a:gd name="T33" fmla="*/ 2147483646 h 316"/>
                <a:gd name="T34" fmla="*/ 2147483646 w 791"/>
                <a:gd name="T35" fmla="*/ 2147483646 h 316"/>
                <a:gd name="T36" fmla="*/ 2147483646 w 791"/>
                <a:gd name="T37" fmla="*/ 2147483646 h 316"/>
                <a:gd name="T38" fmla="*/ 2147483646 w 791"/>
                <a:gd name="T39" fmla="*/ 2147483646 h 316"/>
                <a:gd name="T40" fmla="*/ 2147483646 w 791"/>
                <a:gd name="T41" fmla="*/ 2147483646 h 316"/>
                <a:gd name="T42" fmla="*/ 2147483646 w 791"/>
                <a:gd name="T43" fmla="*/ 2147483646 h 316"/>
                <a:gd name="T44" fmla="*/ 2147483646 w 791"/>
                <a:gd name="T45" fmla="*/ 2147483646 h 316"/>
                <a:gd name="T46" fmla="*/ 2147483646 w 791"/>
                <a:gd name="T47" fmla="*/ 2147483646 h 316"/>
                <a:gd name="T48" fmla="*/ 2147483646 w 791"/>
                <a:gd name="T49" fmla="*/ 2147483646 h 316"/>
                <a:gd name="T50" fmla="*/ 2147483646 w 791"/>
                <a:gd name="T51" fmla="*/ 2147483646 h 316"/>
                <a:gd name="T52" fmla="*/ 2147483646 w 791"/>
                <a:gd name="T53" fmla="*/ 2147483646 h 316"/>
                <a:gd name="T54" fmla="*/ 2147483646 w 791"/>
                <a:gd name="T55" fmla="*/ 2147483646 h 316"/>
                <a:gd name="T56" fmla="*/ 2147483646 w 791"/>
                <a:gd name="T57" fmla="*/ 2147483646 h 316"/>
                <a:gd name="T58" fmla="*/ 2147483646 w 791"/>
                <a:gd name="T59" fmla="*/ 2147483646 h 316"/>
                <a:gd name="T60" fmla="*/ 2147483646 w 791"/>
                <a:gd name="T61" fmla="*/ 2147483646 h 316"/>
                <a:gd name="T62" fmla="*/ 2147483646 w 791"/>
                <a:gd name="T63" fmla="*/ 2147483646 h 316"/>
                <a:gd name="T64" fmla="*/ 2147483646 w 791"/>
                <a:gd name="T65" fmla="*/ 2147483646 h 316"/>
                <a:gd name="T66" fmla="*/ 2147483646 w 791"/>
                <a:gd name="T67" fmla="*/ 2147483646 h 316"/>
                <a:gd name="T68" fmla="*/ 2147483646 w 791"/>
                <a:gd name="T69" fmla="*/ 2147483646 h 316"/>
                <a:gd name="T70" fmla="*/ 2147483646 w 791"/>
                <a:gd name="T71" fmla="*/ 2147483646 h 316"/>
                <a:gd name="T72" fmla="*/ 2147483646 w 791"/>
                <a:gd name="T73" fmla="*/ 2147483646 h 316"/>
                <a:gd name="T74" fmla="*/ 2147483646 w 791"/>
                <a:gd name="T75" fmla="*/ 2147483646 h 316"/>
                <a:gd name="T76" fmla="*/ 2147483646 w 791"/>
                <a:gd name="T77" fmla="*/ 2147483646 h 316"/>
                <a:gd name="T78" fmla="*/ 2147483646 w 791"/>
                <a:gd name="T79" fmla="*/ 2147483646 h 316"/>
                <a:gd name="T80" fmla="*/ 2147483646 w 791"/>
                <a:gd name="T81" fmla="*/ 2147483646 h 316"/>
                <a:gd name="T82" fmla="*/ 2147483646 w 791"/>
                <a:gd name="T83" fmla="*/ 2147483646 h 316"/>
                <a:gd name="T84" fmla="*/ 2147483646 w 791"/>
                <a:gd name="T85" fmla="*/ 2147483646 h 316"/>
                <a:gd name="T86" fmla="*/ 2147483646 w 791"/>
                <a:gd name="T87" fmla="*/ 2147483646 h 316"/>
                <a:gd name="T88" fmla="*/ 2147483646 w 791"/>
                <a:gd name="T89" fmla="*/ 2147483646 h 316"/>
                <a:gd name="T90" fmla="*/ 2147483646 w 791"/>
                <a:gd name="T91" fmla="*/ 2147483646 h 316"/>
                <a:gd name="T92" fmla="*/ 2147483646 w 791"/>
                <a:gd name="T93" fmla="*/ 2147483646 h 316"/>
                <a:gd name="T94" fmla="*/ 2147483646 w 791"/>
                <a:gd name="T95" fmla="*/ 2147483646 h 316"/>
                <a:gd name="T96" fmla="*/ 2147483646 w 791"/>
                <a:gd name="T97" fmla="*/ 2147483646 h 316"/>
                <a:gd name="T98" fmla="*/ 2147483646 w 791"/>
                <a:gd name="T99" fmla="*/ 2147483646 h 316"/>
                <a:gd name="T100" fmla="*/ 2147483646 w 791"/>
                <a:gd name="T101" fmla="*/ 2147483646 h 316"/>
                <a:gd name="T102" fmla="*/ 2147483646 w 791"/>
                <a:gd name="T103" fmla="*/ 2147483646 h 316"/>
                <a:gd name="T104" fmla="*/ 2147483646 w 791"/>
                <a:gd name="T105" fmla="*/ 2147483646 h 316"/>
                <a:gd name="T106" fmla="*/ 2147483646 w 791"/>
                <a:gd name="T107" fmla="*/ 2147483646 h 316"/>
                <a:gd name="T108" fmla="*/ 2147483646 w 791"/>
                <a:gd name="T109" fmla="*/ 2147483646 h 316"/>
                <a:gd name="T110" fmla="*/ 2147483646 w 791"/>
                <a:gd name="T111" fmla="*/ 2147483646 h 316"/>
                <a:gd name="T112" fmla="*/ 2147483646 w 791"/>
                <a:gd name="T113" fmla="*/ 2147483646 h 316"/>
                <a:gd name="T114" fmla="*/ 2147483646 w 791"/>
                <a:gd name="T115" fmla="*/ 2147483646 h 316"/>
                <a:gd name="T116" fmla="*/ 2147483646 w 791"/>
                <a:gd name="T117" fmla="*/ 2147483646 h 316"/>
                <a:gd name="T118" fmla="*/ 2147483646 w 791"/>
                <a:gd name="T119" fmla="*/ 2147483646 h 316"/>
                <a:gd name="T120" fmla="*/ 2147483646 w 791"/>
                <a:gd name="T121" fmla="*/ 2147483646 h 3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6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2"/>
                  </a:lnTo>
                  <a:lnTo>
                    <a:pt x="276" y="2"/>
                  </a:lnTo>
                  <a:lnTo>
                    <a:pt x="285" y="2"/>
                  </a:lnTo>
                  <a:lnTo>
                    <a:pt x="294" y="2"/>
                  </a:lnTo>
                  <a:lnTo>
                    <a:pt x="302" y="2"/>
                  </a:lnTo>
                  <a:lnTo>
                    <a:pt x="309" y="2"/>
                  </a:lnTo>
                  <a:lnTo>
                    <a:pt x="316" y="2"/>
                  </a:lnTo>
                  <a:lnTo>
                    <a:pt x="321" y="2"/>
                  </a:lnTo>
                  <a:lnTo>
                    <a:pt x="326" y="2"/>
                  </a:lnTo>
                  <a:lnTo>
                    <a:pt x="330" y="2"/>
                  </a:lnTo>
                  <a:lnTo>
                    <a:pt x="334" y="2"/>
                  </a:lnTo>
                  <a:lnTo>
                    <a:pt x="338" y="2"/>
                  </a:lnTo>
                  <a:lnTo>
                    <a:pt x="341" y="2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3" y="2"/>
                  </a:lnTo>
                  <a:lnTo>
                    <a:pt x="354" y="3"/>
                  </a:lnTo>
                  <a:lnTo>
                    <a:pt x="357" y="3"/>
                  </a:lnTo>
                  <a:lnTo>
                    <a:pt x="359" y="3"/>
                  </a:lnTo>
                  <a:lnTo>
                    <a:pt x="361" y="3"/>
                  </a:lnTo>
                  <a:lnTo>
                    <a:pt x="363" y="3"/>
                  </a:lnTo>
                  <a:lnTo>
                    <a:pt x="365" y="3"/>
                  </a:lnTo>
                  <a:lnTo>
                    <a:pt x="366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87" y="6"/>
                  </a:lnTo>
                  <a:lnTo>
                    <a:pt x="388" y="6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4" y="6"/>
                  </a:lnTo>
                  <a:lnTo>
                    <a:pt x="395" y="6"/>
                  </a:lnTo>
                  <a:lnTo>
                    <a:pt x="396" y="7"/>
                  </a:lnTo>
                  <a:lnTo>
                    <a:pt x="398" y="7"/>
                  </a:lnTo>
                  <a:lnTo>
                    <a:pt x="400" y="7"/>
                  </a:lnTo>
                  <a:lnTo>
                    <a:pt x="402" y="7"/>
                  </a:lnTo>
                  <a:lnTo>
                    <a:pt x="404" y="7"/>
                  </a:lnTo>
                  <a:lnTo>
                    <a:pt x="406" y="8"/>
                  </a:lnTo>
                  <a:lnTo>
                    <a:pt x="408" y="8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10"/>
                  </a:lnTo>
                  <a:lnTo>
                    <a:pt x="416" y="10"/>
                  </a:lnTo>
                  <a:lnTo>
                    <a:pt x="418" y="10"/>
                  </a:lnTo>
                  <a:lnTo>
                    <a:pt x="419" y="10"/>
                  </a:lnTo>
                  <a:lnTo>
                    <a:pt x="420" y="10"/>
                  </a:lnTo>
                  <a:lnTo>
                    <a:pt x="421" y="10"/>
                  </a:lnTo>
                  <a:lnTo>
                    <a:pt x="423" y="11"/>
                  </a:lnTo>
                  <a:lnTo>
                    <a:pt x="424" y="11"/>
                  </a:lnTo>
                  <a:lnTo>
                    <a:pt x="425" y="11"/>
                  </a:lnTo>
                  <a:lnTo>
                    <a:pt x="427" y="11"/>
                  </a:lnTo>
                  <a:lnTo>
                    <a:pt x="428" y="11"/>
                  </a:lnTo>
                  <a:lnTo>
                    <a:pt x="428" y="12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3" y="14"/>
                  </a:lnTo>
                  <a:lnTo>
                    <a:pt x="435" y="14"/>
                  </a:lnTo>
                  <a:lnTo>
                    <a:pt x="436" y="14"/>
                  </a:lnTo>
                  <a:lnTo>
                    <a:pt x="437" y="14"/>
                  </a:lnTo>
                  <a:lnTo>
                    <a:pt x="440" y="15"/>
                  </a:lnTo>
                  <a:lnTo>
                    <a:pt x="441" y="15"/>
                  </a:lnTo>
                  <a:lnTo>
                    <a:pt x="443" y="16"/>
                  </a:lnTo>
                  <a:lnTo>
                    <a:pt x="445" y="16"/>
                  </a:lnTo>
                  <a:lnTo>
                    <a:pt x="447" y="18"/>
                  </a:lnTo>
                  <a:lnTo>
                    <a:pt x="449" y="18"/>
                  </a:lnTo>
                  <a:lnTo>
                    <a:pt x="451" y="19"/>
                  </a:lnTo>
                  <a:lnTo>
                    <a:pt x="453" y="19"/>
                  </a:lnTo>
                  <a:lnTo>
                    <a:pt x="456" y="20"/>
                  </a:lnTo>
                  <a:lnTo>
                    <a:pt x="459" y="20"/>
                  </a:lnTo>
                  <a:lnTo>
                    <a:pt x="460" y="22"/>
                  </a:lnTo>
                  <a:lnTo>
                    <a:pt x="463" y="22"/>
                  </a:lnTo>
                  <a:lnTo>
                    <a:pt x="464" y="23"/>
                  </a:lnTo>
                  <a:lnTo>
                    <a:pt x="467" y="23"/>
                  </a:lnTo>
                  <a:lnTo>
                    <a:pt x="468" y="24"/>
                  </a:lnTo>
                  <a:lnTo>
                    <a:pt x="469" y="24"/>
                  </a:lnTo>
                  <a:lnTo>
                    <a:pt x="471" y="24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78" y="27"/>
                  </a:lnTo>
                  <a:lnTo>
                    <a:pt x="480" y="28"/>
                  </a:lnTo>
                  <a:lnTo>
                    <a:pt x="481" y="28"/>
                  </a:lnTo>
                  <a:lnTo>
                    <a:pt x="482" y="28"/>
                  </a:lnTo>
                  <a:lnTo>
                    <a:pt x="484" y="30"/>
                  </a:lnTo>
                  <a:lnTo>
                    <a:pt x="485" y="31"/>
                  </a:lnTo>
                  <a:lnTo>
                    <a:pt x="486" y="31"/>
                  </a:lnTo>
                  <a:lnTo>
                    <a:pt x="488" y="32"/>
                  </a:lnTo>
                  <a:lnTo>
                    <a:pt x="489" y="32"/>
                  </a:lnTo>
                  <a:lnTo>
                    <a:pt x="490" y="34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497" y="36"/>
                  </a:lnTo>
                  <a:lnTo>
                    <a:pt x="500" y="38"/>
                  </a:lnTo>
                  <a:lnTo>
                    <a:pt x="501" y="38"/>
                  </a:lnTo>
                  <a:lnTo>
                    <a:pt x="504" y="39"/>
                  </a:lnTo>
                  <a:lnTo>
                    <a:pt x="505" y="40"/>
                  </a:lnTo>
                  <a:lnTo>
                    <a:pt x="508" y="41"/>
                  </a:lnTo>
                  <a:lnTo>
                    <a:pt x="509" y="41"/>
                  </a:lnTo>
                  <a:lnTo>
                    <a:pt x="512" y="43"/>
                  </a:lnTo>
                  <a:lnTo>
                    <a:pt x="513" y="44"/>
                  </a:lnTo>
                  <a:lnTo>
                    <a:pt x="514" y="44"/>
                  </a:lnTo>
                  <a:lnTo>
                    <a:pt x="516" y="45"/>
                  </a:lnTo>
                  <a:lnTo>
                    <a:pt x="517" y="45"/>
                  </a:lnTo>
                  <a:lnTo>
                    <a:pt x="518" y="47"/>
                  </a:lnTo>
                  <a:lnTo>
                    <a:pt x="520" y="47"/>
                  </a:lnTo>
                  <a:lnTo>
                    <a:pt x="521" y="48"/>
                  </a:lnTo>
                  <a:lnTo>
                    <a:pt x="522" y="48"/>
                  </a:lnTo>
                  <a:lnTo>
                    <a:pt x="523" y="49"/>
                  </a:lnTo>
                  <a:lnTo>
                    <a:pt x="525" y="49"/>
                  </a:lnTo>
                  <a:lnTo>
                    <a:pt x="526" y="51"/>
                  </a:lnTo>
                  <a:lnTo>
                    <a:pt x="527" y="51"/>
                  </a:lnTo>
                  <a:lnTo>
                    <a:pt x="529" y="52"/>
                  </a:lnTo>
                  <a:lnTo>
                    <a:pt x="530" y="53"/>
                  </a:lnTo>
                  <a:lnTo>
                    <a:pt x="531" y="53"/>
                  </a:lnTo>
                  <a:lnTo>
                    <a:pt x="533" y="53"/>
                  </a:lnTo>
                  <a:lnTo>
                    <a:pt x="534" y="55"/>
                  </a:lnTo>
                  <a:lnTo>
                    <a:pt x="535" y="55"/>
                  </a:lnTo>
                  <a:lnTo>
                    <a:pt x="537" y="56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9"/>
                  </a:lnTo>
                  <a:lnTo>
                    <a:pt x="542" y="59"/>
                  </a:lnTo>
                  <a:lnTo>
                    <a:pt x="543" y="60"/>
                  </a:lnTo>
                  <a:lnTo>
                    <a:pt x="545" y="61"/>
                  </a:lnTo>
                  <a:lnTo>
                    <a:pt x="547" y="63"/>
                  </a:lnTo>
                  <a:lnTo>
                    <a:pt x="549" y="63"/>
                  </a:lnTo>
                  <a:lnTo>
                    <a:pt x="551" y="64"/>
                  </a:lnTo>
                  <a:lnTo>
                    <a:pt x="553" y="65"/>
                  </a:lnTo>
                  <a:lnTo>
                    <a:pt x="554" y="67"/>
                  </a:lnTo>
                  <a:lnTo>
                    <a:pt x="555" y="67"/>
                  </a:lnTo>
                  <a:lnTo>
                    <a:pt x="557" y="68"/>
                  </a:lnTo>
                  <a:lnTo>
                    <a:pt x="558" y="68"/>
                  </a:lnTo>
                  <a:lnTo>
                    <a:pt x="559" y="69"/>
                  </a:lnTo>
                  <a:lnTo>
                    <a:pt x="561" y="69"/>
                  </a:lnTo>
                  <a:lnTo>
                    <a:pt x="562" y="71"/>
                  </a:lnTo>
                  <a:lnTo>
                    <a:pt x="563" y="71"/>
                  </a:lnTo>
                  <a:lnTo>
                    <a:pt x="563" y="72"/>
                  </a:lnTo>
                  <a:lnTo>
                    <a:pt x="565" y="72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9" y="75"/>
                  </a:lnTo>
                  <a:lnTo>
                    <a:pt x="570" y="76"/>
                  </a:lnTo>
                  <a:lnTo>
                    <a:pt x="571" y="76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9"/>
                  </a:lnTo>
                  <a:lnTo>
                    <a:pt x="575" y="79"/>
                  </a:lnTo>
                  <a:lnTo>
                    <a:pt x="576" y="80"/>
                  </a:lnTo>
                  <a:lnTo>
                    <a:pt x="578" y="80"/>
                  </a:lnTo>
                  <a:lnTo>
                    <a:pt x="579" y="81"/>
                  </a:lnTo>
                  <a:lnTo>
                    <a:pt x="580" y="81"/>
                  </a:lnTo>
                  <a:lnTo>
                    <a:pt x="582" y="83"/>
                  </a:lnTo>
                  <a:lnTo>
                    <a:pt x="583" y="84"/>
                  </a:lnTo>
                  <a:lnTo>
                    <a:pt x="584" y="84"/>
                  </a:lnTo>
                  <a:lnTo>
                    <a:pt x="586" y="85"/>
                  </a:lnTo>
                  <a:lnTo>
                    <a:pt x="587" y="87"/>
                  </a:lnTo>
                  <a:lnTo>
                    <a:pt x="588" y="88"/>
                  </a:lnTo>
                  <a:lnTo>
                    <a:pt x="590" y="88"/>
                  </a:lnTo>
                  <a:lnTo>
                    <a:pt x="591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5" y="92"/>
                  </a:lnTo>
                  <a:lnTo>
                    <a:pt x="596" y="92"/>
                  </a:lnTo>
                  <a:lnTo>
                    <a:pt x="596" y="93"/>
                  </a:lnTo>
                  <a:lnTo>
                    <a:pt x="598" y="93"/>
                  </a:lnTo>
                  <a:lnTo>
                    <a:pt x="599" y="94"/>
                  </a:lnTo>
                  <a:lnTo>
                    <a:pt x="600" y="94"/>
                  </a:lnTo>
                  <a:lnTo>
                    <a:pt x="602" y="96"/>
                  </a:lnTo>
                  <a:lnTo>
                    <a:pt x="602" y="97"/>
                  </a:lnTo>
                  <a:lnTo>
                    <a:pt x="603" y="97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07" y="100"/>
                  </a:lnTo>
                  <a:lnTo>
                    <a:pt x="608" y="101"/>
                  </a:lnTo>
                  <a:lnTo>
                    <a:pt x="610" y="102"/>
                  </a:lnTo>
                  <a:lnTo>
                    <a:pt x="611" y="102"/>
                  </a:lnTo>
                  <a:lnTo>
                    <a:pt x="611" y="104"/>
                  </a:lnTo>
                  <a:lnTo>
                    <a:pt x="612" y="104"/>
                  </a:lnTo>
                  <a:lnTo>
                    <a:pt x="614" y="105"/>
                  </a:lnTo>
                  <a:lnTo>
                    <a:pt x="615" y="106"/>
                  </a:lnTo>
                  <a:lnTo>
                    <a:pt x="616" y="108"/>
                  </a:lnTo>
                  <a:lnTo>
                    <a:pt x="618" y="108"/>
                  </a:lnTo>
                  <a:lnTo>
                    <a:pt x="618" y="109"/>
                  </a:lnTo>
                  <a:lnTo>
                    <a:pt x="619" y="109"/>
                  </a:lnTo>
                  <a:lnTo>
                    <a:pt x="619" y="110"/>
                  </a:lnTo>
                  <a:lnTo>
                    <a:pt x="620" y="110"/>
                  </a:lnTo>
                  <a:lnTo>
                    <a:pt x="622" y="112"/>
                  </a:lnTo>
                  <a:lnTo>
                    <a:pt x="623" y="112"/>
                  </a:lnTo>
                  <a:lnTo>
                    <a:pt x="623" y="113"/>
                  </a:lnTo>
                  <a:lnTo>
                    <a:pt x="624" y="113"/>
                  </a:lnTo>
                  <a:lnTo>
                    <a:pt x="625" y="114"/>
                  </a:lnTo>
                  <a:lnTo>
                    <a:pt x="627" y="116"/>
                  </a:lnTo>
                  <a:lnTo>
                    <a:pt x="628" y="116"/>
                  </a:lnTo>
                  <a:lnTo>
                    <a:pt x="628" y="117"/>
                  </a:lnTo>
                  <a:lnTo>
                    <a:pt x="629" y="117"/>
                  </a:lnTo>
                  <a:lnTo>
                    <a:pt x="631" y="118"/>
                  </a:lnTo>
                  <a:lnTo>
                    <a:pt x="632" y="118"/>
                  </a:lnTo>
                  <a:lnTo>
                    <a:pt x="633" y="120"/>
                  </a:lnTo>
                  <a:lnTo>
                    <a:pt x="635" y="121"/>
                  </a:lnTo>
                  <a:lnTo>
                    <a:pt x="636" y="122"/>
                  </a:lnTo>
                  <a:lnTo>
                    <a:pt x="637" y="122"/>
                  </a:lnTo>
                  <a:lnTo>
                    <a:pt x="639" y="124"/>
                  </a:lnTo>
                  <a:lnTo>
                    <a:pt x="640" y="124"/>
                  </a:lnTo>
                  <a:lnTo>
                    <a:pt x="640" y="125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4" y="128"/>
                  </a:lnTo>
                  <a:lnTo>
                    <a:pt x="645" y="128"/>
                  </a:lnTo>
                  <a:lnTo>
                    <a:pt x="645" y="129"/>
                  </a:lnTo>
                  <a:lnTo>
                    <a:pt x="647" y="129"/>
                  </a:lnTo>
                  <a:lnTo>
                    <a:pt x="647" y="130"/>
                  </a:lnTo>
                  <a:lnTo>
                    <a:pt x="648" y="130"/>
                  </a:lnTo>
                  <a:lnTo>
                    <a:pt x="649" y="132"/>
                  </a:lnTo>
                  <a:lnTo>
                    <a:pt x="651" y="133"/>
                  </a:lnTo>
                  <a:lnTo>
                    <a:pt x="652" y="134"/>
                  </a:lnTo>
                  <a:lnTo>
                    <a:pt x="653" y="136"/>
                  </a:lnTo>
                  <a:lnTo>
                    <a:pt x="655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7" y="140"/>
                  </a:lnTo>
                  <a:lnTo>
                    <a:pt x="659" y="140"/>
                  </a:lnTo>
                  <a:lnTo>
                    <a:pt x="659" y="141"/>
                  </a:lnTo>
                  <a:lnTo>
                    <a:pt x="660" y="142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4" y="145"/>
                  </a:lnTo>
                  <a:lnTo>
                    <a:pt x="664" y="146"/>
                  </a:lnTo>
                  <a:lnTo>
                    <a:pt x="665" y="147"/>
                  </a:lnTo>
                  <a:lnTo>
                    <a:pt x="667" y="149"/>
                  </a:lnTo>
                  <a:lnTo>
                    <a:pt x="668" y="150"/>
                  </a:lnTo>
                  <a:lnTo>
                    <a:pt x="669" y="151"/>
                  </a:lnTo>
                  <a:lnTo>
                    <a:pt x="671" y="153"/>
                  </a:lnTo>
                  <a:lnTo>
                    <a:pt x="672" y="154"/>
                  </a:lnTo>
                  <a:lnTo>
                    <a:pt x="673" y="155"/>
                  </a:lnTo>
                  <a:lnTo>
                    <a:pt x="674" y="157"/>
                  </a:lnTo>
                  <a:lnTo>
                    <a:pt x="676" y="158"/>
                  </a:lnTo>
                  <a:lnTo>
                    <a:pt x="676" y="159"/>
                  </a:lnTo>
                  <a:lnTo>
                    <a:pt x="677" y="159"/>
                  </a:lnTo>
                  <a:lnTo>
                    <a:pt x="677" y="161"/>
                  </a:lnTo>
                  <a:lnTo>
                    <a:pt x="678" y="162"/>
                  </a:lnTo>
                  <a:lnTo>
                    <a:pt x="680" y="163"/>
                  </a:lnTo>
                  <a:lnTo>
                    <a:pt x="681" y="163"/>
                  </a:lnTo>
                  <a:lnTo>
                    <a:pt x="681" y="165"/>
                  </a:lnTo>
                  <a:lnTo>
                    <a:pt x="682" y="166"/>
                  </a:lnTo>
                  <a:lnTo>
                    <a:pt x="684" y="167"/>
                  </a:lnTo>
                  <a:lnTo>
                    <a:pt x="685" y="169"/>
                  </a:lnTo>
                  <a:lnTo>
                    <a:pt x="685" y="170"/>
                  </a:lnTo>
                  <a:lnTo>
                    <a:pt x="686" y="171"/>
                  </a:lnTo>
                  <a:lnTo>
                    <a:pt x="688" y="173"/>
                  </a:lnTo>
                  <a:lnTo>
                    <a:pt x="689" y="174"/>
                  </a:lnTo>
                  <a:lnTo>
                    <a:pt x="690" y="175"/>
                  </a:lnTo>
                  <a:lnTo>
                    <a:pt x="692" y="177"/>
                  </a:lnTo>
                  <a:lnTo>
                    <a:pt x="693" y="178"/>
                  </a:lnTo>
                  <a:lnTo>
                    <a:pt x="694" y="179"/>
                  </a:lnTo>
                  <a:lnTo>
                    <a:pt x="696" y="182"/>
                  </a:lnTo>
                  <a:lnTo>
                    <a:pt x="697" y="183"/>
                  </a:lnTo>
                  <a:lnTo>
                    <a:pt x="698" y="185"/>
                  </a:lnTo>
                  <a:lnTo>
                    <a:pt x="700" y="186"/>
                  </a:lnTo>
                  <a:lnTo>
                    <a:pt x="701" y="189"/>
                  </a:lnTo>
                  <a:lnTo>
                    <a:pt x="702" y="190"/>
                  </a:lnTo>
                  <a:lnTo>
                    <a:pt x="704" y="191"/>
                  </a:lnTo>
                  <a:lnTo>
                    <a:pt x="704" y="193"/>
                  </a:lnTo>
                  <a:lnTo>
                    <a:pt x="705" y="194"/>
                  </a:lnTo>
                  <a:lnTo>
                    <a:pt x="706" y="194"/>
                  </a:lnTo>
                  <a:lnTo>
                    <a:pt x="708" y="195"/>
                  </a:lnTo>
                  <a:lnTo>
                    <a:pt x="708" y="196"/>
                  </a:lnTo>
                  <a:lnTo>
                    <a:pt x="709" y="198"/>
                  </a:lnTo>
                  <a:lnTo>
                    <a:pt x="709" y="199"/>
                  </a:lnTo>
                  <a:lnTo>
                    <a:pt x="710" y="199"/>
                  </a:lnTo>
                  <a:lnTo>
                    <a:pt x="712" y="200"/>
                  </a:lnTo>
                  <a:lnTo>
                    <a:pt x="712" y="202"/>
                  </a:lnTo>
                  <a:lnTo>
                    <a:pt x="713" y="203"/>
                  </a:lnTo>
                  <a:lnTo>
                    <a:pt x="713" y="204"/>
                  </a:lnTo>
                  <a:lnTo>
                    <a:pt x="714" y="204"/>
                  </a:lnTo>
                  <a:lnTo>
                    <a:pt x="716" y="206"/>
                  </a:lnTo>
                  <a:lnTo>
                    <a:pt x="716" y="207"/>
                  </a:lnTo>
                  <a:lnTo>
                    <a:pt x="717" y="208"/>
                  </a:lnTo>
                  <a:lnTo>
                    <a:pt x="718" y="210"/>
                  </a:lnTo>
                  <a:lnTo>
                    <a:pt x="718" y="211"/>
                  </a:lnTo>
                  <a:lnTo>
                    <a:pt x="720" y="212"/>
                  </a:lnTo>
                  <a:lnTo>
                    <a:pt x="721" y="214"/>
                  </a:lnTo>
                  <a:lnTo>
                    <a:pt x="722" y="215"/>
                  </a:lnTo>
                  <a:lnTo>
                    <a:pt x="724" y="216"/>
                  </a:lnTo>
                  <a:lnTo>
                    <a:pt x="725" y="219"/>
                  </a:lnTo>
                  <a:lnTo>
                    <a:pt x="726" y="220"/>
                  </a:lnTo>
                  <a:lnTo>
                    <a:pt x="727" y="223"/>
                  </a:lnTo>
                  <a:lnTo>
                    <a:pt x="729" y="224"/>
                  </a:lnTo>
                  <a:lnTo>
                    <a:pt x="730" y="227"/>
                  </a:lnTo>
                  <a:lnTo>
                    <a:pt x="731" y="228"/>
                  </a:lnTo>
                  <a:lnTo>
                    <a:pt x="733" y="231"/>
                  </a:lnTo>
                  <a:lnTo>
                    <a:pt x="734" y="232"/>
                  </a:lnTo>
                  <a:lnTo>
                    <a:pt x="735" y="234"/>
                  </a:lnTo>
                  <a:lnTo>
                    <a:pt x="737" y="235"/>
                  </a:lnTo>
                  <a:lnTo>
                    <a:pt x="737" y="238"/>
                  </a:lnTo>
                  <a:lnTo>
                    <a:pt x="738" y="239"/>
                  </a:lnTo>
                  <a:lnTo>
                    <a:pt x="739" y="240"/>
                  </a:lnTo>
                  <a:lnTo>
                    <a:pt x="741" y="242"/>
                  </a:lnTo>
                  <a:lnTo>
                    <a:pt x="742" y="243"/>
                  </a:lnTo>
                  <a:lnTo>
                    <a:pt x="743" y="244"/>
                  </a:lnTo>
                  <a:lnTo>
                    <a:pt x="743" y="245"/>
                  </a:lnTo>
                  <a:lnTo>
                    <a:pt x="745" y="247"/>
                  </a:lnTo>
                  <a:lnTo>
                    <a:pt x="745" y="248"/>
                  </a:lnTo>
                  <a:lnTo>
                    <a:pt x="746" y="249"/>
                  </a:lnTo>
                  <a:lnTo>
                    <a:pt x="747" y="249"/>
                  </a:lnTo>
                  <a:lnTo>
                    <a:pt x="747" y="251"/>
                  </a:lnTo>
                  <a:lnTo>
                    <a:pt x="749" y="252"/>
                  </a:lnTo>
                  <a:lnTo>
                    <a:pt x="749" y="253"/>
                  </a:lnTo>
                  <a:lnTo>
                    <a:pt x="750" y="255"/>
                  </a:lnTo>
                  <a:lnTo>
                    <a:pt x="751" y="256"/>
                  </a:lnTo>
                  <a:lnTo>
                    <a:pt x="753" y="257"/>
                  </a:lnTo>
                  <a:lnTo>
                    <a:pt x="753" y="259"/>
                  </a:lnTo>
                  <a:lnTo>
                    <a:pt x="754" y="260"/>
                  </a:lnTo>
                  <a:lnTo>
                    <a:pt x="755" y="263"/>
                  </a:lnTo>
                  <a:lnTo>
                    <a:pt x="757" y="264"/>
                  </a:lnTo>
                  <a:lnTo>
                    <a:pt x="758" y="265"/>
                  </a:lnTo>
                  <a:lnTo>
                    <a:pt x="759" y="268"/>
                  </a:lnTo>
                  <a:lnTo>
                    <a:pt x="761" y="269"/>
                  </a:lnTo>
                  <a:lnTo>
                    <a:pt x="762" y="272"/>
                  </a:lnTo>
                  <a:lnTo>
                    <a:pt x="763" y="273"/>
                  </a:lnTo>
                  <a:lnTo>
                    <a:pt x="766" y="276"/>
                  </a:lnTo>
                  <a:lnTo>
                    <a:pt x="767" y="277"/>
                  </a:lnTo>
                  <a:lnTo>
                    <a:pt x="769" y="280"/>
                  </a:lnTo>
                  <a:lnTo>
                    <a:pt x="770" y="281"/>
                  </a:lnTo>
                  <a:lnTo>
                    <a:pt x="770" y="283"/>
                  </a:lnTo>
                  <a:lnTo>
                    <a:pt x="771" y="284"/>
                  </a:lnTo>
                  <a:lnTo>
                    <a:pt x="773" y="285"/>
                  </a:lnTo>
                  <a:lnTo>
                    <a:pt x="774" y="287"/>
                  </a:lnTo>
                  <a:lnTo>
                    <a:pt x="774" y="288"/>
                  </a:lnTo>
                  <a:lnTo>
                    <a:pt x="775" y="289"/>
                  </a:lnTo>
                  <a:lnTo>
                    <a:pt x="776" y="291"/>
                  </a:lnTo>
                  <a:lnTo>
                    <a:pt x="776" y="292"/>
                  </a:lnTo>
                  <a:lnTo>
                    <a:pt x="778" y="293"/>
                  </a:lnTo>
                  <a:lnTo>
                    <a:pt x="778" y="295"/>
                  </a:lnTo>
                  <a:lnTo>
                    <a:pt x="779" y="295"/>
                  </a:lnTo>
                  <a:lnTo>
                    <a:pt x="779" y="296"/>
                  </a:lnTo>
                  <a:lnTo>
                    <a:pt x="780" y="297"/>
                  </a:lnTo>
                  <a:lnTo>
                    <a:pt x="780" y="298"/>
                  </a:lnTo>
                  <a:lnTo>
                    <a:pt x="782" y="300"/>
                  </a:lnTo>
                  <a:lnTo>
                    <a:pt x="783" y="301"/>
                  </a:lnTo>
                  <a:lnTo>
                    <a:pt x="783" y="302"/>
                  </a:lnTo>
                  <a:lnTo>
                    <a:pt x="784" y="304"/>
                  </a:lnTo>
                  <a:lnTo>
                    <a:pt x="786" y="305"/>
                  </a:lnTo>
                  <a:lnTo>
                    <a:pt x="786" y="306"/>
                  </a:lnTo>
                  <a:lnTo>
                    <a:pt x="787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90" y="312"/>
                  </a:lnTo>
                  <a:lnTo>
                    <a:pt x="790" y="313"/>
                  </a:lnTo>
                  <a:lnTo>
                    <a:pt x="791" y="316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4" name="Freeform 7">
              <a:extLst>
                <a:ext uri="{FF2B5EF4-FFF2-40B4-BE49-F238E27FC236}">
                  <a16:creationId xmlns:a16="http://schemas.microsoft.com/office/drawing/2014/main" id="{6316BEBE-191C-4307-B4E1-FED62A811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686175"/>
              <a:ext cx="628650" cy="250825"/>
            </a:xfrm>
            <a:custGeom>
              <a:avLst/>
              <a:gdLst>
                <a:gd name="T0" fmla="*/ 2147483646 w 791"/>
                <a:gd name="T1" fmla="*/ 2147483646 h 315"/>
                <a:gd name="T2" fmla="*/ 2147483646 w 791"/>
                <a:gd name="T3" fmla="*/ 2147483646 h 315"/>
                <a:gd name="T4" fmla="*/ 2147483646 w 791"/>
                <a:gd name="T5" fmla="*/ 2147483646 h 315"/>
                <a:gd name="T6" fmla="*/ 2147483646 w 791"/>
                <a:gd name="T7" fmla="*/ 2147483646 h 315"/>
                <a:gd name="T8" fmla="*/ 2147483646 w 791"/>
                <a:gd name="T9" fmla="*/ 2147483646 h 315"/>
                <a:gd name="T10" fmla="*/ 2147483646 w 791"/>
                <a:gd name="T11" fmla="*/ 2147483646 h 315"/>
                <a:gd name="T12" fmla="*/ 2147483646 w 791"/>
                <a:gd name="T13" fmla="*/ 2147483646 h 315"/>
                <a:gd name="T14" fmla="*/ 2147483646 w 791"/>
                <a:gd name="T15" fmla="*/ 2147483646 h 315"/>
                <a:gd name="T16" fmla="*/ 2147483646 w 791"/>
                <a:gd name="T17" fmla="*/ 2147483646 h 315"/>
                <a:gd name="T18" fmla="*/ 2147483646 w 791"/>
                <a:gd name="T19" fmla="*/ 2147483646 h 315"/>
                <a:gd name="T20" fmla="*/ 2147483646 w 791"/>
                <a:gd name="T21" fmla="*/ 2147483646 h 315"/>
                <a:gd name="T22" fmla="*/ 2147483646 w 791"/>
                <a:gd name="T23" fmla="*/ 2147483646 h 315"/>
                <a:gd name="T24" fmla="*/ 2147483646 w 791"/>
                <a:gd name="T25" fmla="*/ 2147483646 h 315"/>
                <a:gd name="T26" fmla="*/ 2147483646 w 791"/>
                <a:gd name="T27" fmla="*/ 2147483646 h 315"/>
                <a:gd name="T28" fmla="*/ 2147483646 w 791"/>
                <a:gd name="T29" fmla="*/ 2147483646 h 315"/>
                <a:gd name="T30" fmla="*/ 2147483646 w 791"/>
                <a:gd name="T31" fmla="*/ 2147483646 h 315"/>
                <a:gd name="T32" fmla="*/ 2147483646 w 791"/>
                <a:gd name="T33" fmla="*/ 2147483646 h 315"/>
                <a:gd name="T34" fmla="*/ 2147483646 w 791"/>
                <a:gd name="T35" fmla="*/ 2147483646 h 315"/>
                <a:gd name="T36" fmla="*/ 2147483646 w 791"/>
                <a:gd name="T37" fmla="*/ 2147483646 h 315"/>
                <a:gd name="T38" fmla="*/ 2147483646 w 791"/>
                <a:gd name="T39" fmla="*/ 2147483646 h 315"/>
                <a:gd name="T40" fmla="*/ 2147483646 w 791"/>
                <a:gd name="T41" fmla="*/ 2147483646 h 315"/>
                <a:gd name="T42" fmla="*/ 2147483646 w 791"/>
                <a:gd name="T43" fmla="*/ 2147483646 h 315"/>
                <a:gd name="T44" fmla="*/ 2147483646 w 791"/>
                <a:gd name="T45" fmla="*/ 2147483646 h 315"/>
                <a:gd name="T46" fmla="*/ 2147483646 w 791"/>
                <a:gd name="T47" fmla="*/ 2147483646 h 315"/>
                <a:gd name="T48" fmla="*/ 2147483646 w 791"/>
                <a:gd name="T49" fmla="*/ 2147483646 h 315"/>
                <a:gd name="T50" fmla="*/ 2147483646 w 791"/>
                <a:gd name="T51" fmla="*/ 2147483646 h 315"/>
                <a:gd name="T52" fmla="*/ 2147483646 w 791"/>
                <a:gd name="T53" fmla="*/ 2147483646 h 315"/>
                <a:gd name="T54" fmla="*/ 2147483646 w 791"/>
                <a:gd name="T55" fmla="*/ 2147483646 h 315"/>
                <a:gd name="T56" fmla="*/ 2147483646 w 791"/>
                <a:gd name="T57" fmla="*/ 2147483646 h 315"/>
                <a:gd name="T58" fmla="*/ 2147483646 w 791"/>
                <a:gd name="T59" fmla="*/ 2147483646 h 315"/>
                <a:gd name="T60" fmla="*/ 2147483646 w 791"/>
                <a:gd name="T61" fmla="*/ 2147483646 h 315"/>
                <a:gd name="T62" fmla="*/ 2147483646 w 791"/>
                <a:gd name="T63" fmla="*/ 2147483646 h 315"/>
                <a:gd name="T64" fmla="*/ 2147483646 w 791"/>
                <a:gd name="T65" fmla="*/ 2147483646 h 315"/>
                <a:gd name="T66" fmla="*/ 2147483646 w 791"/>
                <a:gd name="T67" fmla="*/ 2147483646 h 315"/>
                <a:gd name="T68" fmla="*/ 2147483646 w 791"/>
                <a:gd name="T69" fmla="*/ 2147483646 h 315"/>
                <a:gd name="T70" fmla="*/ 2147483646 w 791"/>
                <a:gd name="T71" fmla="*/ 2147483646 h 315"/>
                <a:gd name="T72" fmla="*/ 2147483646 w 791"/>
                <a:gd name="T73" fmla="*/ 2147483646 h 315"/>
                <a:gd name="T74" fmla="*/ 2147483646 w 791"/>
                <a:gd name="T75" fmla="*/ 2147483646 h 315"/>
                <a:gd name="T76" fmla="*/ 2147483646 w 791"/>
                <a:gd name="T77" fmla="*/ 2147483646 h 315"/>
                <a:gd name="T78" fmla="*/ 2147483646 w 791"/>
                <a:gd name="T79" fmla="*/ 2147483646 h 315"/>
                <a:gd name="T80" fmla="*/ 2147483646 w 791"/>
                <a:gd name="T81" fmla="*/ 2147483646 h 315"/>
                <a:gd name="T82" fmla="*/ 2147483646 w 791"/>
                <a:gd name="T83" fmla="*/ 2147483646 h 315"/>
                <a:gd name="T84" fmla="*/ 2147483646 w 791"/>
                <a:gd name="T85" fmla="*/ 2147483646 h 315"/>
                <a:gd name="T86" fmla="*/ 2147483646 w 791"/>
                <a:gd name="T87" fmla="*/ 2147483646 h 315"/>
                <a:gd name="T88" fmla="*/ 2147483646 w 791"/>
                <a:gd name="T89" fmla="*/ 2147483646 h 315"/>
                <a:gd name="T90" fmla="*/ 2147483646 w 791"/>
                <a:gd name="T91" fmla="*/ 2147483646 h 315"/>
                <a:gd name="T92" fmla="*/ 2147483646 w 791"/>
                <a:gd name="T93" fmla="*/ 2147483646 h 315"/>
                <a:gd name="T94" fmla="*/ 2147483646 w 791"/>
                <a:gd name="T95" fmla="*/ 2147483646 h 315"/>
                <a:gd name="T96" fmla="*/ 2147483646 w 791"/>
                <a:gd name="T97" fmla="*/ 2147483646 h 315"/>
                <a:gd name="T98" fmla="*/ 2147483646 w 791"/>
                <a:gd name="T99" fmla="*/ 2147483646 h 315"/>
                <a:gd name="T100" fmla="*/ 2147483646 w 791"/>
                <a:gd name="T101" fmla="*/ 2147483646 h 315"/>
                <a:gd name="T102" fmla="*/ 2147483646 w 791"/>
                <a:gd name="T103" fmla="*/ 2147483646 h 315"/>
                <a:gd name="T104" fmla="*/ 2147483646 w 791"/>
                <a:gd name="T105" fmla="*/ 2147483646 h 315"/>
                <a:gd name="T106" fmla="*/ 2147483646 w 791"/>
                <a:gd name="T107" fmla="*/ 2147483646 h 315"/>
                <a:gd name="T108" fmla="*/ 2147483646 w 791"/>
                <a:gd name="T109" fmla="*/ 2147483646 h 315"/>
                <a:gd name="T110" fmla="*/ 2147483646 w 791"/>
                <a:gd name="T111" fmla="*/ 2147483646 h 315"/>
                <a:gd name="T112" fmla="*/ 2147483646 w 791"/>
                <a:gd name="T113" fmla="*/ 2147483646 h 315"/>
                <a:gd name="T114" fmla="*/ 2147483646 w 791"/>
                <a:gd name="T115" fmla="*/ 2147483646 h 315"/>
                <a:gd name="T116" fmla="*/ 2147483646 w 791"/>
                <a:gd name="T117" fmla="*/ 2147483646 h 315"/>
                <a:gd name="T118" fmla="*/ 2147483646 w 791"/>
                <a:gd name="T119" fmla="*/ 2147483646 h 315"/>
                <a:gd name="T120" fmla="*/ 2147483646 w 791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0" y="315"/>
                  </a:lnTo>
                  <a:lnTo>
                    <a:pt x="133" y="315"/>
                  </a:lnTo>
                  <a:lnTo>
                    <a:pt x="154" y="315"/>
                  </a:lnTo>
                  <a:lnTo>
                    <a:pt x="174" y="315"/>
                  </a:lnTo>
                  <a:lnTo>
                    <a:pt x="192" y="315"/>
                  </a:lnTo>
                  <a:lnTo>
                    <a:pt x="210" y="315"/>
                  </a:lnTo>
                  <a:lnTo>
                    <a:pt x="225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5" y="315"/>
                  </a:lnTo>
                  <a:lnTo>
                    <a:pt x="294" y="314"/>
                  </a:lnTo>
                  <a:lnTo>
                    <a:pt x="302" y="314"/>
                  </a:lnTo>
                  <a:lnTo>
                    <a:pt x="309" y="314"/>
                  </a:lnTo>
                  <a:lnTo>
                    <a:pt x="316" y="314"/>
                  </a:lnTo>
                  <a:lnTo>
                    <a:pt x="321" y="314"/>
                  </a:lnTo>
                  <a:lnTo>
                    <a:pt x="326" y="314"/>
                  </a:lnTo>
                  <a:lnTo>
                    <a:pt x="330" y="314"/>
                  </a:lnTo>
                  <a:lnTo>
                    <a:pt x="334" y="314"/>
                  </a:lnTo>
                  <a:lnTo>
                    <a:pt x="338" y="314"/>
                  </a:lnTo>
                  <a:lnTo>
                    <a:pt x="341" y="314"/>
                  </a:lnTo>
                  <a:lnTo>
                    <a:pt x="343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3"/>
                  </a:lnTo>
                  <a:lnTo>
                    <a:pt x="359" y="313"/>
                  </a:lnTo>
                  <a:lnTo>
                    <a:pt x="361" y="313"/>
                  </a:lnTo>
                  <a:lnTo>
                    <a:pt x="363" y="313"/>
                  </a:lnTo>
                  <a:lnTo>
                    <a:pt x="365" y="313"/>
                  </a:lnTo>
                  <a:lnTo>
                    <a:pt x="366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1" y="313"/>
                  </a:lnTo>
                  <a:lnTo>
                    <a:pt x="372" y="313"/>
                  </a:lnTo>
                  <a:lnTo>
                    <a:pt x="374" y="313"/>
                  </a:lnTo>
                  <a:lnTo>
                    <a:pt x="375" y="311"/>
                  </a:lnTo>
                  <a:lnTo>
                    <a:pt x="376" y="311"/>
                  </a:lnTo>
                  <a:lnTo>
                    <a:pt x="378" y="311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2" y="311"/>
                  </a:lnTo>
                  <a:lnTo>
                    <a:pt x="383" y="311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90" y="310"/>
                  </a:lnTo>
                  <a:lnTo>
                    <a:pt x="391" y="310"/>
                  </a:lnTo>
                  <a:lnTo>
                    <a:pt x="394" y="310"/>
                  </a:lnTo>
                  <a:lnTo>
                    <a:pt x="395" y="310"/>
                  </a:lnTo>
                  <a:lnTo>
                    <a:pt x="396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2" y="309"/>
                  </a:lnTo>
                  <a:lnTo>
                    <a:pt x="404" y="309"/>
                  </a:lnTo>
                  <a:lnTo>
                    <a:pt x="406" y="307"/>
                  </a:lnTo>
                  <a:lnTo>
                    <a:pt x="408" y="307"/>
                  </a:lnTo>
                  <a:lnTo>
                    <a:pt x="410" y="307"/>
                  </a:lnTo>
                  <a:lnTo>
                    <a:pt x="412" y="307"/>
                  </a:lnTo>
                  <a:lnTo>
                    <a:pt x="414" y="307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8" y="306"/>
                  </a:lnTo>
                  <a:lnTo>
                    <a:pt x="419" y="306"/>
                  </a:lnTo>
                  <a:lnTo>
                    <a:pt x="420" y="306"/>
                  </a:lnTo>
                  <a:lnTo>
                    <a:pt x="421" y="306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5"/>
                  </a:lnTo>
                  <a:lnTo>
                    <a:pt x="429" y="303"/>
                  </a:lnTo>
                  <a:lnTo>
                    <a:pt x="431" y="303"/>
                  </a:lnTo>
                  <a:lnTo>
                    <a:pt x="432" y="303"/>
                  </a:lnTo>
                  <a:lnTo>
                    <a:pt x="433" y="303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2"/>
                  </a:lnTo>
                  <a:lnTo>
                    <a:pt x="440" y="301"/>
                  </a:lnTo>
                  <a:lnTo>
                    <a:pt x="441" y="301"/>
                  </a:lnTo>
                  <a:lnTo>
                    <a:pt x="443" y="299"/>
                  </a:lnTo>
                  <a:lnTo>
                    <a:pt x="445" y="299"/>
                  </a:lnTo>
                  <a:lnTo>
                    <a:pt x="447" y="298"/>
                  </a:lnTo>
                  <a:lnTo>
                    <a:pt x="449" y="298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6" y="295"/>
                  </a:lnTo>
                  <a:lnTo>
                    <a:pt x="459" y="295"/>
                  </a:lnTo>
                  <a:lnTo>
                    <a:pt x="460" y="294"/>
                  </a:lnTo>
                  <a:lnTo>
                    <a:pt x="463" y="294"/>
                  </a:lnTo>
                  <a:lnTo>
                    <a:pt x="464" y="293"/>
                  </a:lnTo>
                  <a:lnTo>
                    <a:pt x="467" y="293"/>
                  </a:lnTo>
                  <a:lnTo>
                    <a:pt x="468" y="291"/>
                  </a:lnTo>
                  <a:lnTo>
                    <a:pt x="469" y="291"/>
                  </a:lnTo>
                  <a:lnTo>
                    <a:pt x="471" y="291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90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9"/>
                  </a:lnTo>
                  <a:lnTo>
                    <a:pt x="480" y="287"/>
                  </a:lnTo>
                  <a:lnTo>
                    <a:pt x="481" y="287"/>
                  </a:lnTo>
                  <a:lnTo>
                    <a:pt x="482" y="287"/>
                  </a:lnTo>
                  <a:lnTo>
                    <a:pt x="484" y="286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5"/>
                  </a:lnTo>
                  <a:lnTo>
                    <a:pt x="489" y="284"/>
                  </a:lnTo>
                  <a:lnTo>
                    <a:pt x="490" y="284"/>
                  </a:lnTo>
                  <a:lnTo>
                    <a:pt x="492" y="282"/>
                  </a:lnTo>
                  <a:lnTo>
                    <a:pt x="494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500" y="278"/>
                  </a:lnTo>
                  <a:lnTo>
                    <a:pt x="501" y="278"/>
                  </a:lnTo>
                  <a:lnTo>
                    <a:pt x="504" y="277"/>
                  </a:lnTo>
                  <a:lnTo>
                    <a:pt x="505" y="276"/>
                  </a:lnTo>
                  <a:lnTo>
                    <a:pt x="508" y="274"/>
                  </a:lnTo>
                  <a:lnTo>
                    <a:pt x="509" y="274"/>
                  </a:lnTo>
                  <a:lnTo>
                    <a:pt x="512" y="273"/>
                  </a:lnTo>
                  <a:lnTo>
                    <a:pt x="513" y="272"/>
                  </a:lnTo>
                  <a:lnTo>
                    <a:pt x="514" y="272"/>
                  </a:lnTo>
                  <a:lnTo>
                    <a:pt x="516" y="270"/>
                  </a:lnTo>
                  <a:lnTo>
                    <a:pt x="517" y="270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3" y="266"/>
                  </a:lnTo>
                  <a:lnTo>
                    <a:pt x="525" y="266"/>
                  </a:lnTo>
                  <a:lnTo>
                    <a:pt x="526" y="265"/>
                  </a:lnTo>
                  <a:lnTo>
                    <a:pt x="527" y="265"/>
                  </a:lnTo>
                  <a:lnTo>
                    <a:pt x="529" y="264"/>
                  </a:lnTo>
                  <a:lnTo>
                    <a:pt x="530" y="264"/>
                  </a:lnTo>
                  <a:lnTo>
                    <a:pt x="531" y="262"/>
                  </a:lnTo>
                  <a:lnTo>
                    <a:pt x="533" y="262"/>
                  </a:lnTo>
                  <a:lnTo>
                    <a:pt x="534" y="261"/>
                  </a:lnTo>
                  <a:lnTo>
                    <a:pt x="535" y="261"/>
                  </a:lnTo>
                  <a:lnTo>
                    <a:pt x="537" y="260"/>
                  </a:lnTo>
                  <a:lnTo>
                    <a:pt x="538" y="260"/>
                  </a:lnTo>
                  <a:lnTo>
                    <a:pt x="539" y="258"/>
                  </a:lnTo>
                  <a:lnTo>
                    <a:pt x="541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49" y="253"/>
                  </a:lnTo>
                  <a:lnTo>
                    <a:pt x="551" y="252"/>
                  </a:lnTo>
                  <a:lnTo>
                    <a:pt x="553" y="250"/>
                  </a:lnTo>
                  <a:lnTo>
                    <a:pt x="554" y="250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6"/>
                  </a:lnTo>
                  <a:lnTo>
                    <a:pt x="561" y="246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2"/>
                  </a:lnTo>
                  <a:lnTo>
                    <a:pt x="567" y="242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1" y="240"/>
                  </a:lnTo>
                  <a:lnTo>
                    <a:pt x="573" y="238"/>
                  </a:lnTo>
                  <a:lnTo>
                    <a:pt x="574" y="238"/>
                  </a:lnTo>
                  <a:lnTo>
                    <a:pt x="574" y="237"/>
                  </a:lnTo>
                  <a:lnTo>
                    <a:pt x="575" y="237"/>
                  </a:lnTo>
                  <a:lnTo>
                    <a:pt x="576" y="236"/>
                  </a:lnTo>
                  <a:lnTo>
                    <a:pt x="578" y="236"/>
                  </a:lnTo>
                  <a:lnTo>
                    <a:pt x="579" y="234"/>
                  </a:lnTo>
                  <a:lnTo>
                    <a:pt x="580" y="234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4" y="231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8" y="228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2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0" y="221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4" y="217"/>
                  </a:lnTo>
                  <a:lnTo>
                    <a:pt x="606" y="217"/>
                  </a:lnTo>
                  <a:lnTo>
                    <a:pt x="607" y="216"/>
                  </a:lnTo>
                  <a:lnTo>
                    <a:pt x="608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1" y="212"/>
                  </a:lnTo>
                  <a:lnTo>
                    <a:pt x="612" y="211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6" y="208"/>
                  </a:lnTo>
                  <a:lnTo>
                    <a:pt x="618" y="208"/>
                  </a:lnTo>
                  <a:lnTo>
                    <a:pt x="618" y="207"/>
                  </a:lnTo>
                  <a:lnTo>
                    <a:pt x="619" y="207"/>
                  </a:lnTo>
                  <a:lnTo>
                    <a:pt x="619" y="205"/>
                  </a:lnTo>
                  <a:lnTo>
                    <a:pt x="620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5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3" y="196"/>
                  </a:lnTo>
                  <a:lnTo>
                    <a:pt x="635" y="195"/>
                  </a:lnTo>
                  <a:lnTo>
                    <a:pt x="636" y="193"/>
                  </a:lnTo>
                  <a:lnTo>
                    <a:pt x="637" y="193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0" y="191"/>
                  </a:lnTo>
                  <a:lnTo>
                    <a:pt x="641" y="191"/>
                  </a:lnTo>
                  <a:lnTo>
                    <a:pt x="643" y="189"/>
                  </a:lnTo>
                  <a:lnTo>
                    <a:pt x="644" y="189"/>
                  </a:lnTo>
                  <a:lnTo>
                    <a:pt x="644" y="188"/>
                  </a:lnTo>
                  <a:lnTo>
                    <a:pt x="645" y="188"/>
                  </a:lnTo>
                  <a:lnTo>
                    <a:pt x="645" y="187"/>
                  </a:lnTo>
                  <a:lnTo>
                    <a:pt x="647" y="187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51" y="183"/>
                  </a:lnTo>
                  <a:lnTo>
                    <a:pt x="652" y="182"/>
                  </a:lnTo>
                  <a:lnTo>
                    <a:pt x="653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6" y="178"/>
                  </a:lnTo>
                  <a:lnTo>
                    <a:pt x="657" y="178"/>
                  </a:lnTo>
                  <a:lnTo>
                    <a:pt x="659" y="176"/>
                  </a:lnTo>
                  <a:lnTo>
                    <a:pt x="659" y="175"/>
                  </a:lnTo>
                  <a:lnTo>
                    <a:pt x="660" y="174"/>
                  </a:lnTo>
                  <a:lnTo>
                    <a:pt x="661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4" y="170"/>
                  </a:lnTo>
                  <a:lnTo>
                    <a:pt x="665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69" y="164"/>
                  </a:lnTo>
                  <a:lnTo>
                    <a:pt x="671" y="163"/>
                  </a:lnTo>
                  <a:lnTo>
                    <a:pt x="672" y="162"/>
                  </a:lnTo>
                  <a:lnTo>
                    <a:pt x="673" y="160"/>
                  </a:lnTo>
                  <a:lnTo>
                    <a:pt x="674" y="159"/>
                  </a:lnTo>
                  <a:lnTo>
                    <a:pt x="676" y="158"/>
                  </a:lnTo>
                  <a:lnTo>
                    <a:pt x="676" y="156"/>
                  </a:lnTo>
                  <a:lnTo>
                    <a:pt x="677" y="156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78" y="154"/>
                  </a:lnTo>
                  <a:lnTo>
                    <a:pt x="680" y="152"/>
                  </a:lnTo>
                  <a:lnTo>
                    <a:pt x="681" y="152"/>
                  </a:lnTo>
                  <a:lnTo>
                    <a:pt x="681" y="151"/>
                  </a:lnTo>
                  <a:lnTo>
                    <a:pt x="682" y="150"/>
                  </a:lnTo>
                  <a:lnTo>
                    <a:pt x="684" y="148"/>
                  </a:lnTo>
                  <a:lnTo>
                    <a:pt x="685" y="147"/>
                  </a:lnTo>
                  <a:lnTo>
                    <a:pt x="685" y="146"/>
                  </a:lnTo>
                  <a:lnTo>
                    <a:pt x="686" y="144"/>
                  </a:lnTo>
                  <a:lnTo>
                    <a:pt x="688" y="143"/>
                  </a:lnTo>
                  <a:lnTo>
                    <a:pt x="689" y="142"/>
                  </a:lnTo>
                  <a:lnTo>
                    <a:pt x="690" y="140"/>
                  </a:lnTo>
                  <a:lnTo>
                    <a:pt x="692" y="139"/>
                  </a:lnTo>
                  <a:lnTo>
                    <a:pt x="693" y="138"/>
                  </a:lnTo>
                  <a:lnTo>
                    <a:pt x="694" y="136"/>
                  </a:lnTo>
                  <a:lnTo>
                    <a:pt x="696" y="134"/>
                  </a:lnTo>
                  <a:lnTo>
                    <a:pt x="697" y="132"/>
                  </a:lnTo>
                  <a:lnTo>
                    <a:pt x="698" y="131"/>
                  </a:lnTo>
                  <a:lnTo>
                    <a:pt x="700" y="130"/>
                  </a:lnTo>
                  <a:lnTo>
                    <a:pt x="701" y="127"/>
                  </a:lnTo>
                  <a:lnTo>
                    <a:pt x="702" y="126"/>
                  </a:lnTo>
                  <a:lnTo>
                    <a:pt x="704" y="125"/>
                  </a:lnTo>
                  <a:lnTo>
                    <a:pt x="704" y="123"/>
                  </a:lnTo>
                  <a:lnTo>
                    <a:pt x="705" y="122"/>
                  </a:lnTo>
                  <a:lnTo>
                    <a:pt x="706" y="122"/>
                  </a:lnTo>
                  <a:lnTo>
                    <a:pt x="708" y="121"/>
                  </a:lnTo>
                  <a:lnTo>
                    <a:pt x="708" y="119"/>
                  </a:lnTo>
                  <a:lnTo>
                    <a:pt x="709" y="118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2" y="115"/>
                  </a:lnTo>
                  <a:lnTo>
                    <a:pt x="712" y="114"/>
                  </a:lnTo>
                  <a:lnTo>
                    <a:pt x="713" y="113"/>
                  </a:lnTo>
                  <a:lnTo>
                    <a:pt x="714" y="111"/>
                  </a:lnTo>
                  <a:lnTo>
                    <a:pt x="716" y="110"/>
                  </a:lnTo>
                  <a:lnTo>
                    <a:pt x="716" y="109"/>
                  </a:lnTo>
                  <a:lnTo>
                    <a:pt x="717" y="107"/>
                  </a:lnTo>
                  <a:lnTo>
                    <a:pt x="718" y="106"/>
                  </a:lnTo>
                  <a:lnTo>
                    <a:pt x="718" y="105"/>
                  </a:lnTo>
                  <a:lnTo>
                    <a:pt x="720" y="103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4" y="99"/>
                  </a:lnTo>
                  <a:lnTo>
                    <a:pt x="725" y="97"/>
                  </a:lnTo>
                  <a:lnTo>
                    <a:pt x="726" y="95"/>
                  </a:lnTo>
                  <a:lnTo>
                    <a:pt x="727" y="93"/>
                  </a:lnTo>
                  <a:lnTo>
                    <a:pt x="729" y="91"/>
                  </a:lnTo>
                  <a:lnTo>
                    <a:pt x="730" y="89"/>
                  </a:lnTo>
                  <a:lnTo>
                    <a:pt x="731" y="87"/>
                  </a:lnTo>
                  <a:lnTo>
                    <a:pt x="733" y="85"/>
                  </a:lnTo>
                  <a:lnTo>
                    <a:pt x="734" y="83"/>
                  </a:lnTo>
                  <a:lnTo>
                    <a:pt x="735" y="82"/>
                  </a:lnTo>
                  <a:lnTo>
                    <a:pt x="737" y="81"/>
                  </a:lnTo>
                  <a:lnTo>
                    <a:pt x="737" y="80"/>
                  </a:lnTo>
                  <a:lnTo>
                    <a:pt x="738" y="77"/>
                  </a:lnTo>
                  <a:lnTo>
                    <a:pt x="739" y="76"/>
                  </a:lnTo>
                  <a:lnTo>
                    <a:pt x="741" y="76"/>
                  </a:lnTo>
                  <a:lnTo>
                    <a:pt x="741" y="74"/>
                  </a:lnTo>
                  <a:lnTo>
                    <a:pt x="742" y="73"/>
                  </a:lnTo>
                  <a:lnTo>
                    <a:pt x="743" y="72"/>
                  </a:lnTo>
                  <a:lnTo>
                    <a:pt x="743" y="70"/>
                  </a:lnTo>
                  <a:lnTo>
                    <a:pt x="745" y="69"/>
                  </a:lnTo>
                  <a:lnTo>
                    <a:pt x="745" y="68"/>
                  </a:lnTo>
                  <a:lnTo>
                    <a:pt x="746" y="66"/>
                  </a:lnTo>
                  <a:lnTo>
                    <a:pt x="747" y="66"/>
                  </a:lnTo>
                  <a:lnTo>
                    <a:pt x="747" y="65"/>
                  </a:lnTo>
                  <a:lnTo>
                    <a:pt x="749" y="64"/>
                  </a:lnTo>
                  <a:lnTo>
                    <a:pt x="749" y="62"/>
                  </a:lnTo>
                  <a:lnTo>
                    <a:pt x="750" y="61"/>
                  </a:lnTo>
                  <a:lnTo>
                    <a:pt x="751" y="60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4" y="56"/>
                  </a:lnTo>
                  <a:lnTo>
                    <a:pt x="755" y="54"/>
                  </a:lnTo>
                  <a:lnTo>
                    <a:pt x="757" y="52"/>
                  </a:lnTo>
                  <a:lnTo>
                    <a:pt x="758" y="50"/>
                  </a:lnTo>
                  <a:lnTo>
                    <a:pt x="759" y="48"/>
                  </a:lnTo>
                  <a:lnTo>
                    <a:pt x="761" y="46"/>
                  </a:lnTo>
                  <a:lnTo>
                    <a:pt x="762" y="44"/>
                  </a:lnTo>
                  <a:lnTo>
                    <a:pt x="763" y="42"/>
                  </a:lnTo>
                  <a:lnTo>
                    <a:pt x="766" y="40"/>
                  </a:lnTo>
                  <a:lnTo>
                    <a:pt x="767" y="38"/>
                  </a:lnTo>
                  <a:lnTo>
                    <a:pt x="769" y="36"/>
                  </a:lnTo>
                  <a:lnTo>
                    <a:pt x="770" y="34"/>
                  </a:lnTo>
                  <a:lnTo>
                    <a:pt x="770" y="33"/>
                  </a:lnTo>
                  <a:lnTo>
                    <a:pt x="771" y="32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4" y="28"/>
                  </a:lnTo>
                  <a:lnTo>
                    <a:pt x="775" y="27"/>
                  </a:lnTo>
                  <a:lnTo>
                    <a:pt x="776" y="25"/>
                  </a:lnTo>
                  <a:lnTo>
                    <a:pt x="776" y="24"/>
                  </a:lnTo>
                  <a:lnTo>
                    <a:pt x="778" y="23"/>
                  </a:lnTo>
                  <a:lnTo>
                    <a:pt x="778" y="21"/>
                  </a:lnTo>
                  <a:lnTo>
                    <a:pt x="779" y="21"/>
                  </a:lnTo>
                  <a:lnTo>
                    <a:pt x="779" y="20"/>
                  </a:lnTo>
                  <a:lnTo>
                    <a:pt x="780" y="19"/>
                  </a:lnTo>
                  <a:lnTo>
                    <a:pt x="780" y="17"/>
                  </a:lnTo>
                  <a:lnTo>
                    <a:pt x="782" y="17"/>
                  </a:lnTo>
                  <a:lnTo>
                    <a:pt x="782" y="16"/>
                  </a:lnTo>
                  <a:lnTo>
                    <a:pt x="783" y="15"/>
                  </a:lnTo>
                  <a:lnTo>
                    <a:pt x="783" y="13"/>
                  </a:lnTo>
                  <a:lnTo>
                    <a:pt x="784" y="12"/>
                  </a:lnTo>
                  <a:lnTo>
                    <a:pt x="786" y="11"/>
                  </a:lnTo>
                  <a:lnTo>
                    <a:pt x="786" y="9"/>
                  </a:lnTo>
                  <a:lnTo>
                    <a:pt x="787" y="8"/>
                  </a:lnTo>
                  <a:lnTo>
                    <a:pt x="787" y="7"/>
                  </a:lnTo>
                  <a:lnTo>
                    <a:pt x="788" y="5"/>
                  </a:lnTo>
                  <a:lnTo>
                    <a:pt x="790" y="4"/>
                  </a:lnTo>
                  <a:lnTo>
                    <a:pt x="790" y="3"/>
                  </a:lnTo>
                  <a:lnTo>
                    <a:pt x="791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5" name="Freeform 8">
              <a:extLst>
                <a:ext uri="{FF2B5EF4-FFF2-40B4-BE49-F238E27FC236}">
                  <a16:creationId xmlns:a16="http://schemas.microsoft.com/office/drawing/2014/main" id="{962EFDF2-A787-4BD8-9DFE-FCA9BB81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435350"/>
              <a:ext cx="73025" cy="250825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4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2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5" y="94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6" y="101"/>
                  </a:lnTo>
                  <a:lnTo>
                    <a:pt x="48" y="102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0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5"/>
                  </a:lnTo>
                  <a:lnTo>
                    <a:pt x="64" y="146"/>
                  </a:lnTo>
                  <a:lnTo>
                    <a:pt x="64" y="149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6" y="155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61"/>
                  </a:lnTo>
                  <a:lnTo>
                    <a:pt x="68" y="162"/>
                  </a:lnTo>
                  <a:lnTo>
                    <a:pt x="69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6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7" y="189"/>
                  </a:lnTo>
                  <a:lnTo>
                    <a:pt x="77" y="191"/>
                  </a:lnTo>
                  <a:lnTo>
                    <a:pt x="77" y="193"/>
                  </a:lnTo>
                  <a:lnTo>
                    <a:pt x="78" y="195"/>
                  </a:lnTo>
                  <a:lnTo>
                    <a:pt x="78" y="196"/>
                  </a:lnTo>
                  <a:lnTo>
                    <a:pt x="79" y="199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7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8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40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7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8"/>
                  </a:lnTo>
                  <a:lnTo>
                    <a:pt x="94" y="300"/>
                  </a:lnTo>
                  <a:lnTo>
                    <a:pt x="94" y="301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4" y="314"/>
                  </a:lnTo>
                  <a:lnTo>
                    <a:pt x="93" y="317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43376" name="Freeform 9">
              <a:extLst>
                <a:ext uri="{FF2B5EF4-FFF2-40B4-BE49-F238E27FC236}">
                  <a16:creationId xmlns:a16="http://schemas.microsoft.com/office/drawing/2014/main" id="{AEB89E82-E8A7-44FE-9F28-68B33D84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684588"/>
              <a:ext cx="73025" cy="252412"/>
            </a:xfrm>
            <a:custGeom>
              <a:avLst/>
              <a:gdLst>
                <a:gd name="T0" fmla="*/ 2147483646 w 94"/>
                <a:gd name="T1" fmla="*/ 2147483646 h 316"/>
                <a:gd name="T2" fmla="*/ 2147483646 w 94"/>
                <a:gd name="T3" fmla="*/ 2147483646 h 316"/>
                <a:gd name="T4" fmla="*/ 2147483646 w 94"/>
                <a:gd name="T5" fmla="*/ 2147483646 h 316"/>
                <a:gd name="T6" fmla="*/ 2147483646 w 94"/>
                <a:gd name="T7" fmla="*/ 2147483646 h 316"/>
                <a:gd name="T8" fmla="*/ 2147483646 w 94"/>
                <a:gd name="T9" fmla="*/ 2147483646 h 316"/>
                <a:gd name="T10" fmla="*/ 2147483646 w 94"/>
                <a:gd name="T11" fmla="*/ 2147483646 h 316"/>
                <a:gd name="T12" fmla="*/ 2147483646 w 94"/>
                <a:gd name="T13" fmla="*/ 2147483646 h 316"/>
                <a:gd name="T14" fmla="*/ 2147483646 w 94"/>
                <a:gd name="T15" fmla="*/ 2147483646 h 316"/>
                <a:gd name="T16" fmla="*/ 2147483646 w 94"/>
                <a:gd name="T17" fmla="*/ 2147483646 h 316"/>
                <a:gd name="T18" fmla="*/ 2147483646 w 94"/>
                <a:gd name="T19" fmla="*/ 2147483646 h 316"/>
                <a:gd name="T20" fmla="*/ 2147483646 w 94"/>
                <a:gd name="T21" fmla="*/ 2147483646 h 316"/>
                <a:gd name="T22" fmla="*/ 2147483646 w 94"/>
                <a:gd name="T23" fmla="*/ 2147483646 h 316"/>
                <a:gd name="T24" fmla="*/ 2147483646 w 94"/>
                <a:gd name="T25" fmla="*/ 2147483646 h 316"/>
                <a:gd name="T26" fmla="*/ 2147483646 w 94"/>
                <a:gd name="T27" fmla="*/ 2147483646 h 316"/>
                <a:gd name="T28" fmla="*/ 2147483646 w 94"/>
                <a:gd name="T29" fmla="*/ 2147483646 h 316"/>
                <a:gd name="T30" fmla="*/ 2147483646 w 94"/>
                <a:gd name="T31" fmla="*/ 2147483646 h 316"/>
                <a:gd name="T32" fmla="*/ 2147483646 w 94"/>
                <a:gd name="T33" fmla="*/ 2147483646 h 316"/>
                <a:gd name="T34" fmla="*/ 2147483646 w 94"/>
                <a:gd name="T35" fmla="*/ 2147483646 h 316"/>
                <a:gd name="T36" fmla="*/ 2147483646 w 94"/>
                <a:gd name="T37" fmla="*/ 2147483646 h 316"/>
                <a:gd name="T38" fmla="*/ 2147483646 w 94"/>
                <a:gd name="T39" fmla="*/ 2147483646 h 316"/>
                <a:gd name="T40" fmla="*/ 2147483646 w 94"/>
                <a:gd name="T41" fmla="*/ 2147483646 h 316"/>
                <a:gd name="T42" fmla="*/ 2147483646 w 94"/>
                <a:gd name="T43" fmla="*/ 2147483646 h 316"/>
                <a:gd name="T44" fmla="*/ 2147483646 w 94"/>
                <a:gd name="T45" fmla="*/ 2147483646 h 316"/>
                <a:gd name="T46" fmla="*/ 2147483646 w 94"/>
                <a:gd name="T47" fmla="*/ 2147483646 h 316"/>
                <a:gd name="T48" fmla="*/ 2147483646 w 94"/>
                <a:gd name="T49" fmla="*/ 2147483646 h 316"/>
                <a:gd name="T50" fmla="*/ 2147483646 w 94"/>
                <a:gd name="T51" fmla="*/ 2147483646 h 316"/>
                <a:gd name="T52" fmla="*/ 2147483646 w 94"/>
                <a:gd name="T53" fmla="*/ 2147483646 h 316"/>
                <a:gd name="T54" fmla="*/ 2147483646 w 94"/>
                <a:gd name="T55" fmla="*/ 2147483646 h 316"/>
                <a:gd name="T56" fmla="*/ 2147483646 w 94"/>
                <a:gd name="T57" fmla="*/ 2147483646 h 316"/>
                <a:gd name="T58" fmla="*/ 2147483646 w 94"/>
                <a:gd name="T59" fmla="*/ 2147483646 h 316"/>
                <a:gd name="T60" fmla="*/ 2147483646 w 94"/>
                <a:gd name="T61" fmla="*/ 2147483646 h 316"/>
                <a:gd name="T62" fmla="*/ 2147483646 w 94"/>
                <a:gd name="T63" fmla="*/ 2147483646 h 316"/>
                <a:gd name="T64" fmla="*/ 2147483646 w 94"/>
                <a:gd name="T65" fmla="*/ 2147483646 h 316"/>
                <a:gd name="T66" fmla="*/ 2147483646 w 94"/>
                <a:gd name="T67" fmla="*/ 2147483646 h 316"/>
                <a:gd name="T68" fmla="*/ 2147483646 w 94"/>
                <a:gd name="T69" fmla="*/ 2147483646 h 316"/>
                <a:gd name="T70" fmla="*/ 2147483646 w 94"/>
                <a:gd name="T71" fmla="*/ 2147483646 h 316"/>
                <a:gd name="T72" fmla="*/ 2147483646 w 94"/>
                <a:gd name="T73" fmla="*/ 2147483646 h 316"/>
                <a:gd name="T74" fmla="*/ 2147483646 w 94"/>
                <a:gd name="T75" fmla="*/ 2147483646 h 316"/>
                <a:gd name="T76" fmla="*/ 2147483646 w 94"/>
                <a:gd name="T77" fmla="*/ 2147483646 h 316"/>
                <a:gd name="T78" fmla="*/ 2147483646 w 94"/>
                <a:gd name="T79" fmla="*/ 2147483646 h 316"/>
                <a:gd name="T80" fmla="*/ 2147483646 w 94"/>
                <a:gd name="T81" fmla="*/ 2147483646 h 316"/>
                <a:gd name="T82" fmla="*/ 2147483646 w 94"/>
                <a:gd name="T83" fmla="*/ 2147483646 h 316"/>
                <a:gd name="T84" fmla="*/ 2147483646 w 94"/>
                <a:gd name="T85" fmla="*/ 2147483646 h 316"/>
                <a:gd name="T86" fmla="*/ 2147483646 w 94"/>
                <a:gd name="T87" fmla="*/ 2147483646 h 316"/>
                <a:gd name="T88" fmla="*/ 2147483646 w 94"/>
                <a:gd name="T89" fmla="*/ 2147483646 h 316"/>
                <a:gd name="T90" fmla="*/ 2147483646 w 94"/>
                <a:gd name="T91" fmla="*/ 2147483646 h 316"/>
                <a:gd name="T92" fmla="*/ 2147483646 w 94"/>
                <a:gd name="T93" fmla="*/ 2147483646 h 316"/>
                <a:gd name="T94" fmla="*/ 2147483646 w 94"/>
                <a:gd name="T95" fmla="*/ 2147483646 h 316"/>
                <a:gd name="T96" fmla="*/ 2147483646 w 94"/>
                <a:gd name="T97" fmla="*/ 2147483646 h 316"/>
                <a:gd name="T98" fmla="*/ 2147483646 w 94"/>
                <a:gd name="T99" fmla="*/ 2147483646 h 316"/>
                <a:gd name="T100" fmla="*/ 2147483646 w 94"/>
                <a:gd name="T101" fmla="*/ 2147483646 h 316"/>
                <a:gd name="T102" fmla="*/ 2147483646 w 94"/>
                <a:gd name="T103" fmla="*/ 2147483646 h 316"/>
                <a:gd name="T104" fmla="*/ 2147483646 w 94"/>
                <a:gd name="T105" fmla="*/ 2147483646 h 316"/>
                <a:gd name="T106" fmla="*/ 2147483646 w 94"/>
                <a:gd name="T107" fmla="*/ 2147483646 h 316"/>
                <a:gd name="T108" fmla="*/ 2147483646 w 94"/>
                <a:gd name="T109" fmla="*/ 2147483646 h 316"/>
                <a:gd name="T110" fmla="*/ 2147483646 w 94"/>
                <a:gd name="T111" fmla="*/ 2147483646 h 316"/>
                <a:gd name="T112" fmla="*/ 2147483646 w 94"/>
                <a:gd name="T113" fmla="*/ 2147483646 h 3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6">
                  <a:moveTo>
                    <a:pt x="0" y="316"/>
                  </a:moveTo>
                  <a:lnTo>
                    <a:pt x="3" y="312"/>
                  </a:lnTo>
                  <a:lnTo>
                    <a:pt x="4" y="310"/>
                  </a:lnTo>
                  <a:lnTo>
                    <a:pt x="7" y="306"/>
                  </a:lnTo>
                  <a:lnTo>
                    <a:pt x="8" y="303"/>
                  </a:lnTo>
                  <a:lnTo>
                    <a:pt x="9" y="300"/>
                  </a:lnTo>
                  <a:lnTo>
                    <a:pt x="11" y="298"/>
                  </a:lnTo>
                  <a:lnTo>
                    <a:pt x="12" y="295"/>
                  </a:lnTo>
                  <a:lnTo>
                    <a:pt x="13" y="294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6" y="287"/>
                  </a:lnTo>
                  <a:lnTo>
                    <a:pt x="17" y="286"/>
                  </a:lnTo>
                  <a:lnTo>
                    <a:pt x="19" y="285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5" y="269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0" y="255"/>
                  </a:lnTo>
                  <a:lnTo>
                    <a:pt x="32" y="254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6" y="246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6"/>
                  </a:lnTo>
                  <a:lnTo>
                    <a:pt x="44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0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8" y="214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08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2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198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1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4" y="171"/>
                  </a:lnTo>
                  <a:lnTo>
                    <a:pt x="64" y="168"/>
                  </a:lnTo>
                  <a:lnTo>
                    <a:pt x="64" y="165"/>
                  </a:lnTo>
                  <a:lnTo>
                    <a:pt x="65" y="164"/>
                  </a:lnTo>
                  <a:lnTo>
                    <a:pt x="66" y="161"/>
                  </a:lnTo>
                  <a:lnTo>
                    <a:pt x="66" y="160"/>
                  </a:lnTo>
                  <a:lnTo>
                    <a:pt x="66" y="157"/>
                  </a:lnTo>
                  <a:lnTo>
                    <a:pt x="68" y="156"/>
                  </a:lnTo>
                  <a:lnTo>
                    <a:pt x="68" y="155"/>
                  </a:lnTo>
                  <a:lnTo>
                    <a:pt x="69" y="153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5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3"/>
                  </a:lnTo>
                  <a:lnTo>
                    <a:pt x="76" y="132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6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7"/>
                  </a:lnTo>
                  <a:lnTo>
                    <a:pt x="89" y="75"/>
                  </a:lnTo>
                  <a:lnTo>
                    <a:pt x="89" y="73"/>
                  </a:lnTo>
                  <a:lnTo>
                    <a:pt x="89" y="71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43366" name="Straight Connector 5">
            <a:extLst>
              <a:ext uri="{FF2B5EF4-FFF2-40B4-BE49-F238E27FC236}">
                <a16:creationId xmlns:a16="http://schemas.microsoft.com/office/drawing/2014/main" id="{EBEA4396-AC87-47E6-80C4-4A86F16B3C4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913188" y="1911350"/>
            <a:ext cx="0" cy="362108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367" name="Straight Connector 28">
            <a:extLst>
              <a:ext uri="{FF2B5EF4-FFF2-40B4-BE49-F238E27FC236}">
                <a16:creationId xmlns:a16="http://schemas.microsoft.com/office/drawing/2014/main" id="{DA292111-2A14-47FC-8BEC-138868F14CD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580438" y="1900238"/>
            <a:ext cx="0" cy="30511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3368" name="Line 4">
            <a:extLst>
              <a:ext uri="{FF2B5EF4-FFF2-40B4-BE49-F238E27FC236}">
                <a16:creationId xmlns:a16="http://schemas.microsoft.com/office/drawing/2014/main" id="{BAF1EB22-059B-4B3B-835D-D3376B10C6A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97363" y="4943475"/>
            <a:ext cx="4283075" cy="0"/>
          </a:xfrm>
          <a:prstGeom prst="line">
            <a:avLst/>
          </a:prstGeom>
          <a:noFill/>
          <a:ln w="27051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43369" name="Straight Connector 29">
            <a:extLst>
              <a:ext uri="{FF2B5EF4-FFF2-40B4-BE49-F238E27FC236}">
                <a16:creationId xmlns:a16="http://schemas.microsoft.com/office/drawing/2014/main" id="{77A7BA90-447F-4199-AFDC-69AF5EB54346}"/>
              </a:ext>
            </a:extLst>
          </p:cNvPr>
          <p:cNvCxnSpPr>
            <a:cxnSpLocks noChangeShapeType="1"/>
            <a:stCxn id="143368" idx="0"/>
            <a:endCxn id="143370" idx="0"/>
          </p:cNvCxnSpPr>
          <p:nvPr/>
        </p:nvCxnSpPr>
        <p:spPr bwMode="auto">
          <a:xfrm flipH="1">
            <a:off x="4291013" y="4943475"/>
            <a:ext cx="6350" cy="30321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3D60CE6D-11D6-E74E-A9AE-2AAB54E612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 6.14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BFDADDFF-2CC5-C64D-B600-4607EC3E22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BD7BE185-7E01-7D44-934F-A05FF3BEBA1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Design an FSM that detects if the previous two values of the input w were equal to </a:t>
            </a:r>
            <a:r>
              <a:rPr lang="en-US" b="1" dirty="0">
                <a:solidFill>
                  <a:srgbClr val="0000FF"/>
                </a:solidFill>
                <a:ea typeface="+mn-ea"/>
                <a:cs typeface="+mn-cs"/>
              </a:rPr>
              <a:t>00</a:t>
            </a:r>
            <a:r>
              <a:rPr lang="en-US" dirty="0">
                <a:ea typeface="+mn-ea"/>
                <a:cs typeface="+mn-cs"/>
              </a:rPr>
              <a:t> or </a:t>
            </a:r>
            <a:r>
              <a:rPr lang="en-US" b="1" dirty="0">
                <a:solidFill>
                  <a:srgbClr val="FF0000"/>
                </a:solidFill>
                <a:ea typeface="+mn-ea"/>
                <a:cs typeface="+mn-cs"/>
              </a:rPr>
              <a:t>11</a:t>
            </a:r>
            <a:r>
              <a:rPr lang="en-US" dirty="0">
                <a:ea typeface="+mn-ea"/>
                <a:cs typeface="+mn-cs"/>
              </a:rPr>
              <a:t>.</a:t>
            </a: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If either condition is true then the output z should be set to 1; otherwise to 0.</a:t>
            </a:r>
          </a:p>
          <a:p>
            <a:pPr eaLnBrk="1" hangingPunct="1">
              <a:defRPr/>
            </a:pPr>
            <a:endParaRPr lang="en-US" dirty="0">
              <a:ea typeface="+mn-ea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+mn-ea"/>
                <a:cs typeface="+mn-cs"/>
              </a:rPr>
              <a:t>Implement this as a </a:t>
            </a:r>
            <a:r>
              <a:rPr lang="en-US" dirty="0">
                <a:solidFill>
                  <a:srgbClr val="FF0000"/>
                </a:solidFill>
                <a:ea typeface="+mn-ea"/>
                <a:cs typeface="+mn-cs"/>
              </a:rPr>
              <a:t>Mealy-type machine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TextBox 125">
            <a:extLst>
              <a:ext uri="{FF2B5EF4-FFF2-40B4-BE49-F238E27FC236}">
                <a16:creationId xmlns:a16="http://schemas.microsoft.com/office/drawing/2014/main" id="{D6685AAA-3A19-4A71-BE73-72A023926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6.91 from the textbook ]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6309FBC-DA7C-BD4B-A68E-3FC6F313CE00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Diagram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C970A97-D114-475D-B857-3E92FBE519FC}"/>
              </a:ext>
            </a:extLst>
          </p:cNvPr>
          <p:cNvSpPr/>
          <p:nvPr/>
        </p:nvSpPr>
        <p:spPr>
          <a:xfrm>
            <a:off x="76200" y="1807032"/>
            <a:ext cx="23622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Design an FSM that detects if the previous two values of the input w were equal to </a:t>
            </a:r>
            <a:r>
              <a:rPr lang="en-US" dirty="0">
                <a:solidFill>
                  <a:srgbClr val="0000FF"/>
                </a:solidFill>
              </a:rPr>
              <a:t>00</a:t>
            </a:r>
            <a:r>
              <a:rPr lang="en-US" dirty="0">
                <a:solidFill>
                  <a:srgbClr val="FF0000"/>
                </a:solidFill>
              </a:rPr>
              <a:t> or 11</a:t>
            </a:r>
            <a:r>
              <a:rPr lang="en-US" dirty="0"/>
              <a:t>.</a:t>
            </a:r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97E12D1-548C-45A0-8A5B-43E355A6CF18}"/>
                  </a:ext>
                </a:extLst>
              </p14:cNvPr>
              <p14:cNvContentPartPr/>
              <p14:nvPr/>
            </p14:nvContentPartPr>
            <p14:xfrm>
              <a:off x="4028760" y="131400"/>
              <a:ext cx="4566600" cy="310104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97E12D1-548C-45A0-8A5B-43E355A6CF1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019400" y="122040"/>
                <a:ext cx="4585320" cy="3119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57" name="Picture 3" descr="new_fig8">
            <a:extLst>
              <a:ext uri="{FF2B5EF4-FFF2-40B4-BE49-F238E27FC236}">
                <a16:creationId xmlns:a16="http://schemas.microsoft.com/office/drawing/2014/main" id="{0ACFB5F0-E13E-4482-B8F8-16796D1779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2556" y="849313"/>
            <a:ext cx="5922749" cy="4529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7458" name="TextBox 125">
            <a:extLst>
              <a:ext uri="{FF2B5EF4-FFF2-40B4-BE49-F238E27FC236}">
                <a16:creationId xmlns:a16="http://schemas.microsoft.com/office/drawing/2014/main" id="{D6685AAA-3A19-4A71-BE73-72A023926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6.91 from the textbook ]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6309FBC-DA7C-BD4B-A68E-3FC6F313CE00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 Diagram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76ACE98-721A-40CE-9190-4D3470A1A135}"/>
              </a:ext>
            </a:extLst>
          </p:cNvPr>
          <p:cNvSpPr/>
          <p:nvPr/>
        </p:nvSpPr>
        <p:spPr>
          <a:xfrm>
            <a:off x="76200" y="1807032"/>
            <a:ext cx="23622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Design an FSM that detects if the previous two values of the input w were equal to </a:t>
            </a:r>
            <a:r>
              <a:rPr lang="en-US" dirty="0">
                <a:solidFill>
                  <a:srgbClr val="0000FF"/>
                </a:solidFill>
              </a:rPr>
              <a:t>00</a:t>
            </a:r>
            <a:r>
              <a:rPr lang="en-US" dirty="0">
                <a:solidFill>
                  <a:srgbClr val="FF0000"/>
                </a:solidFill>
              </a:rPr>
              <a:t> or 11</a:t>
            </a:r>
            <a:r>
              <a:rPr 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12821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81" name="Picture 4">
            <a:extLst>
              <a:ext uri="{FF2B5EF4-FFF2-40B4-BE49-F238E27FC236}">
                <a16:creationId xmlns:a16="http://schemas.microsoft.com/office/drawing/2014/main" id="{4F2E3219-CBB6-46A6-A0FF-831CA96199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2516188"/>
            <a:ext cx="4541837" cy="187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82" name="Picture 3" descr="new_fig8">
            <a:extLst>
              <a:ext uri="{FF2B5EF4-FFF2-40B4-BE49-F238E27FC236}">
                <a16:creationId xmlns:a16="http://schemas.microsoft.com/office/drawing/2014/main" id="{CD162F6B-319A-4B6B-9765-E5427F0762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850" y="1760538"/>
            <a:ext cx="4533900" cy="3467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83" name="TextBox 125">
            <a:extLst>
              <a:ext uri="{FF2B5EF4-FFF2-40B4-BE49-F238E27FC236}">
                <a16:creationId xmlns:a16="http://schemas.microsoft.com/office/drawing/2014/main" id="{AE09F050-3A6D-4759-88F8-E324512BE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6.92 from the textbook ]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CFAAA834-368C-7743-B313-8A91F000381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Building the State Table</a:t>
            </a:r>
          </a:p>
        </p:txBody>
      </p:sp>
      <p:sp>
        <p:nvSpPr>
          <p:cNvPr id="2" name="Arrow: Right 1">
            <a:extLst>
              <a:ext uri="{FF2B5EF4-FFF2-40B4-BE49-F238E27FC236}">
                <a16:creationId xmlns:a16="http://schemas.microsoft.com/office/drawing/2014/main" id="{72033240-2FED-46B3-8ADE-E774484553C4}"/>
              </a:ext>
            </a:extLst>
          </p:cNvPr>
          <p:cNvSpPr/>
          <p:nvPr/>
        </p:nvSpPr>
        <p:spPr bwMode="auto">
          <a:xfrm>
            <a:off x="3657600" y="3581400"/>
            <a:ext cx="914400" cy="808038"/>
          </a:xfrm>
          <a:prstGeom prst="rightArrow">
            <a:avLst/>
          </a:prstGeom>
          <a:ln>
            <a:headEnd type="none" w="med" len="med"/>
            <a:tailEnd type="none" w="med" len="med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529" name="Picture 4">
            <a:extLst>
              <a:ext uri="{FF2B5EF4-FFF2-40B4-BE49-F238E27FC236}">
                <a16:creationId xmlns:a16="http://schemas.microsoft.com/office/drawing/2014/main" id="{47CAD9C9-D66F-4153-9DC1-9E3D994968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4450" y="3734853"/>
            <a:ext cx="5924550" cy="2663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0530" name="Picture 4">
            <a:extLst>
              <a:ext uri="{FF2B5EF4-FFF2-40B4-BE49-F238E27FC236}">
                <a16:creationId xmlns:a16="http://schemas.microsoft.com/office/drawing/2014/main" id="{08B8AF34-7553-454E-91CB-0CA69CA04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444501"/>
            <a:ext cx="6421438" cy="264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531" name="TextBox 125">
            <a:extLst>
              <a:ext uri="{FF2B5EF4-FFF2-40B4-BE49-F238E27FC236}">
                <a16:creationId xmlns:a16="http://schemas.microsoft.com/office/drawing/2014/main" id="{272A9C58-A229-4ACB-8C73-8AAC9D7C7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6.93 from the textbook ]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1C516244-2919-AA41-B9B3-05902D23742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Building the State-Assigned Table</a:t>
            </a:r>
          </a:p>
        </p:txBody>
      </p:sp>
      <p:sp>
        <p:nvSpPr>
          <p:cNvPr id="2" name="Arrow: Down 1">
            <a:extLst>
              <a:ext uri="{FF2B5EF4-FFF2-40B4-BE49-F238E27FC236}">
                <a16:creationId xmlns:a16="http://schemas.microsoft.com/office/drawing/2014/main" id="{CBE898BE-4F9F-4F45-98FC-09D795EB0389}"/>
              </a:ext>
            </a:extLst>
          </p:cNvPr>
          <p:cNvSpPr/>
          <p:nvPr/>
        </p:nvSpPr>
        <p:spPr bwMode="auto">
          <a:xfrm>
            <a:off x="4191001" y="2971800"/>
            <a:ext cx="762000" cy="793750"/>
          </a:xfrm>
          <a:prstGeom prst="downArrow">
            <a:avLst/>
          </a:prstGeom>
          <a:ln>
            <a:headEnd type="none" w="med" len="med"/>
            <a:tailEnd type="none" w="med" len="med"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TextBox 125">
            <a:extLst>
              <a:ext uri="{FF2B5EF4-FFF2-40B4-BE49-F238E27FC236}">
                <a16:creationId xmlns:a16="http://schemas.microsoft.com/office/drawing/2014/main" id="{7E6694D5-A3FC-4A65-8611-4414BBE6C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6.93 from the textbook ]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59C7EB4-C3CF-A449-BEE5-1DAB8528D860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pic>
        <p:nvPicPr>
          <p:cNvPr id="151555" name="Picture 2" descr="Screen shot 2015-12-02 at 12.29.54 PM.png">
            <a:extLst>
              <a:ext uri="{FF2B5EF4-FFF2-40B4-BE49-F238E27FC236}">
                <a16:creationId xmlns:a16="http://schemas.microsoft.com/office/drawing/2014/main" id="{EED3A249-3D35-4BE4-B29B-CE30BE84379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" y="4360863"/>
            <a:ext cx="8191500" cy="66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1556" name="Picture 3" descr="Screen shot 2015-12-02 at 12.30.15 PM.png">
            <a:extLst>
              <a:ext uri="{FF2B5EF4-FFF2-40B4-BE49-F238E27FC236}">
                <a16:creationId xmlns:a16="http://schemas.microsoft.com/office/drawing/2014/main" id="{52A7B16F-F0BD-47DC-AE39-218955C89E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3" y="1384300"/>
            <a:ext cx="816610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37BF0A63-97FB-0040-8327-236FD747C284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pic>
        <p:nvPicPr>
          <p:cNvPr id="152578" name="Picture 2" descr="Screen shot 2015-12-02 at 12.29.54 PM.png">
            <a:extLst>
              <a:ext uri="{FF2B5EF4-FFF2-40B4-BE49-F238E27FC236}">
                <a16:creationId xmlns:a16="http://schemas.microsoft.com/office/drawing/2014/main" id="{1925E068-4A27-4914-93C6-F53D47C5E61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" y="4360863"/>
            <a:ext cx="8191500" cy="66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2579" name="Picture 3" descr="Screen shot 2015-12-02 at 12.30.15 PM.png">
            <a:extLst>
              <a:ext uri="{FF2B5EF4-FFF2-40B4-BE49-F238E27FC236}">
                <a16:creationId xmlns:a16="http://schemas.microsoft.com/office/drawing/2014/main" id="{86675D03-C762-48B2-A719-8FAC4892DC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3" y="1384300"/>
            <a:ext cx="816610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52580" name="Straight Connector 2">
            <a:extLst>
              <a:ext uri="{FF2B5EF4-FFF2-40B4-BE49-F238E27FC236}">
                <a16:creationId xmlns:a16="http://schemas.microsoft.com/office/drawing/2014/main" id="{79AF6D37-BEAD-4F6F-923C-5089F71F8DC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28600" y="4343400"/>
            <a:ext cx="876300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2581" name="TextBox 4">
            <a:extLst>
              <a:ext uri="{FF2B5EF4-FFF2-40B4-BE49-F238E27FC236}">
                <a16:creationId xmlns:a16="http://schemas.microsoft.com/office/drawing/2014/main" id="{C2CF6A18-5097-4A2B-8B67-C6CD2DA17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8300" y="3886200"/>
            <a:ext cx="10160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cut  here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CA960078-B128-E74F-BED4-6B7CDC8B1C37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pic>
        <p:nvPicPr>
          <p:cNvPr id="153602" name="Picture 2" descr="Screen shot 2015-12-02 at 12.29.54 PM.png">
            <a:extLst>
              <a:ext uri="{FF2B5EF4-FFF2-40B4-BE49-F238E27FC236}">
                <a16:creationId xmlns:a16="http://schemas.microsoft.com/office/drawing/2014/main" id="{757860D1-8B3C-4FB7-B199-B8F912AFF12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" y="4764088"/>
            <a:ext cx="8191500" cy="66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03" name="Picture 3" descr="Screen shot 2015-12-02 at 12.30.15 PM.png">
            <a:extLst>
              <a:ext uri="{FF2B5EF4-FFF2-40B4-BE49-F238E27FC236}">
                <a16:creationId xmlns:a16="http://schemas.microsoft.com/office/drawing/2014/main" id="{82E3E218-0A4C-404F-82D2-43C36B3E9A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3" y="1384300"/>
            <a:ext cx="816610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91BA7438-8390-6F42-A06C-1859DB7C7D13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pic>
        <p:nvPicPr>
          <p:cNvPr id="154626" name="Picture 2" descr="Screen shot 2015-12-02 at 12.29.54 PM.png">
            <a:extLst>
              <a:ext uri="{FF2B5EF4-FFF2-40B4-BE49-F238E27FC236}">
                <a16:creationId xmlns:a16="http://schemas.microsoft.com/office/drawing/2014/main" id="{09DF636F-F987-4C35-8772-DFC9DEF200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" y="4764088"/>
            <a:ext cx="8191500" cy="66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627" name="Picture 3" descr="Screen shot 2015-12-02 at 12.30.15 PM.png">
            <a:extLst>
              <a:ext uri="{FF2B5EF4-FFF2-40B4-BE49-F238E27FC236}">
                <a16:creationId xmlns:a16="http://schemas.microsoft.com/office/drawing/2014/main" id="{1B59A820-34E2-46D2-B0A6-21CBF75919B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3" y="1384300"/>
            <a:ext cx="816610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C036A31-04C5-BE46-BF0F-1057B2F6D10F}"/>
              </a:ext>
            </a:extLst>
          </p:cNvPr>
          <p:cNvSpPr txBox="1"/>
          <p:nvPr/>
        </p:nvSpPr>
        <p:spPr>
          <a:xfrm>
            <a:off x="1462088" y="4297363"/>
            <a:ext cx="569912" cy="46196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ＭＳ Ｐゴシック" charset="0"/>
              </a:rPr>
              <a:t>1 0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78EA3A6-0E69-FD4A-BCFD-B31534F237F5}"/>
              </a:ext>
            </a:extLst>
          </p:cNvPr>
          <p:cNvSpPr txBox="1"/>
          <p:nvPr/>
        </p:nvSpPr>
        <p:spPr>
          <a:xfrm>
            <a:off x="3049588" y="4300538"/>
            <a:ext cx="569912" cy="46196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ＭＳ Ｐゴシック" charset="0"/>
              </a:rPr>
              <a:t>d 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AAD2AC-CCA8-EC48-830D-5F86148C1BCE}"/>
              </a:ext>
            </a:extLst>
          </p:cNvPr>
          <p:cNvSpPr txBox="1"/>
          <p:nvPr/>
        </p:nvSpPr>
        <p:spPr>
          <a:xfrm>
            <a:off x="4502150" y="4303713"/>
            <a:ext cx="568325" cy="4603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ＭＳ Ｐゴシック" charset="0"/>
              </a:rPr>
              <a:t>d d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84C3D50-657F-0C49-9783-62845906B003}"/>
              </a:ext>
            </a:extLst>
          </p:cNvPr>
          <p:cNvSpPr txBox="1"/>
          <p:nvPr/>
        </p:nvSpPr>
        <p:spPr>
          <a:xfrm>
            <a:off x="6073775" y="4305300"/>
            <a:ext cx="338138" cy="46196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ＭＳ Ｐゴシック" charset="0"/>
              </a:rPr>
              <a:t>d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9A4B56-163E-8349-9D57-C479A2B5B149}"/>
              </a:ext>
            </a:extLst>
          </p:cNvPr>
          <p:cNvSpPr txBox="1"/>
          <p:nvPr/>
        </p:nvSpPr>
        <p:spPr>
          <a:xfrm>
            <a:off x="7496175" y="4324350"/>
            <a:ext cx="338138" cy="46196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ＭＳ Ｐゴシック" charset="0"/>
              </a:rPr>
              <a:t>d 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49" name="Picture 1" descr="Screen shot 2015-12-02 at 12.38.15 PM.png">
            <a:extLst>
              <a:ext uri="{FF2B5EF4-FFF2-40B4-BE49-F238E27FC236}">
                <a16:creationId xmlns:a16="http://schemas.microsoft.com/office/drawing/2014/main" id="{7ABC297D-F391-4A77-811B-82C2B6179C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238" y="1943100"/>
            <a:ext cx="5538787" cy="287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2FC3E6E1-B65C-3D4F-BBEE-7DA5C933F654}"/>
              </a:ext>
            </a:extLst>
          </p:cNvPr>
          <p:cNvGraphicFramePr>
            <a:graphicFrameLocks noGrp="1"/>
          </p:cNvGraphicFramePr>
          <p:nvPr/>
        </p:nvGraphicFramePr>
        <p:xfrm>
          <a:off x="6043613" y="1633538"/>
          <a:ext cx="2644775" cy="3843333"/>
        </p:xfrm>
        <a:graphic>
          <a:graphicData uri="http://schemas.openxmlformats.org/drawingml/2006/table">
            <a:tbl>
              <a:tblPr/>
              <a:tblGrid>
                <a:gridCol w="4413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9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77514C6A-43EF-A343-A8D3-83DFA64821BD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Truth Table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and z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2C4D780C-7D91-9949-9530-277039FFE971}"/>
              </a:ext>
            </a:extLst>
          </p:cNvPr>
          <p:cNvGraphicFramePr>
            <a:graphicFrameLocks noGrp="1"/>
          </p:cNvGraphicFramePr>
          <p:nvPr/>
        </p:nvGraphicFramePr>
        <p:xfrm>
          <a:off x="6043613" y="1633538"/>
          <a:ext cx="2644775" cy="3843333"/>
        </p:xfrm>
        <a:graphic>
          <a:graphicData uri="http://schemas.openxmlformats.org/drawingml/2006/table">
            <a:tbl>
              <a:tblPr/>
              <a:tblGrid>
                <a:gridCol w="4413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9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7DA68EE1-FD02-954F-B078-2C3012BF1992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K-Maps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and z</a:t>
            </a:r>
          </a:p>
        </p:txBody>
      </p:sp>
      <p:grpSp>
        <p:nvGrpSpPr>
          <p:cNvPr id="156746" name="Group 2">
            <a:extLst>
              <a:ext uri="{FF2B5EF4-FFF2-40B4-BE49-F238E27FC236}">
                <a16:creationId xmlns:a16="http://schemas.microsoft.com/office/drawing/2014/main" id="{4C5FAD4F-1475-42AF-AA94-28809C8D8760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919163"/>
            <a:ext cx="2728912" cy="1778000"/>
            <a:chOff x="4970810" y="2889713"/>
            <a:chExt cx="2728914" cy="1778000"/>
          </a:xfrm>
        </p:grpSpPr>
        <p:grpSp>
          <p:nvGrpSpPr>
            <p:cNvPr id="156789" name="Group 105">
              <a:extLst>
                <a:ext uri="{FF2B5EF4-FFF2-40B4-BE49-F238E27FC236}">
                  <a16:creationId xmlns:a16="http://schemas.microsoft.com/office/drawing/2014/main" id="{808652BE-48D5-4AC3-93D4-03D9747444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8" name="Shape 3318">
                <a:extLst>
                  <a:ext uri="{FF2B5EF4-FFF2-40B4-BE49-F238E27FC236}">
                    <a16:creationId xmlns:a16="http://schemas.microsoft.com/office/drawing/2014/main" id="{D469D4B5-1B25-5F4F-B36D-3F684113D9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92" name="Shape 3319">
                <a:extLst>
                  <a:ext uri="{FF2B5EF4-FFF2-40B4-BE49-F238E27FC236}">
                    <a16:creationId xmlns:a16="http://schemas.microsoft.com/office/drawing/2014/main" id="{A6480822-4F83-4C7B-A16E-B2A921E95A2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93" name="Shape 3320">
                <a:extLst>
                  <a:ext uri="{FF2B5EF4-FFF2-40B4-BE49-F238E27FC236}">
                    <a16:creationId xmlns:a16="http://schemas.microsoft.com/office/drawing/2014/main" id="{3653C52D-35E4-42D6-82E1-4EB3E0DE732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94" name="Shape 3321">
                <a:extLst>
                  <a:ext uri="{FF2B5EF4-FFF2-40B4-BE49-F238E27FC236}">
                    <a16:creationId xmlns:a16="http://schemas.microsoft.com/office/drawing/2014/main" id="{81A415C7-4C0D-4F54-AF78-C4D5A6B127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2" name="Shape 3322">
                <a:extLst>
                  <a:ext uri="{FF2B5EF4-FFF2-40B4-BE49-F238E27FC236}">
                    <a16:creationId xmlns:a16="http://schemas.microsoft.com/office/drawing/2014/main" id="{85630FD1-68DE-E249-B69C-8BD5B451C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96" name="Shape 3323">
                <a:extLst>
                  <a:ext uri="{FF2B5EF4-FFF2-40B4-BE49-F238E27FC236}">
                    <a16:creationId xmlns:a16="http://schemas.microsoft.com/office/drawing/2014/main" id="{29B166EC-4ACB-4394-9FAF-E86D4BA96E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97" name="Shape 3324">
                <a:extLst>
                  <a:ext uri="{FF2B5EF4-FFF2-40B4-BE49-F238E27FC236}">
                    <a16:creationId xmlns:a16="http://schemas.microsoft.com/office/drawing/2014/main" id="{256B6510-B409-495B-B1EF-FAF3C8A92E1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5" name="Shape 3325">
                <a:extLst>
                  <a:ext uri="{FF2B5EF4-FFF2-40B4-BE49-F238E27FC236}">
                    <a16:creationId xmlns:a16="http://schemas.microsoft.com/office/drawing/2014/main" id="{D0EE7B80-8726-D34A-AA25-D957BAE6FC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16" name="Shape 3326">
                <a:extLst>
                  <a:ext uri="{FF2B5EF4-FFF2-40B4-BE49-F238E27FC236}">
                    <a16:creationId xmlns:a16="http://schemas.microsoft.com/office/drawing/2014/main" id="{F17C833A-6D98-D84E-8E05-4D68E31E81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17" name="Shape 3327">
                <a:extLst>
                  <a:ext uri="{FF2B5EF4-FFF2-40B4-BE49-F238E27FC236}">
                    <a16:creationId xmlns:a16="http://schemas.microsoft.com/office/drawing/2014/main" id="{C0664B1E-5948-3A4F-B3A0-4628865975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18" name="Shape 3328">
                <a:extLst>
                  <a:ext uri="{FF2B5EF4-FFF2-40B4-BE49-F238E27FC236}">
                    <a16:creationId xmlns:a16="http://schemas.microsoft.com/office/drawing/2014/main" id="{F72898F4-3609-494D-8BD7-9631D42E35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19" name="Shape 3329">
                <a:extLst>
                  <a:ext uri="{FF2B5EF4-FFF2-40B4-BE49-F238E27FC236}">
                    <a16:creationId xmlns:a16="http://schemas.microsoft.com/office/drawing/2014/main" id="{EA6E8F75-654B-B94D-BEC8-9735EA0F37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20" name="Shape 3330">
                <a:extLst>
                  <a:ext uri="{FF2B5EF4-FFF2-40B4-BE49-F238E27FC236}">
                    <a16:creationId xmlns:a16="http://schemas.microsoft.com/office/drawing/2014/main" id="{F53CF947-2B19-DE48-91DB-5DD1F7EEDA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2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21" name="Shape 3331">
                <a:extLst>
                  <a:ext uri="{FF2B5EF4-FFF2-40B4-BE49-F238E27FC236}">
                    <a16:creationId xmlns:a16="http://schemas.microsoft.com/office/drawing/2014/main" id="{0230514E-5138-E147-9F93-FB6F47D37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7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22" name="Shape 3332">
                <a:extLst>
                  <a:ext uri="{FF2B5EF4-FFF2-40B4-BE49-F238E27FC236}">
                    <a16:creationId xmlns:a16="http://schemas.microsoft.com/office/drawing/2014/main" id="{382A872D-E01B-4D40-86BE-F575FFB539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24" name="Shape 3334">
                <a:extLst>
                  <a:ext uri="{FF2B5EF4-FFF2-40B4-BE49-F238E27FC236}">
                    <a16:creationId xmlns:a16="http://schemas.microsoft.com/office/drawing/2014/main" id="{EE1E021C-0030-D847-B5E1-FB4A5446AF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25" name="Shape 3335">
                <a:extLst>
                  <a:ext uri="{FF2B5EF4-FFF2-40B4-BE49-F238E27FC236}">
                    <a16:creationId xmlns:a16="http://schemas.microsoft.com/office/drawing/2014/main" id="{A5C5B555-17CC-E842-B8D8-3FF62EF91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2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26" name="Shape 3336">
                <a:extLst>
                  <a:ext uri="{FF2B5EF4-FFF2-40B4-BE49-F238E27FC236}">
                    <a16:creationId xmlns:a16="http://schemas.microsoft.com/office/drawing/2014/main" id="{D303A80E-5902-454C-8A87-D0161CC072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800" b="1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7" name="TextBox 1">
              <a:extLst>
                <a:ext uri="{FF2B5EF4-FFF2-40B4-BE49-F238E27FC236}">
                  <a16:creationId xmlns:a16="http://schemas.microsoft.com/office/drawing/2014/main" id="{9D46C31D-D9B0-D744-AA93-AF38B4C8D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5"/>
              <a:ext cx="1895476" cy="954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d    d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0    0    1    1</a:t>
              </a:r>
            </a:p>
          </p:txBody>
        </p:sp>
      </p:grpSp>
      <p:grpSp>
        <p:nvGrpSpPr>
          <p:cNvPr id="156747" name="Group 2">
            <a:extLst>
              <a:ext uri="{FF2B5EF4-FFF2-40B4-BE49-F238E27FC236}">
                <a16:creationId xmlns:a16="http://schemas.microsoft.com/office/drawing/2014/main" id="{2D089C61-AF75-4BD1-8BBC-CF1BF4E97081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2849563"/>
            <a:ext cx="2728912" cy="1778000"/>
            <a:chOff x="4970810" y="2889713"/>
            <a:chExt cx="2728914" cy="1778000"/>
          </a:xfrm>
        </p:grpSpPr>
        <p:grpSp>
          <p:nvGrpSpPr>
            <p:cNvPr id="156769" name="Group 105">
              <a:extLst>
                <a:ext uri="{FF2B5EF4-FFF2-40B4-BE49-F238E27FC236}">
                  <a16:creationId xmlns:a16="http://schemas.microsoft.com/office/drawing/2014/main" id="{6F202005-831A-42BE-9864-3AF4384696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30" name="Shape 3318">
                <a:extLst>
                  <a:ext uri="{FF2B5EF4-FFF2-40B4-BE49-F238E27FC236}">
                    <a16:creationId xmlns:a16="http://schemas.microsoft.com/office/drawing/2014/main" id="{478A1BBA-04CD-1441-8275-1C47DF8360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72" name="Shape 3319">
                <a:extLst>
                  <a:ext uri="{FF2B5EF4-FFF2-40B4-BE49-F238E27FC236}">
                    <a16:creationId xmlns:a16="http://schemas.microsoft.com/office/drawing/2014/main" id="{261E4FA0-2A39-4889-AB11-652AA0DECEA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73" name="Shape 3320">
                <a:extLst>
                  <a:ext uri="{FF2B5EF4-FFF2-40B4-BE49-F238E27FC236}">
                    <a16:creationId xmlns:a16="http://schemas.microsoft.com/office/drawing/2014/main" id="{DDF8E7D8-6F67-4484-BB70-6162722A9C9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74" name="Shape 3321">
                <a:extLst>
                  <a:ext uri="{FF2B5EF4-FFF2-40B4-BE49-F238E27FC236}">
                    <a16:creationId xmlns:a16="http://schemas.microsoft.com/office/drawing/2014/main" id="{BD9F6EFB-82D2-42DD-A17A-1B6FA7DCEA4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" name="Shape 3322">
                <a:extLst>
                  <a:ext uri="{FF2B5EF4-FFF2-40B4-BE49-F238E27FC236}">
                    <a16:creationId xmlns:a16="http://schemas.microsoft.com/office/drawing/2014/main" id="{F8BE5CB5-7A6B-604B-BCB1-A607E77E9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76" name="Shape 3323">
                <a:extLst>
                  <a:ext uri="{FF2B5EF4-FFF2-40B4-BE49-F238E27FC236}">
                    <a16:creationId xmlns:a16="http://schemas.microsoft.com/office/drawing/2014/main" id="{1CCB8D2B-92CE-41BF-B399-F912E8DC135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77" name="Shape 3324">
                <a:extLst>
                  <a:ext uri="{FF2B5EF4-FFF2-40B4-BE49-F238E27FC236}">
                    <a16:creationId xmlns:a16="http://schemas.microsoft.com/office/drawing/2014/main" id="{AF79CBE0-F70F-4945-B8E3-63DBA94EB2A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" name="Shape 3325">
                <a:extLst>
                  <a:ext uri="{FF2B5EF4-FFF2-40B4-BE49-F238E27FC236}">
                    <a16:creationId xmlns:a16="http://schemas.microsoft.com/office/drawing/2014/main" id="{ECCA8D35-674B-D849-B438-B4D8DA8206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38" name="Shape 3326">
                <a:extLst>
                  <a:ext uri="{FF2B5EF4-FFF2-40B4-BE49-F238E27FC236}">
                    <a16:creationId xmlns:a16="http://schemas.microsoft.com/office/drawing/2014/main" id="{659C3E86-2792-D04F-B8C5-63E26F0C96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39" name="Shape 3327">
                <a:extLst>
                  <a:ext uri="{FF2B5EF4-FFF2-40B4-BE49-F238E27FC236}">
                    <a16:creationId xmlns:a16="http://schemas.microsoft.com/office/drawing/2014/main" id="{F2223689-7167-6246-8ABF-D67FBA601F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40" name="Shape 3328">
                <a:extLst>
                  <a:ext uri="{FF2B5EF4-FFF2-40B4-BE49-F238E27FC236}">
                    <a16:creationId xmlns:a16="http://schemas.microsoft.com/office/drawing/2014/main" id="{D9C3B8B7-7CC6-384B-A5B7-9F201D24D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41" name="Shape 3329">
                <a:extLst>
                  <a:ext uri="{FF2B5EF4-FFF2-40B4-BE49-F238E27FC236}">
                    <a16:creationId xmlns:a16="http://schemas.microsoft.com/office/drawing/2014/main" id="{CE5D4F06-A764-0548-B91C-8487712AD9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42" name="Shape 3330">
                <a:extLst>
                  <a:ext uri="{FF2B5EF4-FFF2-40B4-BE49-F238E27FC236}">
                    <a16:creationId xmlns:a16="http://schemas.microsoft.com/office/drawing/2014/main" id="{33E9E5DD-B096-764F-96A5-074D7FB75F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2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43" name="Shape 3331">
                <a:extLst>
                  <a:ext uri="{FF2B5EF4-FFF2-40B4-BE49-F238E27FC236}">
                    <a16:creationId xmlns:a16="http://schemas.microsoft.com/office/drawing/2014/main" id="{FFBC93B6-07C3-0045-A931-52B1EEB9F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7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44" name="Shape 3332">
                <a:extLst>
                  <a:ext uri="{FF2B5EF4-FFF2-40B4-BE49-F238E27FC236}">
                    <a16:creationId xmlns:a16="http://schemas.microsoft.com/office/drawing/2014/main" id="{76DA0F84-5664-E345-B49E-2F57C1B673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45" name="Shape 3334">
                <a:extLst>
                  <a:ext uri="{FF2B5EF4-FFF2-40B4-BE49-F238E27FC236}">
                    <a16:creationId xmlns:a16="http://schemas.microsoft.com/office/drawing/2014/main" id="{7A9B3C61-950D-DC45-8088-5BB88E6115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46" name="Shape 3335">
                <a:extLst>
                  <a:ext uri="{FF2B5EF4-FFF2-40B4-BE49-F238E27FC236}">
                    <a16:creationId xmlns:a16="http://schemas.microsoft.com/office/drawing/2014/main" id="{5FCEC5F9-CCBD-F740-9BDC-46AA526F4A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2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47" name="Shape 3336">
                <a:extLst>
                  <a:ext uri="{FF2B5EF4-FFF2-40B4-BE49-F238E27FC236}">
                    <a16:creationId xmlns:a16="http://schemas.microsoft.com/office/drawing/2014/main" id="{594933A1-3F88-A14B-8BE2-CDC484D096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800" b="1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29" name="TextBox 1">
              <a:extLst>
                <a:ext uri="{FF2B5EF4-FFF2-40B4-BE49-F238E27FC236}">
                  <a16:creationId xmlns:a16="http://schemas.microsoft.com/office/drawing/2014/main" id="{9305A735-2A99-E54D-872B-976C486CA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5"/>
              <a:ext cx="1895476" cy="954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d    1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1    1    1    1</a:t>
              </a:r>
            </a:p>
          </p:txBody>
        </p:sp>
      </p:grpSp>
      <p:grpSp>
        <p:nvGrpSpPr>
          <p:cNvPr id="156748" name="Group 2">
            <a:extLst>
              <a:ext uri="{FF2B5EF4-FFF2-40B4-BE49-F238E27FC236}">
                <a16:creationId xmlns:a16="http://schemas.microsoft.com/office/drawing/2014/main" id="{41C33161-5E32-489D-86D0-4B69A3C3B60B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4683125"/>
            <a:ext cx="2728912" cy="1778000"/>
            <a:chOff x="4970810" y="2889713"/>
            <a:chExt cx="2728914" cy="1778000"/>
          </a:xfrm>
        </p:grpSpPr>
        <p:grpSp>
          <p:nvGrpSpPr>
            <p:cNvPr id="156749" name="Group 105">
              <a:extLst>
                <a:ext uri="{FF2B5EF4-FFF2-40B4-BE49-F238E27FC236}">
                  <a16:creationId xmlns:a16="http://schemas.microsoft.com/office/drawing/2014/main" id="{93D90E0D-8F04-475B-80C7-E4F9DA9784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51" name="Shape 3318">
                <a:extLst>
                  <a:ext uri="{FF2B5EF4-FFF2-40B4-BE49-F238E27FC236}">
                    <a16:creationId xmlns:a16="http://schemas.microsoft.com/office/drawing/2014/main" id="{5ECE7D6E-5CB1-A445-A79E-7B99867854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52" name="Shape 3319">
                <a:extLst>
                  <a:ext uri="{FF2B5EF4-FFF2-40B4-BE49-F238E27FC236}">
                    <a16:creationId xmlns:a16="http://schemas.microsoft.com/office/drawing/2014/main" id="{AA64F81B-8EC0-4868-BE60-3C015D0115B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53" name="Shape 3320">
                <a:extLst>
                  <a:ext uri="{FF2B5EF4-FFF2-40B4-BE49-F238E27FC236}">
                    <a16:creationId xmlns:a16="http://schemas.microsoft.com/office/drawing/2014/main" id="{F91E689A-C6FF-4654-ACE6-3EA0C5AA034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54" name="Shape 3321">
                <a:extLst>
                  <a:ext uri="{FF2B5EF4-FFF2-40B4-BE49-F238E27FC236}">
                    <a16:creationId xmlns:a16="http://schemas.microsoft.com/office/drawing/2014/main" id="{FA513955-7582-4212-B50E-B8272AFEBCA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55" name="Shape 3322">
                <a:extLst>
                  <a:ext uri="{FF2B5EF4-FFF2-40B4-BE49-F238E27FC236}">
                    <a16:creationId xmlns:a16="http://schemas.microsoft.com/office/drawing/2014/main" id="{1F8D6F97-2831-2A47-87CF-8049326182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6756" name="Shape 3323">
                <a:extLst>
                  <a:ext uri="{FF2B5EF4-FFF2-40B4-BE49-F238E27FC236}">
                    <a16:creationId xmlns:a16="http://schemas.microsoft.com/office/drawing/2014/main" id="{3AAD2357-C63B-4F80-903F-19F7E1E6F1D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6757" name="Shape 3324">
                <a:extLst>
                  <a:ext uri="{FF2B5EF4-FFF2-40B4-BE49-F238E27FC236}">
                    <a16:creationId xmlns:a16="http://schemas.microsoft.com/office/drawing/2014/main" id="{690BA6A9-D426-49F1-BCAC-EAF0A7020E8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58" name="Shape 3325">
                <a:extLst>
                  <a:ext uri="{FF2B5EF4-FFF2-40B4-BE49-F238E27FC236}">
                    <a16:creationId xmlns:a16="http://schemas.microsoft.com/office/drawing/2014/main" id="{551E8300-4AD4-D14C-9D34-0CBE9B11A8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59" name="Shape 3326">
                <a:extLst>
                  <a:ext uri="{FF2B5EF4-FFF2-40B4-BE49-F238E27FC236}">
                    <a16:creationId xmlns:a16="http://schemas.microsoft.com/office/drawing/2014/main" id="{7D6A3298-AAF8-F041-9949-B13932F41B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60" name="Shape 3327">
                <a:extLst>
                  <a:ext uri="{FF2B5EF4-FFF2-40B4-BE49-F238E27FC236}">
                    <a16:creationId xmlns:a16="http://schemas.microsoft.com/office/drawing/2014/main" id="{0052FFF2-F1BA-4E48-9542-C24D18533A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61" name="Shape 3328">
                <a:extLst>
                  <a:ext uri="{FF2B5EF4-FFF2-40B4-BE49-F238E27FC236}">
                    <a16:creationId xmlns:a16="http://schemas.microsoft.com/office/drawing/2014/main" id="{2411105A-8053-DC4A-8DF6-5A95DD38F0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62" name="Shape 3329">
                <a:extLst>
                  <a:ext uri="{FF2B5EF4-FFF2-40B4-BE49-F238E27FC236}">
                    <a16:creationId xmlns:a16="http://schemas.microsoft.com/office/drawing/2014/main" id="{E9872665-AA40-BC45-B622-001B9DF966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63" name="Shape 3330">
                <a:extLst>
                  <a:ext uri="{FF2B5EF4-FFF2-40B4-BE49-F238E27FC236}">
                    <a16:creationId xmlns:a16="http://schemas.microsoft.com/office/drawing/2014/main" id="{C81A6619-FC93-9C40-8DFC-656DF2908A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64" name="Shape 3331">
                <a:extLst>
                  <a:ext uri="{FF2B5EF4-FFF2-40B4-BE49-F238E27FC236}">
                    <a16:creationId xmlns:a16="http://schemas.microsoft.com/office/drawing/2014/main" id="{F7AB1971-A1CD-544D-AC1D-30D7517989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65" name="Shape 3332">
                <a:extLst>
                  <a:ext uri="{FF2B5EF4-FFF2-40B4-BE49-F238E27FC236}">
                    <a16:creationId xmlns:a16="http://schemas.microsoft.com/office/drawing/2014/main" id="{A249286E-7E9D-F143-B9F8-74BC0A6E5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66" name="Shape 3334">
                <a:extLst>
                  <a:ext uri="{FF2B5EF4-FFF2-40B4-BE49-F238E27FC236}">
                    <a16:creationId xmlns:a16="http://schemas.microsoft.com/office/drawing/2014/main" id="{23F2FBA8-36C6-154B-A9E4-F76E3B0815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67" name="Shape 3335">
                <a:extLst>
                  <a:ext uri="{FF2B5EF4-FFF2-40B4-BE49-F238E27FC236}">
                    <a16:creationId xmlns:a16="http://schemas.microsoft.com/office/drawing/2014/main" id="{C6BF96C4-7A0A-A44A-941D-223759BDD3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68" name="Shape 3336">
                <a:extLst>
                  <a:ext uri="{FF2B5EF4-FFF2-40B4-BE49-F238E27FC236}">
                    <a16:creationId xmlns:a16="http://schemas.microsoft.com/office/drawing/2014/main" id="{59391FE8-972C-B348-BABF-B5FD4FA19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z</a:t>
                </a:r>
                <a:endPara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Times New Roman" charset="0"/>
                  <a:sym typeface="Times New Roman" charset="0"/>
                </a:endParaRPr>
              </a:p>
            </p:txBody>
          </p:sp>
        </p:grpSp>
        <p:sp>
          <p:nvSpPr>
            <p:cNvPr id="50" name="TextBox 1">
              <a:extLst>
                <a:ext uri="{FF2B5EF4-FFF2-40B4-BE49-F238E27FC236}">
                  <a16:creationId xmlns:a16="http://schemas.microsoft.com/office/drawing/2014/main" id="{74FE7751-A696-6B44-BF29-8E27ED8497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6"/>
              <a:ext cx="1895476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d    d    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1    0    1    0</a:t>
              </a:r>
            </a:p>
          </p:txBody>
        </p: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Shape 730">
            <a:extLst>
              <a:ext uri="{FF2B5EF4-FFF2-40B4-BE49-F238E27FC236}">
                <a16:creationId xmlns:a16="http://schemas.microsoft.com/office/drawing/2014/main" id="{9CF53805-4D4F-C74C-8809-0332F10A66CB}"/>
              </a:ext>
            </a:extLst>
          </p:cNvPr>
          <p:cNvGraphicFramePr>
            <a:graphicFrameLocks noGrp="1"/>
          </p:cNvGraphicFramePr>
          <p:nvPr/>
        </p:nvGraphicFramePr>
        <p:xfrm>
          <a:off x="6043613" y="1633538"/>
          <a:ext cx="2644775" cy="3843333"/>
        </p:xfrm>
        <a:graphic>
          <a:graphicData uri="http://schemas.openxmlformats.org/drawingml/2006/table">
            <a:tbl>
              <a:tblPr/>
              <a:tblGrid>
                <a:gridCol w="4413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9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w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2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Y</a:t>
                      </a:r>
                      <a:r>
                        <a:rPr kumimoji="0" lang="en-US" altLang="en-US" sz="1600" b="1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1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z</a:t>
                      </a:r>
                      <a:endParaRPr kumimoji="0" lang="en-US" altLang="en-US" sz="1600" b="1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charset="0"/>
                        <a:ea typeface="ＭＳ Ｐゴシック" charset="-128"/>
                        <a:sym typeface="Times New Roman" charset="0"/>
                      </a:endParaRP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7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0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d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703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  <a:sym typeface="Times New Roman" charset="0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charset="0"/>
                          <a:ea typeface="ＭＳ Ｐゴシック" charset="-128"/>
                        </a:rPr>
                        <a:t>1</a:t>
                      </a:r>
                    </a:p>
                  </a:txBody>
                  <a:tcPr marL="91421" marR="91421" marT="91412" marB="9141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28A863B5-F1A8-E84E-8D61-7566062FA321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K-Maps for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2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Y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1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, and z</a:t>
            </a:r>
          </a:p>
        </p:txBody>
      </p:sp>
      <p:grpSp>
        <p:nvGrpSpPr>
          <p:cNvPr id="157770" name="Group 2">
            <a:extLst>
              <a:ext uri="{FF2B5EF4-FFF2-40B4-BE49-F238E27FC236}">
                <a16:creationId xmlns:a16="http://schemas.microsoft.com/office/drawing/2014/main" id="{6969AAB0-F1FF-4188-9A82-91569DE6E960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919163"/>
            <a:ext cx="2728912" cy="1778000"/>
            <a:chOff x="4970810" y="2889713"/>
            <a:chExt cx="2728914" cy="1778000"/>
          </a:xfrm>
        </p:grpSpPr>
        <p:grpSp>
          <p:nvGrpSpPr>
            <p:cNvPr id="157823" name="Group 105">
              <a:extLst>
                <a:ext uri="{FF2B5EF4-FFF2-40B4-BE49-F238E27FC236}">
                  <a16:creationId xmlns:a16="http://schemas.microsoft.com/office/drawing/2014/main" id="{9BAFDAEF-8A5B-4AB0-8C57-31D194930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8" name="Shape 3318">
                <a:extLst>
                  <a:ext uri="{FF2B5EF4-FFF2-40B4-BE49-F238E27FC236}">
                    <a16:creationId xmlns:a16="http://schemas.microsoft.com/office/drawing/2014/main" id="{3DE7200D-0A5E-A940-8013-481283E896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826" name="Shape 3319">
                <a:extLst>
                  <a:ext uri="{FF2B5EF4-FFF2-40B4-BE49-F238E27FC236}">
                    <a16:creationId xmlns:a16="http://schemas.microsoft.com/office/drawing/2014/main" id="{8E2997F3-6CB0-460E-A9C3-20DCE119A0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27" name="Shape 3320">
                <a:extLst>
                  <a:ext uri="{FF2B5EF4-FFF2-40B4-BE49-F238E27FC236}">
                    <a16:creationId xmlns:a16="http://schemas.microsoft.com/office/drawing/2014/main" id="{C4E74D42-BF6A-44FF-A3B0-AA38A7E4EAA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28" name="Shape 3321">
                <a:extLst>
                  <a:ext uri="{FF2B5EF4-FFF2-40B4-BE49-F238E27FC236}">
                    <a16:creationId xmlns:a16="http://schemas.microsoft.com/office/drawing/2014/main" id="{21EB4B77-CBBF-4F77-9EF6-75EED419135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2" name="Shape 3322">
                <a:extLst>
                  <a:ext uri="{FF2B5EF4-FFF2-40B4-BE49-F238E27FC236}">
                    <a16:creationId xmlns:a16="http://schemas.microsoft.com/office/drawing/2014/main" id="{A3F980E0-4D66-CC4F-879F-954F02FE1A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830" name="Shape 3323">
                <a:extLst>
                  <a:ext uri="{FF2B5EF4-FFF2-40B4-BE49-F238E27FC236}">
                    <a16:creationId xmlns:a16="http://schemas.microsoft.com/office/drawing/2014/main" id="{AD8C851E-0AB9-4DC8-B8AA-495C88A3B24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31" name="Shape 3324">
                <a:extLst>
                  <a:ext uri="{FF2B5EF4-FFF2-40B4-BE49-F238E27FC236}">
                    <a16:creationId xmlns:a16="http://schemas.microsoft.com/office/drawing/2014/main" id="{6B17AF4F-4CF4-4C46-A97D-030772A3309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5" name="Shape 3325">
                <a:extLst>
                  <a:ext uri="{FF2B5EF4-FFF2-40B4-BE49-F238E27FC236}">
                    <a16:creationId xmlns:a16="http://schemas.microsoft.com/office/drawing/2014/main" id="{E48D31CB-18C6-CD4E-BD3F-56C8E22C70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16" name="Shape 3326">
                <a:extLst>
                  <a:ext uri="{FF2B5EF4-FFF2-40B4-BE49-F238E27FC236}">
                    <a16:creationId xmlns:a16="http://schemas.microsoft.com/office/drawing/2014/main" id="{B6A33D2B-3D17-D54D-B4E3-25B17B4707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17" name="Shape 3327">
                <a:extLst>
                  <a:ext uri="{FF2B5EF4-FFF2-40B4-BE49-F238E27FC236}">
                    <a16:creationId xmlns:a16="http://schemas.microsoft.com/office/drawing/2014/main" id="{9182B4B0-ACE0-7E44-B807-ECDD5F5C3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18" name="Shape 3328">
                <a:extLst>
                  <a:ext uri="{FF2B5EF4-FFF2-40B4-BE49-F238E27FC236}">
                    <a16:creationId xmlns:a16="http://schemas.microsoft.com/office/drawing/2014/main" id="{D949EC12-9000-1344-BAD3-7A173BEDC8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19" name="Shape 3329">
                <a:extLst>
                  <a:ext uri="{FF2B5EF4-FFF2-40B4-BE49-F238E27FC236}">
                    <a16:creationId xmlns:a16="http://schemas.microsoft.com/office/drawing/2014/main" id="{9973E0AA-5E48-F14D-9256-C4C585977C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20" name="Shape 3330">
                <a:extLst>
                  <a:ext uri="{FF2B5EF4-FFF2-40B4-BE49-F238E27FC236}">
                    <a16:creationId xmlns:a16="http://schemas.microsoft.com/office/drawing/2014/main" id="{0AB1BA68-9740-064F-AAE0-EB9EB96F7B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2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21" name="Shape 3331">
                <a:extLst>
                  <a:ext uri="{FF2B5EF4-FFF2-40B4-BE49-F238E27FC236}">
                    <a16:creationId xmlns:a16="http://schemas.microsoft.com/office/drawing/2014/main" id="{771F1A4D-4A91-F148-8E5F-7BFC9868FD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7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22" name="Shape 3332">
                <a:extLst>
                  <a:ext uri="{FF2B5EF4-FFF2-40B4-BE49-F238E27FC236}">
                    <a16:creationId xmlns:a16="http://schemas.microsoft.com/office/drawing/2014/main" id="{0435E78B-993A-F04F-B11B-B5638E9B19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24" name="Shape 3334">
                <a:extLst>
                  <a:ext uri="{FF2B5EF4-FFF2-40B4-BE49-F238E27FC236}">
                    <a16:creationId xmlns:a16="http://schemas.microsoft.com/office/drawing/2014/main" id="{7EF8803B-6726-7E48-9030-02447C807E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25" name="Shape 3335">
                <a:extLst>
                  <a:ext uri="{FF2B5EF4-FFF2-40B4-BE49-F238E27FC236}">
                    <a16:creationId xmlns:a16="http://schemas.microsoft.com/office/drawing/2014/main" id="{001BCC7A-8E0B-894B-93F3-813B5191B9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2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26" name="Shape 3336">
                <a:extLst>
                  <a:ext uri="{FF2B5EF4-FFF2-40B4-BE49-F238E27FC236}">
                    <a16:creationId xmlns:a16="http://schemas.microsoft.com/office/drawing/2014/main" id="{6EBBD272-8A13-034E-B29D-C50A935393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800" b="1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7" name="TextBox 1">
              <a:extLst>
                <a:ext uri="{FF2B5EF4-FFF2-40B4-BE49-F238E27FC236}">
                  <a16:creationId xmlns:a16="http://schemas.microsoft.com/office/drawing/2014/main" id="{54F5083F-59C9-924D-9FFF-153B6D8CC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5"/>
              <a:ext cx="1895476" cy="954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d    d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0    0    1    1</a:t>
              </a:r>
            </a:p>
          </p:txBody>
        </p:sp>
      </p:grpSp>
      <p:grpSp>
        <p:nvGrpSpPr>
          <p:cNvPr id="157771" name="Group 2">
            <a:extLst>
              <a:ext uri="{FF2B5EF4-FFF2-40B4-BE49-F238E27FC236}">
                <a16:creationId xmlns:a16="http://schemas.microsoft.com/office/drawing/2014/main" id="{248C16EA-E216-4930-92C9-7A0B1798B66A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2849563"/>
            <a:ext cx="2728912" cy="1778000"/>
            <a:chOff x="4970810" y="2889713"/>
            <a:chExt cx="2728914" cy="1778000"/>
          </a:xfrm>
        </p:grpSpPr>
        <p:grpSp>
          <p:nvGrpSpPr>
            <p:cNvPr id="157803" name="Group 105">
              <a:extLst>
                <a:ext uri="{FF2B5EF4-FFF2-40B4-BE49-F238E27FC236}">
                  <a16:creationId xmlns:a16="http://schemas.microsoft.com/office/drawing/2014/main" id="{B8FF2190-E1BB-48FA-BA32-9D28777379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30" name="Shape 3318">
                <a:extLst>
                  <a:ext uri="{FF2B5EF4-FFF2-40B4-BE49-F238E27FC236}">
                    <a16:creationId xmlns:a16="http://schemas.microsoft.com/office/drawing/2014/main" id="{A03DE265-AC95-F140-985B-E001ADF22C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806" name="Shape 3319">
                <a:extLst>
                  <a:ext uri="{FF2B5EF4-FFF2-40B4-BE49-F238E27FC236}">
                    <a16:creationId xmlns:a16="http://schemas.microsoft.com/office/drawing/2014/main" id="{B976647B-8F5C-4529-A4D7-6938751A8AC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07" name="Shape 3320">
                <a:extLst>
                  <a:ext uri="{FF2B5EF4-FFF2-40B4-BE49-F238E27FC236}">
                    <a16:creationId xmlns:a16="http://schemas.microsoft.com/office/drawing/2014/main" id="{F2FE8C71-89B9-4D32-91A4-A5773BE2166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08" name="Shape 3321">
                <a:extLst>
                  <a:ext uri="{FF2B5EF4-FFF2-40B4-BE49-F238E27FC236}">
                    <a16:creationId xmlns:a16="http://schemas.microsoft.com/office/drawing/2014/main" id="{8E44F938-CD5E-4ACE-ABA0-B8B57BCBED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4" name="Shape 3322">
                <a:extLst>
                  <a:ext uri="{FF2B5EF4-FFF2-40B4-BE49-F238E27FC236}">
                    <a16:creationId xmlns:a16="http://schemas.microsoft.com/office/drawing/2014/main" id="{55CDA9A3-F3D7-BE45-81A8-9969BD2B37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810" name="Shape 3323">
                <a:extLst>
                  <a:ext uri="{FF2B5EF4-FFF2-40B4-BE49-F238E27FC236}">
                    <a16:creationId xmlns:a16="http://schemas.microsoft.com/office/drawing/2014/main" id="{53EB867B-3CFD-4E17-BF6C-B87233A2E69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811" name="Shape 3324">
                <a:extLst>
                  <a:ext uri="{FF2B5EF4-FFF2-40B4-BE49-F238E27FC236}">
                    <a16:creationId xmlns:a16="http://schemas.microsoft.com/office/drawing/2014/main" id="{C2DD99AD-F877-4292-85A4-BB5576B0C7C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" name="Shape 3325">
                <a:extLst>
                  <a:ext uri="{FF2B5EF4-FFF2-40B4-BE49-F238E27FC236}">
                    <a16:creationId xmlns:a16="http://schemas.microsoft.com/office/drawing/2014/main" id="{C0485956-8897-4C4E-9C16-2EE63753C6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38" name="Shape 3326">
                <a:extLst>
                  <a:ext uri="{FF2B5EF4-FFF2-40B4-BE49-F238E27FC236}">
                    <a16:creationId xmlns:a16="http://schemas.microsoft.com/office/drawing/2014/main" id="{C10DD817-AC51-0D44-BAC9-D09C9662CA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39" name="Shape 3327">
                <a:extLst>
                  <a:ext uri="{FF2B5EF4-FFF2-40B4-BE49-F238E27FC236}">
                    <a16:creationId xmlns:a16="http://schemas.microsoft.com/office/drawing/2014/main" id="{8460DAD0-D0D9-E94D-A2B2-DE2A3FBE22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40" name="Shape 3328">
                <a:extLst>
                  <a:ext uri="{FF2B5EF4-FFF2-40B4-BE49-F238E27FC236}">
                    <a16:creationId xmlns:a16="http://schemas.microsoft.com/office/drawing/2014/main" id="{BB15ED97-0208-0D4E-9912-A7DDC6A608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41" name="Shape 3329">
                <a:extLst>
                  <a:ext uri="{FF2B5EF4-FFF2-40B4-BE49-F238E27FC236}">
                    <a16:creationId xmlns:a16="http://schemas.microsoft.com/office/drawing/2014/main" id="{E795C9A1-A7AC-E149-A7EE-744B8FAE3D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42" name="Shape 3330">
                <a:extLst>
                  <a:ext uri="{FF2B5EF4-FFF2-40B4-BE49-F238E27FC236}">
                    <a16:creationId xmlns:a16="http://schemas.microsoft.com/office/drawing/2014/main" id="{DCB6746C-BFE2-2849-8600-481D48D1A6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2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43" name="Shape 3331">
                <a:extLst>
                  <a:ext uri="{FF2B5EF4-FFF2-40B4-BE49-F238E27FC236}">
                    <a16:creationId xmlns:a16="http://schemas.microsoft.com/office/drawing/2014/main" id="{F0F24024-7E43-D64F-A48C-DF8CA9C1FE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7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44" name="Shape 3332">
                <a:extLst>
                  <a:ext uri="{FF2B5EF4-FFF2-40B4-BE49-F238E27FC236}">
                    <a16:creationId xmlns:a16="http://schemas.microsoft.com/office/drawing/2014/main" id="{615D20A3-FEB2-E243-888C-3090A17BAB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45" name="Shape 3334">
                <a:extLst>
                  <a:ext uri="{FF2B5EF4-FFF2-40B4-BE49-F238E27FC236}">
                    <a16:creationId xmlns:a16="http://schemas.microsoft.com/office/drawing/2014/main" id="{84B80E6F-12A4-7A4B-84DB-9E1D30AC06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46" name="Shape 3335">
                <a:extLst>
                  <a:ext uri="{FF2B5EF4-FFF2-40B4-BE49-F238E27FC236}">
                    <a16:creationId xmlns:a16="http://schemas.microsoft.com/office/drawing/2014/main" id="{7E4BAFB7-673B-5742-BDCB-F3C954787C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2"/>
                <a:ext cx="123825" cy="198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47" name="Shape 3336">
                <a:extLst>
                  <a:ext uri="{FF2B5EF4-FFF2-40B4-BE49-F238E27FC236}">
                    <a16:creationId xmlns:a16="http://schemas.microsoft.com/office/drawing/2014/main" id="{2A405A1C-7F73-AD45-AF0A-89F57094CB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800" b="1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</p:grpSp>
        <p:sp>
          <p:nvSpPr>
            <p:cNvPr id="29" name="TextBox 1">
              <a:extLst>
                <a:ext uri="{FF2B5EF4-FFF2-40B4-BE49-F238E27FC236}">
                  <a16:creationId xmlns:a16="http://schemas.microsoft.com/office/drawing/2014/main" id="{317EE848-29F3-9048-A43F-09F4B2EC3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5"/>
              <a:ext cx="1895476" cy="954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d    1    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1    1    1    1</a:t>
              </a:r>
            </a:p>
          </p:txBody>
        </p:sp>
      </p:grpSp>
      <p:grpSp>
        <p:nvGrpSpPr>
          <p:cNvPr id="157772" name="Group 2">
            <a:extLst>
              <a:ext uri="{FF2B5EF4-FFF2-40B4-BE49-F238E27FC236}">
                <a16:creationId xmlns:a16="http://schemas.microsoft.com/office/drawing/2014/main" id="{BFE332F7-9547-4CF3-84CC-FD0A0D0D84EA}"/>
              </a:ext>
            </a:extLst>
          </p:cNvPr>
          <p:cNvGrpSpPr>
            <a:grpSpLocks/>
          </p:cNvGrpSpPr>
          <p:nvPr/>
        </p:nvGrpSpPr>
        <p:grpSpPr bwMode="auto">
          <a:xfrm>
            <a:off x="1271588" y="4683125"/>
            <a:ext cx="2728912" cy="1778000"/>
            <a:chOff x="4970810" y="2889713"/>
            <a:chExt cx="2728914" cy="1778000"/>
          </a:xfrm>
        </p:grpSpPr>
        <p:grpSp>
          <p:nvGrpSpPr>
            <p:cNvPr id="157783" name="Group 105">
              <a:extLst>
                <a:ext uri="{FF2B5EF4-FFF2-40B4-BE49-F238E27FC236}">
                  <a16:creationId xmlns:a16="http://schemas.microsoft.com/office/drawing/2014/main" id="{BE1418DA-D815-44FE-B402-ABF382E02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0810" y="2889713"/>
              <a:ext cx="2728914" cy="1778000"/>
              <a:chOff x="4851399" y="3867150"/>
              <a:chExt cx="2728914" cy="1778000"/>
            </a:xfrm>
          </p:grpSpPr>
          <p:sp>
            <p:nvSpPr>
              <p:cNvPr id="51" name="Shape 3318">
                <a:extLst>
                  <a:ext uri="{FF2B5EF4-FFF2-40B4-BE49-F238E27FC236}">
                    <a16:creationId xmlns:a16="http://schemas.microsoft.com/office/drawing/2014/main" id="{9B63C14D-3BE9-A945-86AF-BE49F9D661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5625" y="4660900"/>
                <a:ext cx="960438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786" name="Shape 3319">
                <a:extLst>
                  <a:ext uri="{FF2B5EF4-FFF2-40B4-BE49-F238E27FC236}">
                    <a16:creationId xmlns:a16="http://schemas.microsoft.com/office/drawing/2014/main" id="{CEA560D0-D844-4111-B8F6-5BA9580BD39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635625" y="5164138"/>
                <a:ext cx="960438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787" name="Shape 3320">
                <a:extLst>
                  <a:ext uri="{FF2B5EF4-FFF2-40B4-BE49-F238E27FC236}">
                    <a16:creationId xmlns:a16="http://schemas.microsoft.com/office/drawing/2014/main" id="{129952DE-6BBB-458F-B493-15CFC3C8ABC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611505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788" name="Shape 3321">
                <a:extLst>
                  <a:ext uri="{FF2B5EF4-FFF2-40B4-BE49-F238E27FC236}">
                    <a16:creationId xmlns:a16="http://schemas.microsoft.com/office/drawing/2014/main" id="{007EC268-566E-4CF0-9958-D21F327D5EB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5154613" y="4181475"/>
                <a:ext cx="481012" cy="479425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55" name="Shape 3322">
                <a:extLst>
                  <a:ext uri="{FF2B5EF4-FFF2-40B4-BE49-F238E27FC236}">
                    <a16:creationId xmlns:a16="http://schemas.microsoft.com/office/drawing/2014/main" id="{52BB2470-7265-1645-A2FB-2BC0BFED32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96062" y="4660900"/>
                <a:ext cx="984251" cy="984250"/>
              </a:xfrm>
              <a:prstGeom prst="rect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/>
              </a:extLst>
            </p:spPr>
            <p:txBody>
              <a:bodyPr lIns="91425" tIns="45700" rIns="91425" bIns="4570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endParaRPr>
              </a:p>
            </p:txBody>
          </p:sp>
          <p:cxnSp>
            <p:nvCxnSpPr>
              <p:cNvPr id="157790" name="Shape 3323">
                <a:extLst>
                  <a:ext uri="{FF2B5EF4-FFF2-40B4-BE49-F238E27FC236}">
                    <a16:creationId xmlns:a16="http://schemas.microsoft.com/office/drawing/2014/main" id="{CCC7E46C-A571-4D7E-A8E4-8F50613BD43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6596063" y="5164138"/>
                <a:ext cx="984250" cy="1587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7791" name="Shape 3324">
                <a:extLst>
                  <a:ext uri="{FF2B5EF4-FFF2-40B4-BE49-F238E27FC236}">
                    <a16:creationId xmlns:a16="http://schemas.microsoft.com/office/drawing/2014/main" id="{51DDAD6C-1125-49F0-B63B-A3740D1CE16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rot="10800000" flipH="1">
                <a:off x="7099300" y="4660900"/>
                <a:ext cx="1588" cy="984250"/>
              </a:xfrm>
              <a:prstGeom prst="straightConnector1">
                <a:avLst/>
              </a:prstGeom>
              <a:noFill/>
              <a:ln w="222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58" name="Shape 3325">
                <a:extLst>
                  <a:ext uri="{FF2B5EF4-FFF2-40B4-BE49-F238E27FC236}">
                    <a16:creationId xmlns:a16="http://schemas.microsoft.com/office/drawing/2014/main" id="{7D1B8D47-62CD-214B-B076-AE959BDBA2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8724" y="4273550"/>
                <a:ext cx="18573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</a:t>
                </a:r>
                <a:r>
                  <a:rPr kumimoji="0" lang="en-US" sz="1600" b="0" i="1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</a:t>
                </a: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 </a:t>
                </a:r>
              </a:p>
            </p:txBody>
          </p:sp>
          <p:sp>
            <p:nvSpPr>
              <p:cNvPr id="59" name="Shape 3326">
                <a:extLst>
                  <a:ext uri="{FF2B5EF4-FFF2-40B4-BE49-F238E27FC236}">
                    <a16:creationId xmlns:a16="http://schemas.microsoft.com/office/drawing/2014/main" id="{665E4933-20CA-3A42-8DA3-3341E11BFB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2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00</a:t>
                </a:r>
              </a:p>
            </p:txBody>
          </p:sp>
          <p:sp>
            <p:nvSpPr>
              <p:cNvPr id="60" name="Shape 3327">
                <a:extLst>
                  <a:ext uri="{FF2B5EF4-FFF2-40B4-BE49-F238E27FC236}">
                    <a16:creationId xmlns:a16="http://schemas.microsoft.com/office/drawing/2014/main" id="{67CC16ED-0C79-194B-A116-0F460A63E4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56337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01</a:t>
                </a:r>
              </a:p>
            </p:txBody>
          </p:sp>
          <p:sp>
            <p:nvSpPr>
              <p:cNvPr id="61" name="Shape 3328">
                <a:extLst>
                  <a:ext uri="{FF2B5EF4-FFF2-40B4-BE49-F238E27FC236}">
                    <a16:creationId xmlns:a16="http://schemas.microsoft.com/office/drawing/2014/main" id="{9A462BFD-9A9E-804A-B1A3-65C7FB54A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2112" y="4400550"/>
                <a:ext cx="33972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11</a:t>
                </a:r>
              </a:p>
            </p:txBody>
          </p:sp>
          <p:sp>
            <p:nvSpPr>
              <p:cNvPr id="62" name="Shape 3329">
                <a:extLst>
                  <a:ext uri="{FF2B5EF4-FFF2-40B4-BE49-F238E27FC236}">
                    <a16:creationId xmlns:a16="http://schemas.microsoft.com/office/drawing/2014/main" id="{B452F12D-6649-F44B-931D-8A91D62C13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9476" y="4400550"/>
                <a:ext cx="320675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10</a:t>
                </a:r>
              </a:p>
            </p:txBody>
          </p:sp>
          <p:sp>
            <p:nvSpPr>
              <p:cNvPr id="63" name="Shape 3330">
                <a:extLst>
                  <a:ext uri="{FF2B5EF4-FFF2-40B4-BE49-F238E27FC236}">
                    <a16:creationId xmlns:a16="http://schemas.microsoft.com/office/drawing/2014/main" id="{EC7BC026-72F9-1D49-9516-0150F89B14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7499" y="4805363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0 </a:t>
                </a:r>
              </a:p>
            </p:txBody>
          </p:sp>
          <p:sp>
            <p:nvSpPr>
              <p:cNvPr id="64" name="Shape 3331">
                <a:extLst>
                  <a:ext uri="{FF2B5EF4-FFF2-40B4-BE49-F238E27FC236}">
                    <a16:creationId xmlns:a16="http://schemas.microsoft.com/office/drawing/2014/main" id="{F943BA8C-7502-4F47-890C-45E374A5A2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86386" y="5291138"/>
                <a:ext cx="152400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1 </a:t>
                </a:r>
              </a:p>
            </p:txBody>
          </p:sp>
          <p:sp>
            <p:nvSpPr>
              <p:cNvPr id="65" name="Shape 3332">
                <a:extLst>
                  <a:ext uri="{FF2B5EF4-FFF2-40B4-BE49-F238E27FC236}">
                    <a16:creationId xmlns:a16="http://schemas.microsoft.com/office/drawing/2014/main" id="{B3CDB500-48EF-3E47-99B2-0E175CBF57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129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w </a:t>
                </a:r>
              </a:p>
            </p:txBody>
          </p:sp>
          <p:sp>
            <p:nvSpPr>
              <p:cNvPr id="66" name="Shape 3334">
                <a:extLst>
                  <a:ext uri="{FF2B5EF4-FFF2-40B4-BE49-F238E27FC236}">
                    <a16:creationId xmlns:a16="http://schemas.microsoft.com/office/drawing/2014/main" id="{F4D6CF7F-3C0F-034B-AAA9-8E7EF5D8B3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18149" y="3990975"/>
                <a:ext cx="141287" cy="244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600" b="0" i="1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y </a:t>
                </a:r>
              </a:p>
            </p:txBody>
          </p:sp>
          <p:sp>
            <p:nvSpPr>
              <p:cNvPr id="67" name="Shape 3335">
                <a:extLst>
                  <a:ext uri="{FF2B5EF4-FFF2-40B4-BE49-F238E27FC236}">
                    <a16:creationId xmlns:a16="http://schemas.microsoft.com/office/drawing/2014/main" id="{F532117A-DFD0-8749-923D-EC1B2EBC1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18162" y="4094163"/>
                <a:ext cx="123825" cy="198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2 </a:t>
                </a:r>
              </a:p>
            </p:txBody>
          </p:sp>
          <p:sp>
            <p:nvSpPr>
              <p:cNvPr id="68" name="Shape 3336">
                <a:extLst>
                  <a:ext uri="{FF2B5EF4-FFF2-40B4-BE49-F238E27FC236}">
                    <a16:creationId xmlns:a16="http://schemas.microsoft.com/office/drawing/2014/main" id="{25F3619D-BE85-154A-B03A-5CF7A43E78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1399" y="3867150"/>
                <a:ext cx="303212" cy="314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 lIns="0" tIns="0" rIns="0" bIns="0"/>
              <a:lstStyle>
                <a:lvl1pPr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ＭＳ Ｐゴシック" charset="0"/>
                    <a:sym typeface="Arial" charset="0"/>
                  </a:defRPr>
                </a:lvl1pPr>
                <a:lvl2pPr marL="742950" indent="-28575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2pPr>
                <a:lvl3pPr marL="11430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3pPr>
                <a:lvl4pPr marL="16002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4pPr>
                <a:lvl5pPr marL="2057400" indent="-228600" eaLnBrk="0" hangingPunct="0"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charset="0"/>
                    <a:ea typeface="ＭＳ Ｐゴシック" charset="0"/>
                    <a:sym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ct val="25000"/>
                  <a:buFont typeface="Times New Roman" charset="0"/>
                  <a:buNone/>
                  <a:tabLst/>
                  <a:defRPr/>
                </a:pPr>
                <a:r>
                  <a:rPr kumimoji="0" lang="en-US" sz="1800" b="1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  <a:cs typeface="Times New Roman" charset="0"/>
                    <a:sym typeface="Times New Roman" charset="0"/>
                  </a:rPr>
                  <a:t>z</a:t>
                </a:r>
                <a:endPara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Times New Roman" charset="0"/>
                  <a:sym typeface="Times New Roman" charset="0"/>
                </a:endParaRPr>
              </a:p>
            </p:txBody>
          </p:sp>
        </p:grpSp>
        <p:sp>
          <p:nvSpPr>
            <p:cNvPr id="50" name="TextBox 1">
              <a:extLst>
                <a:ext uri="{FF2B5EF4-FFF2-40B4-BE49-F238E27FC236}">
                  <a16:creationId xmlns:a16="http://schemas.microsoft.com/office/drawing/2014/main" id="{87999FA0-F989-0045-B755-92BE68C58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96311" y="3707276"/>
              <a:ext cx="1895476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/>
              <a:ext uri="{91240B29-F687-4f45-9708-019B960494DF}"/>
            </a:extLst>
          </p:spPr>
          <p:txBody>
            <a:bodyPr wrap="none">
              <a:spAutoFit/>
            </a:bodyPr>
            <a:lstStyle>
              <a:lvl1pPr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  <a:sym typeface="Arial" charset="0"/>
                </a:defRPr>
              </a:lvl1pPr>
              <a:lvl2pPr marL="742950" indent="-28575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2pPr>
              <a:lvl3pPr marL="11430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3pPr>
              <a:lvl4pPr marL="16002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4pPr>
              <a:lvl5pPr marL="2057400" indent="-228600" eaLnBrk="0" hangingPunct="0"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charset="0"/>
                  <a:ea typeface="ＭＳ Ｐゴシック" charset="0"/>
                  <a:sym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0    d    d    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Arial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Arial" charset="0"/>
                </a:rPr>
                <a:t>1    0    1    0</a:t>
              </a:r>
            </a:p>
          </p:txBody>
        </p:sp>
      </p:grpSp>
      <p:sp>
        <p:nvSpPr>
          <p:cNvPr id="69" name="Rounded Rectangle 68">
            <a:extLst>
              <a:ext uri="{FF2B5EF4-FFF2-40B4-BE49-F238E27FC236}">
                <a16:creationId xmlns:a16="http://schemas.microsoft.com/office/drawing/2014/main" id="{22D91BFC-6E8E-E54D-81D3-5B5FC12546FB}"/>
              </a:ext>
            </a:extLst>
          </p:cNvPr>
          <p:cNvSpPr/>
          <p:nvPr/>
        </p:nvSpPr>
        <p:spPr bwMode="auto">
          <a:xfrm rot="16200000">
            <a:off x="2614613" y="3238500"/>
            <a:ext cx="838200" cy="1828800"/>
          </a:xfrm>
          <a:prstGeom prst="roundRect">
            <a:avLst/>
          </a:prstGeom>
          <a:noFill/>
          <a:ln w="31750">
            <a:solidFill>
              <a:srgbClr val="00B05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70" name="Rounded Rectangle 69">
            <a:extLst>
              <a:ext uri="{FF2B5EF4-FFF2-40B4-BE49-F238E27FC236}">
                <a16:creationId xmlns:a16="http://schemas.microsoft.com/office/drawing/2014/main" id="{8D234236-0CD8-3847-BDD5-F5D312F89265}"/>
              </a:ext>
            </a:extLst>
          </p:cNvPr>
          <p:cNvSpPr/>
          <p:nvPr/>
        </p:nvSpPr>
        <p:spPr bwMode="auto">
          <a:xfrm rot="16200000">
            <a:off x="2842419" y="5790406"/>
            <a:ext cx="838200" cy="382588"/>
          </a:xfrm>
          <a:prstGeom prst="roundRect">
            <a:avLst/>
          </a:prstGeom>
          <a:noFill/>
          <a:ln w="31750"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71" name="Rounded Rectangle 70">
            <a:extLst>
              <a:ext uri="{FF2B5EF4-FFF2-40B4-BE49-F238E27FC236}">
                <a16:creationId xmlns:a16="http://schemas.microsoft.com/office/drawing/2014/main" id="{6C786D93-86EF-5D4E-A434-B56CC6EE64E7}"/>
              </a:ext>
            </a:extLst>
          </p:cNvPr>
          <p:cNvSpPr/>
          <p:nvPr/>
        </p:nvSpPr>
        <p:spPr bwMode="auto">
          <a:xfrm rot="16200000">
            <a:off x="2099469" y="6026944"/>
            <a:ext cx="381000" cy="382588"/>
          </a:xfrm>
          <a:prstGeom prst="roundRect">
            <a:avLst/>
          </a:prstGeom>
          <a:noFill/>
          <a:ln w="31750">
            <a:solidFill>
              <a:srgbClr val="80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72" name="Rounded Rectangle 71">
            <a:extLst>
              <a:ext uri="{FF2B5EF4-FFF2-40B4-BE49-F238E27FC236}">
                <a16:creationId xmlns:a16="http://schemas.microsoft.com/office/drawing/2014/main" id="{43C0E5A5-CC0D-0B4D-BA1E-4FBD40563E30}"/>
              </a:ext>
            </a:extLst>
          </p:cNvPr>
          <p:cNvSpPr/>
          <p:nvPr/>
        </p:nvSpPr>
        <p:spPr bwMode="auto">
          <a:xfrm rot="16200000">
            <a:off x="3096419" y="1788319"/>
            <a:ext cx="838200" cy="865188"/>
          </a:xfrm>
          <a:prstGeom prst="roundRect">
            <a:avLst/>
          </a:prstGeom>
          <a:noFill/>
          <a:ln w="31750"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ＭＳ Ｐゴシック"/>
              <a:cs typeface="+mn-cs"/>
            </a:endParaRPr>
          </a:p>
        </p:txBody>
      </p:sp>
      <p:sp>
        <p:nvSpPr>
          <p:cNvPr id="157777" name="TextBox 1">
            <a:extLst>
              <a:ext uri="{FF2B5EF4-FFF2-40B4-BE49-F238E27FC236}">
                <a16:creationId xmlns:a16="http://schemas.microsoft.com/office/drawing/2014/main" id="{EE4B3E10-AC17-42C5-A86A-0B32434B7D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1981200"/>
            <a:ext cx="9540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= w</a:t>
            </a:r>
          </a:p>
        </p:txBody>
      </p:sp>
      <p:sp>
        <p:nvSpPr>
          <p:cNvPr id="157778" name="TextBox 1">
            <a:extLst>
              <a:ext uri="{FF2B5EF4-FFF2-40B4-BE49-F238E27FC236}">
                <a16:creationId xmlns:a16="http://schemas.microsoft.com/office/drawing/2014/main" id="{30AB341A-60B0-4BBE-AD75-0F817BB54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3886200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= 1</a:t>
            </a:r>
          </a:p>
        </p:txBody>
      </p:sp>
      <p:grpSp>
        <p:nvGrpSpPr>
          <p:cNvPr id="157779" name="Group 1">
            <a:extLst>
              <a:ext uri="{FF2B5EF4-FFF2-40B4-BE49-F238E27FC236}">
                <a16:creationId xmlns:a16="http://schemas.microsoft.com/office/drawing/2014/main" id="{571E8FD9-212A-4668-8A98-04BE6DF4DA19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5791200"/>
            <a:ext cx="2408238" cy="461963"/>
            <a:chOff x="4572000" y="5791200"/>
            <a:chExt cx="2408983" cy="461665"/>
          </a:xfrm>
        </p:grpSpPr>
        <p:sp>
          <p:nvSpPr>
            <p:cNvPr id="157780" name="TextBox 1">
              <a:extLst>
                <a:ext uri="{FF2B5EF4-FFF2-40B4-BE49-F238E27FC236}">
                  <a16:creationId xmlns:a16="http://schemas.microsoft.com/office/drawing/2014/main" id="{CEE2719A-32D3-47DF-AAC0-E293538B0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5791200"/>
              <a:ext cx="240898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57781" name="Straight Connector 4">
              <a:extLst>
                <a:ext uri="{FF2B5EF4-FFF2-40B4-BE49-F238E27FC236}">
                  <a16:creationId xmlns:a16="http://schemas.microsoft.com/office/drawing/2014/main" id="{12B56CF2-D789-4BAA-B5FC-A5D93D410E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206125" y="5874668"/>
              <a:ext cx="2161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782" name="Straight Connector 4">
              <a:extLst>
                <a:ext uri="{FF2B5EF4-FFF2-40B4-BE49-F238E27FC236}">
                  <a16:creationId xmlns:a16="http://schemas.microsoft.com/office/drawing/2014/main" id="{11BD639D-2C6B-48F4-8984-C5C8ACB7FB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90909" y="5891968"/>
              <a:ext cx="2161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721" name="Picture 4">
            <a:extLst>
              <a:ext uri="{FF2B5EF4-FFF2-40B4-BE49-F238E27FC236}">
                <a16:creationId xmlns:a16="http://schemas.microsoft.com/office/drawing/2014/main" id="{A1A6CFF7-713D-4AD2-91DC-38AD4D7BD7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13" y="1076325"/>
            <a:ext cx="7369175" cy="331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84F6893B-470C-E246-802F-D53882D88D8C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grpSp>
        <p:nvGrpSpPr>
          <p:cNvPr id="158723" name="Group 2">
            <a:extLst>
              <a:ext uri="{FF2B5EF4-FFF2-40B4-BE49-F238E27FC236}">
                <a16:creationId xmlns:a16="http://schemas.microsoft.com/office/drawing/2014/main" id="{82596A88-163C-4926-8E1C-C4E3164E6687}"/>
              </a:ext>
            </a:extLst>
          </p:cNvPr>
          <p:cNvGrpSpPr>
            <a:grpSpLocks/>
          </p:cNvGrpSpPr>
          <p:nvPr/>
        </p:nvGrpSpPr>
        <p:grpSpPr bwMode="auto">
          <a:xfrm>
            <a:off x="3297238" y="4848225"/>
            <a:ext cx="2408237" cy="1200150"/>
            <a:chOff x="3297100" y="4848864"/>
            <a:chExt cx="2408950" cy="1198920"/>
          </a:xfrm>
        </p:grpSpPr>
        <p:sp>
          <p:nvSpPr>
            <p:cNvPr id="158724" name="TextBox 1">
              <a:extLst>
                <a:ext uri="{FF2B5EF4-FFF2-40B4-BE49-F238E27FC236}">
                  <a16:creationId xmlns:a16="http://schemas.microsoft.com/office/drawing/2014/main" id="{EEDC39B8-A3D4-4922-97F7-0152CA1D4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408950" cy="119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58725" name="Straight Connector 4">
              <a:extLst>
                <a:ext uri="{FF2B5EF4-FFF2-40B4-BE49-F238E27FC236}">
                  <a16:creationId xmlns:a16="http://schemas.microsoft.com/office/drawing/2014/main" id="{55832CA3-9FB1-4E79-9A81-BC1342CF99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726" name="Straight Connector 4">
              <a:extLst>
                <a:ext uri="{FF2B5EF4-FFF2-40B4-BE49-F238E27FC236}">
                  <a16:creationId xmlns:a16="http://schemas.microsoft.com/office/drawing/2014/main" id="{DB9855C6-BE45-4A09-89C7-BA00A08D8A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13171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E1C229D-2CBF-4626-AEE1-CDF861B69F4F}"/>
                  </a:ext>
                </a:extLst>
              </p14:cNvPr>
              <p14:cNvContentPartPr/>
              <p14:nvPr/>
            </p14:nvContentPartPr>
            <p14:xfrm>
              <a:off x="3065760" y="4813200"/>
              <a:ext cx="1344960" cy="1262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E1C229D-2CBF-4626-AEE1-CDF861B69F4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056400" y="4803840"/>
                <a:ext cx="1363680" cy="1281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745" name="Picture 4">
            <a:extLst>
              <a:ext uri="{FF2B5EF4-FFF2-40B4-BE49-F238E27FC236}">
                <a16:creationId xmlns:a16="http://schemas.microsoft.com/office/drawing/2014/main" id="{C251AAA8-6E27-4808-BD73-6D058A0246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13" y="1076325"/>
            <a:ext cx="7369175" cy="331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658DFF79-5B86-0341-B730-9DF62A9B6179}"/>
              </a:ext>
            </a:extLst>
          </p:cNvPr>
          <p:cNvSpPr txBox="1">
            <a:spLocks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MS PGothic" pitchFamily="34" charset="-128"/>
              </a:rPr>
              <a:t>State-Assigned Table</a:t>
            </a:r>
          </a:p>
        </p:txBody>
      </p:sp>
      <p:grpSp>
        <p:nvGrpSpPr>
          <p:cNvPr id="159747" name="Group 2">
            <a:extLst>
              <a:ext uri="{FF2B5EF4-FFF2-40B4-BE49-F238E27FC236}">
                <a16:creationId xmlns:a16="http://schemas.microsoft.com/office/drawing/2014/main" id="{BFE78AC6-E53B-415E-BC96-18E0B259CDA7}"/>
              </a:ext>
            </a:extLst>
          </p:cNvPr>
          <p:cNvGrpSpPr>
            <a:grpSpLocks/>
          </p:cNvGrpSpPr>
          <p:nvPr/>
        </p:nvGrpSpPr>
        <p:grpSpPr bwMode="auto">
          <a:xfrm>
            <a:off x="3297238" y="4848225"/>
            <a:ext cx="2408237" cy="1200150"/>
            <a:chOff x="3297100" y="4848864"/>
            <a:chExt cx="2408950" cy="1198920"/>
          </a:xfrm>
        </p:grpSpPr>
        <p:sp>
          <p:nvSpPr>
            <p:cNvPr id="159750" name="TextBox 1">
              <a:extLst>
                <a:ext uri="{FF2B5EF4-FFF2-40B4-BE49-F238E27FC236}">
                  <a16:creationId xmlns:a16="http://schemas.microsoft.com/office/drawing/2014/main" id="{EB9722AD-7878-4ED3-BBB1-3DB692C12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408950" cy="119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5pPr>
              <a:lvl6pPr marL="25146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6pPr>
              <a:lvl7pPr marL="29718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7pPr>
              <a:lvl8pPr marL="34290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8pPr>
              <a:lvl9pPr marL="3886200" indent="-228600" defTabSz="4572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cxnSp>
          <p:nvCxnSpPr>
            <p:cNvPr id="159751" name="Straight Connector 4">
              <a:extLst>
                <a:ext uri="{FF2B5EF4-FFF2-40B4-BE49-F238E27FC236}">
                  <a16:creationId xmlns:a16="http://schemas.microsoft.com/office/drawing/2014/main" id="{73A2B587-33AE-45C5-A7F0-7EB0751228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9752" name="Straight Connector 4">
              <a:extLst>
                <a:ext uri="{FF2B5EF4-FFF2-40B4-BE49-F238E27FC236}">
                  <a16:creationId xmlns:a16="http://schemas.microsoft.com/office/drawing/2014/main" id="{89CD4EC0-20C4-4DE8-BB7F-B2E76D1719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13171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59748" name="Straight Connector 4">
            <a:extLst>
              <a:ext uri="{FF2B5EF4-FFF2-40B4-BE49-F238E27FC236}">
                <a16:creationId xmlns:a16="http://schemas.microsoft.com/office/drawing/2014/main" id="{F0F182F2-D0D2-4136-A5C8-C6451B9C0D0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200400" y="4953000"/>
            <a:ext cx="1195388" cy="3079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9749" name="Straight Connector 6">
            <a:extLst>
              <a:ext uri="{FF2B5EF4-FFF2-40B4-BE49-F238E27FC236}">
                <a16:creationId xmlns:a16="http://schemas.microsoft.com/office/drawing/2014/main" id="{1F630DC1-8DB8-4F8C-9F9E-ECD71636E13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4800" y="5715000"/>
            <a:ext cx="304800" cy="3397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03" name="Shape 1926">
            <a:extLst>
              <a:ext uri="{FF2B5EF4-FFF2-40B4-BE49-F238E27FC236}">
                <a16:creationId xmlns:a16="http://schemas.microsoft.com/office/drawing/2014/main" id="{E60472A5-7465-F043-AD01-32EF759706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The Circuit Diagram</a:t>
            </a:r>
          </a:p>
        </p:txBody>
      </p:sp>
      <p:grpSp>
        <p:nvGrpSpPr>
          <p:cNvPr id="162818" name="Group 18">
            <a:extLst>
              <a:ext uri="{FF2B5EF4-FFF2-40B4-BE49-F238E27FC236}">
                <a16:creationId xmlns:a16="http://schemas.microsoft.com/office/drawing/2014/main" id="{4F44B160-7A6C-4800-96A7-FC0795FB35A2}"/>
              </a:ext>
            </a:extLst>
          </p:cNvPr>
          <p:cNvGrpSpPr>
            <a:grpSpLocks/>
          </p:cNvGrpSpPr>
          <p:nvPr/>
        </p:nvGrpSpPr>
        <p:grpSpPr bwMode="auto">
          <a:xfrm>
            <a:off x="679450" y="1582738"/>
            <a:ext cx="8208963" cy="4067175"/>
            <a:chOff x="680073" y="1582820"/>
            <a:chExt cx="8208428" cy="4067175"/>
          </a:xfrm>
        </p:grpSpPr>
        <p:sp>
          <p:nvSpPr>
            <p:cNvPr id="162823" name="Shape 1884">
              <a:extLst>
                <a:ext uri="{FF2B5EF4-FFF2-40B4-BE49-F238E27FC236}">
                  <a16:creationId xmlns:a16="http://schemas.microsoft.com/office/drawing/2014/main" id="{76895A03-EDCA-4E7F-BA90-DEB065E9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429" y="2898858"/>
              <a:ext cx="1686490" cy="2588761"/>
            </a:xfrm>
            <a:custGeom>
              <a:avLst/>
              <a:gdLst>
                <a:gd name="T0" fmla="*/ 7485 w 5633"/>
                <a:gd name="T1" fmla="*/ 2588761 h 10000"/>
                <a:gd name="T2" fmla="*/ 0 w 5633"/>
                <a:gd name="T3" fmla="*/ 327219 h 10000"/>
                <a:gd name="T4" fmla="*/ 1686490 w 5633"/>
                <a:gd name="T5" fmla="*/ 319712 h 10000"/>
                <a:gd name="T6" fmla="*/ 1686490 w 5633"/>
                <a:gd name="T7" fmla="*/ 0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3" h="10000" extrusionOk="0">
                  <a:moveTo>
                    <a:pt x="25" y="10000"/>
                  </a:moveTo>
                  <a:cubicBezTo>
                    <a:pt x="16" y="7088"/>
                    <a:pt x="9" y="4176"/>
                    <a:pt x="0" y="1264"/>
                  </a:cubicBezTo>
                  <a:lnTo>
                    <a:pt x="5633" y="1235"/>
                  </a:lnTo>
                  <a:lnTo>
                    <a:pt x="563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2824" name="Shape 1887">
              <a:extLst>
                <a:ext uri="{FF2B5EF4-FFF2-40B4-BE49-F238E27FC236}">
                  <a16:creationId xmlns:a16="http://schemas.microsoft.com/office/drawing/2014/main" id="{275D31A0-3C38-472A-A7E3-E195291968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475751" y="3462732"/>
              <a:ext cx="363226" cy="395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2825" name="Shape 1888">
              <a:extLst>
                <a:ext uri="{FF2B5EF4-FFF2-40B4-BE49-F238E27FC236}">
                  <a16:creationId xmlns:a16="http://schemas.microsoft.com/office/drawing/2014/main" id="{926D2CDF-9148-4A10-AF02-CEABAFEADE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51785" y="1916195"/>
              <a:ext cx="395288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26" name="Shape 1889">
              <a:extLst>
                <a:ext uri="{FF2B5EF4-FFF2-40B4-BE49-F238E27FC236}">
                  <a16:creationId xmlns:a16="http://schemas.microsoft.com/office/drawing/2014/main" id="{F5F20B92-CADE-4A45-AC95-93B43F8C96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1595520"/>
              <a:ext cx="800100" cy="130333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827" name="Shape 1890">
              <a:extLst>
                <a:ext uri="{FF2B5EF4-FFF2-40B4-BE49-F238E27FC236}">
                  <a16:creationId xmlns:a16="http://schemas.microsoft.com/office/drawing/2014/main" id="{5DABD62C-E7F0-4AA2-AFF8-44A1BC7DA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181935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2828" name="Shape 1891">
              <a:extLst>
                <a:ext uri="{FF2B5EF4-FFF2-40B4-BE49-F238E27FC236}">
                  <a16:creationId xmlns:a16="http://schemas.microsoft.com/office/drawing/2014/main" id="{D8092BC6-DF51-4DC2-BDF5-36B863BB41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18114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2829" name="Shape 1892">
              <a:extLst>
                <a:ext uri="{FF2B5EF4-FFF2-40B4-BE49-F238E27FC236}">
                  <a16:creationId xmlns:a16="http://schemas.microsoft.com/office/drawing/2014/main" id="{AA0F264B-D6A3-47B4-A76E-02FBA6E7CB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2441658"/>
              <a:ext cx="114300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0" name="Shape 1893">
              <a:extLst>
                <a:ext uri="{FF2B5EF4-FFF2-40B4-BE49-F238E27FC236}">
                  <a16:creationId xmlns:a16="http://schemas.microsoft.com/office/drawing/2014/main" id="{E9A3CA68-1DF3-48D1-B176-C2F54B5E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2487695"/>
              <a:ext cx="160338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 extrusionOk="0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31" name="Shape 1894">
              <a:extLst>
                <a:ext uri="{FF2B5EF4-FFF2-40B4-BE49-F238E27FC236}">
                  <a16:creationId xmlns:a16="http://schemas.microsoft.com/office/drawing/2014/main" id="{6D8E0489-1952-4AD2-8F56-B0C219918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610" y="2902033"/>
              <a:ext cx="104775" cy="103187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4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7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7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6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09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2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2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09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99"/>
                  </a:lnTo>
                  <a:lnTo>
                    <a:pt x="123" y="96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7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4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2832" name="Shape 1895">
              <a:extLst>
                <a:ext uri="{FF2B5EF4-FFF2-40B4-BE49-F238E27FC236}">
                  <a16:creationId xmlns:a16="http://schemas.microsoft.com/office/drawing/2014/main" id="{DD8F123B-8516-4AC0-9F50-3409F09AD2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347073" y="1916195"/>
              <a:ext cx="639762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2833" name="Shape 1896">
              <a:extLst>
                <a:ext uri="{FF2B5EF4-FFF2-40B4-BE49-F238E27FC236}">
                  <a16:creationId xmlns:a16="http://schemas.microsoft.com/office/drawing/2014/main" id="{FBDEBFCD-1C9A-4C0F-BB1B-4C9E36E4920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03973" y="4178383"/>
              <a:ext cx="2582862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4" name="Shape 1897">
              <a:extLst>
                <a:ext uri="{FF2B5EF4-FFF2-40B4-BE49-F238E27FC236}">
                  <a16:creationId xmlns:a16="http://schemas.microsoft.com/office/drawing/2014/main" id="{2EECB7FF-BE42-442C-AC16-641D84DC1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3857708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835" name="Shape 1898">
              <a:extLst>
                <a:ext uri="{FF2B5EF4-FFF2-40B4-BE49-F238E27FC236}">
                  <a16:creationId xmlns:a16="http://schemas.microsoft.com/office/drawing/2014/main" id="{BA4954AC-3431-4251-AC79-1D8874B66F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24638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sp>
          <p:nvSpPr>
            <p:cNvPr id="162836" name="Shape 1899">
              <a:extLst>
                <a:ext uri="{FF2B5EF4-FFF2-40B4-BE49-F238E27FC236}">
                  <a16:creationId xmlns:a16="http://schemas.microsoft.com/office/drawing/2014/main" id="{AD3D8676-7C00-4C62-9DE2-AACD190A9B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40847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2837" name="Shape 1900">
              <a:extLst>
                <a:ext uri="{FF2B5EF4-FFF2-40B4-BE49-F238E27FC236}">
                  <a16:creationId xmlns:a16="http://schemas.microsoft.com/office/drawing/2014/main" id="{0A51E908-15EA-42DA-9DA3-CF11D6136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40767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2838" name="Shape 1901">
              <a:extLst>
                <a:ext uri="{FF2B5EF4-FFF2-40B4-BE49-F238E27FC236}">
                  <a16:creationId xmlns:a16="http://schemas.microsoft.com/office/drawing/2014/main" id="{929163D1-E9ED-4764-A2C7-52B6ADE70DF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4726070"/>
              <a:ext cx="114300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9" name="Shape 1902">
              <a:extLst>
                <a:ext uri="{FF2B5EF4-FFF2-40B4-BE49-F238E27FC236}">
                  <a16:creationId xmlns:a16="http://schemas.microsoft.com/office/drawing/2014/main" id="{EAC85836-2C67-43BE-8475-5BE39E47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4748295"/>
              <a:ext cx="160338" cy="160338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 extrusionOk="0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40" name="Shape 1903">
              <a:extLst>
                <a:ext uri="{FF2B5EF4-FFF2-40B4-BE49-F238E27FC236}">
                  <a16:creationId xmlns:a16="http://schemas.microsoft.com/office/drawing/2014/main" id="{3BDAE2A4-50CD-44C9-BD5F-9ACBB72E9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785" y="5170570"/>
              <a:ext cx="104775" cy="103188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5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7"/>
                  </a:lnTo>
                  <a:lnTo>
                    <a:pt x="10" y="100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10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3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3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10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100"/>
                  </a:lnTo>
                  <a:lnTo>
                    <a:pt x="123" y="97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8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5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41" name="Shape 1906">
              <a:extLst>
                <a:ext uri="{FF2B5EF4-FFF2-40B4-BE49-F238E27FC236}">
                  <a16:creationId xmlns:a16="http://schemas.microsoft.com/office/drawing/2014/main" id="{932AD0E9-6A9C-4A04-8338-F522D3DEFD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473083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grpSp>
          <p:nvGrpSpPr>
            <p:cNvPr id="162842" name="Group 8">
              <a:extLst>
                <a:ext uri="{FF2B5EF4-FFF2-40B4-BE49-F238E27FC236}">
                  <a16:creationId xmlns:a16="http://schemas.microsoft.com/office/drawing/2014/main" id="{AE2DCD6E-4C6E-40E4-BB58-335B183CE0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1582820"/>
              <a:ext cx="320675" cy="330200"/>
              <a:chOff x="3566148" y="1987550"/>
              <a:chExt cx="320675" cy="330200"/>
            </a:xfrm>
          </p:grpSpPr>
          <p:sp>
            <p:nvSpPr>
              <p:cNvPr id="162886" name="Shape 1907">
                <a:extLst>
                  <a:ext uri="{FF2B5EF4-FFF2-40B4-BE49-F238E27FC236}">
                    <a16:creationId xmlns:a16="http://schemas.microsoft.com/office/drawing/2014/main" id="{F6BDD95C-BA06-4348-AFBE-F4A48EA04C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198755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2887" name="Shape 1908">
                <a:extLst>
                  <a:ext uri="{FF2B5EF4-FFF2-40B4-BE49-F238E27FC236}">
                    <a16:creationId xmlns:a16="http://schemas.microsoft.com/office/drawing/2014/main" id="{466D4F33-FD20-4CCC-B060-37E01922ED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grpSp>
          <p:nvGrpSpPr>
            <p:cNvPr id="162843" name="Group 7">
              <a:extLst>
                <a:ext uri="{FF2B5EF4-FFF2-40B4-BE49-F238E27FC236}">
                  <a16:creationId xmlns:a16="http://schemas.microsoft.com/office/drawing/2014/main" id="{48E20B85-E5C8-4ECA-B40F-2ED16E2E1F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3849770"/>
              <a:ext cx="320675" cy="328613"/>
              <a:chOff x="3566148" y="4254500"/>
              <a:chExt cx="320675" cy="328613"/>
            </a:xfrm>
          </p:grpSpPr>
          <p:sp>
            <p:nvSpPr>
              <p:cNvPr id="162884" name="Shape 1909">
                <a:extLst>
                  <a:ext uri="{FF2B5EF4-FFF2-40B4-BE49-F238E27FC236}">
                    <a16:creationId xmlns:a16="http://schemas.microsoft.com/office/drawing/2014/main" id="{CA3FE834-7E96-4B33-A85A-45A37DFFA1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425450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2885" name="Shape 1910">
                <a:extLst>
                  <a:ext uri="{FF2B5EF4-FFF2-40B4-BE49-F238E27FC236}">
                    <a16:creationId xmlns:a16="http://schemas.microsoft.com/office/drawing/2014/main" id="{DA4A673D-D13F-43CA-8129-251E3F874C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162844" name="Shape 1911">
              <a:extLst>
                <a:ext uri="{FF2B5EF4-FFF2-40B4-BE49-F238E27FC236}">
                  <a16:creationId xmlns:a16="http://schemas.microsoft.com/office/drawing/2014/main" id="{41CFC0F4-7ABD-47FD-AD50-49806AF42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760" y="406249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62845" name="Shape 1912">
              <a:extLst>
                <a:ext uri="{FF2B5EF4-FFF2-40B4-BE49-F238E27FC236}">
                  <a16:creationId xmlns:a16="http://schemas.microsoft.com/office/drawing/2014/main" id="{7604FB98-8D80-47F9-9083-91B84AECA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73" y="4732420"/>
              <a:ext cx="6461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162846" name="Shape 1913">
              <a:extLst>
                <a:ext uri="{FF2B5EF4-FFF2-40B4-BE49-F238E27FC236}">
                  <a16:creationId xmlns:a16="http://schemas.microsoft.com/office/drawing/2014/main" id="{D8E81C3D-247B-409D-B3D4-A47BB0F89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3076" y="3475707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grpSp>
          <p:nvGrpSpPr>
            <p:cNvPr id="162847" name="Group 5">
              <a:extLst>
                <a:ext uri="{FF2B5EF4-FFF2-40B4-BE49-F238E27FC236}">
                  <a16:creationId xmlns:a16="http://schemas.microsoft.com/office/drawing/2014/main" id="{9FBB1F6A-12AD-44E0-8527-F6127075B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3849770"/>
              <a:ext cx="298450" cy="328613"/>
              <a:chOff x="5056810" y="4254500"/>
              <a:chExt cx="298450" cy="328613"/>
            </a:xfrm>
          </p:grpSpPr>
          <p:sp>
            <p:nvSpPr>
              <p:cNvPr id="162882" name="Shape 1914">
                <a:extLst>
                  <a:ext uri="{FF2B5EF4-FFF2-40B4-BE49-F238E27FC236}">
                    <a16:creationId xmlns:a16="http://schemas.microsoft.com/office/drawing/2014/main" id="{3EC94741-461E-421B-9AB0-E6285674EC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425450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2883" name="Shape 1915">
                <a:extLst>
                  <a:ext uri="{FF2B5EF4-FFF2-40B4-BE49-F238E27FC236}">
                    <a16:creationId xmlns:a16="http://schemas.microsoft.com/office/drawing/2014/main" id="{5972EBB4-D60B-49C4-8B0D-861C598631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grpSp>
          <p:nvGrpSpPr>
            <p:cNvPr id="162848" name="Group 9">
              <a:extLst>
                <a:ext uri="{FF2B5EF4-FFF2-40B4-BE49-F238E27FC236}">
                  <a16:creationId xmlns:a16="http://schemas.microsoft.com/office/drawing/2014/main" id="{508007D2-89A9-4737-9D17-4AC479FDF7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1582820"/>
              <a:ext cx="298450" cy="330200"/>
              <a:chOff x="5056810" y="1987550"/>
              <a:chExt cx="298450" cy="330200"/>
            </a:xfrm>
          </p:grpSpPr>
          <p:sp>
            <p:nvSpPr>
              <p:cNvPr id="162880" name="Shape 1916">
                <a:extLst>
                  <a:ext uri="{FF2B5EF4-FFF2-40B4-BE49-F238E27FC236}">
                    <a16:creationId xmlns:a16="http://schemas.microsoft.com/office/drawing/2014/main" id="{CAD8DB9A-84F8-451A-B2D3-2FC400D989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198755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2881" name="Shape 1917">
                <a:extLst>
                  <a:ext uri="{FF2B5EF4-FFF2-40B4-BE49-F238E27FC236}">
                    <a16:creationId xmlns:a16="http://schemas.microsoft.com/office/drawing/2014/main" id="{EF9FC4B4-3A9C-4FCD-84B3-6C7C90D64D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162849" name="Shape 1919">
              <a:extLst>
                <a:ext uri="{FF2B5EF4-FFF2-40B4-BE49-F238E27FC236}">
                  <a16:creationId xmlns:a16="http://schemas.microsoft.com/office/drawing/2014/main" id="{DC5CA5F2-564B-4ABD-91C0-07C69B4F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973" y="2578183"/>
              <a:ext cx="2582862" cy="2262187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 extrusionOk="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2850" name="Shape 1920">
              <a:extLst>
                <a:ext uri="{FF2B5EF4-FFF2-40B4-BE49-F238E27FC236}">
                  <a16:creationId xmlns:a16="http://schemas.microsoft.com/office/drawing/2014/main" id="{A30B23A5-554B-454C-9036-5E36AB6382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347073" y="4840370"/>
              <a:ext cx="639762" cy="0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51" name="Shape 1921">
              <a:extLst>
                <a:ext uri="{FF2B5EF4-FFF2-40B4-BE49-F238E27FC236}">
                  <a16:creationId xmlns:a16="http://schemas.microsoft.com/office/drawing/2014/main" id="{DA2CC81C-330C-4925-98C0-9AB7296C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648" y="3462732"/>
              <a:ext cx="4218952" cy="715652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52" name="Shape 1922">
              <a:extLst>
                <a:ext uri="{FF2B5EF4-FFF2-40B4-BE49-F238E27FC236}">
                  <a16:creationId xmlns:a16="http://schemas.microsoft.com/office/drawing/2014/main" id="{AF80A05E-BD57-4B92-ACC7-D1D528B1B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326" y="4805445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53" name="Shape 1924">
              <a:extLst>
                <a:ext uri="{FF2B5EF4-FFF2-40B4-BE49-F238E27FC236}">
                  <a16:creationId xmlns:a16="http://schemas.microsoft.com/office/drawing/2014/main" id="{1B402013-C309-4488-85AE-D68E0DB08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073" y="5361070"/>
              <a:ext cx="6635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Reset_n</a:t>
              </a:r>
            </a:p>
          </p:txBody>
        </p:sp>
        <p:sp>
          <p:nvSpPr>
            <p:cNvPr id="162854" name="Shape 1925">
              <a:extLst>
                <a:ext uri="{FF2B5EF4-FFF2-40B4-BE49-F238E27FC236}">
                  <a16:creationId xmlns:a16="http://schemas.microsoft.com/office/drawing/2014/main" id="{DBE7DCBF-6C4C-48C3-9344-FED99E4E3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4770" y="3875896"/>
              <a:ext cx="587375" cy="509587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855" name="Shape 1925">
              <a:extLst>
                <a:ext uri="{FF2B5EF4-FFF2-40B4-BE49-F238E27FC236}">
                  <a16:creationId xmlns:a16="http://schemas.microsoft.com/office/drawing/2014/main" id="{8A7AEFA5-03C5-4A1D-9676-7B5B876E1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7319" y="3188693"/>
              <a:ext cx="587375" cy="521374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62856" name="Group 3">
              <a:extLst>
                <a:ext uri="{FF2B5EF4-FFF2-40B4-BE49-F238E27FC236}">
                  <a16:creationId xmlns:a16="http://schemas.microsoft.com/office/drawing/2014/main" id="{A634D2D9-DB33-42BA-AB54-82DCA52C1E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15018" y="3546923"/>
              <a:ext cx="887574" cy="501650"/>
              <a:chOff x="2481263" y="3435350"/>
              <a:chExt cx="887733" cy="501650"/>
            </a:xfrm>
          </p:grpSpPr>
          <p:sp>
            <p:nvSpPr>
              <p:cNvPr id="162875" name="Line 5">
                <a:extLst>
                  <a:ext uri="{FF2B5EF4-FFF2-40B4-BE49-F238E27FC236}">
                    <a16:creationId xmlns:a16="http://schemas.microsoft.com/office/drawing/2014/main" id="{65606F6F-C8E5-49FD-AE2A-326E8CDD0A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09912" y="3683657"/>
                <a:ext cx="259084" cy="4106"/>
              </a:xfrm>
              <a:prstGeom prst="line">
                <a:avLst/>
              </a:prstGeom>
              <a:noFill/>
              <a:ln w="2070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876" name="Freeform 6">
                <a:extLst>
                  <a:ext uri="{FF2B5EF4-FFF2-40B4-BE49-F238E27FC236}">
                    <a16:creationId xmlns:a16="http://schemas.microsoft.com/office/drawing/2014/main" id="{38110F4C-5201-448D-91CA-E99E8E939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435350"/>
                <a:ext cx="628650" cy="249238"/>
              </a:xfrm>
              <a:custGeom>
                <a:avLst/>
                <a:gdLst>
                  <a:gd name="T0" fmla="*/ 2147483646 w 791"/>
                  <a:gd name="T1" fmla="*/ 0 h 316"/>
                  <a:gd name="T2" fmla="*/ 2147483646 w 791"/>
                  <a:gd name="T3" fmla="*/ 2147483646 h 316"/>
                  <a:gd name="T4" fmla="*/ 2147483646 w 791"/>
                  <a:gd name="T5" fmla="*/ 2147483646 h 316"/>
                  <a:gd name="T6" fmla="*/ 2147483646 w 791"/>
                  <a:gd name="T7" fmla="*/ 2147483646 h 316"/>
                  <a:gd name="T8" fmla="*/ 2147483646 w 791"/>
                  <a:gd name="T9" fmla="*/ 2147483646 h 316"/>
                  <a:gd name="T10" fmla="*/ 2147483646 w 791"/>
                  <a:gd name="T11" fmla="*/ 2147483646 h 316"/>
                  <a:gd name="T12" fmla="*/ 2147483646 w 791"/>
                  <a:gd name="T13" fmla="*/ 2147483646 h 316"/>
                  <a:gd name="T14" fmla="*/ 2147483646 w 791"/>
                  <a:gd name="T15" fmla="*/ 2147483646 h 316"/>
                  <a:gd name="T16" fmla="*/ 2147483646 w 791"/>
                  <a:gd name="T17" fmla="*/ 2147483646 h 316"/>
                  <a:gd name="T18" fmla="*/ 2147483646 w 791"/>
                  <a:gd name="T19" fmla="*/ 2147483646 h 316"/>
                  <a:gd name="T20" fmla="*/ 2147483646 w 791"/>
                  <a:gd name="T21" fmla="*/ 2147483646 h 316"/>
                  <a:gd name="T22" fmla="*/ 2147483646 w 791"/>
                  <a:gd name="T23" fmla="*/ 2147483646 h 316"/>
                  <a:gd name="T24" fmla="*/ 2147483646 w 791"/>
                  <a:gd name="T25" fmla="*/ 2147483646 h 316"/>
                  <a:gd name="T26" fmla="*/ 2147483646 w 791"/>
                  <a:gd name="T27" fmla="*/ 2147483646 h 316"/>
                  <a:gd name="T28" fmla="*/ 2147483646 w 791"/>
                  <a:gd name="T29" fmla="*/ 2147483646 h 316"/>
                  <a:gd name="T30" fmla="*/ 2147483646 w 791"/>
                  <a:gd name="T31" fmla="*/ 2147483646 h 316"/>
                  <a:gd name="T32" fmla="*/ 2147483646 w 791"/>
                  <a:gd name="T33" fmla="*/ 2147483646 h 316"/>
                  <a:gd name="T34" fmla="*/ 2147483646 w 791"/>
                  <a:gd name="T35" fmla="*/ 2147483646 h 316"/>
                  <a:gd name="T36" fmla="*/ 2147483646 w 791"/>
                  <a:gd name="T37" fmla="*/ 2147483646 h 316"/>
                  <a:gd name="T38" fmla="*/ 2147483646 w 791"/>
                  <a:gd name="T39" fmla="*/ 2147483646 h 316"/>
                  <a:gd name="T40" fmla="*/ 2147483646 w 791"/>
                  <a:gd name="T41" fmla="*/ 2147483646 h 316"/>
                  <a:gd name="T42" fmla="*/ 2147483646 w 791"/>
                  <a:gd name="T43" fmla="*/ 2147483646 h 316"/>
                  <a:gd name="T44" fmla="*/ 2147483646 w 791"/>
                  <a:gd name="T45" fmla="*/ 2147483646 h 316"/>
                  <a:gd name="T46" fmla="*/ 2147483646 w 791"/>
                  <a:gd name="T47" fmla="*/ 2147483646 h 316"/>
                  <a:gd name="T48" fmla="*/ 2147483646 w 791"/>
                  <a:gd name="T49" fmla="*/ 2147483646 h 316"/>
                  <a:gd name="T50" fmla="*/ 2147483646 w 791"/>
                  <a:gd name="T51" fmla="*/ 2147483646 h 316"/>
                  <a:gd name="T52" fmla="*/ 2147483646 w 791"/>
                  <a:gd name="T53" fmla="*/ 2147483646 h 316"/>
                  <a:gd name="T54" fmla="*/ 2147483646 w 791"/>
                  <a:gd name="T55" fmla="*/ 2147483646 h 316"/>
                  <a:gd name="T56" fmla="*/ 2147483646 w 791"/>
                  <a:gd name="T57" fmla="*/ 2147483646 h 316"/>
                  <a:gd name="T58" fmla="*/ 2147483646 w 791"/>
                  <a:gd name="T59" fmla="*/ 2147483646 h 316"/>
                  <a:gd name="T60" fmla="*/ 2147483646 w 791"/>
                  <a:gd name="T61" fmla="*/ 2147483646 h 316"/>
                  <a:gd name="T62" fmla="*/ 2147483646 w 791"/>
                  <a:gd name="T63" fmla="*/ 2147483646 h 316"/>
                  <a:gd name="T64" fmla="*/ 2147483646 w 791"/>
                  <a:gd name="T65" fmla="*/ 2147483646 h 316"/>
                  <a:gd name="T66" fmla="*/ 2147483646 w 791"/>
                  <a:gd name="T67" fmla="*/ 2147483646 h 316"/>
                  <a:gd name="T68" fmla="*/ 2147483646 w 791"/>
                  <a:gd name="T69" fmla="*/ 2147483646 h 316"/>
                  <a:gd name="T70" fmla="*/ 2147483646 w 791"/>
                  <a:gd name="T71" fmla="*/ 2147483646 h 316"/>
                  <a:gd name="T72" fmla="*/ 2147483646 w 791"/>
                  <a:gd name="T73" fmla="*/ 2147483646 h 316"/>
                  <a:gd name="T74" fmla="*/ 2147483646 w 791"/>
                  <a:gd name="T75" fmla="*/ 2147483646 h 316"/>
                  <a:gd name="T76" fmla="*/ 2147483646 w 791"/>
                  <a:gd name="T77" fmla="*/ 2147483646 h 316"/>
                  <a:gd name="T78" fmla="*/ 2147483646 w 791"/>
                  <a:gd name="T79" fmla="*/ 2147483646 h 316"/>
                  <a:gd name="T80" fmla="*/ 2147483646 w 791"/>
                  <a:gd name="T81" fmla="*/ 2147483646 h 316"/>
                  <a:gd name="T82" fmla="*/ 2147483646 w 791"/>
                  <a:gd name="T83" fmla="*/ 2147483646 h 316"/>
                  <a:gd name="T84" fmla="*/ 2147483646 w 791"/>
                  <a:gd name="T85" fmla="*/ 2147483646 h 316"/>
                  <a:gd name="T86" fmla="*/ 2147483646 w 791"/>
                  <a:gd name="T87" fmla="*/ 2147483646 h 316"/>
                  <a:gd name="T88" fmla="*/ 2147483646 w 791"/>
                  <a:gd name="T89" fmla="*/ 2147483646 h 316"/>
                  <a:gd name="T90" fmla="*/ 2147483646 w 791"/>
                  <a:gd name="T91" fmla="*/ 2147483646 h 316"/>
                  <a:gd name="T92" fmla="*/ 2147483646 w 791"/>
                  <a:gd name="T93" fmla="*/ 2147483646 h 316"/>
                  <a:gd name="T94" fmla="*/ 2147483646 w 791"/>
                  <a:gd name="T95" fmla="*/ 2147483646 h 316"/>
                  <a:gd name="T96" fmla="*/ 2147483646 w 791"/>
                  <a:gd name="T97" fmla="*/ 2147483646 h 316"/>
                  <a:gd name="T98" fmla="*/ 2147483646 w 791"/>
                  <a:gd name="T99" fmla="*/ 2147483646 h 316"/>
                  <a:gd name="T100" fmla="*/ 2147483646 w 791"/>
                  <a:gd name="T101" fmla="*/ 2147483646 h 316"/>
                  <a:gd name="T102" fmla="*/ 2147483646 w 791"/>
                  <a:gd name="T103" fmla="*/ 2147483646 h 316"/>
                  <a:gd name="T104" fmla="*/ 2147483646 w 791"/>
                  <a:gd name="T105" fmla="*/ 2147483646 h 316"/>
                  <a:gd name="T106" fmla="*/ 2147483646 w 791"/>
                  <a:gd name="T107" fmla="*/ 2147483646 h 316"/>
                  <a:gd name="T108" fmla="*/ 2147483646 w 791"/>
                  <a:gd name="T109" fmla="*/ 2147483646 h 316"/>
                  <a:gd name="T110" fmla="*/ 2147483646 w 791"/>
                  <a:gd name="T111" fmla="*/ 2147483646 h 316"/>
                  <a:gd name="T112" fmla="*/ 2147483646 w 791"/>
                  <a:gd name="T113" fmla="*/ 2147483646 h 316"/>
                  <a:gd name="T114" fmla="*/ 2147483646 w 791"/>
                  <a:gd name="T115" fmla="*/ 2147483646 h 316"/>
                  <a:gd name="T116" fmla="*/ 2147483646 w 791"/>
                  <a:gd name="T117" fmla="*/ 2147483646 h 316"/>
                  <a:gd name="T118" fmla="*/ 2147483646 w 791"/>
                  <a:gd name="T119" fmla="*/ 2147483646 h 316"/>
                  <a:gd name="T120" fmla="*/ 2147483646 w 791"/>
                  <a:gd name="T121" fmla="*/ 2147483646 h 3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6">
                    <a:moveTo>
                      <a:pt x="0" y="0"/>
                    </a:moveTo>
                    <a:lnTo>
                      <a:pt x="31" y="0"/>
                    </a:lnTo>
                    <a:lnTo>
                      <a:pt x="59" y="0"/>
                    </a:lnTo>
                    <a:lnTo>
                      <a:pt x="85" y="0"/>
                    </a:lnTo>
                    <a:lnTo>
                      <a:pt x="110" y="0"/>
                    </a:lnTo>
                    <a:lnTo>
                      <a:pt x="133" y="0"/>
                    </a:lnTo>
                    <a:lnTo>
                      <a:pt x="154" y="0"/>
                    </a:lnTo>
                    <a:lnTo>
                      <a:pt x="174" y="0"/>
                    </a:lnTo>
                    <a:lnTo>
                      <a:pt x="192" y="0"/>
                    </a:lnTo>
                    <a:lnTo>
                      <a:pt x="210" y="0"/>
                    </a:lnTo>
                    <a:lnTo>
                      <a:pt x="225" y="0"/>
                    </a:lnTo>
                    <a:lnTo>
                      <a:pt x="240" y="0"/>
                    </a:lnTo>
                    <a:lnTo>
                      <a:pt x="253" y="0"/>
                    </a:lnTo>
                    <a:lnTo>
                      <a:pt x="265" y="2"/>
                    </a:lnTo>
                    <a:lnTo>
                      <a:pt x="276" y="2"/>
                    </a:lnTo>
                    <a:lnTo>
                      <a:pt x="285" y="2"/>
                    </a:lnTo>
                    <a:lnTo>
                      <a:pt x="294" y="2"/>
                    </a:lnTo>
                    <a:lnTo>
                      <a:pt x="302" y="2"/>
                    </a:lnTo>
                    <a:lnTo>
                      <a:pt x="309" y="2"/>
                    </a:lnTo>
                    <a:lnTo>
                      <a:pt x="316" y="2"/>
                    </a:lnTo>
                    <a:lnTo>
                      <a:pt x="321" y="2"/>
                    </a:lnTo>
                    <a:lnTo>
                      <a:pt x="326" y="2"/>
                    </a:lnTo>
                    <a:lnTo>
                      <a:pt x="330" y="2"/>
                    </a:lnTo>
                    <a:lnTo>
                      <a:pt x="334" y="2"/>
                    </a:lnTo>
                    <a:lnTo>
                      <a:pt x="338" y="2"/>
                    </a:lnTo>
                    <a:lnTo>
                      <a:pt x="341" y="2"/>
                    </a:lnTo>
                    <a:lnTo>
                      <a:pt x="343" y="2"/>
                    </a:lnTo>
                    <a:lnTo>
                      <a:pt x="346" y="2"/>
                    </a:lnTo>
                    <a:lnTo>
                      <a:pt x="349" y="2"/>
                    </a:lnTo>
                    <a:lnTo>
                      <a:pt x="350" y="2"/>
                    </a:lnTo>
                    <a:lnTo>
                      <a:pt x="353" y="2"/>
                    </a:lnTo>
                    <a:lnTo>
                      <a:pt x="354" y="3"/>
                    </a:lnTo>
                    <a:lnTo>
                      <a:pt x="357" y="3"/>
                    </a:lnTo>
                    <a:lnTo>
                      <a:pt x="359" y="3"/>
                    </a:lnTo>
                    <a:lnTo>
                      <a:pt x="361" y="3"/>
                    </a:lnTo>
                    <a:lnTo>
                      <a:pt x="363" y="3"/>
                    </a:lnTo>
                    <a:lnTo>
                      <a:pt x="365" y="3"/>
                    </a:lnTo>
                    <a:lnTo>
                      <a:pt x="366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4" y="4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79" y="4"/>
                    </a:lnTo>
                    <a:lnTo>
                      <a:pt x="380" y="4"/>
                    </a:lnTo>
                    <a:lnTo>
                      <a:pt x="382" y="4"/>
                    </a:lnTo>
                    <a:lnTo>
                      <a:pt x="383" y="4"/>
                    </a:lnTo>
                    <a:lnTo>
                      <a:pt x="384" y="4"/>
                    </a:lnTo>
                    <a:lnTo>
                      <a:pt x="386" y="4"/>
                    </a:lnTo>
                    <a:lnTo>
                      <a:pt x="386" y="6"/>
                    </a:lnTo>
                    <a:lnTo>
                      <a:pt x="387" y="6"/>
                    </a:lnTo>
                    <a:lnTo>
                      <a:pt x="388" y="6"/>
                    </a:lnTo>
                    <a:lnTo>
                      <a:pt x="390" y="6"/>
                    </a:lnTo>
                    <a:lnTo>
                      <a:pt x="391" y="6"/>
                    </a:lnTo>
                    <a:lnTo>
                      <a:pt x="394" y="6"/>
                    </a:lnTo>
                    <a:lnTo>
                      <a:pt x="395" y="6"/>
                    </a:lnTo>
                    <a:lnTo>
                      <a:pt x="396" y="7"/>
                    </a:lnTo>
                    <a:lnTo>
                      <a:pt x="398" y="7"/>
                    </a:lnTo>
                    <a:lnTo>
                      <a:pt x="400" y="7"/>
                    </a:lnTo>
                    <a:lnTo>
                      <a:pt x="402" y="7"/>
                    </a:lnTo>
                    <a:lnTo>
                      <a:pt x="404" y="7"/>
                    </a:lnTo>
                    <a:lnTo>
                      <a:pt x="406" y="8"/>
                    </a:lnTo>
                    <a:lnTo>
                      <a:pt x="408" y="8"/>
                    </a:lnTo>
                    <a:lnTo>
                      <a:pt x="410" y="8"/>
                    </a:lnTo>
                    <a:lnTo>
                      <a:pt x="412" y="8"/>
                    </a:lnTo>
                    <a:lnTo>
                      <a:pt x="414" y="8"/>
                    </a:lnTo>
                    <a:lnTo>
                      <a:pt x="415" y="10"/>
                    </a:lnTo>
                    <a:lnTo>
                      <a:pt x="416" y="10"/>
                    </a:lnTo>
                    <a:lnTo>
                      <a:pt x="418" y="10"/>
                    </a:lnTo>
                    <a:lnTo>
                      <a:pt x="419" y="10"/>
                    </a:lnTo>
                    <a:lnTo>
                      <a:pt x="420" y="10"/>
                    </a:lnTo>
                    <a:lnTo>
                      <a:pt x="421" y="10"/>
                    </a:lnTo>
                    <a:lnTo>
                      <a:pt x="423" y="11"/>
                    </a:lnTo>
                    <a:lnTo>
                      <a:pt x="424" y="11"/>
                    </a:lnTo>
                    <a:lnTo>
                      <a:pt x="425" y="11"/>
                    </a:lnTo>
                    <a:lnTo>
                      <a:pt x="427" y="11"/>
                    </a:lnTo>
                    <a:lnTo>
                      <a:pt x="428" y="11"/>
                    </a:lnTo>
                    <a:lnTo>
                      <a:pt x="428" y="12"/>
                    </a:lnTo>
                    <a:lnTo>
                      <a:pt x="429" y="12"/>
                    </a:lnTo>
                    <a:lnTo>
                      <a:pt x="431" y="12"/>
                    </a:lnTo>
                    <a:lnTo>
                      <a:pt x="432" y="12"/>
                    </a:lnTo>
                    <a:lnTo>
                      <a:pt x="433" y="14"/>
                    </a:lnTo>
                    <a:lnTo>
                      <a:pt x="435" y="14"/>
                    </a:lnTo>
                    <a:lnTo>
                      <a:pt x="436" y="14"/>
                    </a:lnTo>
                    <a:lnTo>
                      <a:pt x="437" y="14"/>
                    </a:lnTo>
                    <a:lnTo>
                      <a:pt x="440" y="15"/>
                    </a:lnTo>
                    <a:lnTo>
                      <a:pt x="441" y="15"/>
                    </a:lnTo>
                    <a:lnTo>
                      <a:pt x="443" y="16"/>
                    </a:lnTo>
                    <a:lnTo>
                      <a:pt x="445" y="16"/>
                    </a:lnTo>
                    <a:lnTo>
                      <a:pt x="447" y="18"/>
                    </a:lnTo>
                    <a:lnTo>
                      <a:pt x="449" y="18"/>
                    </a:lnTo>
                    <a:lnTo>
                      <a:pt x="451" y="19"/>
                    </a:lnTo>
                    <a:lnTo>
                      <a:pt x="453" y="19"/>
                    </a:lnTo>
                    <a:lnTo>
                      <a:pt x="456" y="20"/>
                    </a:lnTo>
                    <a:lnTo>
                      <a:pt x="459" y="20"/>
                    </a:lnTo>
                    <a:lnTo>
                      <a:pt x="460" y="22"/>
                    </a:lnTo>
                    <a:lnTo>
                      <a:pt x="463" y="22"/>
                    </a:lnTo>
                    <a:lnTo>
                      <a:pt x="464" y="23"/>
                    </a:lnTo>
                    <a:lnTo>
                      <a:pt x="467" y="23"/>
                    </a:lnTo>
                    <a:lnTo>
                      <a:pt x="468" y="24"/>
                    </a:lnTo>
                    <a:lnTo>
                      <a:pt x="469" y="24"/>
                    </a:lnTo>
                    <a:lnTo>
                      <a:pt x="471" y="24"/>
                    </a:lnTo>
                    <a:lnTo>
                      <a:pt x="472" y="26"/>
                    </a:lnTo>
                    <a:lnTo>
                      <a:pt x="473" y="26"/>
                    </a:lnTo>
                    <a:lnTo>
                      <a:pt x="474" y="26"/>
                    </a:lnTo>
                    <a:lnTo>
                      <a:pt x="476" y="27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80" y="28"/>
                    </a:lnTo>
                    <a:lnTo>
                      <a:pt x="481" y="28"/>
                    </a:lnTo>
                    <a:lnTo>
                      <a:pt x="482" y="28"/>
                    </a:lnTo>
                    <a:lnTo>
                      <a:pt x="484" y="30"/>
                    </a:lnTo>
                    <a:lnTo>
                      <a:pt x="485" y="31"/>
                    </a:lnTo>
                    <a:lnTo>
                      <a:pt x="486" y="31"/>
                    </a:lnTo>
                    <a:lnTo>
                      <a:pt x="488" y="32"/>
                    </a:lnTo>
                    <a:lnTo>
                      <a:pt x="489" y="32"/>
                    </a:lnTo>
                    <a:lnTo>
                      <a:pt x="490" y="34"/>
                    </a:lnTo>
                    <a:lnTo>
                      <a:pt x="492" y="34"/>
                    </a:lnTo>
                    <a:lnTo>
                      <a:pt x="494" y="35"/>
                    </a:lnTo>
                    <a:lnTo>
                      <a:pt x="496" y="35"/>
                    </a:lnTo>
                    <a:lnTo>
                      <a:pt x="497" y="36"/>
                    </a:lnTo>
                    <a:lnTo>
                      <a:pt x="500" y="38"/>
                    </a:lnTo>
                    <a:lnTo>
                      <a:pt x="501" y="38"/>
                    </a:lnTo>
                    <a:lnTo>
                      <a:pt x="504" y="39"/>
                    </a:lnTo>
                    <a:lnTo>
                      <a:pt x="505" y="40"/>
                    </a:lnTo>
                    <a:lnTo>
                      <a:pt x="508" y="41"/>
                    </a:lnTo>
                    <a:lnTo>
                      <a:pt x="509" y="41"/>
                    </a:lnTo>
                    <a:lnTo>
                      <a:pt x="512" y="43"/>
                    </a:lnTo>
                    <a:lnTo>
                      <a:pt x="513" y="44"/>
                    </a:lnTo>
                    <a:lnTo>
                      <a:pt x="514" y="44"/>
                    </a:lnTo>
                    <a:lnTo>
                      <a:pt x="516" y="45"/>
                    </a:lnTo>
                    <a:lnTo>
                      <a:pt x="517" y="45"/>
                    </a:lnTo>
                    <a:lnTo>
                      <a:pt x="518" y="47"/>
                    </a:lnTo>
                    <a:lnTo>
                      <a:pt x="520" y="47"/>
                    </a:lnTo>
                    <a:lnTo>
                      <a:pt x="521" y="48"/>
                    </a:lnTo>
                    <a:lnTo>
                      <a:pt x="522" y="48"/>
                    </a:lnTo>
                    <a:lnTo>
                      <a:pt x="523" y="49"/>
                    </a:lnTo>
                    <a:lnTo>
                      <a:pt x="525" y="49"/>
                    </a:lnTo>
                    <a:lnTo>
                      <a:pt x="526" y="51"/>
                    </a:lnTo>
                    <a:lnTo>
                      <a:pt x="527" y="51"/>
                    </a:lnTo>
                    <a:lnTo>
                      <a:pt x="529" y="52"/>
                    </a:lnTo>
                    <a:lnTo>
                      <a:pt x="530" y="53"/>
                    </a:lnTo>
                    <a:lnTo>
                      <a:pt x="531" y="53"/>
                    </a:lnTo>
                    <a:lnTo>
                      <a:pt x="533" y="53"/>
                    </a:lnTo>
                    <a:lnTo>
                      <a:pt x="534" y="55"/>
                    </a:lnTo>
                    <a:lnTo>
                      <a:pt x="535" y="55"/>
                    </a:lnTo>
                    <a:lnTo>
                      <a:pt x="537" y="56"/>
                    </a:lnTo>
                    <a:lnTo>
                      <a:pt x="538" y="56"/>
                    </a:lnTo>
                    <a:lnTo>
                      <a:pt x="539" y="57"/>
                    </a:lnTo>
                    <a:lnTo>
                      <a:pt x="541" y="59"/>
                    </a:lnTo>
                    <a:lnTo>
                      <a:pt x="542" y="59"/>
                    </a:lnTo>
                    <a:lnTo>
                      <a:pt x="543" y="60"/>
                    </a:lnTo>
                    <a:lnTo>
                      <a:pt x="545" y="61"/>
                    </a:lnTo>
                    <a:lnTo>
                      <a:pt x="547" y="63"/>
                    </a:lnTo>
                    <a:lnTo>
                      <a:pt x="549" y="63"/>
                    </a:lnTo>
                    <a:lnTo>
                      <a:pt x="551" y="64"/>
                    </a:lnTo>
                    <a:lnTo>
                      <a:pt x="553" y="65"/>
                    </a:lnTo>
                    <a:lnTo>
                      <a:pt x="554" y="67"/>
                    </a:lnTo>
                    <a:lnTo>
                      <a:pt x="555" y="67"/>
                    </a:lnTo>
                    <a:lnTo>
                      <a:pt x="557" y="68"/>
                    </a:lnTo>
                    <a:lnTo>
                      <a:pt x="558" y="68"/>
                    </a:lnTo>
                    <a:lnTo>
                      <a:pt x="559" y="69"/>
                    </a:lnTo>
                    <a:lnTo>
                      <a:pt x="561" y="69"/>
                    </a:lnTo>
                    <a:lnTo>
                      <a:pt x="562" y="71"/>
                    </a:lnTo>
                    <a:lnTo>
                      <a:pt x="563" y="71"/>
                    </a:lnTo>
                    <a:lnTo>
                      <a:pt x="563" y="72"/>
                    </a:lnTo>
                    <a:lnTo>
                      <a:pt x="565" y="72"/>
                    </a:lnTo>
                    <a:lnTo>
                      <a:pt x="566" y="73"/>
                    </a:lnTo>
                    <a:lnTo>
                      <a:pt x="567" y="73"/>
                    </a:lnTo>
                    <a:lnTo>
                      <a:pt x="569" y="75"/>
                    </a:lnTo>
                    <a:lnTo>
                      <a:pt x="570" y="76"/>
                    </a:lnTo>
                    <a:lnTo>
                      <a:pt x="571" y="76"/>
                    </a:lnTo>
                    <a:lnTo>
                      <a:pt x="573" y="77"/>
                    </a:lnTo>
                    <a:lnTo>
                      <a:pt x="574" y="77"/>
                    </a:lnTo>
                    <a:lnTo>
                      <a:pt x="574" y="79"/>
                    </a:lnTo>
                    <a:lnTo>
                      <a:pt x="575" y="79"/>
                    </a:lnTo>
                    <a:lnTo>
                      <a:pt x="576" y="80"/>
                    </a:lnTo>
                    <a:lnTo>
                      <a:pt x="578" y="80"/>
                    </a:lnTo>
                    <a:lnTo>
                      <a:pt x="579" y="81"/>
                    </a:lnTo>
                    <a:lnTo>
                      <a:pt x="580" y="81"/>
                    </a:lnTo>
                    <a:lnTo>
                      <a:pt x="582" y="83"/>
                    </a:lnTo>
                    <a:lnTo>
                      <a:pt x="583" y="84"/>
                    </a:lnTo>
                    <a:lnTo>
                      <a:pt x="584" y="84"/>
                    </a:lnTo>
                    <a:lnTo>
                      <a:pt x="586" y="85"/>
                    </a:lnTo>
                    <a:lnTo>
                      <a:pt x="587" y="87"/>
                    </a:lnTo>
                    <a:lnTo>
                      <a:pt x="588" y="88"/>
                    </a:lnTo>
                    <a:lnTo>
                      <a:pt x="590" y="88"/>
                    </a:lnTo>
                    <a:lnTo>
                      <a:pt x="591" y="89"/>
                    </a:lnTo>
                    <a:lnTo>
                      <a:pt x="592" y="89"/>
                    </a:lnTo>
                    <a:lnTo>
                      <a:pt x="594" y="91"/>
                    </a:lnTo>
                    <a:lnTo>
                      <a:pt x="595" y="92"/>
                    </a:lnTo>
                    <a:lnTo>
                      <a:pt x="596" y="92"/>
                    </a:lnTo>
                    <a:lnTo>
                      <a:pt x="596" y="93"/>
                    </a:lnTo>
                    <a:lnTo>
                      <a:pt x="598" y="93"/>
                    </a:lnTo>
                    <a:lnTo>
                      <a:pt x="599" y="94"/>
                    </a:lnTo>
                    <a:lnTo>
                      <a:pt x="600" y="94"/>
                    </a:lnTo>
                    <a:lnTo>
                      <a:pt x="602" y="96"/>
                    </a:lnTo>
                    <a:lnTo>
                      <a:pt x="602" y="97"/>
                    </a:lnTo>
                    <a:lnTo>
                      <a:pt x="603" y="97"/>
                    </a:lnTo>
                    <a:lnTo>
                      <a:pt x="604" y="98"/>
                    </a:lnTo>
                    <a:lnTo>
                      <a:pt x="606" y="98"/>
                    </a:lnTo>
                    <a:lnTo>
                      <a:pt x="607" y="100"/>
                    </a:lnTo>
                    <a:lnTo>
                      <a:pt x="608" y="101"/>
                    </a:lnTo>
                    <a:lnTo>
                      <a:pt x="610" y="102"/>
                    </a:lnTo>
                    <a:lnTo>
                      <a:pt x="611" y="102"/>
                    </a:lnTo>
                    <a:lnTo>
                      <a:pt x="611" y="104"/>
                    </a:lnTo>
                    <a:lnTo>
                      <a:pt x="612" y="104"/>
                    </a:lnTo>
                    <a:lnTo>
                      <a:pt x="614" y="105"/>
                    </a:lnTo>
                    <a:lnTo>
                      <a:pt x="615" y="106"/>
                    </a:lnTo>
                    <a:lnTo>
                      <a:pt x="616" y="108"/>
                    </a:lnTo>
                    <a:lnTo>
                      <a:pt x="618" y="108"/>
                    </a:lnTo>
                    <a:lnTo>
                      <a:pt x="618" y="109"/>
                    </a:lnTo>
                    <a:lnTo>
                      <a:pt x="619" y="109"/>
                    </a:lnTo>
                    <a:lnTo>
                      <a:pt x="619" y="110"/>
                    </a:lnTo>
                    <a:lnTo>
                      <a:pt x="620" y="110"/>
                    </a:lnTo>
                    <a:lnTo>
                      <a:pt x="622" y="112"/>
                    </a:lnTo>
                    <a:lnTo>
                      <a:pt x="623" y="112"/>
                    </a:lnTo>
                    <a:lnTo>
                      <a:pt x="623" y="113"/>
                    </a:lnTo>
                    <a:lnTo>
                      <a:pt x="624" y="113"/>
                    </a:lnTo>
                    <a:lnTo>
                      <a:pt x="625" y="114"/>
                    </a:lnTo>
                    <a:lnTo>
                      <a:pt x="627" y="116"/>
                    </a:lnTo>
                    <a:lnTo>
                      <a:pt x="628" y="116"/>
                    </a:lnTo>
                    <a:lnTo>
                      <a:pt x="628" y="117"/>
                    </a:lnTo>
                    <a:lnTo>
                      <a:pt x="629" y="117"/>
                    </a:lnTo>
                    <a:lnTo>
                      <a:pt x="631" y="118"/>
                    </a:lnTo>
                    <a:lnTo>
                      <a:pt x="632" y="118"/>
                    </a:lnTo>
                    <a:lnTo>
                      <a:pt x="633" y="120"/>
                    </a:lnTo>
                    <a:lnTo>
                      <a:pt x="635" y="121"/>
                    </a:lnTo>
                    <a:lnTo>
                      <a:pt x="636" y="122"/>
                    </a:lnTo>
                    <a:lnTo>
                      <a:pt x="637" y="122"/>
                    </a:lnTo>
                    <a:lnTo>
                      <a:pt x="639" y="124"/>
                    </a:lnTo>
                    <a:lnTo>
                      <a:pt x="640" y="124"/>
                    </a:lnTo>
                    <a:lnTo>
                      <a:pt x="640" y="125"/>
                    </a:lnTo>
                    <a:lnTo>
                      <a:pt x="641" y="126"/>
                    </a:lnTo>
                    <a:lnTo>
                      <a:pt x="643" y="126"/>
                    </a:lnTo>
                    <a:lnTo>
                      <a:pt x="644" y="128"/>
                    </a:lnTo>
                    <a:lnTo>
                      <a:pt x="645" y="128"/>
                    </a:lnTo>
                    <a:lnTo>
                      <a:pt x="645" y="129"/>
                    </a:lnTo>
                    <a:lnTo>
                      <a:pt x="647" y="129"/>
                    </a:lnTo>
                    <a:lnTo>
                      <a:pt x="647" y="130"/>
                    </a:lnTo>
                    <a:lnTo>
                      <a:pt x="648" y="130"/>
                    </a:lnTo>
                    <a:lnTo>
                      <a:pt x="649" y="132"/>
                    </a:lnTo>
                    <a:lnTo>
                      <a:pt x="651" y="133"/>
                    </a:lnTo>
                    <a:lnTo>
                      <a:pt x="652" y="134"/>
                    </a:lnTo>
                    <a:lnTo>
                      <a:pt x="653" y="136"/>
                    </a:lnTo>
                    <a:lnTo>
                      <a:pt x="655" y="137"/>
                    </a:lnTo>
                    <a:lnTo>
                      <a:pt x="656" y="137"/>
                    </a:lnTo>
                    <a:lnTo>
                      <a:pt x="656" y="138"/>
                    </a:lnTo>
                    <a:lnTo>
                      <a:pt x="657" y="140"/>
                    </a:lnTo>
                    <a:lnTo>
                      <a:pt x="659" y="140"/>
                    </a:lnTo>
                    <a:lnTo>
                      <a:pt x="659" y="141"/>
                    </a:lnTo>
                    <a:lnTo>
                      <a:pt x="660" y="142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4" y="145"/>
                    </a:lnTo>
                    <a:lnTo>
                      <a:pt x="664" y="146"/>
                    </a:lnTo>
                    <a:lnTo>
                      <a:pt x="665" y="147"/>
                    </a:lnTo>
                    <a:lnTo>
                      <a:pt x="667" y="149"/>
                    </a:lnTo>
                    <a:lnTo>
                      <a:pt x="668" y="150"/>
                    </a:lnTo>
                    <a:lnTo>
                      <a:pt x="669" y="151"/>
                    </a:lnTo>
                    <a:lnTo>
                      <a:pt x="671" y="153"/>
                    </a:lnTo>
                    <a:lnTo>
                      <a:pt x="672" y="154"/>
                    </a:lnTo>
                    <a:lnTo>
                      <a:pt x="673" y="155"/>
                    </a:lnTo>
                    <a:lnTo>
                      <a:pt x="674" y="157"/>
                    </a:lnTo>
                    <a:lnTo>
                      <a:pt x="676" y="158"/>
                    </a:lnTo>
                    <a:lnTo>
                      <a:pt x="676" y="159"/>
                    </a:lnTo>
                    <a:lnTo>
                      <a:pt x="677" y="159"/>
                    </a:lnTo>
                    <a:lnTo>
                      <a:pt x="677" y="161"/>
                    </a:lnTo>
                    <a:lnTo>
                      <a:pt x="678" y="162"/>
                    </a:lnTo>
                    <a:lnTo>
                      <a:pt x="680" y="163"/>
                    </a:lnTo>
                    <a:lnTo>
                      <a:pt x="681" y="163"/>
                    </a:lnTo>
                    <a:lnTo>
                      <a:pt x="681" y="165"/>
                    </a:lnTo>
                    <a:lnTo>
                      <a:pt x="682" y="166"/>
                    </a:lnTo>
                    <a:lnTo>
                      <a:pt x="684" y="167"/>
                    </a:lnTo>
                    <a:lnTo>
                      <a:pt x="685" y="169"/>
                    </a:lnTo>
                    <a:lnTo>
                      <a:pt x="685" y="170"/>
                    </a:lnTo>
                    <a:lnTo>
                      <a:pt x="686" y="171"/>
                    </a:lnTo>
                    <a:lnTo>
                      <a:pt x="688" y="173"/>
                    </a:lnTo>
                    <a:lnTo>
                      <a:pt x="689" y="174"/>
                    </a:lnTo>
                    <a:lnTo>
                      <a:pt x="690" y="175"/>
                    </a:lnTo>
                    <a:lnTo>
                      <a:pt x="692" y="177"/>
                    </a:lnTo>
                    <a:lnTo>
                      <a:pt x="693" y="178"/>
                    </a:lnTo>
                    <a:lnTo>
                      <a:pt x="694" y="179"/>
                    </a:lnTo>
                    <a:lnTo>
                      <a:pt x="696" y="182"/>
                    </a:lnTo>
                    <a:lnTo>
                      <a:pt x="697" y="183"/>
                    </a:lnTo>
                    <a:lnTo>
                      <a:pt x="698" y="185"/>
                    </a:lnTo>
                    <a:lnTo>
                      <a:pt x="700" y="186"/>
                    </a:lnTo>
                    <a:lnTo>
                      <a:pt x="701" y="189"/>
                    </a:lnTo>
                    <a:lnTo>
                      <a:pt x="702" y="190"/>
                    </a:lnTo>
                    <a:lnTo>
                      <a:pt x="704" y="191"/>
                    </a:lnTo>
                    <a:lnTo>
                      <a:pt x="704" y="193"/>
                    </a:lnTo>
                    <a:lnTo>
                      <a:pt x="705" y="194"/>
                    </a:lnTo>
                    <a:lnTo>
                      <a:pt x="706" y="194"/>
                    </a:lnTo>
                    <a:lnTo>
                      <a:pt x="708" y="195"/>
                    </a:lnTo>
                    <a:lnTo>
                      <a:pt x="708" y="196"/>
                    </a:lnTo>
                    <a:lnTo>
                      <a:pt x="709" y="198"/>
                    </a:lnTo>
                    <a:lnTo>
                      <a:pt x="709" y="199"/>
                    </a:lnTo>
                    <a:lnTo>
                      <a:pt x="710" y="199"/>
                    </a:lnTo>
                    <a:lnTo>
                      <a:pt x="712" y="200"/>
                    </a:lnTo>
                    <a:lnTo>
                      <a:pt x="712" y="202"/>
                    </a:lnTo>
                    <a:lnTo>
                      <a:pt x="713" y="203"/>
                    </a:lnTo>
                    <a:lnTo>
                      <a:pt x="713" y="204"/>
                    </a:lnTo>
                    <a:lnTo>
                      <a:pt x="714" y="204"/>
                    </a:lnTo>
                    <a:lnTo>
                      <a:pt x="716" y="206"/>
                    </a:lnTo>
                    <a:lnTo>
                      <a:pt x="716" y="207"/>
                    </a:lnTo>
                    <a:lnTo>
                      <a:pt x="717" y="208"/>
                    </a:lnTo>
                    <a:lnTo>
                      <a:pt x="718" y="210"/>
                    </a:lnTo>
                    <a:lnTo>
                      <a:pt x="718" y="211"/>
                    </a:lnTo>
                    <a:lnTo>
                      <a:pt x="720" y="212"/>
                    </a:lnTo>
                    <a:lnTo>
                      <a:pt x="721" y="214"/>
                    </a:lnTo>
                    <a:lnTo>
                      <a:pt x="722" y="215"/>
                    </a:lnTo>
                    <a:lnTo>
                      <a:pt x="724" y="216"/>
                    </a:lnTo>
                    <a:lnTo>
                      <a:pt x="725" y="219"/>
                    </a:lnTo>
                    <a:lnTo>
                      <a:pt x="726" y="220"/>
                    </a:lnTo>
                    <a:lnTo>
                      <a:pt x="727" y="223"/>
                    </a:lnTo>
                    <a:lnTo>
                      <a:pt x="729" y="224"/>
                    </a:lnTo>
                    <a:lnTo>
                      <a:pt x="730" y="227"/>
                    </a:lnTo>
                    <a:lnTo>
                      <a:pt x="731" y="228"/>
                    </a:lnTo>
                    <a:lnTo>
                      <a:pt x="733" y="231"/>
                    </a:lnTo>
                    <a:lnTo>
                      <a:pt x="734" y="232"/>
                    </a:lnTo>
                    <a:lnTo>
                      <a:pt x="735" y="234"/>
                    </a:lnTo>
                    <a:lnTo>
                      <a:pt x="737" y="235"/>
                    </a:lnTo>
                    <a:lnTo>
                      <a:pt x="737" y="238"/>
                    </a:lnTo>
                    <a:lnTo>
                      <a:pt x="738" y="239"/>
                    </a:lnTo>
                    <a:lnTo>
                      <a:pt x="739" y="240"/>
                    </a:lnTo>
                    <a:lnTo>
                      <a:pt x="741" y="242"/>
                    </a:lnTo>
                    <a:lnTo>
                      <a:pt x="742" y="243"/>
                    </a:lnTo>
                    <a:lnTo>
                      <a:pt x="743" y="244"/>
                    </a:lnTo>
                    <a:lnTo>
                      <a:pt x="743" y="245"/>
                    </a:lnTo>
                    <a:lnTo>
                      <a:pt x="745" y="247"/>
                    </a:lnTo>
                    <a:lnTo>
                      <a:pt x="745" y="248"/>
                    </a:lnTo>
                    <a:lnTo>
                      <a:pt x="746" y="249"/>
                    </a:lnTo>
                    <a:lnTo>
                      <a:pt x="747" y="249"/>
                    </a:lnTo>
                    <a:lnTo>
                      <a:pt x="747" y="251"/>
                    </a:lnTo>
                    <a:lnTo>
                      <a:pt x="749" y="252"/>
                    </a:lnTo>
                    <a:lnTo>
                      <a:pt x="749" y="253"/>
                    </a:lnTo>
                    <a:lnTo>
                      <a:pt x="750" y="255"/>
                    </a:lnTo>
                    <a:lnTo>
                      <a:pt x="751" y="256"/>
                    </a:lnTo>
                    <a:lnTo>
                      <a:pt x="753" y="257"/>
                    </a:lnTo>
                    <a:lnTo>
                      <a:pt x="753" y="259"/>
                    </a:lnTo>
                    <a:lnTo>
                      <a:pt x="754" y="260"/>
                    </a:lnTo>
                    <a:lnTo>
                      <a:pt x="755" y="263"/>
                    </a:lnTo>
                    <a:lnTo>
                      <a:pt x="757" y="264"/>
                    </a:lnTo>
                    <a:lnTo>
                      <a:pt x="758" y="265"/>
                    </a:lnTo>
                    <a:lnTo>
                      <a:pt x="759" y="268"/>
                    </a:lnTo>
                    <a:lnTo>
                      <a:pt x="761" y="269"/>
                    </a:lnTo>
                    <a:lnTo>
                      <a:pt x="762" y="272"/>
                    </a:lnTo>
                    <a:lnTo>
                      <a:pt x="763" y="273"/>
                    </a:lnTo>
                    <a:lnTo>
                      <a:pt x="766" y="276"/>
                    </a:lnTo>
                    <a:lnTo>
                      <a:pt x="767" y="277"/>
                    </a:lnTo>
                    <a:lnTo>
                      <a:pt x="769" y="280"/>
                    </a:lnTo>
                    <a:lnTo>
                      <a:pt x="770" y="281"/>
                    </a:lnTo>
                    <a:lnTo>
                      <a:pt x="770" y="283"/>
                    </a:lnTo>
                    <a:lnTo>
                      <a:pt x="771" y="284"/>
                    </a:lnTo>
                    <a:lnTo>
                      <a:pt x="773" y="285"/>
                    </a:lnTo>
                    <a:lnTo>
                      <a:pt x="774" y="287"/>
                    </a:lnTo>
                    <a:lnTo>
                      <a:pt x="774" y="288"/>
                    </a:lnTo>
                    <a:lnTo>
                      <a:pt x="775" y="289"/>
                    </a:lnTo>
                    <a:lnTo>
                      <a:pt x="776" y="291"/>
                    </a:lnTo>
                    <a:lnTo>
                      <a:pt x="776" y="292"/>
                    </a:lnTo>
                    <a:lnTo>
                      <a:pt x="778" y="293"/>
                    </a:lnTo>
                    <a:lnTo>
                      <a:pt x="778" y="295"/>
                    </a:lnTo>
                    <a:lnTo>
                      <a:pt x="779" y="295"/>
                    </a:lnTo>
                    <a:lnTo>
                      <a:pt x="779" y="296"/>
                    </a:lnTo>
                    <a:lnTo>
                      <a:pt x="780" y="297"/>
                    </a:lnTo>
                    <a:lnTo>
                      <a:pt x="780" y="298"/>
                    </a:lnTo>
                    <a:lnTo>
                      <a:pt x="782" y="300"/>
                    </a:lnTo>
                    <a:lnTo>
                      <a:pt x="783" y="301"/>
                    </a:lnTo>
                    <a:lnTo>
                      <a:pt x="783" y="302"/>
                    </a:lnTo>
                    <a:lnTo>
                      <a:pt x="784" y="304"/>
                    </a:lnTo>
                    <a:lnTo>
                      <a:pt x="786" y="305"/>
                    </a:lnTo>
                    <a:lnTo>
                      <a:pt x="786" y="306"/>
                    </a:lnTo>
                    <a:lnTo>
                      <a:pt x="787" y="308"/>
                    </a:lnTo>
                    <a:lnTo>
                      <a:pt x="787" y="309"/>
                    </a:lnTo>
                    <a:lnTo>
                      <a:pt x="788" y="310"/>
                    </a:lnTo>
                    <a:lnTo>
                      <a:pt x="790" y="312"/>
                    </a:lnTo>
                    <a:lnTo>
                      <a:pt x="790" y="313"/>
                    </a:lnTo>
                    <a:lnTo>
                      <a:pt x="791" y="316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877" name="Freeform 7">
                <a:extLst>
                  <a:ext uri="{FF2B5EF4-FFF2-40B4-BE49-F238E27FC236}">
                    <a16:creationId xmlns:a16="http://schemas.microsoft.com/office/drawing/2014/main" id="{38CC8B21-E305-47C2-B072-CD511508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686175"/>
                <a:ext cx="628650" cy="250825"/>
              </a:xfrm>
              <a:custGeom>
                <a:avLst/>
                <a:gdLst>
                  <a:gd name="T0" fmla="*/ 2147483646 w 791"/>
                  <a:gd name="T1" fmla="*/ 2147483646 h 315"/>
                  <a:gd name="T2" fmla="*/ 2147483646 w 791"/>
                  <a:gd name="T3" fmla="*/ 2147483646 h 315"/>
                  <a:gd name="T4" fmla="*/ 2147483646 w 791"/>
                  <a:gd name="T5" fmla="*/ 2147483646 h 315"/>
                  <a:gd name="T6" fmla="*/ 2147483646 w 791"/>
                  <a:gd name="T7" fmla="*/ 2147483646 h 315"/>
                  <a:gd name="T8" fmla="*/ 2147483646 w 791"/>
                  <a:gd name="T9" fmla="*/ 2147483646 h 315"/>
                  <a:gd name="T10" fmla="*/ 2147483646 w 791"/>
                  <a:gd name="T11" fmla="*/ 2147483646 h 315"/>
                  <a:gd name="T12" fmla="*/ 2147483646 w 791"/>
                  <a:gd name="T13" fmla="*/ 2147483646 h 315"/>
                  <a:gd name="T14" fmla="*/ 2147483646 w 791"/>
                  <a:gd name="T15" fmla="*/ 2147483646 h 315"/>
                  <a:gd name="T16" fmla="*/ 2147483646 w 791"/>
                  <a:gd name="T17" fmla="*/ 2147483646 h 315"/>
                  <a:gd name="T18" fmla="*/ 2147483646 w 791"/>
                  <a:gd name="T19" fmla="*/ 2147483646 h 315"/>
                  <a:gd name="T20" fmla="*/ 2147483646 w 791"/>
                  <a:gd name="T21" fmla="*/ 2147483646 h 315"/>
                  <a:gd name="T22" fmla="*/ 2147483646 w 791"/>
                  <a:gd name="T23" fmla="*/ 2147483646 h 315"/>
                  <a:gd name="T24" fmla="*/ 2147483646 w 791"/>
                  <a:gd name="T25" fmla="*/ 2147483646 h 315"/>
                  <a:gd name="T26" fmla="*/ 2147483646 w 791"/>
                  <a:gd name="T27" fmla="*/ 2147483646 h 315"/>
                  <a:gd name="T28" fmla="*/ 2147483646 w 791"/>
                  <a:gd name="T29" fmla="*/ 2147483646 h 315"/>
                  <a:gd name="T30" fmla="*/ 2147483646 w 791"/>
                  <a:gd name="T31" fmla="*/ 2147483646 h 315"/>
                  <a:gd name="T32" fmla="*/ 2147483646 w 791"/>
                  <a:gd name="T33" fmla="*/ 2147483646 h 315"/>
                  <a:gd name="T34" fmla="*/ 2147483646 w 791"/>
                  <a:gd name="T35" fmla="*/ 2147483646 h 315"/>
                  <a:gd name="T36" fmla="*/ 2147483646 w 791"/>
                  <a:gd name="T37" fmla="*/ 2147483646 h 315"/>
                  <a:gd name="T38" fmla="*/ 2147483646 w 791"/>
                  <a:gd name="T39" fmla="*/ 2147483646 h 315"/>
                  <a:gd name="T40" fmla="*/ 2147483646 w 791"/>
                  <a:gd name="T41" fmla="*/ 2147483646 h 315"/>
                  <a:gd name="T42" fmla="*/ 2147483646 w 791"/>
                  <a:gd name="T43" fmla="*/ 2147483646 h 315"/>
                  <a:gd name="T44" fmla="*/ 2147483646 w 791"/>
                  <a:gd name="T45" fmla="*/ 2147483646 h 315"/>
                  <a:gd name="T46" fmla="*/ 2147483646 w 791"/>
                  <a:gd name="T47" fmla="*/ 2147483646 h 315"/>
                  <a:gd name="T48" fmla="*/ 2147483646 w 791"/>
                  <a:gd name="T49" fmla="*/ 2147483646 h 315"/>
                  <a:gd name="T50" fmla="*/ 2147483646 w 791"/>
                  <a:gd name="T51" fmla="*/ 2147483646 h 315"/>
                  <a:gd name="T52" fmla="*/ 2147483646 w 791"/>
                  <a:gd name="T53" fmla="*/ 2147483646 h 315"/>
                  <a:gd name="T54" fmla="*/ 2147483646 w 791"/>
                  <a:gd name="T55" fmla="*/ 2147483646 h 315"/>
                  <a:gd name="T56" fmla="*/ 2147483646 w 791"/>
                  <a:gd name="T57" fmla="*/ 2147483646 h 315"/>
                  <a:gd name="T58" fmla="*/ 2147483646 w 791"/>
                  <a:gd name="T59" fmla="*/ 2147483646 h 315"/>
                  <a:gd name="T60" fmla="*/ 2147483646 w 791"/>
                  <a:gd name="T61" fmla="*/ 2147483646 h 315"/>
                  <a:gd name="T62" fmla="*/ 2147483646 w 791"/>
                  <a:gd name="T63" fmla="*/ 2147483646 h 315"/>
                  <a:gd name="T64" fmla="*/ 2147483646 w 791"/>
                  <a:gd name="T65" fmla="*/ 2147483646 h 315"/>
                  <a:gd name="T66" fmla="*/ 2147483646 w 791"/>
                  <a:gd name="T67" fmla="*/ 2147483646 h 315"/>
                  <a:gd name="T68" fmla="*/ 2147483646 w 791"/>
                  <a:gd name="T69" fmla="*/ 2147483646 h 315"/>
                  <a:gd name="T70" fmla="*/ 2147483646 w 791"/>
                  <a:gd name="T71" fmla="*/ 2147483646 h 315"/>
                  <a:gd name="T72" fmla="*/ 2147483646 w 791"/>
                  <a:gd name="T73" fmla="*/ 2147483646 h 315"/>
                  <a:gd name="T74" fmla="*/ 2147483646 w 791"/>
                  <a:gd name="T75" fmla="*/ 2147483646 h 315"/>
                  <a:gd name="T76" fmla="*/ 2147483646 w 791"/>
                  <a:gd name="T77" fmla="*/ 2147483646 h 315"/>
                  <a:gd name="T78" fmla="*/ 2147483646 w 791"/>
                  <a:gd name="T79" fmla="*/ 2147483646 h 315"/>
                  <a:gd name="T80" fmla="*/ 2147483646 w 791"/>
                  <a:gd name="T81" fmla="*/ 2147483646 h 315"/>
                  <a:gd name="T82" fmla="*/ 2147483646 w 791"/>
                  <a:gd name="T83" fmla="*/ 2147483646 h 315"/>
                  <a:gd name="T84" fmla="*/ 2147483646 w 791"/>
                  <a:gd name="T85" fmla="*/ 2147483646 h 315"/>
                  <a:gd name="T86" fmla="*/ 2147483646 w 791"/>
                  <a:gd name="T87" fmla="*/ 2147483646 h 315"/>
                  <a:gd name="T88" fmla="*/ 2147483646 w 791"/>
                  <a:gd name="T89" fmla="*/ 2147483646 h 315"/>
                  <a:gd name="T90" fmla="*/ 2147483646 w 791"/>
                  <a:gd name="T91" fmla="*/ 2147483646 h 315"/>
                  <a:gd name="T92" fmla="*/ 2147483646 w 791"/>
                  <a:gd name="T93" fmla="*/ 2147483646 h 315"/>
                  <a:gd name="T94" fmla="*/ 2147483646 w 791"/>
                  <a:gd name="T95" fmla="*/ 2147483646 h 315"/>
                  <a:gd name="T96" fmla="*/ 2147483646 w 791"/>
                  <a:gd name="T97" fmla="*/ 2147483646 h 315"/>
                  <a:gd name="T98" fmla="*/ 2147483646 w 791"/>
                  <a:gd name="T99" fmla="*/ 2147483646 h 315"/>
                  <a:gd name="T100" fmla="*/ 2147483646 w 791"/>
                  <a:gd name="T101" fmla="*/ 2147483646 h 315"/>
                  <a:gd name="T102" fmla="*/ 2147483646 w 791"/>
                  <a:gd name="T103" fmla="*/ 2147483646 h 315"/>
                  <a:gd name="T104" fmla="*/ 2147483646 w 791"/>
                  <a:gd name="T105" fmla="*/ 2147483646 h 315"/>
                  <a:gd name="T106" fmla="*/ 2147483646 w 791"/>
                  <a:gd name="T107" fmla="*/ 2147483646 h 315"/>
                  <a:gd name="T108" fmla="*/ 2147483646 w 791"/>
                  <a:gd name="T109" fmla="*/ 2147483646 h 315"/>
                  <a:gd name="T110" fmla="*/ 2147483646 w 791"/>
                  <a:gd name="T111" fmla="*/ 2147483646 h 315"/>
                  <a:gd name="T112" fmla="*/ 2147483646 w 791"/>
                  <a:gd name="T113" fmla="*/ 2147483646 h 315"/>
                  <a:gd name="T114" fmla="*/ 2147483646 w 791"/>
                  <a:gd name="T115" fmla="*/ 2147483646 h 315"/>
                  <a:gd name="T116" fmla="*/ 2147483646 w 791"/>
                  <a:gd name="T117" fmla="*/ 2147483646 h 315"/>
                  <a:gd name="T118" fmla="*/ 2147483646 w 791"/>
                  <a:gd name="T119" fmla="*/ 2147483646 h 315"/>
                  <a:gd name="T120" fmla="*/ 2147483646 w 791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59" y="315"/>
                    </a:lnTo>
                    <a:lnTo>
                      <a:pt x="85" y="315"/>
                    </a:lnTo>
                    <a:lnTo>
                      <a:pt x="110" y="315"/>
                    </a:lnTo>
                    <a:lnTo>
                      <a:pt x="133" y="315"/>
                    </a:lnTo>
                    <a:lnTo>
                      <a:pt x="154" y="315"/>
                    </a:lnTo>
                    <a:lnTo>
                      <a:pt x="174" y="315"/>
                    </a:lnTo>
                    <a:lnTo>
                      <a:pt x="192" y="315"/>
                    </a:lnTo>
                    <a:lnTo>
                      <a:pt x="210" y="315"/>
                    </a:lnTo>
                    <a:lnTo>
                      <a:pt x="225" y="315"/>
                    </a:lnTo>
                    <a:lnTo>
                      <a:pt x="240" y="315"/>
                    </a:lnTo>
                    <a:lnTo>
                      <a:pt x="253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5" y="315"/>
                    </a:lnTo>
                    <a:lnTo>
                      <a:pt x="294" y="314"/>
                    </a:lnTo>
                    <a:lnTo>
                      <a:pt x="302" y="314"/>
                    </a:lnTo>
                    <a:lnTo>
                      <a:pt x="309" y="314"/>
                    </a:lnTo>
                    <a:lnTo>
                      <a:pt x="316" y="314"/>
                    </a:lnTo>
                    <a:lnTo>
                      <a:pt x="321" y="314"/>
                    </a:lnTo>
                    <a:lnTo>
                      <a:pt x="326" y="314"/>
                    </a:lnTo>
                    <a:lnTo>
                      <a:pt x="330" y="314"/>
                    </a:lnTo>
                    <a:lnTo>
                      <a:pt x="334" y="314"/>
                    </a:lnTo>
                    <a:lnTo>
                      <a:pt x="338" y="314"/>
                    </a:lnTo>
                    <a:lnTo>
                      <a:pt x="341" y="314"/>
                    </a:lnTo>
                    <a:lnTo>
                      <a:pt x="343" y="314"/>
                    </a:lnTo>
                    <a:lnTo>
                      <a:pt x="346" y="314"/>
                    </a:lnTo>
                    <a:lnTo>
                      <a:pt x="349" y="314"/>
                    </a:lnTo>
                    <a:lnTo>
                      <a:pt x="350" y="314"/>
                    </a:lnTo>
                    <a:lnTo>
                      <a:pt x="353" y="314"/>
                    </a:lnTo>
                    <a:lnTo>
                      <a:pt x="354" y="314"/>
                    </a:lnTo>
                    <a:lnTo>
                      <a:pt x="357" y="313"/>
                    </a:lnTo>
                    <a:lnTo>
                      <a:pt x="359" y="313"/>
                    </a:lnTo>
                    <a:lnTo>
                      <a:pt x="361" y="313"/>
                    </a:lnTo>
                    <a:lnTo>
                      <a:pt x="363" y="313"/>
                    </a:lnTo>
                    <a:lnTo>
                      <a:pt x="365" y="313"/>
                    </a:lnTo>
                    <a:lnTo>
                      <a:pt x="366" y="313"/>
                    </a:lnTo>
                    <a:lnTo>
                      <a:pt x="369" y="313"/>
                    </a:lnTo>
                    <a:lnTo>
                      <a:pt x="370" y="313"/>
                    </a:lnTo>
                    <a:lnTo>
                      <a:pt x="371" y="313"/>
                    </a:lnTo>
                    <a:lnTo>
                      <a:pt x="372" y="313"/>
                    </a:lnTo>
                    <a:lnTo>
                      <a:pt x="374" y="313"/>
                    </a:lnTo>
                    <a:lnTo>
                      <a:pt x="375" y="311"/>
                    </a:lnTo>
                    <a:lnTo>
                      <a:pt x="376" y="311"/>
                    </a:lnTo>
                    <a:lnTo>
                      <a:pt x="378" y="311"/>
                    </a:lnTo>
                    <a:lnTo>
                      <a:pt x="379" y="311"/>
                    </a:lnTo>
                    <a:lnTo>
                      <a:pt x="380" y="311"/>
                    </a:lnTo>
                    <a:lnTo>
                      <a:pt x="382" y="311"/>
                    </a:lnTo>
                    <a:lnTo>
                      <a:pt x="383" y="311"/>
                    </a:lnTo>
                    <a:lnTo>
                      <a:pt x="384" y="311"/>
                    </a:lnTo>
                    <a:lnTo>
                      <a:pt x="386" y="311"/>
                    </a:lnTo>
                    <a:lnTo>
                      <a:pt x="387" y="310"/>
                    </a:lnTo>
                    <a:lnTo>
                      <a:pt x="388" y="310"/>
                    </a:lnTo>
                    <a:lnTo>
                      <a:pt x="390" y="310"/>
                    </a:lnTo>
                    <a:lnTo>
                      <a:pt x="391" y="310"/>
                    </a:lnTo>
                    <a:lnTo>
                      <a:pt x="394" y="310"/>
                    </a:lnTo>
                    <a:lnTo>
                      <a:pt x="395" y="310"/>
                    </a:lnTo>
                    <a:lnTo>
                      <a:pt x="396" y="309"/>
                    </a:lnTo>
                    <a:lnTo>
                      <a:pt x="398" y="309"/>
                    </a:lnTo>
                    <a:lnTo>
                      <a:pt x="400" y="309"/>
                    </a:lnTo>
                    <a:lnTo>
                      <a:pt x="402" y="309"/>
                    </a:lnTo>
                    <a:lnTo>
                      <a:pt x="404" y="309"/>
                    </a:lnTo>
                    <a:lnTo>
                      <a:pt x="406" y="307"/>
                    </a:lnTo>
                    <a:lnTo>
                      <a:pt x="408" y="307"/>
                    </a:lnTo>
                    <a:lnTo>
                      <a:pt x="410" y="307"/>
                    </a:lnTo>
                    <a:lnTo>
                      <a:pt x="412" y="307"/>
                    </a:lnTo>
                    <a:lnTo>
                      <a:pt x="414" y="307"/>
                    </a:lnTo>
                    <a:lnTo>
                      <a:pt x="415" y="306"/>
                    </a:lnTo>
                    <a:lnTo>
                      <a:pt x="416" y="306"/>
                    </a:lnTo>
                    <a:lnTo>
                      <a:pt x="418" y="306"/>
                    </a:lnTo>
                    <a:lnTo>
                      <a:pt x="419" y="306"/>
                    </a:lnTo>
                    <a:lnTo>
                      <a:pt x="420" y="306"/>
                    </a:lnTo>
                    <a:lnTo>
                      <a:pt x="421" y="306"/>
                    </a:lnTo>
                    <a:lnTo>
                      <a:pt x="423" y="305"/>
                    </a:lnTo>
                    <a:lnTo>
                      <a:pt x="424" y="305"/>
                    </a:lnTo>
                    <a:lnTo>
                      <a:pt x="425" y="305"/>
                    </a:lnTo>
                    <a:lnTo>
                      <a:pt x="427" y="305"/>
                    </a:lnTo>
                    <a:lnTo>
                      <a:pt x="428" y="305"/>
                    </a:lnTo>
                    <a:lnTo>
                      <a:pt x="429" y="303"/>
                    </a:lnTo>
                    <a:lnTo>
                      <a:pt x="431" y="303"/>
                    </a:lnTo>
                    <a:lnTo>
                      <a:pt x="432" y="303"/>
                    </a:lnTo>
                    <a:lnTo>
                      <a:pt x="433" y="303"/>
                    </a:lnTo>
                    <a:lnTo>
                      <a:pt x="435" y="302"/>
                    </a:lnTo>
                    <a:lnTo>
                      <a:pt x="436" y="302"/>
                    </a:lnTo>
                    <a:lnTo>
                      <a:pt x="437" y="302"/>
                    </a:lnTo>
                    <a:lnTo>
                      <a:pt x="440" y="301"/>
                    </a:lnTo>
                    <a:lnTo>
                      <a:pt x="441" y="301"/>
                    </a:lnTo>
                    <a:lnTo>
                      <a:pt x="443" y="299"/>
                    </a:lnTo>
                    <a:lnTo>
                      <a:pt x="445" y="299"/>
                    </a:lnTo>
                    <a:lnTo>
                      <a:pt x="447" y="298"/>
                    </a:lnTo>
                    <a:lnTo>
                      <a:pt x="449" y="298"/>
                    </a:lnTo>
                    <a:lnTo>
                      <a:pt x="451" y="297"/>
                    </a:lnTo>
                    <a:lnTo>
                      <a:pt x="453" y="297"/>
                    </a:lnTo>
                    <a:lnTo>
                      <a:pt x="456" y="295"/>
                    </a:lnTo>
                    <a:lnTo>
                      <a:pt x="459" y="295"/>
                    </a:lnTo>
                    <a:lnTo>
                      <a:pt x="460" y="294"/>
                    </a:lnTo>
                    <a:lnTo>
                      <a:pt x="463" y="294"/>
                    </a:lnTo>
                    <a:lnTo>
                      <a:pt x="464" y="293"/>
                    </a:lnTo>
                    <a:lnTo>
                      <a:pt x="467" y="293"/>
                    </a:lnTo>
                    <a:lnTo>
                      <a:pt x="468" y="291"/>
                    </a:lnTo>
                    <a:lnTo>
                      <a:pt x="469" y="291"/>
                    </a:lnTo>
                    <a:lnTo>
                      <a:pt x="471" y="291"/>
                    </a:lnTo>
                    <a:lnTo>
                      <a:pt x="472" y="290"/>
                    </a:lnTo>
                    <a:lnTo>
                      <a:pt x="473" y="290"/>
                    </a:lnTo>
                    <a:lnTo>
                      <a:pt x="474" y="290"/>
                    </a:lnTo>
                    <a:lnTo>
                      <a:pt x="476" y="289"/>
                    </a:lnTo>
                    <a:lnTo>
                      <a:pt x="477" y="289"/>
                    </a:lnTo>
                    <a:lnTo>
                      <a:pt x="478" y="289"/>
                    </a:lnTo>
                    <a:lnTo>
                      <a:pt x="480" y="287"/>
                    </a:lnTo>
                    <a:lnTo>
                      <a:pt x="481" y="287"/>
                    </a:lnTo>
                    <a:lnTo>
                      <a:pt x="482" y="287"/>
                    </a:lnTo>
                    <a:lnTo>
                      <a:pt x="484" y="286"/>
                    </a:lnTo>
                    <a:lnTo>
                      <a:pt x="485" y="285"/>
                    </a:lnTo>
                    <a:lnTo>
                      <a:pt x="486" y="285"/>
                    </a:lnTo>
                    <a:lnTo>
                      <a:pt x="488" y="285"/>
                    </a:lnTo>
                    <a:lnTo>
                      <a:pt x="489" y="284"/>
                    </a:lnTo>
                    <a:lnTo>
                      <a:pt x="490" y="284"/>
                    </a:lnTo>
                    <a:lnTo>
                      <a:pt x="492" y="282"/>
                    </a:lnTo>
                    <a:lnTo>
                      <a:pt x="494" y="281"/>
                    </a:lnTo>
                    <a:lnTo>
                      <a:pt x="496" y="281"/>
                    </a:lnTo>
                    <a:lnTo>
                      <a:pt x="497" y="280"/>
                    </a:lnTo>
                    <a:lnTo>
                      <a:pt x="500" y="278"/>
                    </a:lnTo>
                    <a:lnTo>
                      <a:pt x="501" y="278"/>
                    </a:lnTo>
                    <a:lnTo>
                      <a:pt x="504" y="277"/>
                    </a:lnTo>
                    <a:lnTo>
                      <a:pt x="505" y="276"/>
                    </a:lnTo>
                    <a:lnTo>
                      <a:pt x="508" y="274"/>
                    </a:lnTo>
                    <a:lnTo>
                      <a:pt x="509" y="274"/>
                    </a:lnTo>
                    <a:lnTo>
                      <a:pt x="512" y="273"/>
                    </a:lnTo>
                    <a:lnTo>
                      <a:pt x="513" y="272"/>
                    </a:lnTo>
                    <a:lnTo>
                      <a:pt x="514" y="272"/>
                    </a:lnTo>
                    <a:lnTo>
                      <a:pt x="516" y="270"/>
                    </a:lnTo>
                    <a:lnTo>
                      <a:pt x="517" y="270"/>
                    </a:lnTo>
                    <a:lnTo>
                      <a:pt x="518" y="269"/>
                    </a:lnTo>
                    <a:lnTo>
                      <a:pt x="520" y="269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3" y="266"/>
                    </a:lnTo>
                    <a:lnTo>
                      <a:pt x="525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9" y="264"/>
                    </a:lnTo>
                    <a:lnTo>
                      <a:pt x="530" y="264"/>
                    </a:lnTo>
                    <a:lnTo>
                      <a:pt x="531" y="262"/>
                    </a:lnTo>
                    <a:lnTo>
                      <a:pt x="533" y="262"/>
                    </a:lnTo>
                    <a:lnTo>
                      <a:pt x="534" y="261"/>
                    </a:lnTo>
                    <a:lnTo>
                      <a:pt x="535" y="261"/>
                    </a:lnTo>
                    <a:lnTo>
                      <a:pt x="537" y="260"/>
                    </a:lnTo>
                    <a:lnTo>
                      <a:pt x="538" y="260"/>
                    </a:lnTo>
                    <a:lnTo>
                      <a:pt x="539" y="258"/>
                    </a:lnTo>
                    <a:lnTo>
                      <a:pt x="541" y="257"/>
                    </a:lnTo>
                    <a:lnTo>
                      <a:pt x="542" y="257"/>
                    </a:lnTo>
                    <a:lnTo>
                      <a:pt x="543" y="256"/>
                    </a:lnTo>
                    <a:lnTo>
                      <a:pt x="545" y="254"/>
                    </a:lnTo>
                    <a:lnTo>
                      <a:pt x="547" y="253"/>
                    </a:lnTo>
                    <a:lnTo>
                      <a:pt x="549" y="253"/>
                    </a:lnTo>
                    <a:lnTo>
                      <a:pt x="551" y="252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5" y="249"/>
                    </a:lnTo>
                    <a:lnTo>
                      <a:pt x="557" y="248"/>
                    </a:lnTo>
                    <a:lnTo>
                      <a:pt x="558" y="248"/>
                    </a:lnTo>
                    <a:lnTo>
                      <a:pt x="559" y="246"/>
                    </a:lnTo>
                    <a:lnTo>
                      <a:pt x="561" y="246"/>
                    </a:lnTo>
                    <a:lnTo>
                      <a:pt x="562" y="245"/>
                    </a:lnTo>
                    <a:lnTo>
                      <a:pt x="563" y="245"/>
                    </a:lnTo>
                    <a:lnTo>
                      <a:pt x="563" y="244"/>
                    </a:lnTo>
                    <a:lnTo>
                      <a:pt x="565" y="244"/>
                    </a:lnTo>
                    <a:lnTo>
                      <a:pt x="566" y="244"/>
                    </a:lnTo>
                    <a:lnTo>
                      <a:pt x="566" y="242"/>
                    </a:lnTo>
                    <a:lnTo>
                      <a:pt x="567" y="242"/>
                    </a:lnTo>
                    <a:lnTo>
                      <a:pt x="569" y="241"/>
                    </a:lnTo>
                    <a:lnTo>
                      <a:pt x="570" y="241"/>
                    </a:lnTo>
                    <a:lnTo>
                      <a:pt x="571" y="240"/>
                    </a:lnTo>
                    <a:lnTo>
                      <a:pt x="573" y="238"/>
                    </a:lnTo>
                    <a:lnTo>
                      <a:pt x="574" y="238"/>
                    </a:lnTo>
                    <a:lnTo>
                      <a:pt x="574" y="237"/>
                    </a:lnTo>
                    <a:lnTo>
                      <a:pt x="575" y="237"/>
                    </a:lnTo>
                    <a:lnTo>
                      <a:pt x="576" y="236"/>
                    </a:lnTo>
                    <a:lnTo>
                      <a:pt x="578" y="236"/>
                    </a:lnTo>
                    <a:lnTo>
                      <a:pt x="579" y="234"/>
                    </a:lnTo>
                    <a:lnTo>
                      <a:pt x="580" y="234"/>
                    </a:lnTo>
                    <a:lnTo>
                      <a:pt x="582" y="233"/>
                    </a:lnTo>
                    <a:lnTo>
                      <a:pt x="583" y="232"/>
                    </a:lnTo>
                    <a:lnTo>
                      <a:pt x="584" y="231"/>
                    </a:lnTo>
                    <a:lnTo>
                      <a:pt x="586" y="231"/>
                    </a:lnTo>
                    <a:lnTo>
                      <a:pt x="587" y="229"/>
                    </a:lnTo>
                    <a:lnTo>
                      <a:pt x="588" y="228"/>
                    </a:lnTo>
                    <a:lnTo>
                      <a:pt x="590" y="228"/>
                    </a:lnTo>
                    <a:lnTo>
                      <a:pt x="591" y="227"/>
                    </a:lnTo>
                    <a:lnTo>
                      <a:pt x="592" y="227"/>
                    </a:lnTo>
                    <a:lnTo>
                      <a:pt x="594" y="225"/>
                    </a:lnTo>
                    <a:lnTo>
                      <a:pt x="595" y="224"/>
                    </a:lnTo>
                    <a:lnTo>
                      <a:pt x="596" y="224"/>
                    </a:lnTo>
                    <a:lnTo>
                      <a:pt x="596" y="223"/>
                    </a:lnTo>
                    <a:lnTo>
                      <a:pt x="598" y="223"/>
                    </a:lnTo>
                    <a:lnTo>
                      <a:pt x="599" y="221"/>
                    </a:lnTo>
                    <a:lnTo>
                      <a:pt x="600" y="221"/>
                    </a:lnTo>
                    <a:lnTo>
                      <a:pt x="602" y="220"/>
                    </a:lnTo>
                    <a:lnTo>
                      <a:pt x="603" y="219"/>
                    </a:lnTo>
                    <a:lnTo>
                      <a:pt x="604" y="217"/>
                    </a:lnTo>
                    <a:lnTo>
                      <a:pt x="606" y="217"/>
                    </a:lnTo>
                    <a:lnTo>
                      <a:pt x="607" y="216"/>
                    </a:lnTo>
                    <a:lnTo>
                      <a:pt x="608" y="215"/>
                    </a:lnTo>
                    <a:lnTo>
                      <a:pt x="610" y="213"/>
                    </a:lnTo>
                    <a:lnTo>
                      <a:pt x="611" y="213"/>
                    </a:lnTo>
                    <a:lnTo>
                      <a:pt x="611" y="212"/>
                    </a:lnTo>
                    <a:lnTo>
                      <a:pt x="612" y="211"/>
                    </a:lnTo>
                    <a:lnTo>
                      <a:pt x="614" y="211"/>
                    </a:lnTo>
                    <a:lnTo>
                      <a:pt x="615" y="209"/>
                    </a:lnTo>
                    <a:lnTo>
                      <a:pt x="616" y="208"/>
                    </a:lnTo>
                    <a:lnTo>
                      <a:pt x="618" y="208"/>
                    </a:lnTo>
                    <a:lnTo>
                      <a:pt x="618" y="207"/>
                    </a:lnTo>
                    <a:lnTo>
                      <a:pt x="619" y="207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2" y="204"/>
                    </a:lnTo>
                    <a:lnTo>
                      <a:pt x="623" y="204"/>
                    </a:lnTo>
                    <a:lnTo>
                      <a:pt x="623" y="203"/>
                    </a:lnTo>
                    <a:lnTo>
                      <a:pt x="624" y="203"/>
                    </a:lnTo>
                    <a:lnTo>
                      <a:pt x="625" y="201"/>
                    </a:lnTo>
                    <a:lnTo>
                      <a:pt x="627" y="200"/>
                    </a:lnTo>
                    <a:lnTo>
                      <a:pt x="628" y="200"/>
                    </a:lnTo>
                    <a:lnTo>
                      <a:pt x="628" y="199"/>
                    </a:lnTo>
                    <a:lnTo>
                      <a:pt x="629" y="199"/>
                    </a:lnTo>
                    <a:lnTo>
                      <a:pt x="631" y="197"/>
                    </a:lnTo>
                    <a:lnTo>
                      <a:pt x="632" y="197"/>
                    </a:lnTo>
                    <a:lnTo>
                      <a:pt x="633" y="196"/>
                    </a:lnTo>
                    <a:lnTo>
                      <a:pt x="635" y="195"/>
                    </a:lnTo>
                    <a:lnTo>
                      <a:pt x="636" y="193"/>
                    </a:lnTo>
                    <a:lnTo>
                      <a:pt x="637" y="193"/>
                    </a:lnTo>
                    <a:lnTo>
                      <a:pt x="639" y="192"/>
                    </a:lnTo>
                    <a:lnTo>
                      <a:pt x="640" y="192"/>
                    </a:lnTo>
                    <a:lnTo>
                      <a:pt x="640" y="191"/>
                    </a:lnTo>
                    <a:lnTo>
                      <a:pt x="641" y="191"/>
                    </a:lnTo>
                    <a:lnTo>
                      <a:pt x="643" y="189"/>
                    </a:lnTo>
                    <a:lnTo>
                      <a:pt x="644" y="189"/>
                    </a:lnTo>
                    <a:lnTo>
                      <a:pt x="644" y="188"/>
                    </a:lnTo>
                    <a:lnTo>
                      <a:pt x="645" y="188"/>
                    </a:lnTo>
                    <a:lnTo>
                      <a:pt x="645" y="187"/>
                    </a:lnTo>
                    <a:lnTo>
                      <a:pt x="647" y="187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9" y="185"/>
                    </a:lnTo>
                    <a:lnTo>
                      <a:pt x="649" y="184"/>
                    </a:lnTo>
                    <a:lnTo>
                      <a:pt x="651" y="183"/>
                    </a:lnTo>
                    <a:lnTo>
                      <a:pt x="652" y="182"/>
                    </a:lnTo>
                    <a:lnTo>
                      <a:pt x="653" y="180"/>
                    </a:lnTo>
                    <a:lnTo>
                      <a:pt x="655" y="179"/>
                    </a:lnTo>
                    <a:lnTo>
                      <a:pt x="656" y="179"/>
                    </a:lnTo>
                    <a:lnTo>
                      <a:pt x="656" y="178"/>
                    </a:lnTo>
                    <a:lnTo>
                      <a:pt x="657" y="178"/>
                    </a:lnTo>
                    <a:lnTo>
                      <a:pt x="659" y="176"/>
                    </a:lnTo>
                    <a:lnTo>
                      <a:pt x="659" y="175"/>
                    </a:lnTo>
                    <a:lnTo>
                      <a:pt x="660" y="174"/>
                    </a:lnTo>
                    <a:lnTo>
                      <a:pt x="661" y="174"/>
                    </a:lnTo>
                    <a:lnTo>
                      <a:pt x="663" y="172"/>
                    </a:lnTo>
                    <a:lnTo>
                      <a:pt x="664" y="171"/>
                    </a:lnTo>
                    <a:lnTo>
                      <a:pt x="664" y="170"/>
                    </a:lnTo>
                    <a:lnTo>
                      <a:pt x="665" y="168"/>
                    </a:lnTo>
                    <a:lnTo>
                      <a:pt x="667" y="167"/>
                    </a:lnTo>
                    <a:lnTo>
                      <a:pt x="668" y="166"/>
                    </a:lnTo>
                    <a:lnTo>
                      <a:pt x="669" y="164"/>
                    </a:lnTo>
                    <a:lnTo>
                      <a:pt x="671" y="163"/>
                    </a:lnTo>
                    <a:lnTo>
                      <a:pt x="672" y="162"/>
                    </a:lnTo>
                    <a:lnTo>
                      <a:pt x="673" y="160"/>
                    </a:lnTo>
                    <a:lnTo>
                      <a:pt x="674" y="159"/>
                    </a:lnTo>
                    <a:lnTo>
                      <a:pt x="676" y="158"/>
                    </a:lnTo>
                    <a:lnTo>
                      <a:pt x="676" y="156"/>
                    </a:lnTo>
                    <a:lnTo>
                      <a:pt x="677" y="156"/>
                    </a:lnTo>
                    <a:lnTo>
                      <a:pt x="677" y="155"/>
                    </a:lnTo>
                    <a:lnTo>
                      <a:pt x="678" y="155"/>
                    </a:lnTo>
                    <a:lnTo>
                      <a:pt x="678" y="154"/>
                    </a:lnTo>
                    <a:lnTo>
                      <a:pt x="680" y="152"/>
                    </a:lnTo>
                    <a:lnTo>
                      <a:pt x="681" y="152"/>
                    </a:lnTo>
                    <a:lnTo>
                      <a:pt x="681" y="151"/>
                    </a:lnTo>
                    <a:lnTo>
                      <a:pt x="682" y="150"/>
                    </a:lnTo>
                    <a:lnTo>
                      <a:pt x="684" y="148"/>
                    </a:lnTo>
                    <a:lnTo>
                      <a:pt x="685" y="147"/>
                    </a:lnTo>
                    <a:lnTo>
                      <a:pt x="685" y="146"/>
                    </a:lnTo>
                    <a:lnTo>
                      <a:pt x="686" y="144"/>
                    </a:lnTo>
                    <a:lnTo>
                      <a:pt x="688" y="143"/>
                    </a:lnTo>
                    <a:lnTo>
                      <a:pt x="689" y="142"/>
                    </a:lnTo>
                    <a:lnTo>
                      <a:pt x="690" y="140"/>
                    </a:lnTo>
                    <a:lnTo>
                      <a:pt x="692" y="139"/>
                    </a:lnTo>
                    <a:lnTo>
                      <a:pt x="693" y="138"/>
                    </a:lnTo>
                    <a:lnTo>
                      <a:pt x="694" y="136"/>
                    </a:lnTo>
                    <a:lnTo>
                      <a:pt x="696" y="134"/>
                    </a:lnTo>
                    <a:lnTo>
                      <a:pt x="697" y="132"/>
                    </a:lnTo>
                    <a:lnTo>
                      <a:pt x="698" y="131"/>
                    </a:lnTo>
                    <a:lnTo>
                      <a:pt x="700" y="130"/>
                    </a:lnTo>
                    <a:lnTo>
                      <a:pt x="701" y="127"/>
                    </a:lnTo>
                    <a:lnTo>
                      <a:pt x="702" y="126"/>
                    </a:lnTo>
                    <a:lnTo>
                      <a:pt x="704" y="125"/>
                    </a:lnTo>
                    <a:lnTo>
                      <a:pt x="704" y="123"/>
                    </a:lnTo>
                    <a:lnTo>
                      <a:pt x="705" y="122"/>
                    </a:lnTo>
                    <a:lnTo>
                      <a:pt x="706" y="122"/>
                    </a:lnTo>
                    <a:lnTo>
                      <a:pt x="708" y="121"/>
                    </a:lnTo>
                    <a:lnTo>
                      <a:pt x="708" y="119"/>
                    </a:lnTo>
                    <a:lnTo>
                      <a:pt x="709" y="118"/>
                    </a:lnTo>
                    <a:lnTo>
                      <a:pt x="709" y="117"/>
                    </a:lnTo>
                    <a:lnTo>
                      <a:pt x="710" y="117"/>
                    </a:lnTo>
                    <a:lnTo>
                      <a:pt x="712" y="115"/>
                    </a:lnTo>
                    <a:lnTo>
                      <a:pt x="712" y="114"/>
                    </a:lnTo>
                    <a:lnTo>
                      <a:pt x="713" y="113"/>
                    </a:lnTo>
                    <a:lnTo>
                      <a:pt x="714" y="111"/>
                    </a:lnTo>
                    <a:lnTo>
                      <a:pt x="716" y="110"/>
                    </a:lnTo>
                    <a:lnTo>
                      <a:pt x="716" y="109"/>
                    </a:lnTo>
                    <a:lnTo>
                      <a:pt x="717" y="107"/>
                    </a:lnTo>
                    <a:lnTo>
                      <a:pt x="718" y="106"/>
                    </a:lnTo>
                    <a:lnTo>
                      <a:pt x="718" y="105"/>
                    </a:lnTo>
                    <a:lnTo>
                      <a:pt x="720" y="103"/>
                    </a:lnTo>
                    <a:lnTo>
                      <a:pt x="721" y="102"/>
                    </a:lnTo>
                    <a:lnTo>
                      <a:pt x="722" y="101"/>
                    </a:lnTo>
                    <a:lnTo>
                      <a:pt x="724" y="99"/>
                    </a:lnTo>
                    <a:lnTo>
                      <a:pt x="725" y="97"/>
                    </a:lnTo>
                    <a:lnTo>
                      <a:pt x="726" y="95"/>
                    </a:lnTo>
                    <a:lnTo>
                      <a:pt x="727" y="93"/>
                    </a:lnTo>
                    <a:lnTo>
                      <a:pt x="729" y="91"/>
                    </a:lnTo>
                    <a:lnTo>
                      <a:pt x="730" y="89"/>
                    </a:lnTo>
                    <a:lnTo>
                      <a:pt x="731" y="87"/>
                    </a:lnTo>
                    <a:lnTo>
                      <a:pt x="733" y="85"/>
                    </a:lnTo>
                    <a:lnTo>
                      <a:pt x="734" y="83"/>
                    </a:lnTo>
                    <a:lnTo>
                      <a:pt x="735" y="82"/>
                    </a:lnTo>
                    <a:lnTo>
                      <a:pt x="737" y="81"/>
                    </a:lnTo>
                    <a:lnTo>
                      <a:pt x="737" y="80"/>
                    </a:lnTo>
                    <a:lnTo>
                      <a:pt x="738" y="77"/>
                    </a:lnTo>
                    <a:lnTo>
                      <a:pt x="739" y="76"/>
                    </a:lnTo>
                    <a:lnTo>
                      <a:pt x="741" y="76"/>
                    </a:lnTo>
                    <a:lnTo>
                      <a:pt x="741" y="74"/>
                    </a:lnTo>
                    <a:lnTo>
                      <a:pt x="742" y="73"/>
                    </a:lnTo>
                    <a:lnTo>
                      <a:pt x="743" y="72"/>
                    </a:lnTo>
                    <a:lnTo>
                      <a:pt x="743" y="70"/>
                    </a:lnTo>
                    <a:lnTo>
                      <a:pt x="745" y="69"/>
                    </a:lnTo>
                    <a:lnTo>
                      <a:pt x="745" y="68"/>
                    </a:lnTo>
                    <a:lnTo>
                      <a:pt x="746" y="66"/>
                    </a:lnTo>
                    <a:lnTo>
                      <a:pt x="747" y="66"/>
                    </a:lnTo>
                    <a:lnTo>
                      <a:pt x="747" y="65"/>
                    </a:lnTo>
                    <a:lnTo>
                      <a:pt x="749" y="64"/>
                    </a:lnTo>
                    <a:lnTo>
                      <a:pt x="749" y="62"/>
                    </a:lnTo>
                    <a:lnTo>
                      <a:pt x="750" y="61"/>
                    </a:lnTo>
                    <a:lnTo>
                      <a:pt x="751" y="60"/>
                    </a:lnTo>
                    <a:lnTo>
                      <a:pt x="753" y="58"/>
                    </a:lnTo>
                    <a:lnTo>
                      <a:pt x="753" y="57"/>
                    </a:lnTo>
                    <a:lnTo>
                      <a:pt x="754" y="56"/>
                    </a:lnTo>
                    <a:lnTo>
                      <a:pt x="755" y="54"/>
                    </a:lnTo>
                    <a:lnTo>
                      <a:pt x="757" y="52"/>
                    </a:lnTo>
                    <a:lnTo>
                      <a:pt x="758" y="50"/>
                    </a:lnTo>
                    <a:lnTo>
                      <a:pt x="759" y="48"/>
                    </a:lnTo>
                    <a:lnTo>
                      <a:pt x="761" y="46"/>
                    </a:lnTo>
                    <a:lnTo>
                      <a:pt x="762" y="44"/>
                    </a:lnTo>
                    <a:lnTo>
                      <a:pt x="763" y="42"/>
                    </a:lnTo>
                    <a:lnTo>
                      <a:pt x="766" y="40"/>
                    </a:lnTo>
                    <a:lnTo>
                      <a:pt x="767" y="38"/>
                    </a:lnTo>
                    <a:lnTo>
                      <a:pt x="769" y="36"/>
                    </a:lnTo>
                    <a:lnTo>
                      <a:pt x="770" y="34"/>
                    </a:lnTo>
                    <a:lnTo>
                      <a:pt x="770" y="33"/>
                    </a:lnTo>
                    <a:lnTo>
                      <a:pt x="771" y="32"/>
                    </a:lnTo>
                    <a:lnTo>
                      <a:pt x="773" y="30"/>
                    </a:lnTo>
                    <a:lnTo>
                      <a:pt x="774" y="29"/>
                    </a:lnTo>
                    <a:lnTo>
                      <a:pt x="774" y="28"/>
                    </a:lnTo>
                    <a:lnTo>
                      <a:pt x="775" y="27"/>
                    </a:lnTo>
                    <a:lnTo>
                      <a:pt x="776" y="25"/>
                    </a:lnTo>
                    <a:lnTo>
                      <a:pt x="776" y="24"/>
                    </a:lnTo>
                    <a:lnTo>
                      <a:pt x="778" y="23"/>
                    </a:lnTo>
                    <a:lnTo>
                      <a:pt x="778" y="21"/>
                    </a:lnTo>
                    <a:lnTo>
                      <a:pt x="779" y="21"/>
                    </a:lnTo>
                    <a:lnTo>
                      <a:pt x="779" y="20"/>
                    </a:lnTo>
                    <a:lnTo>
                      <a:pt x="780" y="19"/>
                    </a:lnTo>
                    <a:lnTo>
                      <a:pt x="780" y="17"/>
                    </a:lnTo>
                    <a:lnTo>
                      <a:pt x="782" y="17"/>
                    </a:lnTo>
                    <a:lnTo>
                      <a:pt x="782" y="16"/>
                    </a:lnTo>
                    <a:lnTo>
                      <a:pt x="783" y="15"/>
                    </a:lnTo>
                    <a:lnTo>
                      <a:pt x="783" y="13"/>
                    </a:lnTo>
                    <a:lnTo>
                      <a:pt x="784" y="12"/>
                    </a:lnTo>
                    <a:lnTo>
                      <a:pt x="786" y="11"/>
                    </a:lnTo>
                    <a:lnTo>
                      <a:pt x="786" y="9"/>
                    </a:lnTo>
                    <a:lnTo>
                      <a:pt x="787" y="8"/>
                    </a:lnTo>
                    <a:lnTo>
                      <a:pt x="787" y="7"/>
                    </a:lnTo>
                    <a:lnTo>
                      <a:pt x="788" y="5"/>
                    </a:lnTo>
                    <a:lnTo>
                      <a:pt x="790" y="4"/>
                    </a:lnTo>
                    <a:lnTo>
                      <a:pt x="790" y="3"/>
                    </a:lnTo>
                    <a:lnTo>
                      <a:pt x="791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878" name="Freeform 8">
                <a:extLst>
                  <a:ext uri="{FF2B5EF4-FFF2-40B4-BE49-F238E27FC236}">
                    <a16:creationId xmlns:a16="http://schemas.microsoft.com/office/drawing/2014/main" id="{CE5AA686-7C27-43BC-92E3-35FE5E77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435350"/>
                <a:ext cx="73025" cy="250825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8" y="14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6" y="27"/>
                    </a:lnTo>
                    <a:lnTo>
                      <a:pt x="16" y="30"/>
                    </a:lnTo>
                    <a:lnTo>
                      <a:pt x="17" y="31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0" y="35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6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0" y="61"/>
                    </a:lnTo>
                    <a:lnTo>
                      <a:pt x="32" y="63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3" y="67"/>
                    </a:lnTo>
                    <a:lnTo>
                      <a:pt x="34" y="68"/>
                    </a:lnTo>
                    <a:lnTo>
                      <a:pt x="34" y="69"/>
                    </a:lnTo>
                    <a:lnTo>
                      <a:pt x="36" y="71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5"/>
                    </a:lnTo>
                    <a:lnTo>
                      <a:pt x="37" y="76"/>
                    </a:lnTo>
                    <a:lnTo>
                      <a:pt x="38" y="77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40" y="80"/>
                    </a:lnTo>
                    <a:lnTo>
                      <a:pt x="40" y="81"/>
                    </a:lnTo>
                    <a:lnTo>
                      <a:pt x="40" y="83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7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4"/>
                    </a:lnTo>
                    <a:lnTo>
                      <a:pt x="45" y="97"/>
                    </a:lnTo>
                    <a:lnTo>
                      <a:pt x="46" y="98"/>
                    </a:lnTo>
                    <a:lnTo>
                      <a:pt x="46" y="101"/>
                    </a:lnTo>
                    <a:lnTo>
                      <a:pt x="48" y="102"/>
                    </a:lnTo>
                    <a:lnTo>
                      <a:pt x="49" y="105"/>
                    </a:lnTo>
                    <a:lnTo>
                      <a:pt x="49" y="106"/>
                    </a:lnTo>
                    <a:lnTo>
                      <a:pt x="50" y="109"/>
                    </a:lnTo>
                    <a:lnTo>
                      <a:pt x="50" y="110"/>
                    </a:lnTo>
                    <a:lnTo>
                      <a:pt x="52" y="113"/>
                    </a:lnTo>
                    <a:lnTo>
                      <a:pt x="52" y="114"/>
                    </a:lnTo>
                    <a:lnTo>
                      <a:pt x="53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8" y="130"/>
                    </a:lnTo>
                    <a:lnTo>
                      <a:pt x="58" y="132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60" y="138"/>
                    </a:lnTo>
                    <a:lnTo>
                      <a:pt x="61" y="140"/>
                    </a:lnTo>
                    <a:lnTo>
                      <a:pt x="61" y="141"/>
                    </a:lnTo>
                    <a:lnTo>
                      <a:pt x="62" y="142"/>
                    </a:lnTo>
                    <a:lnTo>
                      <a:pt x="62" y="145"/>
                    </a:lnTo>
                    <a:lnTo>
                      <a:pt x="64" y="146"/>
                    </a:lnTo>
                    <a:lnTo>
                      <a:pt x="64" y="149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6" y="155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61"/>
                    </a:lnTo>
                    <a:lnTo>
                      <a:pt x="68" y="162"/>
                    </a:lnTo>
                    <a:lnTo>
                      <a:pt x="69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70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3" y="175"/>
                    </a:lnTo>
                    <a:lnTo>
                      <a:pt x="73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4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6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7" y="189"/>
                    </a:lnTo>
                    <a:lnTo>
                      <a:pt x="77" y="191"/>
                    </a:lnTo>
                    <a:lnTo>
                      <a:pt x="77" y="193"/>
                    </a:lnTo>
                    <a:lnTo>
                      <a:pt x="78" y="195"/>
                    </a:lnTo>
                    <a:lnTo>
                      <a:pt x="78" y="196"/>
                    </a:lnTo>
                    <a:lnTo>
                      <a:pt x="79" y="199"/>
                    </a:lnTo>
                    <a:lnTo>
                      <a:pt x="79" y="200"/>
                    </a:lnTo>
                    <a:lnTo>
                      <a:pt x="81" y="203"/>
                    </a:lnTo>
                    <a:lnTo>
                      <a:pt x="81" y="204"/>
                    </a:lnTo>
                    <a:lnTo>
                      <a:pt x="82" y="207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4"/>
                    </a:lnTo>
                    <a:lnTo>
                      <a:pt x="85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6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7" y="228"/>
                    </a:lnTo>
                    <a:lnTo>
                      <a:pt x="87" y="230"/>
                    </a:lnTo>
                    <a:lnTo>
                      <a:pt x="87" y="231"/>
                    </a:lnTo>
                    <a:lnTo>
                      <a:pt x="87" y="232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6"/>
                    </a:lnTo>
                    <a:lnTo>
                      <a:pt x="87" y="238"/>
                    </a:lnTo>
                    <a:lnTo>
                      <a:pt x="87" y="240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9" y="245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3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7"/>
                    </a:lnTo>
                    <a:lnTo>
                      <a:pt x="90" y="257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90" y="261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5"/>
                    </a:lnTo>
                    <a:lnTo>
                      <a:pt x="90" y="267"/>
                    </a:lnTo>
                    <a:lnTo>
                      <a:pt x="91" y="268"/>
                    </a:lnTo>
                    <a:lnTo>
                      <a:pt x="91" y="269"/>
                    </a:lnTo>
                    <a:lnTo>
                      <a:pt x="91" y="271"/>
                    </a:lnTo>
                    <a:lnTo>
                      <a:pt x="91" y="272"/>
                    </a:lnTo>
                    <a:lnTo>
                      <a:pt x="91" y="273"/>
                    </a:lnTo>
                    <a:lnTo>
                      <a:pt x="93" y="275"/>
                    </a:lnTo>
                    <a:lnTo>
                      <a:pt x="93" y="276"/>
                    </a:lnTo>
                    <a:lnTo>
                      <a:pt x="93" y="277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4" y="281"/>
                    </a:lnTo>
                    <a:lnTo>
                      <a:pt x="94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1"/>
                    </a:lnTo>
                    <a:lnTo>
                      <a:pt x="94" y="302"/>
                    </a:lnTo>
                    <a:lnTo>
                      <a:pt x="94" y="304"/>
                    </a:lnTo>
                    <a:lnTo>
                      <a:pt x="94" y="306"/>
                    </a:lnTo>
                    <a:lnTo>
                      <a:pt x="94" y="308"/>
                    </a:lnTo>
                    <a:lnTo>
                      <a:pt x="94" y="310"/>
                    </a:lnTo>
                    <a:lnTo>
                      <a:pt x="94" y="312"/>
                    </a:lnTo>
                    <a:lnTo>
                      <a:pt x="94" y="314"/>
                    </a:lnTo>
                    <a:lnTo>
                      <a:pt x="93" y="317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879" name="Freeform 9">
                <a:extLst>
                  <a:ext uri="{FF2B5EF4-FFF2-40B4-BE49-F238E27FC236}">
                    <a16:creationId xmlns:a16="http://schemas.microsoft.com/office/drawing/2014/main" id="{5DDE5DA3-9F61-4527-8B31-366AB2A8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684588"/>
                <a:ext cx="73025" cy="252412"/>
              </a:xfrm>
              <a:custGeom>
                <a:avLst/>
                <a:gdLst>
                  <a:gd name="T0" fmla="*/ 2147483646 w 94"/>
                  <a:gd name="T1" fmla="*/ 2147483646 h 316"/>
                  <a:gd name="T2" fmla="*/ 2147483646 w 94"/>
                  <a:gd name="T3" fmla="*/ 2147483646 h 316"/>
                  <a:gd name="T4" fmla="*/ 2147483646 w 94"/>
                  <a:gd name="T5" fmla="*/ 2147483646 h 316"/>
                  <a:gd name="T6" fmla="*/ 2147483646 w 94"/>
                  <a:gd name="T7" fmla="*/ 2147483646 h 316"/>
                  <a:gd name="T8" fmla="*/ 2147483646 w 94"/>
                  <a:gd name="T9" fmla="*/ 2147483646 h 316"/>
                  <a:gd name="T10" fmla="*/ 2147483646 w 94"/>
                  <a:gd name="T11" fmla="*/ 2147483646 h 316"/>
                  <a:gd name="T12" fmla="*/ 2147483646 w 94"/>
                  <a:gd name="T13" fmla="*/ 2147483646 h 316"/>
                  <a:gd name="T14" fmla="*/ 2147483646 w 94"/>
                  <a:gd name="T15" fmla="*/ 2147483646 h 316"/>
                  <a:gd name="T16" fmla="*/ 2147483646 w 94"/>
                  <a:gd name="T17" fmla="*/ 2147483646 h 316"/>
                  <a:gd name="T18" fmla="*/ 2147483646 w 94"/>
                  <a:gd name="T19" fmla="*/ 2147483646 h 316"/>
                  <a:gd name="T20" fmla="*/ 2147483646 w 94"/>
                  <a:gd name="T21" fmla="*/ 2147483646 h 316"/>
                  <a:gd name="T22" fmla="*/ 2147483646 w 94"/>
                  <a:gd name="T23" fmla="*/ 2147483646 h 316"/>
                  <a:gd name="T24" fmla="*/ 2147483646 w 94"/>
                  <a:gd name="T25" fmla="*/ 2147483646 h 316"/>
                  <a:gd name="T26" fmla="*/ 2147483646 w 94"/>
                  <a:gd name="T27" fmla="*/ 2147483646 h 316"/>
                  <a:gd name="T28" fmla="*/ 2147483646 w 94"/>
                  <a:gd name="T29" fmla="*/ 2147483646 h 316"/>
                  <a:gd name="T30" fmla="*/ 2147483646 w 94"/>
                  <a:gd name="T31" fmla="*/ 2147483646 h 316"/>
                  <a:gd name="T32" fmla="*/ 2147483646 w 94"/>
                  <a:gd name="T33" fmla="*/ 2147483646 h 316"/>
                  <a:gd name="T34" fmla="*/ 2147483646 w 94"/>
                  <a:gd name="T35" fmla="*/ 2147483646 h 316"/>
                  <a:gd name="T36" fmla="*/ 2147483646 w 94"/>
                  <a:gd name="T37" fmla="*/ 2147483646 h 316"/>
                  <a:gd name="T38" fmla="*/ 2147483646 w 94"/>
                  <a:gd name="T39" fmla="*/ 2147483646 h 316"/>
                  <a:gd name="T40" fmla="*/ 2147483646 w 94"/>
                  <a:gd name="T41" fmla="*/ 2147483646 h 316"/>
                  <a:gd name="T42" fmla="*/ 2147483646 w 94"/>
                  <a:gd name="T43" fmla="*/ 2147483646 h 316"/>
                  <a:gd name="T44" fmla="*/ 2147483646 w 94"/>
                  <a:gd name="T45" fmla="*/ 2147483646 h 316"/>
                  <a:gd name="T46" fmla="*/ 2147483646 w 94"/>
                  <a:gd name="T47" fmla="*/ 2147483646 h 316"/>
                  <a:gd name="T48" fmla="*/ 2147483646 w 94"/>
                  <a:gd name="T49" fmla="*/ 2147483646 h 316"/>
                  <a:gd name="T50" fmla="*/ 2147483646 w 94"/>
                  <a:gd name="T51" fmla="*/ 2147483646 h 316"/>
                  <a:gd name="T52" fmla="*/ 2147483646 w 94"/>
                  <a:gd name="T53" fmla="*/ 2147483646 h 316"/>
                  <a:gd name="T54" fmla="*/ 2147483646 w 94"/>
                  <a:gd name="T55" fmla="*/ 2147483646 h 316"/>
                  <a:gd name="T56" fmla="*/ 2147483646 w 94"/>
                  <a:gd name="T57" fmla="*/ 2147483646 h 316"/>
                  <a:gd name="T58" fmla="*/ 2147483646 w 94"/>
                  <a:gd name="T59" fmla="*/ 2147483646 h 316"/>
                  <a:gd name="T60" fmla="*/ 2147483646 w 94"/>
                  <a:gd name="T61" fmla="*/ 2147483646 h 316"/>
                  <a:gd name="T62" fmla="*/ 2147483646 w 94"/>
                  <a:gd name="T63" fmla="*/ 2147483646 h 316"/>
                  <a:gd name="T64" fmla="*/ 2147483646 w 94"/>
                  <a:gd name="T65" fmla="*/ 2147483646 h 316"/>
                  <a:gd name="T66" fmla="*/ 2147483646 w 94"/>
                  <a:gd name="T67" fmla="*/ 2147483646 h 316"/>
                  <a:gd name="T68" fmla="*/ 2147483646 w 94"/>
                  <a:gd name="T69" fmla="*/ 2147483646 h 316"/>
                  <a:gd name="T70" fmla="*/ 2147483646 w 94"/>
                  <a:gd name="T71" fmla="*/ 2147483646 h 316"/>
                  <a:gd name="T72" fmla="*/ 2147483646 w 94"/>
                  <a:gd name="T73" fmla="*/ 2147483646 h 316"/>
                  <a:gd name="T74" fmla="*/ 2147483646 w 94"/>
                  <a:gd name="T75" fmla="*/ 2147483646 h 316"/>
                  <a:gd name="T76" fmla="*/ 2147483646 w 94"/>
                  <a:gd name="T77" fmla="*/ 2147483646 h 316"/>
                  <a:gd name="T78" fmla="*/ 2147483646 w 94"/>
                  <a:gd name="T79" fmla="*/ 2147483646 h 316"/>
                  <a:gd name="T80" fmla="*/ 2147483646 w 94"/>
                  <a:gd name="T81" fmla="*/ 2147483646 h 316"/>
                  <a:gd name="T82" fmla="*/ 2147483646 w 94"/>
                  <a:gd name="T83" fmla="*/ 2147483646 h 316"/>
                  <a:gd name="T84" fmla="*/ 2147483646 w 94"/>
                  <a:gd name="T85" fmla="*/ 2147483646 h 316"/>
                  <a:gd name="T86" fmla="*/ 2147483646 w 94"/>
                  <a:gd name="T87" fmla="*/ 2147483646 h 316"/>
                  <a:gd name="T88" fmla="*/ 2147483646 w 94"/>
                  <a:gd name="T89" fmla="*/ 2147483646 h 316"/>
                  <a:gd name="T90" fmla="*/ 2147483646 w 94"/>
                  <a:gd name="T91" fmla="*/ 2147483646 h 316"/>
                  <a:gd name="T92" fmla="*/ 2147483646 w 94"/>
                  <a:gd name="T93" fmla="*/ 2147483646 h 316"/>
                  <a:gd name="T94" fmla="*/ 2147483646 w 94"/>
                  <a:gd name="T95" fmla="*/ 2147483646 h 316"/>
                  <a:gd name="T96" fmla="*/ 2147483646 w 94"/>
                  <a:gd name="T97" fmla="*/ 2147483646 h 316"/>
                  <a:gd name="T98" fmla="*/ 2147483646 w 94"/>
                  <a:gd name="T99" fmla="*/ 2147483646 h 316"/>
                  <a:gd name="T100" fmla="*/ 2147483646 w 94"/>
                  <a:gd name="T101" fmla="*/ 2147483646 h 316"/>
                  <a:gd name="T102" fmla="*/ 2147483646 w 94"/>
                  <a:gd name="T103" fmla="*/ 2147483646 h 316"/>
                  <a:gd name="T104" fmla="*/ 2147483646 w 94"/>
                  <a:gd name="T105" fmla="*/ 2147483646 h 316"/>
                  <a:gd name="T106" fmla="*/ 2147483646 w 94"/>
                  <a:gd name="T107" fmla="*/ 2147483646 h 316"/>
                  <a:gd name="T108" fmla="*/ 2147483646 w 94"/>
                  <a:gd name="T109" fmla="*/ 2147483646 h 316"/>
                  <a:gd name="T110" fmla="*/ 2147483646 w 94"/>
                  <a:gd name="T111" fmla="*/ 2147483646 h 316"/>
                  <a:gd name="T112" fmla="*/ 2147483646 w 94"/>
                  <a:gd name="T113" fmla="*/ 2147483646 h 31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6">
                    <a:moveTo>
                      <a:pt x="0" y="316"/>
                    </a:moveTo>
                    <a:lnTo>
                      <a:pt x="3" y="312"/>
                    </a:lnTo>
                    <a:lnTo>
                      <a:pt x="4" y="310"/>
                    </a:lnTo>
                    <a:lnTo>
                      <a:pt x="7" y="306"/>
                    </a:lnTo>
                    <a:lnTo>
                      <a:pt x="8" y="303"/>
                    </a:lnTo>
                    <a:lnTo>
                      <a:pt x="9" y="300"/>
                    </a:lnTo>
                    <a:lnTo>
                      <a:pt x="11" y="298"/>
                    </a:lnTo>
                    <a:lnTo>
                      <a:pt x="12" y="295"/>
                    </a:lnTo>
                    <a:lnTo>
                      <a:pt x="13" y="294"/>
                    </a:lnTo>
                    <a:lnTo>
                      <a:pt x="15" y="291"/>
                    </a:lnTo>
                    <a:lnTo>
                      <a:pt x="16" y="290"/>
                    </a:lnTo>
                    <a:lnTo>
                      <a:pt x="16" y="287"/>
                    </a:lnTo>
                    <a:lnTo>
                      <a:pt x="17" y="286"/>
                    </a:lnTo>
                    <a:lnTo>
                      <a:pt x="19" y="285"/>
                    </a:lnTo>
                    <a:lnTo>
                      <a:pt x="19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79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5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7" y="267"/>
                    </a:lnTo>
                    <a:lnTo>
                      <a:pt x="27" y="266"/>
                    </a:lnTo>
                    <a:lnTo>
                      <a:pt x="28" y="265"/>
                    </a:lnTo>
                    <a:lnTo>
                      <a:pt x="28" y="263"/>
                    </a:lnTo>
                    <a:lnTo>
                      <a:pt x="29" y="261"/>
                    </a:lnTo>
                    <a:lnTo>
                      <a:pt x="29" y="259"/>
                    </a:lnTo>
                    <a:lnTo>
                      <a:pt x="30" y="258"/>
                    </a:lnTo>
                    <a:lnTo>
                      <a:pt x="30" y="255"/>
                    </a:lnTo>
                    <a:lnTo>
                      <a:pt x="32" y="254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3" y="250"/>
                    </a:lnTo>
                    <a:lnTo>
                      <a:pt x="34" y="249"/>
                    </a:lnTo>
                    <a:lnTo>
                      <a:pt x="34" y="247"/>
                    </a:lnTo>
                    <a:lnTo>
                      <a:pt x="36" y="246"/>
                    </a:lnTo>
                    <a:lnTo>
                      <a:pt x="36" y="245"/>
                    </a:lnTo>
                    <a:lnTo>
                      <a:pt x="36" y="243"/>
                    </a:lnTo>
                    <a:lnTo>
                      <a:pt x="37" y="242"/>
                    </a:lnTo>
                    <a:lnTo>
                      <a:pt x="37" y="241"/>
                    </a:lnTo>
                    <a:lnTo>
                      <a:pt x="38" y="239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40" y="237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0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6"/>
                    </a:lnTo>
                    <a:lnTo>
                      <a:pt x="44" y="225"/>
                    </a:lnTo>
                    <a:lnTo>
                      <a:pt x="44" y="224"/>
                    </a:lnTo>
                    <a:lnTo>
                      <a:pt x="45" y="222"/>
                    </a:lnTo>
                    <a:lnTo>
                      <a:pt x="45" y="220"/>
                    </a:lnTo>
                    <a:lnTo>
                      <a:pt x="46" y="218"/>
                    </a:lnTo>
                    <a:lnTo>
                      <a:pt x="46" y="216"/>
                    </a:lnTo>
                    <a:lnTo>
                      <a:pt x="48" y="214"/>
                    </a:lnTo>
                    <a:lnTo>
                      <a:pt x="49" y="212"/>
                    </a:lnTo>
                    <a:lnTo>
                      <a:pt x="49" y="210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52" y="204"/>
                    </a:lnTo>
                    <a:lnTo>
                      <a:pt x="52" y="202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3" y="198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4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1"/>
                    </a:lnTo>
                    <a:lnTo>
                      <a:pt x="60" y="180"/>
                    </a:lnTo>
                    <a:lnTo>
                      <a:pt x="60" y="179"/>
                    </a:lnTo>
                    <a:lnTo>
                      <a:pt x="61" y="177"/>
                    </a:lnTo>
                    <a:lnTo>
                      <a:pt x="61" y="176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4" y="171"/>
                    </a:lnTo>
                    <a:lnTo>
                      <a:pt x="64" y="168"/>
                    </a:lnTo>
                    <a:lnTo>
                      <a:pt x="64" y="165"/>
                    </a:lnTo>
                    <a:lnTo>
                      <a:pt x="65" y="164"/>
                    </a:lnTo>
                    <a:lnTo>
                      <a:pt x="66" y="161"/>
                    </a:lnTo>
                    <a:lnTo>
                      <a:pt x="66" y="160"/>
                    </a:lnTo>
                    <a:lnTo>
                      <a:pt x="66" y="157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9" y="153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5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1"/>
                    </a:lnTo>
                    <a:lnTo>
                      <a:pt x="73" y="141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3" y="137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6" y="131"/>
                    </a:lnTo>
                    <a:lnTo>
                      <a:pt x="76" y="130"/>
                    </a:lnTo>
                    <a:lnTo>
                      <a:pt x="77" y="128"/>
                    </a:lnTo>
                    <a:lnTo>
                      <a:pt x="77" y="126"/>
                    </a:lnTo>
                    <a:lnTo>
                      <a:pt x="77" y="124"/>
                    </a:lnTo>
                    <a:lnTo>
                      <a:pt x="78" y="122"/>
                    </a:lnTo>
                    <a:lnTo>
                      <a:pt x="78" y="120"/>
                    </a:lnTo>
                    <a:lnTo>
                      <a:pt x="79" y="118"/>
                    </a:lnTo>
                    <a:lnTo>
                      <a:pt x="79" y="116"/>
                    </a:lnTo>
                    <a:lnTo>
                      <a:pt x="81" y="114"/>
                    </a:lnTo>
                    <a:lnTo>
                      <a:pt x="81" y="112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2" y="107"/>
                    </a:lnTo>
                    <a:lnTo>
                      <a:pt x="83" y="106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5" y="102"/>
                    </a:lnTo>
                    <a:lnTo>
                      <a:pt x="85" y="100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2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7" y="90"/>
                    </a:lnTo>
                    <a:lnTo>
                      <a:pt x="87" y="88"/>
                    </a:lnTo>
                    <a:lnTo>
                      <a:pt x="87" y="87"/>
                    </a:lnTo>
                    <a:lnTo>
                      <a:pt x="87" y="86"/>
                    </a:lnTo>
                    <a:lnTo>
                      <a:pt x="87" y="84"/>
                    </a:lnTo>
                    <a:lnTo>
                      <a:pt x="87" y="83"/>
                    </a:lnTo>
                    <a:lnTo>
                      <a:pt x="87" y="82"/>
                    </a:lnTo>
                    <a:lnTo>
                      <a:pt x="87" y="81"/>
                    </a:lnTo>
                    <a:lnTo>
                      <a:pt x="87" y="78"/>
                    </a:lnTo>
                    <a:lnTo>
                      <a:pt x="87" y="77"/>
                    </a:lnTo>
                    <a:lnTo>
                      <a:pt x="89" y="75"/>
                    </a:lnTo>
                    <a:lnTo>
                      <a:pt x="89" y="73"/>
                    </a:lnTo>
                    <a:lnTo>
                      <a:pt x="89" y="71"/>
                    </a:lnTo>
                    <a:lnTo>
                      <a:pt x="89" y="70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90" y="59"/>
                    </a:lnTo>
                    <a:lnTo>
                      <a:pt x="90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1" y="49"/>
                    </a:lnTo>
                    <a:lnTo>
                      <a:pt x="91" y="47"/>
                    </a:lnTo>
                    <a:lnTo>
                      <a:pt x="91" y="46"/>
                    </a:lnTo>
                    <a:lnTo>
                      <a:pt x="91" y="45"/>
                    </a:lnTo>
                    <a:lnTo>
                      <a:pt x="91" y="43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5"/>
                    </a:lnTo>
                    <a:lnTo>
                      <a:pt x="94" y="35"/>
                    </a:lnTo>
                    <a:lnTo>
                      <a:pt x="94" y="34"/>
                    </a:lnTo>
                    <a:lnTo>
                      <a:pt x="94" y="33"/>
                    </a:lnTo>
                    <a:lnTo>
                      <a:pt x="94" y="31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4" y="6"/>
                    </a:lnTo>
                    <a:lnTo>
                      <a:pt x="94" y="5"/>
                    </a:lnTo>
                    <a:lnTo>
                      <a:pt x="94" y="2"/>
                    </a:lnTo>
                    <a:lnTo>
                      <a:pt x="93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2857" name="Shape 1907">
              <a:extLst>
                <a:ext uri="{FF2B5EF4-FFF2-40B4-BE49-F238E27FC236}">
                  <a16:creationId xmlns:a16="http://schemas.microsoft.com/office/drawing/2014/main" id="{E6EC62AC-9B2F-480A-907C-1051F48E9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217" y="1757706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cxnSp>
          <p:nvCxnSpPr>
            <p:cNvPr id="162858" name="Shape 1905">
              <a:extLst>
                <a:ext uri="{FF2B5EF4-FFF2-40B4-BE49-F238E27FC236}">
                  <a16:creationId xmlns:a16="http://schemas.microsoft.com/office/drawing/2014/main" id="{0BF10EEF-C506-405E-B092-3F70E79A34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788065" y="4257211"/>
              <a:ext cx="1957509" cy="2303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62859" name="Group 6">
              <a:extLst>
                <a:ext uri="{FF2B5EF4-FFF2-40B4-BE49-F238E27FC236}">
                  <a16:creationId xmlns:a16="http://schemas.microsoft.com/office/drawing/2014/main" id="{2351F6C5-A898-455D-A058-5FAEFDEB88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1813" y="4526825"/>
              <a:ext cx="298450" cy="328613"/>
              <a:chOff x="5051813" y="4931555"/>
              <a:chExt cx="298450" cy="328613"/>
            </a:xfrm>
          </p:grpSpPr>
          <p:sp>
            <p:nvSpPr>
              <p:cNvPr id="162872" name="Shape 1914">
                <a:extLst>
                  <a:ext uri="{FF2B5EF4-FFF2-40B4-BE49-F238E27FC236}">
                    <a16:creationId xmlns:a16="http://schemas.microsoft.com/office/drawing/2014/main" id="{A825291A-7689-49FA-8B23-4560C5EFE8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1813" y="4931555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2873" name="Shape 1915">
                <a:extLst>
                  <a:ext uri="{FF2B5EF4-FFF2-40B4-BE49-F238E27FC236}">
                    <a16:creationId xmlns:a16="http://schemas.microsoft.com/office/drawing/2014/main" id="{CA074330-8D62-4E21-A89F-23418072F0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3888" y="5017280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cxnSp>
            <p:nvCxnSpPr>
              <p:cNvPr id="162874" name="Shape 1901">
                <a:extLst>
                  <a:ext uri="{FF2B5EF4-FFF2-40B4-BE49-F238E27FC236}">
                    <a16:creationId xmlns:a16="http://schemas.microsoft.com/office/drawing/2014/main" id="{04CD93E7-61B0-436C-91B9-06F0D9D77A6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065989" y="4968410"/>
                <a:ext cx="138303" cy="1588"/>
              </a:xfrm>
              <a:prstGeom prst="straightConnector1">
                <a:avLst/>
              </a:prstGeom>
              <a:noFill/>
              <a:ln w="190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62860" name="Shape 1921">
              <a:extLst>
                <a:ext uri="{FF2B5EF4-FFF2-40B4-BE49-F238E27FC236}">
                  <a16:creationId xmlns:a16="http://schemas.microsoft.com/office/drawing/2014/main" id="{F0072290-9402-4E6A-983F-95C46854A5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80571" y="1631793"/>
              <a:ext cx="1371392" cy="1943558"/>
            </a:xfrm>
            <a:custGeom>
              <a:avLst/>
              <a:gdLst>
                <a:gd name="T0" fmla="*/ 0 w 10047"/>
                <a:gd name="T1" fmla="*/ 1943558 h 11776"/>
                <a:gd name="T2" fmla="*/ 0 w 10047"/>
                <a:gd name="T3" fmla="*/ 293118 h 11776"/>
                <a:gd name="T4" fmla="*/ 1364977 w 10047"/>
                <a:gd name="T5" fmla="*/ 293118 h 11776"/>
                <a:gd name="T6" fmla="*/ 1371392 w 10047"/>
                <a:gd name="T7" fmla="*/ 0 h 11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11776" extrusionOk="0">
                  <a:moveTo>
                    <a:pt x="0" y="11776"/>
                  </a:moveTo>
                  <a:lnTo>
                    <a:pt x="0" y="1776"/>
                  </a:lnTo>
                  <a:lnTo>
                    <a:pt x="10000" y="1776"/>
                  </a:lnTo>
                  <a:cubicBezTo>
                    <a:pt x="10016" y="1184"/>
                    <a:pt x="10031" y="592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1" name="Shape 1921">
              <a:extLst>
                <a:ext uri="{FF2B5EF4-FFF2-40B4-BE49-F238E27FC236}">
                  <a16:creationId xmlns:a16="http://schemas.microsoft.com/office/drawing/2014/main" id="{1E56A642-685D-4FA5-B4B9-52AE5674428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401579" y="5287917"/>
              <a:ext cx="3001173" cy="198485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2" name="Shape 1922">
              <a:extLst>
                <a:ext uri="{FF2B5EF4-FFF2-40B4-BE49-F238E27FC236}">
                  <a16:creationId xmlns:a16="http://schemas.microsoft.com/office/drawing/2014/main" id="{DAF2F9AC-ECE6-43D5-B144-57A711D7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238" y="5452520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3" name="Shape 1922">
              <a:extLst>
                <a:ext uri="{FF2B5EF4-FFF2-40B4-BE49-F238E27FC236}">
                  <a16:creationId xmlns:a16="http://schemas.microsoft.com/office/drawing/2014/main" id="{86EED20A-D1CA-4B10-A33E-7B9231C9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395" y="4128389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62864" name="Group 2">
              <a:extLst>
                <a:ext uri="{FF2B5EF4-FFF2-40B4-BE49-F238E27FC236}">
                  <a16:creationId xmlns:a16="http://schemas.microsoft.com/office/drawing/2014/main" id="{2ED0B241-1EB5-4DDB-B64D-3159494CC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40342" y="3292692"/>
              <a:ext cx="535407" cy="349926"/>
              <a:chOff x="4699000" y="5430838"/>
              <a:chExt cx="579438" cy="441325"/>
            </a:xfrm>
          </p:grpSpPr>
          <p:sp>
            <p:nvSpPr>
              <p:cNvPr id="162870" name="Freeform 18">
                <a:extLst>
                  <a:ext uri="{FF2B5EF4-FFF2-40B4-BE49-F238E27FC236}">
                    <a16:creationId xmlns:a16="http://schemas.microsoft.com/office/drawing/2014/main" id="{6D748213-3835-4CA1-B904-8567C6E79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0" y="5430838"/>
                <a:ext cx="442913" cy="441325"/>
              </a:xfrm>
              <a:custGeom>
                <a:avLst/>
                <a:gdLst>
                  <a:gd name="T0" fmla="*/ 2147483646 w 556"/>
                  <a:gd name="T1" fmla="*/ 2147483646 h 556"/>
                  <a:gd name="T2" fmla="*/ 0 w 556"/>
                  <a:gd name="T3" fmla="*/ 2147483646 h 556"/>
                  <a:gd name="T4" fmla="*/ 0 w 556"/>
                  <a:gd name="T5" fmla="*/ 0 h 556"/>
                  <a:gd name="T6" fmla="*/ 2147483646 w 556"/>
                  <a:gd name="T7" fmla="*/ 2147483646 h 5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6" h="556">
                    <a:moveTo>
                      <a:pt x="556" y="265"/>
                    </a:moveTo>
                    <a:lnTo>
                      <a:pt x="0" y="556"/>
                    </a:lnTo>
                    <a:lnTo>
                      <a:pt x="0" y="0"/>
                    </a:lnTo>
                    <a:lnTo>
                      <a:pt x="556" y="265"/>
                    </a:lnTo>
                    <a:close/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2871" name="Freeform 19">
                <a:extLst>
                  <a:ext uri="{FF2B5EF4-FFF2-40B4-BE49-F238E27FC236}">
                    <a16:creationId xmlns:a16="http://schemas.microsoft.com/office/drawing/2014/main" id="{6778FEFC-F644-4B5C-9B2C-A826BBF4D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963" y="5581650"/>
                <a:ext cx="117475" cy="119063"/>
              </a:xfrm>
              <a:custGeom>
                <a:avLst/>
                <a:gdLst>
                  <a:gd name="T0" fmla="*/ 2147483646 w 149"/>
                  <a:gd name="T1" fmla="*/ 0 h 150"/>
                  <a:gd name="T2" fmla="*/ 2147483646 w 149"/>
                  <a:gd name="T3" fmla="*/ 2147483646 h 150"/>
                  <a:gd name="T4" fmla="*/ 2147483646 w 149"/>
                  <a:gd name="T5" fmla="*/ 2147483646 h 150"/>
                  <a:gd name="T6" fmla="*/ 2147483646 w 149"/>
                  <a:gd name="T7" fmla="*/ 2147483646 h 150"/>
                  <a:gd name="T8" fmla="*/ 2147483646 w 149"/>
                  <a:gd name="T9" fmla="*/ 2147483646 h 150"/>
                  <a:gd name="T10" fmla="*/ 2147483646 w 149"/>
                  <a:gd name="T11" fmla="*/ 2147483646 h 150"/>
                  <a:gd name="T12" fmla="*/ 2147483646 w 149"/>
                  <a:gd name="T13" fmla="*/ 2147483646 h 150"/>
                  <a:gd name="T14" fmla="*/ 2147483646 w 149"/>
                  <a:gd name="T15" fmla="*/ 2147483646 h 150"/>
                  <a:gd name="T16" fmla="*/ 2147483646 w 149"/>
                  <a:gd name="T17" fmla="*/ 2147483646 h 150"/>
                  <a:gd name="T18" fmla="*/ 2147483646 w 149"/>
                  <a:gd name="T19" fmla="*/ 2147483646 h 150"/>
                  <a:gd name="T20" fmla="*/ 0 w 149"/>
                  <a:gd name="T21" fmla="*/ 2147483646 h 150"/>
                  <a:gd name="T22" fmla="*/ 0 w 149"/>
                  <a:gd name="T23" fmla="*/ 2147483646 h 150"/>
                  <a:gd name="T24" fmla="*/ 2147483646 w 149"/>
                  <a:gd name="T25" fmla="*/ 2147483646 h 150"/>
                  <a:gd name="T26" fmla="*/ 2147483646 w 149"/>
                  <a:gd name="T27" fmla="*/ 2147483646 h 150"/>
                  <a:gd name="T28" fmla="*/ 2147483646 w 149"/>
                  <a:gd name="T29" fmla="*/ 2147483646 h 150"/>
                  <a:gd name="T30" fmla="*/ 2147483646 w 149"/>
                  <a:gd name="T31" fmla="*/ 2147483646 h 150"/>
                  <a:gd name="T32" fmla="*/ 2147483646 w 149"/>
                  <a:gd name="T33" fmla="*/ 2147483646 h 150"/>
                  <a:gd name="T34" fmla="*/ 2147483646 w 149"/>
                  <a:gd name="T35" fmla="*/ 2147483646 h 150"/>
                  <a:gd name="T36" fmla="*/ 2147483646 w 149"/>
                  <a:gd name="T37" fmla="*/ 2147483646 h 150"/>
                  <a:gd name="T38" fmla="*/ 2147483646 w 149"/>
                  <a:gd name="T39" fmla="*/ 2147483646 h 150"/>
                  <a:gd name="T40" fmla="*/ 2147483646 w 149"/>
                  <a:gd name="T41" fmla="*/ 2147483646 h 150"/>
                  <a:gd name="T42" fmla="*/ 2147483646 w 149"/>
                  <a:gd name="T43" fmla="*/ 2147483646 h 150"/>
                  <a:gd name="T44" fmla="*/ 2147483646 w 149"/>
                  <a:gd name="T45" fmla="*/ 2147483646 h 150"/>
                  <a:gd name="T46" fmla="*/ 2147483646 w 149"/>
                  <a:gd name="T47" fmla="*/ 2147483646 h 150"/>
                  <a:gd name="T48" fmla="*/ 2147483646 w 149"/>
                  <a:gd name="T49" fmla="*/ 2147483646 h 150"/>
                  <a:gd name="T50" fmla="*/ 2147483646 w 149"/>
                  <a:gd name="T51" fmla="*/ 2147483646 h 150"/>
                  <a:gd name="T52" fmla="*/ 2147483646 w 149"/>
                  <a:gd name="T53" fmla="*/ 2147483646 h 150"/>
                  <a:gd name="T54" fmla="*/ 2147483646 w 149"/>
                  <a:gd name="T55" fmla="*/ 2147483646 h 150"/>
                  <a:gd name="T56" fmla="*/ 2147483646 w 149"/>
                  <a:gd name="T57" fmla="*/ 2147483646 h 150"/>
                  <a:gd name="T58" fmla="*/ 2147483646 w 149"/>
                  <a:gd name="T59" fmla="*/ 2147483646 h 150"/>
                  <a:gd name="T60" fmla="*/ 2147483646 w 149"/>
                  <a:gd name="T61" fmla="*/ 2147483646 h 150"/>
                  <a:gd name="T62" fmla="*/ 2147483646 w 149"/>
                  <a:gd name="T63" fmla="*/ 2147483646 h 150"/>
                  <a:gd name="T64" fmla="*/ 2147483646 w 149"/>
                  <a:gd name="T65" fmla="*/ 2147483646 h 150"/>
                  <a:gd name="T66" fmla="*/ 2147483646 w 149"/>
                  <a:gd name="T67" fmla="*/ 2147483646 h 150"/>
                  <a:gd name="T68" fmla="*/ 2147483646 w 149"/>
                  <a:gd name="T69" fmla="*/ 2147483646 h 150"/>
                  <a:gd name="T70" fmla="*/ 2147483646 w 149"/>
                  <a:gd name="T71" fmla="*/ 2147483646 h 150"/>
                  <a:gd name="T72" fmla="*/ 2147483646 w 149"/>
                  <a:gd name="T73" fmla="*/ 2147483646 h 150"/>
                  <a:gd name="T74" fmla="*/ 2147483646 w 149"/>
                  <a:gd name="T75" fmla="*/ 2147483646 h 150"/>
                  <a:gd name="T76" fmla="*/ 2147483646 w 149"/>
                  <a:gd name="T77" fmla="*/ 2147483646 h 150"/>
                  <a:gd name="T78" fmla="*/ 2147483646 w 149"/>
                  <a:gd name="T79" fmla="*/ 2147483646 h 150"/>
                  <a:gd name="T80" fmla="*/ 2147483646 w 149"/>
                  <a:gd name="T81" fmla="*/ 2147483646 h 150"/>
                  <a:gd name="T82" fmla="*/ 2147483646 w 149"/>
                  <a:gd name="T83" fmla="*/ 2147483646 h 150"/>
                  <a:gd name="T84" fmla="*/ 2147483646 w 149"/>
                  <a:gd name="T85" fmla="*/ 0 h 150"/>
                  <a:gd name="T86" fmla="*/ 2147483646 w 149"/>
                  <a:gd name="T87" fmla="*/ 0 h 1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150">
                    <a:moveTo>
                      <a:pt x="75" y="0"/>
                    </a:moveTo>
                    <a:lnTo>
                      <a:pt x="71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3" y="3"/>
                    </a:lnTo>
                    <a:lnTo>
                      <a:pt x="49" y="4"/>
                    </a:lnTo>
                    <a:lnTo>
                      <a:pt x="46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5" y="11"/>
                    </a:lnTo>
                    <a:lnTo>
                      <a:pt x="33" y="12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22" y="22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6"/>
                    </a:lnTo>
                    <a:lnTo>
                      <a:pt x="9" y="39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5" y="49"/>
                    </a:lnTo>
                    <a:lnTo>
                      <a:pt x="4" y="52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4" y="97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3"/>
                    </a:lnTo>
                    <a:lnTo>
                      <a:pt x="13" y="117"/>
                    </a:lnTo>
                    <a:lnTo>
                      <a:pt x="14" y="120"/>
                    </a:lnTo>
                    <a:lnTo>
                      <a:pt x="17" y="122"/>
                    </a:lnTo>
                    <a:lnTo>
                      <a:pt x="19" y="125"/>
                    </a:lnTo>
                    <a:lnTo>
                      <a:pt x="22" y="127"/>
                    </a:lnTo>
                    <a:lnTo>
                      <a:pt x="25" y="130"/>
                    </a:lnTo>
                    <a:lnTo>
                      <a:pt x="27" y="133"/>
                    </a:lnTo>
                    <a:lnTo>
                      <a:pt x="30" y="134"/>
                    </a:lnTo>
                    <a:lnTo>
                      <a:pt x="33" y="137"/>
                    </a:lnTo>
                    <a:lnTo>
                      <a:pt x="35" y="139"/>
                    </a:lnTo>
                    <a:lnTo>
                      <a:pt x="39" y="141"/>
                    </a:lnTo>
                    <a:lnTo>
                      <a:pt x="42" y="142"/>
                    </a:lnTo>
                    <a:lnTo>
                      <a:pt x="46" y="143"/>
                    </a:lnTo>
                    <a:lnTo>
                      <a:pt x="49" y="145"/>
                    </a:lnTo>
                    <a:lnTo>
                      <a:pt x="53" y="146"/>
                    </a:lnTo>
                    <a:lnTo>
                      <a:pt x="57" y="147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71" y="150"/>
                    </a:lnTo>
                    <a:lnTo>
                      <a:pt x="75" y="150"/>
                    </a:lnTo>
                    <a:lnTo>
                      <a:pt x="79" y="150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7"/>
                    </a:lnTo>
                    <a:lnTo>
                      <a:pt x="98" y="146"/>
                    </a:lnTo>
                    <a:lnTo>
                      <a:pt x="100" y="145"/>
                    </a:lnTo>
                    <a:lnTo>
                      <a:pt x="104" y="143"/>
                    </a:lnTo>
                    <a:lnTo>
                      <a:pt x="107" y="142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7"/>
                    </a:lnTo>
                    <a:lnTo>
                      <a:pt x="120" y="134"/>
                    </a:lnTo>
                    <a:lnTo>
                      <a:pt x="123" y="133"/>
                    </a:lnTo>
                    <a:lnTo>
                      <a:pt x="125" y="130"/>
                    </a:lnTo>
                    <a:lnTo>
                      <a:pt x="128" y="127"/>
                    </a:lnTo>
                    <a:lnTo>
                      <a:pt x="131" y="125"/>
                    </a:lnTo>
                    <a:lnTo>
                      <a:pt x="132" y="122"/>
                    </a:lnTo>
                    <a:lnTo>
                      <a:pt x="135" y="120"/>
                    </a:lnTo>
                    <a:lnTo>
                      <a:pt x="137" y="117"/>
                    </a:lnTo>
                    <a:lnTo>
                      <a:pt x="139" y="113"/>
                    </a:lnTo>
                    <a:lnTo>
                      <a:pt x="141" y="110"/>
                    </a:lnTo>
                    <a:lnTo>
                      <a:pt x="143" y="108"/>
                    </a:lnTo>
                    <a:lnTo>
                      <a:pt x="144" y="104"/>
                    </a:lnTo>
                    <a:lnTo>
                      <a:pt x="145" y="101"/>
                    </a:lnTo>
                    <a:lnTo>
                      <a:pt x="147" y="97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78"/>
                    </a:lnTo>
                    <a:lnTo>
                      <a:pt x="149" y="75"/>
                    </a:lnTo>
                    <a:lnTo>
                      <a:pt x="149" y="71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8" y="60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5" y="49"/>
                    </a:lnTo>
                    <a:lnTo>
                      <a:pt x="144" y="45"/>
                    </a:lnTo>
                    <a:lnTo>
                      <a:pt x="143" y="43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37" y="32"/>
                    </a:lnTo>
                    <a:lnTo>
                      <a:pt x="135" y="29"/>
                    </a:lnTo>
                    <a:lnTo>
                      <a:pt x="132" y="27"/>
                    </a:lnTo>
                    <a:lnTo>
                      <a:pt x="131" y="24"/>
                    </a:lnTo>
                    <a:lnTo>
                      <a:pt x="128" y="22"/>
                    </a:lnTo>
                    <a:lnTo>
                      <a:pt x="125" y="19"/>
                    </a:lnTo>
                    <a:lnTo>
                      <a:pt x="123" y="16"/>
                    </a:lnTo>
                    <a:lnTo>
                      <a:pt x="120" y="15"/>
                    </a:lnTo>
                    <a:lnTo>
                      <a:pt x="116" y="12"/>
                    </a:lnTo>
                    <a:lnTo>
                      <a:pt x="114" y="11"/>
                    </a:lnTo>
                    <a:lnTo>
                      <a:pt x="111" y="8"/>
                    </a:lnTo>
                    <a:lnTo>
                      <a:pt x="107" y="7"/>
                    </a:lnTo>
                    <a:lnTo>
                      <a:pt x="104" y="6"/>
                    </a:lnTo>
                    <a:lnTo>
                      <a:pt x="100" y="4"/>
                    </a:lnTo>
                    <a:lnTo>
                      <a:pt x="98" y="3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2865" name="Shape 1921">
              <a:extLst>
                <a:ext uri="{FF2B5EF4-FFF2-40B4-BE49-F238E27FC236}">
                  <a16:creationId xmlns:a16="http://schemas.microsoft.com/office/drawing/2014/main" id="{75C9BC62-14D9-4204-8EFF-E6332A051037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5135375" y="3266700"/>
              <a:ext cx="1236617" cy="1928483"/>
            </a:xfrm>
            <a:custGeom>
              <a:avLst/>
              <a:gdLst>
                <a:gd name="T0" fmla="*/ 7884 w 10039"/>
                <a:gd name="T1" fmla="*/ 1928483 h 10243"/>
                <a:gd name="T2" fmla="*/ 0 w 10039"/>
                <a:gd name="T3" fmla="*/ 1657181 h 10243"/>
                <a:gd name="T4" fmla="*/ 1231813 w 10039"/>
                <a:gd name="T5" fmla="*/ 1657181 h 10243"/>
                <a:gd name="T6" fmla="*/ 1236617 w 10039"/>
                <a:gd name="T7" fmla="*/ 0 h 10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9" h="10243" extrusionOk="0">
                  <a:moveTo>
                    <a:pt x="64" y="10243"/>
                  </a:moveTo>
                  <a:cubicBezTo>
                    <a:pt x="43" y="9763"/>
                    <a:pt x="21" y="9282"/>
                    <a:pt x="0" y="8802"/>
                  </a:cubicBezTo>
                  <a:lnTo>
                    <a:pt x="10000" y="8802"/>
                  </a:lnTo>
                  <a:lnTo>
                    <a:pt x="10039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6" name="Shape 1921">
              <a:extLst>
                <a:ext uri="{FF2B5EF4-FFF2-40B4-BE49-F238E27FC236}">
                  <a16:creationId xmlns:a16="http://schemas.microsoft.com/office/drawing/2014/main" id="{F365B60C-4464-46C9-B650-41907AE3A25D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5851723" y="3097411"/>
              <a:ext cx="512737" cy="1273358"/>
            </a:xfrm>
            <a:custGeom>
              <a:avLst/>
              <a:gdLst>
                <a:gd name="T0" fmla="*/ 0 w 10000"/>
                <a:gd name="T1" fmla="*/ 1273358 h 10000"/>
                <a:gd name="T2" fmla="*/ 0 w 10000"/>
                <a:gd name="T3" fmla="*/ 0 h 10000"/>
                <a:gd name="T4" fmla="*/ 512737 w 10000"/>
                <a:gd name="T5" fmla="*/ 0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00" h="10000" extrusionOk="0">
                  <a:moveTo>
                    <a:pt x="0" y="10000"/>
                  </a:moveTo>
                  <a:lnTo>
                    <a:pt x="0" y="0"/>
                  </a:lnTo>
                  <a:lnTo>
                    <a:pt x="1000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7" name="Shape 1922">
              <a:extLst>
                <a:ext uri="{FF2B5EF4-FFF2-40B4-BE49-F238E27FC236}">
                  <a16:creationId xmlns:a16="http://schemas.microsoft.com/office/drawing/2014/main" id="{503E036A-DECC-4DE4-8091-D472B92B8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1441" y="3423851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8" name="Shape 1921">
              <a:extLst>
                <a:ext uri="{FF2B5EF4-FFF2-40B4-BE49-F238E27FC236}">
                  <a16:creationId xmlns:a16="http://schemas.microsoft.com/office/drawing/2014/main" id="{D3B352F3-C7BB-4438-8706-DDE67E29F21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98827" y="3286604"/>
              <a:ext cx="194871" cy="547135"/>
            </a:xfrm>
            <a:custGeom>
              <a:avLst/>
              <a:gdLst>
                <a:gd name="T0" fmla="*/ 0 w 10047"/>
                <a:gd name="T1" fmla="*/ 547135 h 21491"/>
                <a:gd name="T2" fmla="*/ 0 w 10047"/>
                <a:gd name="T3" fmla="*/ 292547 h 21491"/>
                <a:gd name="T4" fmla="*/ 193959 w 10047"/>
                <a:gd name="T5" fmla="*/ 292547 h 21491"/>
                <a:gd name="T6" fmla="*/ 194871 w 10047"/>
                <a:gd name="T7" fmla="*/ 0 h 214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21491" extrusionOk="0">
                  <a:moveTo>
                    <a:pt x="0" y="21491"/>
                  </a:moveTo>
                  <a:lnTo>
                    <a:pt x="0" y="11491"/>
                  </a:lnTo>
                  <a:lnTo>
                    <a:pt x="10000" y="11491"/>
                  </a:lnTo>
                  <a:cubicBezTo>
                    <a:pt x="10124" y="7661"/>
                    <a:pt x="9923" y="3830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2869" name="Shape 1921">
              <a:extLst>
                <a:ext uri="{FF2B5EF4-FFF2-40B4-BE49-F238E27FC236}">
                  <a16:creationId xmlns:a16="http://schemas.microsoft.com/office/drawing/2014/main" id="{423A3147-B819-48F0-B905-EE0A79F1DB6D}"/>
                </a:ext>
              </a:extLst>
            </p:cNvPr>
            <p:cNvSpPr>
              <a:spLocks/>
            </p:cNvSpPr>
            <p:nvPr/>
          </p:nvSpPr>
          <p:spPr bwMode="auto">
            <a:xfrm rot="5400000" flipH="1">
              <a:off x="7494826" y="3772783"/>
              <a:ext cx="185362" cy="524630"/>
            </a:xfrm>
            <a:custGeom>
              <a:avLst/>
              <a:gdLst>
                <a:gd name="T0" fmla="*/ 0 w 10097"/>
                <a:gd name="T1" fmla="*/ 524630 h 20607"/>
                <a:gd name="T2" fmla="*/ 0 w 10097"/>
                <a:gd name="T3" fmla="*/ 270042 h 20607"/>
                <a:gd name="T4" fmla="*/ 183581 w 10097"/>
                <a:gd name="T5" fmla="*/ 270042 h 20607"/>
                <a:gd name="T6" fmla="*/ 184389 w 10097"/>
                <a:gd name="T7" fmla="*/ 0 h 206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97" h="20607" extrusionOk="0">
                  <a:moveTo>
                    <a:pt x="0" y="20607"/>
                  </a:moveTo>
                  <a:lnTo>
                    <a:pt x="0" y="10607"/>
                  </a:lnTo>
                  <a:lnTo>
                    <a:pt x="10000" y="10607"/>
                  </a:lnTo>
                  <a:cubicBezTo>
                    <a:pt x="9797" y="6777"/>
                    <a:pt x="10247" y="3830"/>
                    <a:pt x="1004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62819" name="Group 2">
            <a:extLst>
              <a:ext uri="{FF2B5EF4-FFF2-40B4-BE49-F238E27FC236}">
                <a16:creationId xmlns:a16="http://schemas.microsoft.com/office/drawing/2014/main" id="{98DF4AB3-1B7B-432D-821A-B0AB37F114B5}"/>
              </a:ext>
            </a:extLst>
          </p:cNvPr>
          <p:cNvGrpSpPr>
            <a:grpSpLocks/>
          </p:cNvGrpSpPr>
          <p:nvPr/>
        </p:nvGrpSpPr>
        <p:grpSpPr bwMode="auto">
          <a:xfrm>
            <a:off x="6518275" y="5570538"/>
            <a:ext cx="2408238" cy="1200150"/>
            <a:chOff x="3297100" y="4848864"/>
            <a:chExt cx="2408950" cy="1198920"/>
          </a:xfrm>
        </p:grpSpPr>
        <p:sp>
          <p:nvSpPr>
            <p:cNvPr id="162820" name="TextBox 1">
              <a:extLst>
                <a:ext uri="{FF2B5EF4-FFF2-40B4-BE49-F238E27FC236}">
                  <a16:creationId xmlns:a16="http://schemas.microsoft.com/office/drawing/2014/main" id="{4E18A9E3-AE3F-4B7D-9218-6AC2D53BF7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408950" cy="119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62821" name="Straight Connector 4">
              <a:extLst>
                <a:ext uri="{FF2B5EF4-FFF2-40B4-BE49-F238E27FC236}">
                  <a16:creationId xmlns:a16="http://schemas.microsoft.com/office/drawing/2014/main" id="{572E5217-09EC-4BAA-A001-D2F9651AF15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2822" name="Straight Connector 4">
              <a:extLst>
                <a:ext uri="{FF2B5EF4-FFF2-40B4-BE49-F238E27FC236}">
                  <a16:creationId xmlns:a16="http://schemas.microsoft.com/office/drawing/2014/main" id="{473FAA56-992E-4BBB-AA0E-A2D7B3FAD2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13171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1C2490E-2876-496A-AAB0-DDD6FB13557C}"/>
                  </a:ext>
                </a:extLst>
              </p14:cNvPr>
              <p14:cNvContentPartPr/>
              <p14:nvPr/>
            </p14:nvContentPartPr>
            <p14:xfrm>
              <a:off x="3143880" y="1239120"/>
              <a:ext cx="3571920" cy="20732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1C2490E-2876-496A-AAB0-DDD6FB13557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134520" y="1229760"/>
                <a:ext cx="3590640" cy="20919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03" name="Shape 1926">
            <a:extLst>
              <a:ext uri="{FF2B5EF4-FFF2-40B4-BE49-F238E27FC236}">
                <a16:creationId xmlns:a16="http://schemas.microsoft.com/office/drawing/2014/main" id="{E60472A5-7465-F043-AD01-32EF759706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The Circuit Diagram</a:t>
            </a:r>
          </a:p>
        </p:txBody>
      </p:sp>
      <p:grpSp>
        <p:nvGrpSpPr>
          <p:cNvPr id="164866" name="Group 18">
            <a:extLst>
              <a:ext uri="{FF2B5EF4-FFF2-40B4-BE49-F238E27FC236}">
                <a16:creationId xmlns:a16="http://schemas.microsoft.com/office/drawing/2014/main" id="{3F7FE9C1-B177-4A9B-84F2-8725BCEEB6EE}"/>
              </a:ext>
            </a:extLst>
          </p:cNvPr>
          <p:cNvGrpSpPr>
            <a:grpSpLocks/>
          </p:cNvGrpSpPr>
          <p:nvPr/>
        </p:nvGrpSpPr>
        <p:grpSpPr bwMode="auto">
          <a:xfrm>
            <a:off x="679450" y="1582738"/>
            <a:ext cx="8208963" cy="4067175"/>
            <a:chOff x="680073" y="1582820"/>
            <a:chExt cx="8208428" cy="4067175"/>
          </a:xfrm>
        </p:grpSpPr>
        <p:sp>
          <p:nvSpPr>
            <p:cNvPr id="164873" name="Shape 1884">
              <a:extLst>
                <a:ext uri="{FF2B5EF4-FFF2-40B4-BE49-F238E27FC236}">
                  <a16:creationId xmlns:a16="http://schemas.microsoft.com/office/drawing/2014/main" id="{9CA94FF9-CCBC-41C5-906B-2BD7D2E37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429" y="2898858"/>
              <a:ext cx="1686490" cy="2588761"/>
            </a:xfrm>
            <a:custGeom>
              <a:avLst/>
              <a:gdLst>
                <a:gd name="T0" fmla="*/ 7485 w 5633"/>
                <a:gd name="T1" fmla="*/ 2588761 h 10000"/>
                <a:gd name="T2" fmla="*/ 0 w 5633"/>
                <a:gd name="T3" fmla="*/ 327219 h 10000"/>
                <a:gd name="T4" fmla="*/ 1686490 w 5633"/>
                <a:gd name="T5" fmla="*/ 319712 h 10000"/>
                <a:gd name="T6" fmla="*/ 1686490 w 5633"/>
                <a:gd name="T7" fmla="*/ 0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3" h="10000" extrusionOk="0">
                  <a:moveTo>
                    <a:pt x="25" y="10000"/>
                  </a:moveTo>
                  <a:cubicBezTo>
                    <a:pt x="16" y="7088"/>
                    <a:pt x="9" y="4176"/>
                    <a:pt x="0" y="1264"/>
                  </a:cubicBezTo>
                  <a:lnTo>
                    <a:pt x="5633" y="1235"/>
                  </a:lnTo>
                  <a:lnTo>
                    <a:pt x="563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4874" name="Shape 1887">
              <a:extLst>
                <a:ext uri="{FF2B5EF4-FFF2-40B4-BE49-F238E27FC236}">
                  <a16:creationId xmlns:a16="http://schemas.microsoft.com/office/drawing/2014/main" id="{F47D4716-5A04-4E41-8012-5602B78F8F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475751" y="3462732"/>
              <a:ext cx="363226" cy="395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4875" name="Shape 1888">
              <a:extLst>
                <a:ext uri="{FF2B5EF4-FFF2-40B4-BE49-F238E27FC236}">
                  <a16:creationId xmlns:a16="http://schemas.microsoft.com/office/drawing/2014/main" id="{B3DBE6BE-0D74-4F80-9594-A1264073DB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51785" y="1916195"/>
              <a:ext cx="395288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76" name="Shape 1889">
              <a:extLst>
                <a:ext uri="{FF2B5EF4-FFF2-40B4-BE49-F238E27FC236}">
                  <a16:creationId xmlns:a16="http://schemas.microsoft.com/office/drawing/2014/main" id="{B43B4D7D-6FF8-47EB-8DE1-C7BF65B63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1595520"/>
              <a:ext cx="800100" cy="130333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877" name="Shape 1890">
              <a:extLst>
                <a:ext uri="{FF2B5EF4-FFF2-40B4-BE49-F238E27FC236}">
                  <a16:creationId xmlns:a16="http://schemas.microsoft.com/office/drawing/2014/main" id="{E5FCF26A-2ED0-4805-910B-634BCF2A2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181935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4878" name="Shape 1891">
              <a:extLst>
                <a:ext uri="{FF2B5EF4-FFF2-40B4-BE49-F238E27FC236}">
                  <a16:creationId xmlns:a16="http://schemas.microsoft.com/office/drawing/2014/main" id="{0BB9A324-64FC-4631-B181-531B728894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18114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4879" name="Shape 1892">
              <a:extLst>
                <a:ext uri="{FF2B5EF4-FFF2-40B4-BE49-F238E27FC236}">
                  <a16:creationId xmlns:a16="http://schemas.microsoft.com/office/drawing/2014/main" id="{48608AA8-2190-4D3A-96BB-E94EF0428F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2441658"/>
              <a:ext cx="114300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0" name="Shape 1893">
              <a:extLst>
                <a:ext uri="{FF2B5EF4-FFF2-40B4-BE49-F238E27FC236}">
                  <a16:creationId xmlns:a16="http://schemas.microsoft.com/office/drawing/2014/main" id="{0C33A344-F791-4B58-B034-E45AC068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2487695"/>
              <a:ext cx="160338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 extrusionOk="0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881" name="Shape 1894">
              <a:extLst>
                <a:ext uri="{FF2B5EF4-FFF2-40B4-BE49-F238E27FC236}">
                  <a16:creationId xmlns:a16="http://schemas.microsoft.com/office/drawing/2014/main" id="{CF541251-19BD-452A-B7BE-9590FB12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610" y="2902033"/>
              <a:ext cx="104775" cy="103187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4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7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7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6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09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2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2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09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99"/>
                  </a:lnTo>
                  <a:lnTo>
                    <a:pt x="123" y="96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7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4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4882" name="Shape 1895">
              <a:extLst>
                <a:ext uri="{FF2B5EF4-FFF2-40B4-BE49-F238E27FC236}">
                  <a16:creationId xmlns:a16="http://schemas.microsoft.com/office/drawing/2014/main" id="{FC80DEE3-EB89-4F37-94A7-A580DC9304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347073" y="1916195"/>
              <a:ext cx="639762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4883" name="Shape 1896">
              <a:extLst>
                <a:ext uri="{FF2B5EF4-FFF2-40B4-BE49-F238E27FC236}">
                  <a16:creationId xmlns:a16="http://schemas.microsoft.com/office/drawing/2014/main" id="{0BD219D2-5B9E-4F86-AB40-42C4727957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03973" y="4178383"/>
              <a:ext cx="2582862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4" name="Shape 1897">
              <a:extLst>
                <a:ext uri="{FF2B5EF4-FFF2-40B4-BE49-F238E27FC236}">
                  <a16:creationId xmlns:a16="http://schemas.microsoft.com/office/drawing/2014/main" id="{8537E142-80C0-44A4-85F2-7E49DBD78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3857708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885" name="Shape 1898">
              <a:extLst>
                <a:ext uri="{FF2B5EF4-FFF2-40B4-BE49-F238E27FC236}">
                  <a16:creationId xmlns:a16="http://schemas.microsoft.com/office/drawing/2014/main" id="{00E8959A-D7C2-4013-97A5-B54AD4534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24638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sp>
          <p:nvSpPr>
            <p:cNvPr id="164886" name="Shape 1899">
              <a:extLst>
                <a:ext uri="{FF2B5EF4-FFF2-40B4-BE49-F238E27FC236}">
                  <a16:creationId xmlns:a16="http://schemas.microsoft.com/office/drawing/2014/main" id="{1E29FF67-8457-4F7B-A15D-A04240C0C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40847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4887" name="Shape 1900">
              <a:extLst>
                <a:ext uri="{FF2B5EF4-FFF2-40B4-BE49-F238E27FC236}">
                  <a16:creationId xmlns:a16="http://schemas.microsoft.com/office/drawing/2014/main" id="{F0041944-4FBF-4E9F-87A6-991A9D615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40767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4888" name="Shape 1901">
              <a:extLst>
                <a:ext uri="{FF2B5EF4-FFF2-40B4-BE49-F238E27FC236}">
                  <a16:creationId xmlns:a16="http://schemas.microsoft.com/office/drawing/2014/main" id="{4E3764D4-5761-47AC-8E60-375E48AAA0D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4726070"/>
              <a:ext cx="114300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9" name="Shape 1902">
              <a:extLst>
                <a:ext uri="{FF2B5EF4-FFF2-40B4-BE49-F238E27FC236}">
                  <a16:creationId xmlns:a16="http://schemas.microsoft.com/office/drawing/2014/main" id="{C9A5C780-DF01-4B5C-9445-D810D9CE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4748295"/>
              <a:ext cx="160338" cy="160338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 extrusionOk="0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890" name="Shape 1903">
              <a:extLst>
                <a:ext uri="{FF2B5EF4-FFF2-40B4-BE49-F238E27FC236}">
                  <a16:creationId xmlns:a16="http://schemas.microsoft.com/office/drawing/2014/main" id="{1AE24377-B2CC-42C2-BC87-D8912C6F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785" y="5170570"/>
              <a:ext cx="104775" cy="103188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5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7"/>
                  </a:lnTo>
                  <a:lnTo>
                    <a:pt x="10" y="100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10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3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3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10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100"/>
                  </a:lnTo>
                  <a:lnTo>
                    <a:pt x="123" y="97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8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5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891" name="Shape 1906">
              <a:extLst>
                <a:ext uri="{FF2B5EF4-FFF2-40B4-BE49-F238E27FC236}">
                  <a16:creationId xmlns:a16="http://schemas.microsoft.com/office/drawing/2014/main" id="{30BBD53D-3869-4D83-BE2A-C5F82108BF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473083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grpSp>
          <p:nvGrpSpPr>
            <p:cNvPr id="164892" name="Group 8">
              <a:extLst>
                <a:ext uri="{FF2B5EF4-FFF2-40B4-BE49-F238E27FC236}">
                  <a16:creationId xmlns:a16="http://schemas.microsoft.com/office/drawing/2014/main" id="{85317359-A848-48B8-9B4A-637102375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1582820"/>
              <a:ext cx="320675" cy="330200"/>
              <a:chOff x="3566148" y="1987550"/>
              <a:chExt cx="320675" cy="330200"/>
            </a:xfrm>
          </p:grpSpPr>
          <p:sp>
            <p:nvSpPr>
              <p:cNvPr id="164936" name="Shape 1907">
                <a:extLst>
                  <a:ext uri="{FF2B5EF4-FFF2-40B4-BE49-F238E27FC236}">
                    <a16:creationId xmlns:a16="http://schemas.microsoft.com/office/drawing/2014/main" id="{D6DB5B9A-9CF1-416A-85B3-DE8DDB38BD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198755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4937" name="Shape 1908">
                <a:extLst>
                  <a:ext uri="{FF2B5EF4-FFF2-40B4-BE49-F238E27FC236}">
                    <a16:creationId xmlns:a16="http://schemas.microsoft.com/office/drawing/2014/main" id="{9DE1F49D-41FD-4AAC-9A4C-A3491DA948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grpSp>
          <p:nvGrpSpPr>
            <p:cNvPr id="164893" name="Group 7">
              <a:extLst>
                <a:ext uri="{FF2B5EF4-FFF2-40B4-BE49-F238E27FC236}">
                  <a16:creationId xmlns:a16="http://schemas.microsoft.com/office/drawing/2014/main" id="{66C7E002-919F-4DE5-92D0-5B87AE462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3849770"/>
              <a:ext cx="320675" cy="328613"/>
              <a:chOff x="3566148" y="4254500"/>
              <a:chExt cx="320675" cy="328613"/>
            </a:xfrm>
          </p:grpSpPr>
          <p:sp>
            <p:nvSpPr>
              <p:cNvPr id="164934" name="Shape 1909">
                <a:extLst>
                  <a:ext uri="{FF2B5EF4-FFF2-40B4-BE49-F238E27FC236}">
                    <a16:creationId xmlns:a16="http://schemas.microsoft.com/office/drawing/2014/main" id="{1BF2597A-3169-4016-ACCD-3D4EC9AE3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425450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4935" name="Shape 1910">
                <a:extLst>
                  <a:ext uri="{FF2B5EF4-FFF2-40B4-BE49-F238E27FC236}">
                    <a16:creationId xmlns:a16="http://schemas.microsoft.com/office/drawing/2014/main" id="{492032AC-1C8D-428D-BC52-557EC3061E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164894" name="Shape 1911">
              <a:extLst>
                <a:ext uri="{FF2B5EF4-FFF2-40B4-BE49-F238E27FC236}">
                  <a16:creationId xmlns:a16="http://schemas.microsoft.com/office/drawing/2014/main" id="{27033CBE-2A5C-47E4-9B34-F5B1EE10AD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760" y="406249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64895" name="Shape 1912">
              <a:extLst>
                <a:ext uri="{FF2B5EF4-FFF2-40B4-BE49-F238E27FC236}">
                  <a16:creationId xmlns:a16="http://schemas.microsoft.com/office/drawing/2014/main" id="{AA601216-5DCC-4D1D-8EDC-0AD03D2E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73" y="4732420"/>
              <a:ext cx="6461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164896" name="Shape 1913">
              <a:extLst>
                <a:ext uri="{FF2B5EF4-FFF2-40B4-BE49-F238E27FC236}">
                  <a16:creationId xmlns:a16="http://schemas.microsoft.com/office/drawing/2014/main" id="{F5592778-3332-4F33-8E9B-D18BD99F2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3076" y="3475707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grpSp>
          <p:nvGrpSpPr>
            <p:cNvPr id="164897" name="Group 5">
              <a:extLst>
                <a:ext uri="{FF2B5EF4-FFF2-40B4-BE49-F238E27FC236}">
                  <a16:creationId xmlns:a16="http://schemas.microsoft.com/office/drawing/2014/main" id="{82351B36-6696-4297-B9DC-A34D0E5CA4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3849770"/>
              <a:ext cx="298450" cy="328613"/>
              <a:chOff x="5056810" y="4254500"/>
              <a:chExt cx="298450" cy="328613"/>
            </a:xfrm>
          </p:grpSpPr>
          <p:sp>
            <p:nvSpPr>
              <p:cNvPr id="164932" name="Shape 1914">
                <a:extLst>
                  <a:ext uri="{FF2B5EF4-FFF2-40B4-BE49-F238E27FC236}">
                    <a16:creationId xmlns:a16="http://schemas.microsoft.com/office/drawing/2014/main" id="{A05456BC-EDD2-4B5A-9BC5-94E8714D62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425450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4933" name="Shape 1915">
                <a:extLst>
                  <a:ext uri="{FF2B5EF4-FFF2-40B4-BE49-F238E27FC236}">
                    <a16:creationId xmlns:a16="http://schemas.microsoft.com/office/drawing/2014/main" id="{5B7AC7C5-36FE-4624-AD2F-22391CF8B6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grpSp>
          <p:nvGrpSpPr>
            <p:cNvPr id="164898" name="Group 9">
              <a:extLst>
                <a:ext uri="{FF2B5EF4-FFF2-40B4-BE49-F238E27FC236}">
                  <a16:creationId xmlns:a16="http://schemas.microsoft.com/office/drawing/2014/main" id="{0ABA23EF-A005-4F2A-B8D9-D87633FE6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1582820"/>
              <a:ext cx="298450" cy="330200"/>
              <a:chOff x="5056810" y="1987550"/>
              <a:chExt cx="298450" cy="330200"/>
            </a:xfrm>
          </p:grpSpPr>
          <p:sp>
            <p:nvSpPr>
              <p:cNvPr id="164930" name="Shape 1916">
                <a:extLst>
                  <a:ext uri="{FF2B5EF4-FFF2-40B4-BE49-F238E27FC236}">
                    <a16:creationId xmlns:a16="http://schemas.microsoft.com/office/drawing/2014/main" id="{5BEA24E2-9AC1-43D5-ACF9-3A052096E6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198755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4931" name="Shape 1917">
                <a:extLst>
                  <a:ext uri="{FF2B5EF4-FFF2-40B4-BE49-F238E27FC236}">
                    <a16:creationId xmlns:a16="http://schemas.microsoft.com/office/drawing/2014/main" id="{CAAFEAC4-7530-4985-A0B2-775D781EDD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164899" name="Shape 1919">
              <a:extLst>
                <a:ext uri="{FF2B5EF4-FFF2-40B4-BE49-F238E27FC236}">
                  <a16:creationId xmlns:a16="http://schemas.microsoft.com/office/drawing/2014/main" id="{8546E8A3-550D-492D-B9AE-CC25FA8B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973" y="2578183"/>
              <a:ext cx="2582862" cy="2262187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 extrusionOk="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4900" name="Shape 1920">
              <a:extLst>
                <a:ext uri="{FF2B5EF4-FFF2-40B4-BE49-F238E27FC236}">
                  <a16:creationId xmlns:a16="http://schemas.microsoft.com/office/drawing/2014/main" id="{4046A2CE-0081-4121-817B-CBFF3C906B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347073" y="4840370"/>
              <a:ext cx="639762" cy="0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01" name="Shape 1921">
              <a:extLst>
                <a:ext uri="{FF2B5EF4-FFF2-40B4-BE49-F238E27FC236}">
                  <a16:creationId xmlns:a16="http://schemas.microsoft.com/office/drawing/2014/main" id="{72839194-E22E-4F83-B252-5EFDC3A4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648" y="3462732"/>
              <a:ext cx="4218952" cy="715652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02" name="Shape 1922">
              <a:extLst>
                <a:ext uri="{FF2B5EF4-FFF2-40B4-BE49-F238E27FC236}">
                  <a16:creationId xmlns:a16="http://schemas.microsoft.com/office/drawing/2014/main" id="{D8368F68-C065-4F3E-B81F-934AD1E2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326" y="4805445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03" name="Shape 1924">
              <a:extLst>
                <a:ext uri="{FF2B5EF4-FFF2-40B4-BE49-F238E27FC236}">
                  <a16:creationId xmlns:a16="http://schemas.microsoft.com/office/drawing/2014/main" id="{46811F17-FB9F-4C73-92B1-5F789B051A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073" y="5361070"/>
              <a:ext cx="6635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Reset_n</a:t>
              </a:r>
            </a:p>
          </p:txBody>
        </p:sp>
        <p:sp>
          <p:nvSpPr>
            <p:cNvPr id="164904" name="Shape 1925">
              <a:extLst>
                <a:ext uri="{FF2B5EF4-FFF2-40B4-BE49-F238E27FC236}">
                  <a16:creationId xmlns:a16="http://schemas.microsoft.com/office/drawing/2014/main" id="{E294CA21-557E-400D-BA7D-1724B2AC3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4770" y="3875896"/>
              <a:ext cx="587375" cy="509587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905" name="Shape 1925">
              <a:extLst>
                <a:ext uri="{FF2B5EF4-FFF2-40B4-BE49-F238E27FC236}">
                  <a16:creationId xmlns:a16="http://schemas.microsoft.com/office/drawing/2014/main" id="{E28BE7D0-7E5E-40F8-A070-0E508E518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7319" y="3188693"/>
              <a:ext cx="587375" cy="521374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64906" name="Group 3">
              <a:extLst>
                <a:ext uri="{FF2B5EF4-FFF2-40B4-BE49-F238E27FC236}">
                  <a16:creationId xmlns:a16="http://schemas.microsoft.com/office/drawing/2014/main" id="{DACC56B4-C471-40D3-A8DD-357BA2461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15018" y="3546923"/>
              <a:ext cx="887574" cy="501650"/>
              <a:chOff x="2481263" y="3435350"/>
              <a:chExt cx="887733" cy="501650"/>
            </a:xfrm>
          </p:grpSpPr>
          <p:sp>
            <p:nvSpPr>
              <p:cNvPr id="164925" name="Line 5">
                <a:extLst>
                  <a:ext uri="{FF2B5EF4-FFF2-40B4-BE49-F238E27FC236}">
                    <a16:creationId xmlns:a16="http://schemas.microsoft.com/office/drawing/2014/main" id="{B58D2035-3CC7-4207-86CA-1B6BEF6AB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09912" y="3683657"/>
                <a:ext cx="259084" cy="4106"/>
              </a:xfrm>
              <a:prstGeom prst="line">
                <a:avLst/>
              </a:prstGeom>
              <a:noFill/>
              <a:ln w="2070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926" name="Freeform 6">
                <a:extLst>
                  <a:ext uri="{FF2B5EF4-FFF2-40B4-BE49-F238E27FC236}">
                    <a16:creationId xmlns:a16="http://schemas.microsoft.com/office/drawing/2014/main" id="{95A60B0A-96C3-4336-B604-A81539F3D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435350"/>
                <a:ext cx="628650" cy="249238"/>
              </a:xfrm>
              <a:custGeom>
                <a:avLst/>
                <a:gdLst>
                  <a:gd name="T0" fmla="*/ 2147483646 w 791"/>
                  <a:gd name="T1" fmla="*/ 0 h 316"/>
                  <a:gd name="T2" fmla="*/ 2147483646 w 791"/>
                  <a:gd name="T3" fmla="*/ 2147483646 h 316"/>
                  <a:gd name="T4" fmla="*/ 2147483646 w 791"/>
                  <a:gd name="T5" fmla="*/ 2147483646 h 316"/>
                  <a:gd name="T6" fmla="*/ 2147483646 w 791"/>
                  <a:gd name="T7" fmla="*/ 2147483646 h 316"/>
                  <a:gd name="T8" fmla="*/ 2147483646 w 791"/>
                  <a:gd name="T9" fmla="*/ 2147483646 h 316"/>
                  <a:gd name="T10" fmla="*/ 2147483646 w 791"/>
                  <a:gd name="T11" fmla="*/ 2147483646 h 316"/>
                  <a:gd name="T12" fmla="*/ 2147483646 w 791"/>
                  <a:gd name="T13" fmla="*/ 2147483646 h 316"/>
                  <a:gd name="T14" fmla="*/ 2147483646 w 791"/>
                  <a:gd name="T15" fmla="*/ 2147483646 h 316"/>
                  <a:gd name="T16" fmla="*/ 2147483646 w 791"/>
                  <a:gd name="T17" fmla="*/ 2147483646 h 316"/>
                  <a:gd name="T18" fmla="*/ 2147483646 w 791"/>
                  <a:gd name="T19" fmla="*/ 2147483646 h 316"/>
                  <a:gd name="T20" fmla="*/ 2147483646 w 791"/>
                  <a:gd name="T21" fmla="*/ 2147483646 h 316"/>
                  <a:gd name="T22" fmla="*/ 2147483646 w 791"/>
                  <a:gd name="T23" fmla="*/ 2147483646 h 316"/>
                  <a:gd name="T24" fmla="*/ 2147483646 w 791"/>
                  <a:gd name="T25" fmla="*/ 2147483646 h 316"/>
                  <a:gd name="T26" fmla="*/ 2147483646 w 791"/>
                  <a:gd name="T27" fmla="*/ 2147483646 h 316"/>
                  <a:gd name="T28" fmla="*/ 2147483646 w 791"/>
                  <a:gd name="T29" fmla="*/ 2147483646 h 316"/>
                  <a:gd name="T30" fmla="*/ 2147483646 w 791"/>
                  <a:gd name="T31" fmla="*/ 2147483646 h 316"/>
                  <a:gd name="T32" fmla="*/ 2147483646 w 791"/>
                  <a:gd name="T33" fmla="*/ 2147483646 h 316"/>
                  <a:gd name="T34" fmla="*/ 2147483646 w 791"/>
                  <a:gd name="T35" fmla="*/ 2147483646 h 316"/>
                  <a:gd name="T36" fmla="*/ 2147483646 w 791"/>
                  <a:gd name="T37" fmla="*/ 2147483646 h 316"/>
                  <a:gd name="T38" fmla="*/ 2147483646 w 791"/>
                  <a:gd name="T39" fmla="*/ 2147483646 h 316"/>
                  <a:gd name="T40" fmla="*/ 2147483646 w 791"/>
                  <a:gd name="T41" fmla="*/ 2147483646 h 316"/>
                  <a:gd name="T42" fmla="*/ 2147483646 w 791"/>
                  <a:gd name="T43" fmla="*/ 2147483646 h 316"/>
                  <a:gd name="T44" fmla="*/ 2147483646 w 791"/>
                  <a:gd name="T45" fmla="*/ 2147483646 h 316"/>
                  <a:gd name="T46" fmla="*/ 2147483646 w 791"/>
                  <a:gd name="T47" fmla="*/ 2147483646 h 316"/>
                  <a:gd name="T48" fmla="*/ 2147483646 w 791"/>
                  <a:gd name="T49" fmla="*/ 2147483646 h 316"/>
                  <a:gd name="T50" fmla="*/ 2147483646 w 791"/>
                  <a:gd name="T51" fmla="*/ 2147483646 h 316"/>
                  <a:gd name="T52" fmla="*/ 2147483646 w 791"/>
                  <a:gd name="T53" fmla="*/ 2147483646 h 316"/>
                  <a:gd name="T54" fmla="*/ 2147483646 w 791"/>
                  <a:gd name="T55" fmla="*/ 2147483646 h 316"/>
                  <a:gd name="T56" fmla="*/ 2147483646 w 791"/>
                  <a:gd name="T57" fmla="*/ 2147483646 h 316"/>
                  <a:gd name="T58" fmla="*/ 2147483646 w 791"/>
                  <a:gd name="T59" fmla="*/ 2147483646 h 316"/>
                  <a:gd name="T60" fmla="*/ 2147483646 w 791"/>
                  <a:gd name="T61" fmla="*/ 2147483646 h 316"/>
                  <a:gd name="T62" fmla="*/ 2147483646 w 791"/>
                  <a:gd name="T63" fmla="*/ 2147483646 h 316"/>
                  <a:gd name="T64" fmla="*/ 2147483646 w 791"/>
                  <a:gd name="T65" fmla="*/ 2147483646 h 316"/>
                  <a:gd name="T66" fmla="*/ 2147483646 w 791"/>
                  <a:gd name="T67" fmla="*/ 2147483646 h 316"/>
                  <a:gd name="T68" fmla="*/ 2147483646 w 791"/>
                  <a:gd name="T69" fmla="*/ 2147483646 h 316"/>
                  <a:gd name="T70" fmla="*/ 2147483646 w 791"/>
                  <a:gd name="T71" fmla="*/ 2147483646 h 316"/>
                  <a:gd name="T72" fmla="*/ 2147483646 w 791"/>
                  <a:gd name="T73" fmla="*/ 2147483646 h 316"/>
                  <a:gd name="T74" fmla="*/ 2147483646 w 791"/>
                  <a:gd name="T75" fmla="*/ 2147483646 h 316"/>
                  <a:gd name="T76" fmla="*/ 2147483646 w 791"/>
                  <a:gd name="T77" fmla="*/ 2147483646 h 316"/>
                  <a:gd name="T78" fmla="*/ 2147483646 w 791"/>
                  <a:gd name="T79" fmla="*/ 2147483646 h 316"/>
                  <a:gd name="T80" fmla="*/ 2147483646 w 791"/>
                  <a:gd name="T81" fmla="*/ 2147483646 h 316"/>
                  <a:gd name="T82" fmla="*/ 2147483646 w 791"/>
                  <a:gd name="T83" fmla="*/ 2147483646 h 316"/>
                  <a:gd name="T84" fmla="*/ 2147483646 w 791"/>
                  <a:gd name="T85" fmla="*/ 2147483646 h 316"/>
                  <a:gd name="T86" fmla="*/ 2147483646 w 791"/>
                  <a:gd name="T87" fmla="*/ 2147483646 h 316"/>
                  <a:gd name="T88" fmla="*/ 2147483646 w 791"/>
                  <a:gd name="T89" fmla="*/ 2147483646 h 316"/>
                  <a:gd name="T90" fmla="*/ 2147483646 w 791"/>
                  <a:gd name="T91" fmla="*/ 2147483646 h 316"/>
                  <a:gd name="T92" fmla="*/ 2147483646 w 791"/>
                  <a:gd name="T93" fmla="*/ 2147483646 h 316"/>
                  <a:gd name="T94" fmla="*/ 2147483646 w 791"/>
                  <a:gd name="T95" fmla="*/ 2147483646 h 316"/>
                  <a:gd name="T96" fmla="*/ 2147483646 w 791"/>
                  <a:gd name="T97" fmla="*/ 2147483646 h 316"/>
                  <a:gd name="T98" fmla="*/ 2147483646 w 791"/>
                  <a:gd name="T99" fmla="*/ 2147483646 h 316"/>
                  <a:gd name="T100" fmla="*/ 2147483646 w 791"/>
                  <a:gd name="T101" fmla="*/ 2147483646 h 316"/>
                  <a:gd name="T102" fmla="*/ 2147483646 w 791"/>
                  <a:gd name="T103" fmla="*/ 2147483646 h 316"/>
                  <a:gd name="T104" fmla="*/ 2147483646 w 791"/>
                  <a:gd name="T105" fmla="*/ 2147483646 h 316"/>
                  <a:gd name="T106" fmla="*/ 2147483646 w 791"/>
                  <a:gd name="T107" fmla="*/ 2147483646 h 316"/>
                  <a:gd name="T108" fmla="*/ 2147483646 w 791"/>
                  <a:gd name="T109" fmla="*/ 2147483646 h 316"/>
                  <a:gd name="T110" fmla="*/ 2147483646 w 791"/>
                  <a:gd name="T111" fmla="*/ 2147483646 h 316"/>
                  <a:gd name="T112" fmla="*/ 2147483646 w 791"/>
                  <a:gd name="T113" fmla="*/ 2147483646 h 316"/>
                  <a:gd name="T114" fmla="*/ 2147483646 w 791"/>
                  <a:gd name="T115" fmla="*/ 2147483646 h 316"/>
                  <a:gd name="T116" fmla="*/ 2147483646 w 791"/>
                  <a:gd name="T117" fmla="*/ 2147483646 h 316"/>
                  <a:gd name="T118" fmla="*/ 2147483646 w 791"/>
                  <a:gd name="T119" fmla="*/ 2147483646 h 316"/>
                  <a:gd name="T120" fmla="*/ 2147483646 w 791"/>
                  <a:gd name="T121" fmla="*/ 2147483646 h 3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6">
                    <a:moveTo>
                      <a:pt x="0" y="0"/>
                    </a:moveTo>
                    <a:lnTo>
                      <a:pt x="31" y="0"/>
                    </a:lnTo>
                    <a:lnTo>
                      <a:pt x="59" y="0"/>
                    </a:lnTo>
                    <a:lnTo>
                      <a:pt x="85" y="0"/>
                    </a:lnTo>
                    <a:lnTo>
                      <a:pt x="110" y="0"/>
                    </a:lnTo>
                    <a:lnTo>
                      <a:pt x="133" y="0"/>
                    </a:lnTo>
                    <a:lnTo>
                      <a:pt x="154" y="0"/>
                    </a:lnTo>
                    <a:lnTo>
                      <a:pt x="174" y="0"/>
                    </a:lnTo>
                    <a:lnTo>
                      <a:pt x="192" y="0"/>
                    </a:lnTo>
                    <a:lnTo>
                      <a:pt x="210" y="0"/>
                    </a:lnTo>
                    <a:lnTo>
                      <a:pt x="225" y="0"/>
                    </a:lnTo>
                    <a:lnTo>
                      <a:pt x="240" y="0"/>
                    </a:lnTo>
                    <a:lnTo>
                      <a:pt x="253" y="0"/>
                    </a:lnTo>
                    <a:lnTo>
                      <a:pt x="265" y="2"/>
                    </a:lnTo>
                    <a:lnTo>
                      <a:pt x="276" y="2"/>
                    </a:lnTo>
                    <a:lnTo>
                      <a:pt x="285" y="2"/>
                    </a:lnTo>
                    <a:lnTo>
                      <a:pt x="294" y="2"/>
                    </a:lnTo>
                    <a:lnTo>
                      <a:pt x="302" y="2"/>
                    </a:lnTo>
                    <a:lnTo>
                      <a:pt x="309" y="2"/>
                    </a:lnTo>
                    <a:lnTo>
                      <a:pt x="316" y="2"/>
                    </a:lnTo>
                    <a:lnTo>
                      <a:pt x="321" y="2"/>
                    </a:lnTo>
                    <a:lnTo>
                      <a:pt x="326" y="2"/>
                    </a:lnTo>
                    <a:lnTo>
                      <a:pt x="330" y="2"/>
                    </a:lnTo>
                    <a:lnTo>
                      <a:pt x="334" y="2"/>
                    </a:lnTo>
                    <a:lnTo>
                      <a:pt x="338" y="2"/>
                    </a:lnTo>
                    <a:lnTo>
                      <a:pt x="341" y="2"/>
                    </a:lnTo>
                    <a:lnTo>
                      <a:pt x="343" y="2"/>
                    </a:lnTo>
                    <a:lnTo>
                      <a:pt x="346" y="2"/>
                    </a:lnTo>
                    <a:lnTo>
                      <a:pt x="349" y="2"/>
                    </a:lnTo>
                    <a:lnTo>
                      <a:pt x="350" y="2"/>
                    </a:lnTo>
                    <a:lnTo>
                      <a:pt x="353" y="2"/>
                    </a:lnTo>
                    <a:lnTo>
                      <a:pt x="354" y="3"/>
                    </a:lnTo>
                    <a:lnTo>
                      <a:pt x="357" y="3"/>
                    </a:lnTo>
                    <a:lnTo>
                      <a:pt x="359" y="3"/>
                    </a:lnTo>
                    <a:lnTo>
                      <a:pt x="361" y="3"/>
                    </a:lnTo>
                    <a:lnTo>
                      <a:pt x="363" y="3"/>
                    </a:lnTo>
                    <a:lnTo>
                      <a:pt x="365" y="3"/>
                    </a:lnTo>
                    <a:lnTo>
                      <a:pt x="366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4" y="4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79" y="4"/>
                    </a:lnTo>
                    <a:lnTo>
                      <a:pt x="380" y="4"/>
                    </a:lnTo>
                    <a:lnTo>
                      <a:pt x="382" y="4"/>
                    </a:lnTo>
                    <a:lnTo>
                      <a:pt x="383" y="4"/>
                    </a:lnTo>
                    <a:lnTo>
                      <a:pt x="384" y="4"/>
                    </a:lnTo>
                    <a:lnTo>
                      <a:pt x="386" y="4"/>
                    </a:lnTo>
                    <a:lnTo>
                      <a:pt x="386" y="6"/>
                    </a:lnTo>
                    <a:lnTo>
                      <a:pt x="387" y="6"/>
                    </a:lnTo>
                    <a:lnTo>
                      <a:pt x="388" y="6"/>
                    </a:lnTo>
                    <a:lnTo>
                      <a:pt x="390" y="6"/>
                    </a:lnTo>
                    <a:lnTo>
                      <a:pt x="391" y="6"/>
                    </a:lnTo>
                    <a:lnTo>
                      <a:pt x="394" y="6"/>
                    </a:lnTo>
                    <a:lnTo>
                      <a:pt x="395" y="6"/>
                    </a:lnTo>
                    <a:lnTo>
                      <a:pt x="396" y="7"/>
                    </a:lnTo>
                    <a:lnTo>
                      <a:pt x="398" y="7"/>
                    </a:lnTo>
                    <a:lnTo>
                      <a:pt x="400" y="7"/>
                    </a:lnTo>
                    <a:lnTo>
                      <a:pt x="402" y="7"/>
                    </a:lnTo>
                    <a:lnTo>
                      <a:pt x="404" y="7"/>
                    </a:lnTo>
                    <a:lnTo>
                      <a:pt x="406" y="8"/>
                    </a:lnTo>
                    <a:lnTo>
                      <a:pt x="408" y="8"/>
                    </a:lnTo>
                    <a:lnTo>
                      <a:pt x="410" y="8"/>
                    </a:lnTo>
                    <a:lnTo>
                      <a:pt x="412" y="8"/>
                    </a:lnTo>
                    <a:lnTo>
                      <a:pt x="414" y="8"/>
                    </a:lnTo>
                    <a:lnTo>
                      <a:pt x="415" y="10"/>
                    </a:lnTo>
                    <a:lnTo>
                      <a:pt x="416" y="10"/>
                    </a:lnTo>
                    <a:lnTo>
                      <a:pt x="418" y="10"/>
                    </a:lnTo>
                    <a:lnTo>
                      <a:pt x="419" y="10"/>
                    </a:lnTo>
                    <a:lnTo>
                      <a:pt x="420" y="10"/>
                    </a:lnTo>
                    <a:lnTo>
                      <a:pt x="421" y="10"/>
                    </a:lnTo>
                    <a:lnTo>
                      <a:pt x="423" y="11"/>
                    </a:lnTo>
                    <a:lnTo>
                      <a:pt x="424" y="11"/>
                    </a:lnTo>
                    <a:lnTo>
                      <a:pt x="425" y="11"/>
                    </a:lnTo>
                    <a:lnTo>
                      <a:pt x="427" y="11"/>
                    </a:lnTo>
                    <a:lnTo>
                      <a:pt x="428" y="11"/>
                    </a:lnTo>
                    <a:lnTo>
                      <a:pt x="428" y="12"/>
                    </a:lnTo>
                    <a:lnTo>
                      <a:pt x="429" y="12"/>
                    </a:lnTo>
                    <a:lnTo>
                      <a:pt x="431" y="12"/>
                    </a:lnTo>
                    <a:lnTo>
                      <a:pt x="432" y="12"/>
                    </a:lnTo>
                    <a:lnTo>
                      <a:pt x="433" y="14"/>
                    </a:lnTo>
                    <a:lnTo>
                      <a:pt x="435" y="14"/>
                    </a:lnTo>
                    <a:lnTo>
                      <a:pt x="436" y="14"/>
                    </a:lnTo>
                    <a:lnTo>
                      <a:pt x="437" y="14"/>
                    </a:lnTo>
                    <a:lnTo>
                      <a:pt x="440" y="15"/>
                    </a:lnTo>
                    <a:lnTo>
                      <a:pt x="441" y="15"/>
                    </a:lnTo>
                    <a:lnTo>
                      <a:pt x="443" y="16"/>
                    </a:lnTo>
                    <a:lnTo>
                      <a:pt x="445" y="16"/>
                    </a:lnTo>
                    <a:lnTo>
                      <a:pt x="447" y="18"/>
                    </a:lnTo>
                    <a:lnTo>
                      <a:pt x="449" y="18"/>
                    </a:lnTo>
                    <a:lnTo>
                      <a:pt x="451" y="19"/>
                    </a:lnTo>
                    <a:lnTo>
                      <a:pt x="453" y="19"/>
                    </a:lnTo>
                    <a:lnTo>
                      <a:pt x="456" y="20"/>
                    </a:lnTo>
                    <a:lnTo>
                      <a:pt x="459" y="20"/>
                    </a:lnTo>
                    <a:lnTo>
                      <a:pt x="460" y="22"/>
                    </a:lnTo>
                    <a:lnTo>
                      <a:pt x="463" y="22"/>
                    </a:lnTo>
                    <a:lnTo>
                      <a:pt x="464" y="23"/>
                    </a:lnTo>
                    <a:lnTo>
                      <a:pt x="467" y="23"/>
                    </a:lnTo>
                    <a:lnTo>
                      <a:pt x="468" y="24"/>
                    </a:lnTo>
                    <a:lnTo>
                      <a:pt x="469" y="24"/>
                    </a:lnTo>
                    <a:lnTo>
                      <a:pt x="471" y="24"/>
                    </a:lnTo>
                    <a:lnTo>
                      <a:pt x="472" y="26"/>
                    </a:lnTo>
                    <a:lnTo>
                      <a:pt x="473" y="26"/>
                    </a:lnTo>
                    <a:lnTo>
                      <a:pt x="474" y="26"/>
                    </a:lnTo>
                    <a:lnTo>
                      <a:pt x="476" y="27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80" y="28"/>
                    </a:lnTo>
                    <a:lnTo>
                      <a:pt x="481" y="28"/>
                    </a:lnTo>
                    <a:lnTo>
                      <a:pt x="482" y="28"/>
                    </a:lnTo>
                    <a:lnTo>
                      <a:pt x="484" y="30"/>
                    </a:lnTo>
                    <a:lnTo>
                      <a:pt x="485" y="31"/>
                    </a:lnTo>
                    <a:lnTo>
                      <a:pt x="486" y="31"/>
                    </a:lnTo>
                    <a:lnTo>
                      <a:pt x="488" y="32"/>
                    </a:lnTo>
                    <a:lnTo>
                      <a:pt x="489" y="32"/>
                    </a:lnTo>
                    <a:lnTo>
                      <a:pt x="490" y="34"/>
                    </a:lnTo>
                    <a:lnTo>
                      <a:pt x="492" y="34"/>
                    </a:lnTo>
                    <a:lnTo>
                      <a:pt x="494" y="35"/>
                    </a:lnTo>
                    <a:lnTo>
                      <a:pt x="496" y="35"/>
                    </a:lnTo>
                    <a:lnTo>
                      <a:pt x="497" y="36"/>
                    </a:lnTo>
                    <a:lnTo>
                      <a:pt x="500" y="38"/>
                    </a:lnTo>
                    <a:lnTo>
                      <a:pt x="501" y="38"/>
                    </a:lnTo>
                    <a:lnTo>
                      <a:pt x="504" y="39"/>
                    </a:lnTo>
                    <a:lnTo>
                      <a:pt x="505" y="40"/>
                    </a:lnTo>
                    <a:lnTo>
                      <a:pt x="508" y="41"/>
                    </a:lnTo>
                    <a:lnTo>
                      <a:pt x="509" y="41"/>
                    </a:lnTo>
                    <a:lnTo>
                      <a:pt x="512" y="43"/>
                    </a:lnTo>
                    <a:lnTo>
                      <a:pt x="513" y="44"/>
                    </a:lnTo>
                    <a:lnTo>
                      <a:pt x="514" y="44"/>
                    </a:lnTo>
                    <a:lnTo>
                      <a:pt x="516" y="45"/>
                    </a:lnTo>
                    <a:lnTo>
                      <a:pt x="517" y="45"/>
                    </a:lnTo>
                    <a:lnTo>
                      <a:pt x="518" y="47"/>
                    </a:lnTo>
                    <a:lnTo>
                      <a:pt x="520" y="47"/>
                    </a:lnTo>
                    <a:lnTo>
                      <a:pt x="521" y="48"/>
                    </a:lnTo>
                    <a:lnTo>
                      <a:pt x="522" y="48"/>
                    </a:lnTo>
                    <a:lnTo>
                      <a:pt x="523" y="49"/>
                    </a:lnTo>
                    <a:lnTo>
                      <a:pt x="525" y="49"/>
                    </a:lnTo>
                    <a:lnTo>
                      <a:pt x="526" y="51"/>
                    </a:lnTo>
                    <a:lnTo>
                      <a:pt x="527" y="51"/>
                    </a:lnTo>
                    <a:lnTo>
                      <a:pt x="529" y="52"/>
                    </a:lnTo>
                    <a:lnTo>
                      <a:pt x="530" y="53"/>
                    </a:lnTo>
                    <a:lnTo>
                      <a:pt x="531" y="53"/>
                    </a:lnTo>
                    <a:lnTo>
                      <a:pt x="533" y="53"/>
                    </a:lnTo>
                    <a:lnTo>
                      <a:pt x="534" y="55"/>
                    </a:lnTo>
                    <a:lnTo>
                      <a:pt x="535" y="55"/>
                    </a:lnTo>
                    <a:lnTo>
                      <a:pt x="537" y="56"/>
                    </a:lnTo>
                    <a:lnTo>
                      <a:pt x="538" y="56"/>
                    </a:lnTo>
                    <a:lnTo>
                      <a:pt x="539" y="57"/>
                    </a:lnTo>
                    <a:lnTo>
                      <a:pt x="541" y="59"/>
                    </a:lnTo>
                    <a:lnTo>
                      <a:pt x="542" y="59"/>
                    </a:lnTo>
                    <a:lnTo>
                      <a:pt x="543" y="60"/>
                    </a:lnTo>
                    <a:lnTo>
                      <a:pt x="545" y="61"/>
                    </a:lnTo>
                    <a:lnTo>
                      <a:pt x="547" y="63"/>
                    </a:lnTo>
                    <a:lnTo>
                      <a:pt x="549" y="63"/>
                    </a:lnTo>
                    <a:lnTo>
                      <a:pt x="551" y="64"/>
                    </a:lnTo>
                    <a:lnTo>
                      <a:pt x="553" y="65"/>
                    </a:lnTo>
                    <a:lnTo>
                      <a:pt x="554" y="67"/>
                    </a:lnTo>
                    <a:lnTo>
                      <a:pt x="555" y="67"/>
                    </a:lnTo>
                    <a:lnTo>
                      <a:pt x="557" y="68"/>
                    </a:lnTo>
                    <a:lnTo>
                      <a:pt x="558" y="68"/>
                    </a:lnTo>
                    <a:lnTo>
                      <a:pt x="559" y="69"/>
                    </a:lnTo>
                    <a:lnTo>
                      <a:pt x="561" y="69"/>
                    </a:lnTo>
                    <a:lnTo>
                      <a:pt x="562" y="71"/>
                    </a:lnTo>
                    <a:lnTo>
                      <a:pt x="563" y="71"/>
                    </a:lnTo>
                    <a:lnTo>
                      <a:pt x="563" y="72"/>
                    </a:lnTo>
                    <a:lnTo>
                      <a:pt x="565" y="72"/>
                    </a:lnTo>
                    <a:lnTo>
                      <a:pt x="566" y="73"/>
                    </a:lnTo>
                    <a:lnTo>
                      <a:pt x="567" y="73"/>
                    </a:lnTo>
                    <a:lnTo>
                      <a:pt x="569" y="75"/>
                    </a:lnTo>
                    <a:lnTo>
                      <a:pt x="570" y="76"/>
                    </a:lnTo>
                    <a:lnTo>
                      <a:pt x="571" y="76"/>
                    </a:lnTo>
                    <a:lnTo>
                      <a:pt x="573" y="77"/>
                    </a:lnTo>
                    <a:lnTo>
                      <a:pt x="574" y="77"/>
                    </a:lnTo>
                    <a:lnTo>
                      <a:pt x="574" y="79"/>
                    </a:lnTo>
                    <a:lnTo>
                      <a:pt x="575" y="79"/>
                    </a:lnTo>
                    <a:lnTo>
                      <a:pt x="576" y="80"/>
                    </a:lnTo>
                    <a:lnTo>
                      <a:pt x="578" y="80"/>
                    </a:lnTo>
                    <a:lnTo>
                      <a:pt x="579" y="81"/>
                    </a:lnTo>
                    <a:lnTo>
                      <a:pt x="580" y="81"/>
                    </a:lnTo>
                    <a:lnTo>
                      <a:pt x="582" y="83"/>
                    </a:lnTo>
                    <a:lnTo>
                      <a:pt x="583" y="84"/>
                    </a:lnTo>
                    <a:lnTo>
                      <a:pt x="584" y="84"/>
                    </a:lnTo>
                    <a:lnTo>
                      <a:pt x="586" y="85"/>
                    </a:lnTo>
                    <a:lnTo>
                      <a:pt x="587" y="87"/>
                    </a:lnTo>
                    <a:lnTo>
                      <a:pt x="588" y="88"/>
                    </a:lnTo>
                    <a:lnTo>
                      <a:pt x="590" y="88"/>
                    </a:lnTo>
                    <a:lnTo>
                      <a:pt x="591" y="89"/>
                    </a:lnTo>
                    <a:lnTo>
                      <a:pt x="592" y="89"/>
                    </a:lnTo>
                    <a:lnTo>
                      <a:pt x="594" y="91"/>
                    </a:lnTo>
                    <a:lnTo>
                      <a:pt x="595" y="92"/>
                    </a:lnTo>
                    <a:lnTo>
                      <a:pt x="596" y="92"/>
                    </a:lnTo>
                    <a:lnTo>
                      <a:pt x="596" y="93"/>
                    </a:lnTo>
                    <a:lnTo>
                      <a:pt x="598" y="93"/>
                    </a:lnTo>
                    <a:lnTo>
                      <a:pt x="599" y="94"/>
                    </a:lnTo>
                    <a:lnTo>
                      <a:pt x="600" y="94"/>
                    </a:lnTo>
                    <a:lnTo>
                      <a:pt x="602" y="96"/>
                    </a:lnTo>
                    <a:lnTo>
                      <a:pt x="602" y="97"/>
                    </a:lnTo>
                    <a:lnTo>
                      <a:pt x="603" y="97"/>
                    </a:lnTo>
                    <a:lnTo>
                      <a:pt x="604" y="98"/>
                    </a:lnTo>
                    <a:lnTo>
                      <a:pt x="606" y="98"/>
                    </a:lnTo>
                    <a:lnTo>
                      <a:pt x="607" y="100"/>
                    </a:lnTo>
                    <a:lnTo>
                      <a:pt x="608" y="101"/>
                    </a:lnTo>
                    <a:lnTo>
                      <a:pt x="610" y="102"/>
                    </a:lnTo>
                    <a:lnTo>
                      <a:pt x="611" y="102"/>
                    </a:lnTo>
                    <a:lnTo>
                      <a:pt x="611" y="104"/>
                    </a:lnTo>
                    <a:lnTo>
                      <a:pt x="612" y="104"/>
                    </a:lnTo>
                    <a:lnTo>
                      <a:pt x="614" y="105"/>
                    </a:lnTo>
                    <a:lnTo>
                      <a:pt x="615" y="106"/>
                    </a:lnTo>
                    <a:lnTo>
                      <a:pt x="616" y="108"/>
                    </a:lnTo>
                    <a:lnTo>
                      <a:pt x="618" y="108"/>
                    </a:lnTo>
                    <a:lnTo>
                      <a:pt x="618" y="109"/>
                    </a:lnTo>
                    <a:lnTo>
                      <a:pt x="619" y="109"/>
                    </a:lnTo>
                    <a:lnTo>
                      <a:pt x="619" y="110"/>
                    </a:lnTo>
                    <a:lnTo>
                      <a:pt x="620" y="110"/>
                    </a:lnTo>
                    <a:lnTo>
                      <a:pt x="622" y="112"/>
                    </a:lnTo>
                    <a:lnTo>
                      <a:pt x="623" y="112"/>
                    </a:lnTo>
                    <a:lnTo>
                      <a:pt x="623" y="113"/>
                    </a:lnTo>
                    <a:lnTo>
                      <a:pt x="624" y="113"/>
                    </a:lnTo>
                    <a:lnTo>
                      <a:pt x="625" y="114"/>
                    </a:lnTo>
                    <a:lnTo>
                      <a:pt x="627" y="116"/>
                    </a:lnTo>
                    <a:lnTo>
                      <a:pt x="628" y="116"/>
                    </a:lnTo>
                    <a:lnTo>
                      <a:pt x="628" y="117"/>
                    </a:lnTo>
                    <a:lnTo>
                      <a:pt x="629" y="117"/>
                    </a:lnTo>
                    <a:lnTo>
                      <a:pt x="631" y="118"/>
                    </a:lnTo>
                    <a:lnTo>
                      <a:pt x="632" y="118"/>
                    </a:lnTo>
                    <a:lnTo>
                      <a:pt x="633" y="120"/>
                    </a:lnTo>
                    <a:lnTo>
                      <a:pt x="635" y="121"/>
                    </a:lnTo>
                    <a:lnTo>
                      <a:pt x="636" y="122"/>
                    </a:lnTo>
                    <a:lnTo>
                      <a:pt x="637" y="122"/>
                    </a:lnTo>
                    <a:lnTo>
                      <a:pt x="639" y="124"/>
                    </a:lnTo>
                    <a:lnTo>
                      <a:pt x="640" y="124"/>
                    </a:lnTo>
                    <a:lnTo>
                      <a:pt x="640" y="125"/>
                    </a:lnTo>
                    <a:lnTo>
                      <a:pt x="641" y="126"/>
                    </a:lnTo>
                    <a:lnTo>
                      <a:pt x="643" y="126"/>
                    </a:lnTo>
                    <a:lnTo>
                      <a:pt x="644" y="128"/>
                    </a:lnTo>
                    <a:lnTo>
                      <a:pt x="645" y="128"/>
                    </a:lnTo>
                    <a:lnTo>
                      <a:pt x="645" y="129"/>
                    </a:lnTo>
                    <a:lnTo>
                      <a:pt x="647" y="129"/>
                    </a:lnTo>
                    <a:lnTo>
                      <a:pt x="647" y="130"/>
                    </a:lnTo>
                    <a:lnTo>
                      <a:pt x="648" y="130"/>
                    </a:lnTo>
                    <a:lnTo>
                      <a:pt x="649" y="132"/>
                    </a:lnTo>
                    <a:lnTo>
                      <a:pt x="651" y="133"/>
                    </a:lnTo>
                    <a:lnTo>
                      <a:pt x="652" y="134"/>
                    </a:lnTo>
                    <a:lnTo>
                      <a:pt x="653" y="136"/>
                    </a:lnTo>
                    <a:lnTo>
                      <a:pt x="655" y="137"/>
                    </a:lnTo>
                    <a:lnTo>
                      <a:pt x="656" y="137"/>
                    </a:lnTo>
                    <a:lnTo>
                      <a:pt x="656" y="138"/>
                    </a:lnTo>
                    <a:lnTo>
                      <a:pt x="657" y="140"/>
                    </a:lnTo>
                    <a:lnTo>
                      <a:pt x="659" y="140"/>
                    </a:lnTo>
                    <a:lnTo>
                      <a:pt x="659" y="141"/>
                    </a:lnTo>
                    <a:lnTo>
                      <a:pt x="660" y="142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4" y="145"/>
                    </a:lnTo>
                    <a:lnTo>
                      <a:pt x="664" y="146"/>
                    </a:lnTo>
                    <a:lnTo>
                      <a:pt x="665" y="147"/>
                    </a:lnTo>
                    <a:lnTo>
                      <a:pt x="667" y="149"/>
                    </a:lnTo>
                    <a:lnTo>
                      <a:pt x="668" y="150"/>
                    </a:lnTo>
                    <a:lnTo>
                      <a:pt x="669" y="151"/>
                    </a:lnTo>
                    <a:lnTo>
                      <a:pt x="671" y="153"/>
                    </a:lnTo>
                    <a:lnTo>
                      <a:pt x="672" y="154"/>
                    </a:lnTo>
                    <a:lnTo>
                      <a:pt x="673" y="155"/>
                    </a:lnTo>
                    <a:lnTo>
                      <a:pt x="674" y="157"/>
                    </a:lnTo>
                    <a:lnTo>
                      <a:pt x="676" y="158"/>
                    </a:lnTo>
                    <a:lnTo>
                      <a:pt x="676" y="159"/>
                    </a:lnTo>
                    <a:lnTo>
                      <a:pt x="677" y="159"/>
                    </a:lnTo>
                    <a:lnTo>
                      <a:pt x="677" y="161"/>
                    </a:lnTo>
                    <a:lnTo>
                      <a:pt x="678" y="162"/>
                    </a:lnTo>
                    <a:lnTo>
                      <a:pt x="680" y="163"/>
                    </a:lnTo>
                    <a:lnTo>
                      <a:pt x="681" y="163"/>
                    </a:lnTo>
                    <a:lnTo>
                      <a:pt x="681" y="165"/>
                    </a:lnTo>
                    <a:lnTo>
                      <a:pt x="682" y="166"/>
                    </a:lnTo>
                    <a:lnTo>
                      <a:pt x="684" y="167"/>
                    </a:lnTo>
                    <a:lnTo>
                      <a:pt x="685" y="169"/>
                    </a:lnTo>
                    <a:lnTo>
                      <a:pt x="685" y="170"/>
                    </a:lnTo>
                    <a:lnTo>
                      <a:pt x="686" y="171"/>
                    </a:lnTo>
                    <a:lnTo>
                      <a:pt x="688" y="173"/>
                    </a:lnTo>
                    <a:lnTo>
                      <a:pt x="689" y="174"/>
                    </a:lnTo>
                    <a:lnTo>
                      <a:pt x="690" y="175"/>
                    </a:lnTo>
                    <a:lnTo>
                      <a:pt x="692" y="177"/>
                    </a:lnTo>
                    <a:lnTo>
                      <a:pt x="693" y="178"/>
                    </a:lnTo>
                    <a:lnTo>
                      <a:pt x="694" y="179"/>
                    </a:lnTo>
                    <a:lnTo>
                      <a:pt x="696" y="182"/>
                    </a:lnTo>
                    <a:lnTo>
                      <a:pt x="697" y="183"/>
                    </a:lnTo>
                    <a:lnTo>
                      <a:pt x="698" y="185"/>
                    </a:lnTo>
                    <a:lnTo>
                      <a:pt x="700" y="186"/>
                    </a:lnTo>
                    <a:lnTo>
                      <a:pt x="701" y="189"/>
                    </a:lnTo>
                    <a:lnTo>
                      <a:pt x="702" y="190"/>
                    </a:lnTo>
                    <a:lnTo>
                      <a:pt x="704" y="191"/>
                    </a:lnTo>
                    <a:lnTo>
                      <a:pt x="704" y="193"/>
                    </a:lnTo>
                    <a:lnTo>
                      <a:pt x="705" y="194"/>
                    </a:lnTo>
                    <a:lnTo>
                      <a:pt x="706" y="194"/>
                    </a:lnTo>
                    <a:lnTo>
                      <a:pt x="708" y="195"/>
                    </a:lnTo>
                    <a:lnTo>
                      <a:pt x="708" y="196"/>
                    </a:lnTo>
                    <a:lnTo>
                      <a:pt x="709" y="198"/>
                    </a:lnTo>
                    <a:lnTo>
                      <a:pt x="709" y="199"/>
                    </a:lnTo>
                    <a:lnTo>
                      <a:pt x="710" y="199"/>
                    </a:lnTo>
                    <a:lnTo>
                      <a:pt x="712" y="200"/>
                    </a:lnTo>
                    <a:lnTo>
                      <a:pt x="712" y="202"/>
                    </a:lnTo>
                    <a:lnTo>
                      <a:pt x="713" y="203"/>
                    </a:lnTo>
                    <a:lnTo>
                      <a:pt x="713" y="204"/>
                    </a:lnTo>
                    <a:lnTo>
                      <a:pt x="714" y="204"/>
                    </a:lnTo>
                    <a:lnTo>
                      <a:pt x="716" y="206"/>
                    </a:lnTo>
                    <a:lnTo>
                      <a:pt x="716" y="207"/>
                    </a:lnTo>
                    <a:lnTo>
                      <a:pt x="717" y="208"/>
                    </a:lnTo>
                    <a:lnTo>
                      <a:pt x="718" y="210"/>
                    </a:lnTo>
                    <a:lnTo>
                      <a:pt x="718" y="211"/>
                    </a:lnTo>
                    <a:lnTo>
                      <a:pt x="720" y="212"/>
                    </a:lnTo>
                    <a:lnTo>
                      <a:pt x="721" y="214"/>
                    </a:lnTo>
                    <a:lnTo>
                      <a:pt x="722" y="215"/>
                    </a:lnTo>
                    <a:lnTo>
                      <a:pt x="724" y="216"/>
                    </a:lnTo>
                    <a:lnTo>
                      <a:pt x="725" y="219"/>
                    </a:lnTo>
                    <a:lnTo>
                      <a:pt x="726" y="220"/>
                    </a:lnTo>
                    <a:lnTo>
                      <a:pt x="727" y="223"/>
                    </a:lnTo>
                    <a:lnTo>
                      <a:pt x="729" y="224"/>
                    </a:lnTo>
                    <a:lnTo>
                      <a:pt x="730" y="227"/>
                    </a:lnTo>
                    <a:lnTo>
                      <a:pt x="731" y="228"/>
                    </a:lnTo>
                    <a:lnTo>
                      <a:pt x="733" y="231"/>
                    </a:lnTo>
                    <a:lnTo>
                      <a:pt x="734" y="232"/>
                    </a:lnTo>
                    <a:lnTo>
                      <a:pt x="735" y="234"/>
                    </a:lnTo>
                    <a:lnTo>
                      <a:pt x="737" y="235"/>
                    </a:lnTo>
                    <a:lnTo>
                      <a:pt x="737" y="238"/>
                    </a:lnTo>
                    <a:lnTo>
                      <a:pt x="738" y="239"/>
                    </a:lnTo>
                    <a:lnTo>
                      <a:pt x="739" y="240"/>
                    </a:lnTo>
                    <a:lnTo>
                      <a:pt x="741" y="242"/>
                    </a:lnTo>
                    <a:lnTo>
                      <a:pt x="742" y="243"/>
                    </a:lnTo>
                    <a:lnTo>
                      <a:pt x="743" y="244"/>
                    </a:lnTo>
                    <a:lnTo>
                      <a:pt x="743" y="245"/>
                    </a:lnTo>
                    <a:lnTo>
                      <a:pt x="745" y="247"/>
                    </a:lnTo>
                    <a:lnTo>
                      <a:pt x="745" y="248"/>
                    </a:lnTo>
                    <a:lnTo>
                      <a:pt x="746" y="249"/>
                    </a:lnTo>
                    <a:lnTo>
                      <a:pt x="747" y="249"/>
                    </a:lnTo>
                    <a:lnTo>
                      <a:pt x="747" y="251"/>
                    </a:lnTo>
                    <a:lnTo>
                      <a:pt x="749" y="252"/>
                    </a:lnTo>
                    <a:lnTo>
                      <a:pt x="749" y="253"/>
                    </a:lnTo>
                    <a:lnTo>
                      <a:pt x="750" y="255"/>
                    </a:lnTo>
                    <a:lnTo>
                      <a:pt x="751" y="256"/>
                    </a:lnTo>
                    <a:lnTo>
                      <a:pt x="753" y="257"/>
                    </a:lnTo>
                    <a:lnTo>
                      <a:pt x="753" y="259"/>
                    </a:lnTo>
                    <a:lnTo>
                      <a:pt x="754" y="260"/>
                    </a:lnTo>
                    <a:lnTo>
                      <a:pt x="755" y="263"/>
                    </a:lnTo>
                    <a:lnTo>
                      <a:pt x="757" y="264"/>
                    </a:lnTo>
                    <a:lnTo>
                      <a:pt x="758" y="265"/>
                    </a:lnTo>
                    <a:lnTo>
                      <a:pt x="759" y="268"/>
                    </a:lnTo>
                    <a:lnTo>
                      <a:pt x="761" y="269"/>
                    </a:lnTo>
                    <a:lnTo>
                      <a:pt x="762" y="272"/>
                    </a:lnTo>
                    <a:lnTo>
                      <a:pt x="763" y="273"/>
                    </a:lnTo>
                    <a:lnTo>
                      <a:pt x="766" y="276"/>
                    </a:lnTo>
                    <a:lnTo>
                      <a:pt x="767" y="277"/>
                    </a:lnTo>
                    <a:lnTo>
                      <a:pt x="769" y="280"/>
                    </a:lnTo>
                    <a:lnTo>
                      <a:pt x="770" y="281"/>
                    </a:lnTo>
                    <a:lnTo>
                      <a:pt x="770" y="283"/>
                    </a:lnTo>
                    <a:lnTo>
                      <a:pt x="771" y="284"/>
                    </a:lnTo>
                    <a:lnTo>
                      <a:pt x="773" y="285"/>
                    </a:lnTo>
                    <a:lnTo>
                      <a:pt x="774" y="287"/>
                    </a:lnTo>
                    <a:lnTo>
                      <a:pt x="774" y="288"/>
                    </a:lnTo>
                    <a:lnTo>
                      <a:pt x="775" y="289"/>
                    </a:lnTo>
                    <a:lnTo>
                      <a:pt x="776" y="291"/>
                    </a:lnTo>
                    <a:lnTo>
                      <a:pt x="776" y="292"/>
                    </a:lnTo>
                    <a:lnTo>
                      <a:pt x="778" y="293"/>
                    </a:lnTo>
                    <a:lnTo>
                      <a:pt x="778" y="295"/>
                    </a:lnTo>
                    <a:lnTo>
                      <a:pt x="779" y="295"/>
                    </a:lnTo>
                    <a:lnTo>
                      <a:pt x="779" y="296"/>
                    </a:lnTo>
                    <a:lnTo>
                      <a:pt x="780" y="297"/>
                    </a:lnTo>
                    <a:lnTo>
                      <a:pt x="780" y="298"/>
                    </a:lnTo>
                    <a:lnTo>
                      <a:pt x="782" y="300"/>
                    </a:lnTo>
                    <a:lnTo>
                      <a:pt x="783" y="301"/>
                    </a:lnTo>
                    <a:lnTo>
                      <a:pt x="783" y="302"/>
                    </a:lnTo>
                    <a:lnTo>
                      <a:pt x="784" y="304"/>
                    </a:lnTo>
                    <a:lnTo>
                      <a:pt x="786" y="305"/>
                    </a:lnTo>
                    <a:lnTo>
                      <a:pt x="786" y="306"/>
                    </a:lnTo>
                    <a:lnTo>
                      <a:pt x="787" y="308"/>
                    </a:lnTo>
                    <a:lnTo>
                      <a:pt x="787" y="309"/>
                    </a:lnTo>
                    <a:lnTo>
                      <a:pt x="788" y="310"/>
                    </a:lnTo>
                    <a:lnTo>
                      <a:pt x="790" y="312"/>
                    </a:lnTo>
                    <a:lnTo>
                      <a:pt x="790" y="313"/>
                    </a:lnTo>
                    <a:lnTo>
                      <a:pt x="791" y="316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927" name="Freeform 7">
                <a:extLst>
                  <a:ext uri="{FF2B5EF4-FFF2-40B4-BE49-F238E27FC236}">
                    <a16:creationId xmlns:a16="http://schemas.microsoft.com/office/drawing/2014/main" id="{63380FC7-8AA2-4E21-AA63-7BED11E03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686175"/>
                <a:ext cx="628650" cy="250825"/>
              </a:xfrm>
              <a:custGeom>
                <a:avLst/>
                <a:gdLst>
                  <a:gd name="T0" fmla="*/ 2147483646 w 791"/>
                  <a:gd name="T1" fmla="*/ 2147483646 h 315"/>
                  <a:gd name="T2" fmla="*/ 2147483646 w 791"/>
                  <a:gd name="T3" fmla="*/ 2147483646 h 315"/>
                  <a:gd name="T4" fmla="*/ 2147483646 w 791"/>
                  <a:gd name="T5" fmla="*/ 2147483646 h 315"/>
                  <a:gd name="T6" fmla="*/ 2147483646 w 791"/>
                  <a:gd name="T7" fmla="*/ 2147483646 h 315"/>
                  <a:gd name="T8" fmla="*/ 2147483646 w 791"/>
                  <a:gd name="T9" fmla="*/ 2147483646 h 315"/>
                  <a:gd name="T10" fmla="*/ 2147483646 w 791"/>
                  <a:gd name="T11" fmla="*/ 2147483646 h 315"/>
                  <a:gd name="T12" fmla="*/ 2147483646 w 791"/>
                  <a:gd name="T13" fmla="*/ 2147483646 h 315"/>
                  <a:gd name="T14" fmla="*/ 2147483646 w 791"/>
                  <a:gd name="T15" fmla="*/ 2147483646 h 315"/>
                  <a:gd name="T16" fmla="*/ 2147483646 w 791"/>
                  <a:gd name="T17" fmla="*/ 2147483646 h 315"/>
                  <a:gd name="T18" fmla="*/ 2147483646 w 791"/>
                  <a:gd name="T19" fmla="*/ 2147483646 h 315"/>
                  <a:gd name="T20" fmla="*/ 2147483646 w 791"/>
                  <a:gd name="T21" fmla="*/ 2147483646 h 315"/>
                  <a:gd name="T22" fmla="*/ 2147483646 w 791"/>
                  <a:gd name="T23" fmla="*/ 2147483646 h 315"/>
                  <a:gd name="T24" fmla="*/ 2147483646 w 791"/>
                  <a:gd name="T25" fmla="*/ 2147483646 h 315"/>
                  <a:gd name="T26" fmla="*/ 2147483646 w 791"/>
                  <a:gd name="T27" fmla="*/ 2147483646 h 315"/>
                  <a:gd name="T28" fmla="*/ 2147483646 w 791"/>
                  <a:gd name="T29" fmla="*/ 2147483646 h 315"/>
                  <a:gd name="T30" fmla="*/ 2147483646 w 791"/>
                  <a:gd name="T31" fmla="*/ 2147483646 h 315"/>
                  <a:gd name="T32" fmla="*/ 2147483646 w 791"/>
                  <a:gd name="T33" fmla="*/ 2147483646 h 315"/>
                  <a:gd name="T34" fmla="*/ 2147483646 w 791"/>
                  <a:gd name="T35" fmla="*/ 2147483646 h 315"/>
                  <a:gd name="T36" fmla="*/ 2147483646 w 791"/>
                  <a:gd name="T37" fmla="*/ 2147483646 h 315"/>
                  <a:gd name="T38" fmla="*/ 2147483646 w 791"/>
                  <a:gd name="T39" fmla="*/ 2147483646 h 315"/>
                  <a:gd name="T40" fmla="*/ 2147483646 w 791"/>
                  <a:gd name="T41" fmla="*/ 2147483646 h 315"/>
                  <a:gd name="T42" fmla="*/ 2147483646 w 791"/>
                  <a:gd name="T43" fmla="*/ 2147483646 h 315"/>
                  <a:gd name="T44" fmla="*/ 2147483646 w 791"/>
                  <a:gd name="T45" fmla="*/ 2147483646 h 315"/>
                  <a:gd name="T46" fmla="*/ 2147483646 w 791"/>
                  <a:gd name="T47" fmla="*/ 2147483646 h 315"/>
                  <a:gd name="T48" fmla="*/ 2147483646 w 791"/>
                  <a:gd name="T49" fmla="*/ 2147483646 h 315"/>
                  <a:gd name="T50" fmla="*/ 2147483646 w 791"/>
                  <a:gd name="T51" fmla="*/ 2147483646 h 315"/>
                  <a:gd name="T52" fmla="*/ 2147483646 w 791"/>
                  <a:gd name="T53" fmla="*/ 2147483646 h 315"/>
                  <a:gd name="T54" fmla="*/ 2147483646 w 791"/>
                  <a:gd name="T55" fmla="*/ 2147483646 h 315"/>
                  <a:gd name="T56" fmla="*/ 2147483646 w 791"/>
                  <a:gd name="T57" fmla="*/ 2147483646 h 315"/>
                  <a:gd name="T58" fmla="*/ 2147483646 w 791"/>
                  <a:gd name="T59" fmla="*/ 2147483646 h 315"/>
                  <a:gd name="T60" fmla="*/ 2147483646 w 791"/>
                  <a:gd name="T61" fmla="*/ 2147483646 h 315"/>
                  <a:gd name="T62" fmla="*/ 2147483646 w 791"/>
                  <a:gd name="T63" fmla="*/ 2147483646 h 315"/>
                  <a:gd name="T64" fmla="*/ 2147483646 w 791"/>
                  <a:gd name="T65" fmla="*/ 2147483646 h 315"/>
                  <a:gd name="T66" fmla="*/ 2147483646 w 791"/>
                  <a:gd name="T67" fmla="*/ 2147483646 h 315"/>
                  <a:gd name="T68" fmla="*/ 2147483646 w 791"/>
                  <a:gd name="T69" fmla="*/ 2147483646 h 315"/>
                  <a:gd name="T70" fmla="*/ 2147483646 w 791"/>
                  <a:gd name="T71" fmla="*/ 2147483646 h 315"/>
                  <a:gd name="T72" fmla="*/ 2147483646 w 791"/>
                  <a:gd name="T73" fmla="*/ 2147483646 h 315"/>
                  <a:gd name="T74" fmla="*/ 2147483646 w 791"/>
                  <a:gd name="T75" fmla="*/ 2147483646 h 315"/>
                  <a:gd name="T76" fmla="*/ 2147483646 w 791"/>
                  <a:gd name="T77" fmla="*/ 2147483646 h 315"/>
                  <a:gd name="T78" fmla="*/ 2147483646 w 791"/>
                  <a:gd name="T79" fmla="*/ 2147483646 h 315"/>
                  <a:gd name="T80" fmla="*/ 2147483646 w 791"/>
                  <a:gd name="T81" fmla="*/ 2147483646 h 315"/>
                  <a:gd name="T82" fmla="*/ 2147483646 w 791"/>
                  <a:gd name="T83" fmla="*/ 2147483646 h 315"/>
                  <a:gd name="T84" fmla="*/ 2147483646 w 791"/>
                  <a:gd name="T85" fmla="*/ 2147483646 h 315"/>
                  <a:gd name="T86" fmla="*/ 2147483646 w 791"/>
                  <a:gd name="T87" fmla="*/ 2147483646 h 315"/>
                  <a:gd name="T88" fmla="*/ 2147483646 w 791"/>
                  <a:gd name="T89" fmla="*/ 2147483646 h 315"/>
                  <a:gd name="T90" fmla="*/ 2147483646 w 791"/>
                  <a:gd name="T91" fmla="*/ 2147483646 h 315"/>
                  <a:gd name="T92" fmla="*/ 2147483646 w 791"/>
                  <a:gd name="T93" fmla="*/ 2147483646 h 315"/>
                  <a:gd name="T94" fmla="*/ 2147483646 w 791"/>
                  <a:gd name="T95" fmla="*/ 2147483646 h 315"/>
                  <a:gd name="T96" fmla="*/ 2147483646 w 791"/>
                  <a:gd name="T97" fmla="*/ 2147483646 h 315"/>
                  <a:gd name="T98" fmla="*/ 2147483646 w 791"/>
                  <a:gd name="T99" fmla="*/ 2147483646 h 315"/>
                  <a:gd name="T100" fmla="*/ 2147483646 w 791"/>
                  <a:gd name="T101" fmla="*/ 2147483646 h 315"/>
                  <a:gd name="T102" fmla="*/ 2147483646 w 791"/>
                  <a:gd name="T103" fmla="*/ 2147483646 h 315"/>
                  <a:gd name="T104" fmla="*/ 2147483646 w 791"/>
                  <a:gd name="T105" fmla="*/ 2147483646 h 315"/>
                  <a:gd name="T106" fmla="*/ 2147483646 w 791"/>
                  <a:gd name="T107" fmla="*/ 2147483646 h 315"/>
                  <a:gd name="T108" fmla="*/ 2147483646 w 791"/>
                  <a:gd name="T109" fmla="*/ 2147483646 h 315"/>
                  <a:gd name="T110" fmla="*/ 2147483646 w 791"/>
                  <a:gd name="T111" fmla="*/ 2147483646 h 315"/>
                  <a:gd name="T112" fmla="*/ 2147483646 w 791"/>
                  <a:gd name="T113" fmla="*/ 2147483646 h 315"/>
                  <a:gd name="T114" fmla="*/ 2147483646 w 791"/>
                  <a:gd name="T115" fmla="*/ 2147483646 h 315"/>
                  <a:gd name="T116" fmla="*/ 2147483646 w 791"/>
                  <a:gd name="T117" fmla="*/ 2147483646 h 315"/>
                  <a:gd name="T118" fmla="*/ 2147483646 w 791"/>
                  <a:gd name="T119" fmla="*/ 2147483646 h 315"/>
                  <a:gd name="T120" fmla="*/ 2147483646 w 791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59" y="315"/>
                    </a:lnTo>
                    <a:lnTo>
                      <a:pt x="85" y="315"/>
                    </a:lnTo>
                    <a:lnTo>
                      <a:pt x="110" y="315"/>
                    </a:lnTo>
                    <a:lnTo>
                      <a:pt x="133" y="315"/>
                    </a:lnTo>
                    <a:lnTo>
                      <a:pt x="154" y="315"/>
                    </a:lnTo>
                    <a:lnTo>
                      <a:pt x="174" y="315"/>
                    </a:lnTo>
                    <a:lnTo>
                      <a:pt x="192" y="315"/>
                    </a:lnTo>
                    <a:lnTo>
                      <a:pt x="210" y="315"/>
                    </a:lnTo>
                    <a:lnTo>
                      <a:pt x="225" y="315"/>
                    </a:lnTo>
                    <a:lnTo>
                      <a:pt x="240" y="315"/>
                    </a:lnTo>
                    <a:lnTo>
                      <a:pt x="253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5" y="315"/>
                    </a:lnTo>
                    <a:lnTo>
                      <a:pt x="294" y="314"/>
                    </a:lnTo>
                    <a:lnTo>
                      <a:pt x="302" y="314"/>
                    </a:lnTo>
                    <a:lnTo>
                      <a:pt x="309" y="314"/>
                    </a:lnTo>
                    <a:lnTo>
                      <a:pt x="316" y="314"/>
                    </a:lnTo>
                    <a:lnTo>
                      <a:pt x="321" y="314"/>
                    </a:lnTo>
                    <a:lnTo>
                      <a:pt x="326" y="314"/>
                    </a:lnTo>
                    <a:lnTo>
                      <a:pt x="330" y="314"/>
                    </a:lnTo>
                    <a:lnTo>
                      <a:pt x="334" y="314"/>
                    </a:lnTo>
                    <a:lnTo>
                      <a:pt x="338" y="314"/>
                    </a:lnTo>
                    <a:lnTo>
                      <a:pt x="341" y="314"/>
                    </a:lnTo>
                    <a:lnTo>
                      <a:pt x="343" y="314"/>
                    </a:lnTo>
                    <a:lnTo>
                      <a:pt x="346" y="314"/>
                    </a:lnTo>
                    <a:lnTo>
                      <a:pt x="349" y="314"/>
                    </a:lnTo>
                    <a:lnTo>
                      <a:pt x="350" y="314"/>
                    </a:lnTo>
                    <a:lnTo>
                      <a:pt x="353" y="314"/>
                    </a:lnTo>
                    <a:lnTo>
                      <a:pt x="354" y="314"/>
                    </a:lnTo>
                    <a:lnTo>
                      <a:pt x="357" y="313"/>
                    </a:lnTo>
                    <a:lnTo>
                      <a:pt x="359" y="313"/>
                    </a:lnTo>
                    <a:lnTo>
                      <a:pt x="361" y="313"/>
                    </a:lnTo>
                    <a:lnTo>
                      <a:pt x="363" y="313"/>
                    </a:lnTo>
                    <a:lnTo>
                      <a:pt x="365" y="313"/>
                    </a:lnTo>
                    <a:lnTo>
                      <a:pt x="366" y="313"/>
                    </a:lnTo>
                    <a:lnTo>
                      <a:pt x="369" y="313"/>
                    </a:lnTo>
                    <a:lnTo>
                      <a:pt x="370" y="313"/>
                    </a:lnTo>
                    <a:lnTo>
                      <a:pt x="371" y="313"/>
                    </a:lnTo>
                    <a:lnTo>
                      <a:pt x="372" y="313"/>
                    </a:lnTo>
                    <a:lnTo>
                      <a:pt x="374" y="313"/>
                    </a:lnTo>
                    <a:lnTo>
                      <a:pt x="375" y="311"/>
                    </a:lnTo>
                    <a:lnTo>
                      <a:pt x="376" y="311"/>
                    </a:lnTo>
                    <a:lnTo>
                      <a:pt x="378" y="311"/>
                    </a:lnTo>
                    <a:lnTo>
                      <a:pt x="379" y="311"/>
                    </a:lnTo>
                    <a:lnTo>
                      <a:pt x="380" y="311"/>
                    </a:lnTo>
                    <a:lnTo>
                      <a:pt x="382" y="311"/>
                    </a:lnTo>
                    <a:lnTo>
                      <a:pt x="383" y="311"/>
                    </a:lnTo>
                    <a:lnTo>
                      <a:pt x="384" y="311"/>
                    </a:lnTo>
                    <a:lnTo>
                      <a:pt x="386" y="311"/>
                    </a:lnTo>
                    <a:lnTo>
                      <a:pt x="387" y="310"/>
                    </a:lnTo>
                    <a:lnTo>
                      <a:pt x="388" y="310"/>
                    </a:lnTo>
                    <a:lnTo>
                      <a:pt x="390" y="310"/>
                    </a:lnTo>
                    <a:lnTo>
                      <a:pt x="391" y="310"/>
                    </a:lnTo>
                    <a:lnTo>
                      <a:pt x="394" y="310"/>
                    </a:lnTo>
                    <a:lnTo>
                      <a:pt x="395" y="310"/>
                    </a:lnTo>
                    <a:lnTo>
                      <a:pt x="396" y="309"/>
                    </a:lnTo>
                    <a:lnTo>
                      <a:pt x="398" y="309"/>
                    </a:lnTo>
                    <a:lnTo>
                      <a:pt x="400" y="309"/>
                    </a:lnTo>
                    <a:lnTo>
                      <a:pt x="402" y="309"/>
                    </a:lnTo>
                    <a:lnTo>
                      <a:pt x="404" y="309"/>
                    </a:lnTo>
                    <a:lnTo>
                      <a:pt x="406" y="307"/>
                    </a:lnTo>
                    <a:lnTo>
                      <a:pt x="408" y="307"/>
                    </a:lnTo>
                    <a:lnTo>
                      <a:pt x="410" y="307"/>
                    </a:lnTo>
                    <a:lnTo>
                      <a:pt x="412" y="307"/>
                    </a:lnTo>
                    <a:lnTo>
                      <a:pt x="414" y="307"/>
                    </a:lnTo>
                    <a:lnTo>
                      <a:pt x="415" y="306"/>
                    </a:lnTo>
                    <a:lnTo>
                      <a:pt x="416" y="306"/>
                    </a:lnTo>
                    <a:lnTo>
                      <a:pt x="418" y="306"/>
                    </a:lnTo>
                    <a:lnTo>
                      <a:pt x="419" y="306"/>
                    </a:lnTo>
                    <a:lnTo>
                      <a:pt x="420" y="306"/>
                    </a:lnTo>
                    <a:lnTo>
                      <a:pt x="421" y="306"/>
                    </a:lnTo>
                    <a:lnTo>
                      <a:pt x="423" y="305"/>
                    </a:lnTo>
                    <a:lnTo>
                      <a:pt x="424" y="305"/>
                    </a:lnTo>
                    <a:lnTo>
                      <a:pt x="425" y="305"/>
                    </a:lnTo>
                    <a:lnTo>
                      <a:pt x="427" y="305"/>
                    </a:lnTo>
                    <a:lnTo>
                      <a:pt x="428" y="305"/>
                    </a:lnTo>
                    <a:lnTo>
                      <a:pt x="429" y="303"/>
                    </a:lnTo>
                    <a:lnTo>
                      <a:pt x="431" y="303"/>
                    </a:lnTo>
                    <a:lnTo>
                      <a:pt x="432" y="303"/>
                    </a:lnTo>
                    <a:lnTo>
                      <a:pt x="433" y="303"/>
                    </a:lnTo>
                    <a:lnTo>
                      <a:pt x="435" y="302"/>
                    </a:lnTo>
                    <a:lnTo>
                      <a:pt x="436" y="302"/>
                    </a:lnTo>
                    <a:lnTo>
                      <a:pt x="437" y="302"/>
                    </a:lnTo>
                    <a:lnTo>
                      <a:pt x="440" y="301"/>
                    </a:lnTo>
                    <a:lnTo>
                      <a:pt x="441" y="301"/>
                    </a:lnTo>
                    <a:lnTo>
                      <a:pt x="443" y="299"/>
                    </a:lnTo>
                    <a:lnTo>
                      <a:pt x="445" y="299"/>
                    </a:lnTo>
                    <a:lnTo>
                      <a:pt x="447" y="298"/>
                    </a:lnTo>
                    <a:lnTo>
                      <a:pt x="449" y="298"/>
                    </a:lnTo>
                    <a:lnTo>
                      <a:pt x="451" y="297"/>
                    </a:lnTo>
                    <a:lnTo>
                      <a:pt x="453" y="297"/>
                    </a:lnTo>
                    <a:lnTo>
                      <a:pt x="456" y="295"/>
                    </a:lnTo>
                    <a:lnTo>
                      <a:pt x="459" y="295"/>
                    </a:lnTo>
                    <a:lnTo>
                      <a:pt x="460" y="294"/>
                    </a:lnTo>
                    <a:lnTo>
                      <a:pt x="463" y="294"/>
                    </a:lnTo>
                    <a:lnTo>
                      <a:pt x="464" y="293"/>
                    </a:lnTo>
                    <a:lnTo>
                      <a:pt x="467" y="293"/>
                    </a:lnTo>
                    <a:lnTo>
                      <a:pt x="468" y="291"/>
                    </a:lnTo>
                    <a:lnTo>
                      <a:pt x="469" y="291"/>
                    </a:lnTo>
                    <a:lnTo>
                      <a:pt x="471" y="291"/>
                    </a:lnTo>
                    <a:lnTo>
                      <a:pt x="472" y="290"/>
                    </a:lnTo>
                    <a:lnTo>
                      <a:pt x="473" y="290"/>
                    </a:lnTo>
                    <a:lnTo>
                      <a:pt x="474" y="290"/>
                    </a:lnTo>
                    <a:lnTo>
                      <a:pt x="476" y="289"/>
                    </a:lnTo>
                    <a:lnTo>
                      <a:pt x="477" y="289"/>
                    </a:lnTo>
                    <a:lnTo>
                      <a:pt x="478" y="289"/>
                    </a:lnTo>
                    <a:lnTo>
                      <a:pt x="480" y="287"/>
                    </a:lnTo>
                    <a:lnTo>
                      <a:pt x="481" y="287"/>
                    </a:lnTo>
                    <a:lnTo>
                      <a:pt x="482" y="287"/>
                    </a:lnTo>
                    <a:lnTo>
                      <a:pt x="484" y="286"/>
                    </a:lnTo>
                    <a:lnTo>
                      <a:pt x="485" y="285"/>
                    </a:lnTo>
                    <a:lnTo>
                      <a:pt x="486" y="285"/>
                    </a:lnTo>
                    <a:lnTo>
                      <a:pt x="488" y="285"/>
                    </a:lnTo>
                    <a:lnTo>
                      <a:pt x="489" y="284"/>
                    </a:lnTo>
                    <a:lnTo>
                      <a:pt x="490" y="284"/>
                    </a:lnTo>
                    <a:lnTo>
                      <a:pt x="492" y="282"/>
                    </a:lnTo>
                    <a:lnTo>
                      <a:pt x="494" y="281"/>
                    </a:lnTo>
                    <a:lnTo>
                      <a:pt x="496" y="281"/>
                    </a:lnTo>
                    <a:lnTo>
                      <a:pt x="497" y="280"/>
                    </a:lnTo>
                    <a:lnTo>
                      <a:pt x="500" y="278"/>
                    </a:lnTo>
                    <a:lnTo>
                      <a:pt x="501" y="278"/>
                    </a:lnTo>
                    <a:lnTo>
                      <a:pt x="504" y="277"/>
                    </a:lnTo>
                    <a:lnTo>
                      <a:pt x="505" y="276"/>
                    </a:lnTo>
                    <a:lnTo>
                      <a:pt x="508" y="274"/>
                    </a:lnTo>
                    <a:lnTo>
                      <a:pt x="509" y="274"/>
                    </a:lnTo>
                    <a:lnTo>
                      <a:pt x="512" y="273"/>
                    </a:lnTo>
                    <a:lnTo>
                      <a:pt x="513" y="272"/>
                    </a:lnTo>
                    <a:lnTo>
                      <a:pt x="514" y="272"/>
                    </a:lnTo>
                    <a:lnTo>
                      <a:pt x="516" y="270"/>
                    </a:lnTo>
                    <a:lnTo>
                      <a:pt x="517" y="270"/>
                    </a:lnTo>
                    <a:lnTo>
                      <a:pt x="518" y="269"/>
                    </a:lnTo>
                    <a:lnTo>
                      <a:pt x="520" y="269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3" y="266"/>
                    </a:lnTo>
                    <a:lnTo>
                      <a:pt x="525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9" y="264"/>
                    </a:lnTo>
                    <a:lnTo>
                      <a:pt x="530" y="264"/>
                    </a:lnTo>
                    <a:lnTo>
                      <a:pt x="531" y="262"/>
                    </a:lnTo>
                    <a:lnTo>
                      <a:pt x="533" y="262"/>
                    </a:lnTo>
                    <a:lnTo>
                      <a:pt x="534" y="261"/>
                    </a:lnTo>
                    <a:lnTo>
                      <a:pt x="535" y="261"/>
                    </a:lnTo>
                    <a:lnTo>
                      <a:pt x="537" y="260"/>
                    </a:lnTo>
                    <a:lnTo>
                      <a:pt x="538" y="260"/>
                    </a:lnTo>
                    <a:lnTo>
                      <a:pt x="539" y="258"/>
                    </a:lnTo>
                    <a:lnTo>
                      <a:pt x="541" y="257"/>
                    </a:lnTo>
                    <a:lnTo>
                      <a:pt x="542" y="257"/>
                    </a:lnTo>
                    <a:lnTo>
                      <a:pt x="543" y="256"/>
                    </a:lnTo>
                    <a:lnTo>
                      <a:pt x="545" y="254"/>
                    </a:lnTo>
                    <a:lnTo>
                      <a:pt x="547" y="253"/>
                    </a:lnTo>
                    <a:lnTo>
                      <a:pt x="549" y="253"/>
                    </a:lnTo>
                    <a:lnTo>
                      <a:pt x="551" y="252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5" y="249"/>
                    </a:lnTo>
                    <a:lnTo>
                      <a:pt x="557" y="248"/>
                    </a:lnTo>
                    <a:lnTo>
                      <a:pt x="558" y="248"/>
                    </a:lnTo>
                    <a:lnTo>
                      <a:pt x="559" y="246"/>
                    </a:lnTo>
                    <a:lnTo>
                      <a:pt x="561" y="246"/>
                    </a:lnTo>
                    <a:lnTo>
                      <a:pt x="562" y="245"/>
                    </a:lnTo>
                    <a:lnTo>
                      <a:pt x="563" y="245"/>
                    </a:lnTo>
                    <a:lnTo>
                      <a:pt x="563" y="244"/>
                    </a:lnTo>
                    <a:lnTo>
                      <a:pt x="565" y="244"/>
                    </a:lnTo>
                    <a:lnTo>
                      <a:pt x="566" y="244"/>
                    </a:lnTo>
                    <a:lnTo>
                      <a:pt x="566" y="242"/>
                    </a:lnTo>
                    <a:lnTo>
                      <a:pt x="567" y="242"/>
                    </a:lnTo>
                    <a:lnTo>
                      <a:pt x="569" y="241"/>
                    </a:lnTo>
                    <a:lnTo>
                      <a:pt x="570" y="241"/>
                    </a:lnTo>
                    <a:lnTo>
                      <a:pt x="571" y="240"/>
                    </a:lnTo>
                    <a:lnTo>
                      <a:pt x="573" y="238"/>
                    </a:lnTo>
                    <a:lnTo>
                      <a:pt x="574" y="238"/>
                    </a:lnTo>
                    <a:lnTo>
                      <a:pt x="574" y="237"/>
                    </a:lnTo>
                    <a:lnTo>
                      <a:pt x="575" y="237"/>
                    </a:lnTo>
                    <a:lnTo>
                      <a:pt x="576" y="236"/>
                    </a:lnTo>
                    <a:lnTo>
                      <a:pt x="578" y="236"/>
                    </a:lnTo>
                    <a:lnTo>
                      <a:pt x="579" y="234"/>
                    </a:lnTo>
                    <a:lnTo>
                      <a:pt x="580" y="234"/>
                    </a:lnTo>
                    <a:lnTo>
                      <a:pt x="582" y="233"/>
                    </a:lnTo>
                    <a:lnTo>
                      <a:pt x="583" y="232"/>
                    </a:lnTo>
                    <a:lnTo>
                      <a:pt x="584" y="231"/>
                    </a:lnTo>
                    <a:lnTo>
                      <a:pt x="586" y="231"/>
                    </a:lnTo>
                    <a:lnTo>
                      <a:pt x="587" y="229"/>
                    </a:lnTo>
                    <a:lnTo>
                      <a:pt x="588" y="228"/>
                    </a:lnTo>
                    <a:lnTo>
                      <a:pt x="590" y="228"/>
                    </a:lnTo>
                    <a:lnTo>
                      <a:pt x="591" y="227"/>
                    </a:lnTo>
                    <a:lnTo>
                      <a:pt x="592" y="227"/>
                    </a:lnTo>
                    <a:lnTo>
                      <a:pt x="594" y="225"/>
                    </a:lnTo>
                    <a:lnTo>
                      <a:pt x="595" y="224"/>
                    </a:lnTo>
                    <a:lnTo>
                      <a:pt x="596" y="224"/>
                    </a:lnTo>
                    <a:lnTo>
                      <a:pt x="596" y="223"/>
                    </a:lnTo>
                    <a:lnTo>
                      <a:pt x="598" y="223"/>
                    </a:lnTo>
                    <a:lnTo>
                      <a:pt x="599" y="221"/>
                    </a:lnTo>
                    <a:lnTo>
                      <a:pt x="600" y="221"/>
                    </a:lnTo>
                    <a:lnTo>
                      <a:pt x="602" y="220"/>
                    </a:lnTo>
                    <a:lnTo>
                      <a:pt x="603" y="219"/>
                    </a:lnTo>
                    <a:lnTo>
                      <a:pt x="604" y="217"/>
                    </a:lnTo>
                    <a:lnTo>
                      <a:pt x="606" y="217"/>
                    </a:lnTo>
                    <a:lnTo>
                      <a:pt x="607" y="216"/>
                    </a:lnTo>
                    <a:lnTo>
                      <a:pt x="608" y="215"/>
                    </a:lnTo>
                    <a:lnTo>
                      <a:pt x="610" y="213"/>
                    </a:lnTo>
                    <a:lnTo>
                      <a:pt x="611" y="213"/>
                    </a:lnTo>
                    <a:lnTo>
                      <a:pt x="611" y="212"/>
                    </a:lnTo>
                    <a:lnTo>
                      <a:pt x="612" y="211"/>
                    </a:lnTo>
                    <a:lnTo>
                      <a:pt x="614" y="211"/>
                    </a:lnTo>
                    <a:lnTo>
                      <a:pt x="615" y="209"/>
                    </a:lnTo>
                    <a:lnTo>
                      <a:pt x="616" y="208"/>
                    </a:lnTo>
                    <a:lnTo>
                      <a:pt x="618" y="208"/>
                    </a:lnTo>
                    <a:lnTo>
                      <a:pt x="618" y="207"/>
                    </a:lnTo>
                    <a:lnTo>
                      <a:pt x="619" y="207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2" y="204"/>
                    </a:lnTo>
                    <a:lnTo>
                      <a:pt x="623" y="204"/>
                    </a:lnTo>
                    <a:lnTo>
                      <a:pt x="623" y="203"/>
                    </a:lnTo>
                    <a:lnTo>
                      <a:pt x="624" y="203"/>
                    </a:lnTo>
                    <a:lnTo>
                      <a:pt x="625" y="201"/>
                    </a:lnTo>
                    <a:lnTo>
                      <a:pt x="627" y="200"/>
                    </a:lnTo>
                    <a:lnTo>
                      <a:pt x="628" y="200"/>
                    </a:lnTo>
                    <a:lnTo>
                      <a:pt x="628" y="199"/>
                    </a:lnTo>
                    <a:lnTo>
                      <a:pt x="629" y="199"/>
                    </a:lnTo>
                    <a:lnTo>
                      <a:pt x="631" y="197"/>
                    </a:lnTo>
                    <a:lnTo>
                      <a:pt x="632" y="197"/>
                    </a:lnTo>
                    <a:lnTo>
                      <a:pt x="633" y="196"/>
                    </a:lnTo>
                    <a:lnTo>
                      <a:pt x="635" y="195"/>
                    </a:lnTo>
                    <a:lnTo>
                      <a:pt x="636" y="193"/>
                    </a:lnTo>
                    <a:lnTo>
                      <a:pt x="637" y="193"/>
                    </a:lnTo>
                    <a:lnTo>
                      <a:pt x="639" y="192"/>
                    </a:lnTo>
                    <a:lnTo>
                      <a:pt x="640" y="192"/>
                    </a:lnTo>
                    <a:lnTo>
                      <a:pt x="640" y="191"/>
                    </a:lnTo>
                    <a:lnTo>
                      <a:pt x="641" y="191"/>
                    </a:lnTo>
                    <a:lnTo>
                      <a:pt x="643" y="189"/>
                    </a:lnTo>
                    <a:lnTo>
                      <a:pt x="644" y="189"/>
                    </a:lnTo>
                    <a:lnTo>
                      <a:pt x="644" y="188"/>
                    </a:lnTo>
                    <a:lnTo>
                      <a:pt x="645" y="188"/>
                    </a:lnTo>
                    <a:lnTo>
                      <a:pt x="645" y="187"/>
                    </a:lnTo>
                    <a:lnTo>
                      <a:pt x="647" y="187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9" y="185"/>
                    </a:lnTo>
                    <a:lnTo>
                      <a:pt x="649" y="184"/>
                    </a:lnTo>
                    <a:lnTo>
                      <a:pt x="651" y="183"/>
                    </a:lnTo>
                    <a:lnTo>
                      <a:pt x="652" y="182"/>
                    </a:lnTo>
                    <a:lnTo>
                      <a:pt x="653" y="180"/>
                    </a:lnTo>
                    <a:lnTo>
                      <a:pt x="655" y="179"/>
                    </a:lnTo>
                    <a:lnTo>
                      <a:pt x="656" y="179"/>
                    </a:lnTo>
                    <a:lnTo>
                      <a:pt x="656" y="178"/>
                    </a:lnTo>
                    <a:lnTo>
                      <a:pt x="657" y="178"/>
                    </a:lnTo>
                    <a:lnTo>
                      <a:pt x="659" y="176"/>
                    </a:lnTo>
                    <a:lnTo>
                      <a:pt x="659" y="175"/>
                    </a:lnTo>
                    <a:lnTo>
                      <a:pt x="660" y="174"/>
                    </a:lnTo>
                    <a:lnTo>
                      <a:pt x="661" y="174"/>
                    </a:lnTo>
                    <a:lnTo>
                      <a:pt x="663" y="172"/>
                    </a:lnTo>
                    <a:lnTo>
                      <a:pt x="664" y="171"/>
                    </a:lnTo>
                    <a:lnTo>
                      <a:pt x="664" y="170"/>
                    </a:lnTo>
                    <a:lnTo>
                      <a:pt x="665" y="168"/>
                    </a:lnTo>
                    <a:lnTo>
                      <a:pt x="667" y="167"/>
                    </a:lnTo>
                    <a:lnTo>
                      <a:pt x="668" y="166"/>
                    </a:lnTo>
                    <a:lnTo>
                      <a:pt x="669" y="164"/>
                    </a:lnTo>
                    <a:lnTo>
                      <a:pt x="671" y="163"/>
                    </a:lnTo>
                    <a:lnTo>
                      <a:pt x="672" y="162"/>
                    </a:lnTo>
                    <a:lnTo>
                      <a:pt x="673" y="160"/>
                    </a:lnTo>
                    <a:lnTo>
                      <a:pt x="674" y="159"/>
                    </a:lnTo>
                    <a:lnTo>
                      <a:pt x="676" y="158"/>
                    </a:lnTo>
                    <a:lnTo>
                      <a:pt x="676" y="156"/>
                    </a:lnTo>
                    <a:lnTo>
                      <a:pt x="677" y="156"/>
                    </a:lnTo>
                    <a:lnTo>
                      <a:pt x="677" y="155"/>
                    </a:lnTo>
                    <a:lnTo>
                      <a:pt x="678" y="155"/>
                    </a:lnTo>
                    <a:lnTo>
                      <a:pt x="678" y="154"/>
                    </a:lnTo>
                    <a:lnTo>
                      <a:pt x="680" y="152"/>
                    </a:lnTo>
                    <a:lnTo>
                      <a:pt x="681" y="152"/>
                    </a:lnTo>
                    <a:lnTo>
                      <a:pt x="681" y="151"/>
                    </a:lnTo>
                    <a:lnTo>
                      <a:pt x="682" y="150"/>
                    </a:lnTo>
                    <a:lnTo>
                      <a:pt x="684" y="148"/>
                    </a:lnTo>
                    <a:lnTo>
                      <a:pt x="685" y="147"/>
                    </a:lnTo>
                    <a:lnTo>
                      <a:pt x="685" y="146"/>
                    </a:lnTo>
                    <a:lnTo>
                      <a:pt x="686" y="144"/>
                    </a:lnTo>
                    <a:lnTo>
                      <a:pt x="688" y="143"/>
                    </a:lnTo>
                    <a:lnTo>
                      <a:pt x="689" y="142"/>
                    </a:lnTo>
                    <a:lnTo>
                      <a:pt x="690" y="140"/>
                    </a:lnTo>
                    <a:lnTo>
                      <a:pt x="692" y="139"/>
                    </a:lnTo>
                    <a:lnTo>
                      <a:pt x="693" y="138"/>
                    </a:lnTo>
                    <a:lnTo>
                      <a:pt x="694" y="136"/>
                    </a:lnTo>
                    <a:lnTo>
                      <a:pt x="696" y="134"/>
                    </a:lnTo>
                    <a:lnTo>
                      <a:pt x="697" y="132"/>
                    </a:lnTo>
                    <a:lnTo>
                      <a:pt x="698" y="131"/>
                    </a:lnTo>
                    <a:lnTo>
                      <a:pt x="700" y="130"/>
                    </a:lnTo>
                    <a:lnTo>
                      <a:pt x="701" y="127"/>
                    </a:lnTo>
                    <a:lnTo>
                      <a:pt x="702" y="126"/>
                    </a:lnTo>
                    <a:lnTo>
                      <a:pt x="704" y="125"/>
                    </a:lnTo>
                    <a:lnTo>
                      <a:pt x="704" y="123"/>
                    </a:lnTo>
                    <a:lnTo>
                      <a:pt x="705" y="122"/>
                    </a:lnTo>
                    <a:lnTo>
                      <a:pt x="706" y="122"/>
                    </a:lnTo>
                    <a:lnTo>
                      <a:pt x="708" y="121"/>
                    </a:lnTo>
                    <a:lnTo>
                      <a:pt x="708" y="119"/>
                    </a:lnTo>
                    <a:lnTo>
                      <a:pt x="709" y="118"/>
                    </a:lnTo>
                    <a:lnTo>
                      <a:pt x="709" y="117"/>
                    </a:lnTo>
                    <a:lnTo>
                      <a:pt x="710" y="117"/>
                    </a:lnTo>
                    <a:lnTo>
                      <a:pt x="712" y="115"/>
                    </a:lnTo>
                    <a:lnTo>
                      <a:pt x="712" y="114"/>
                    </a:lnTo>
                    <a:lnTo>
                      <a:pt x="713" y="113"/>
                    </a:lnTo>
                    <a:lnTo>
                      <a:pt x="714" y="111"/>
                    </a:lnTo>
                    <a:lnTo>
                      <a:pt x="716" y="110"/>
                    </a:lnTo>
                    <a:lnTo>
                      <a:pt x="716" y="109"/>
                    </a:lnTo>
                    <a:lnTo>
                      <a:pt x="717" y="107"/>
                    </a:lnTo>
                    <a:lnTo>
                      <a:pt x="718" y="106"/>
                    </a:lnTo>
                    <a:lnTo>
                      <a:pt x="718" y="105"/>
                    </a:lnTo>
                    <a:lnTo>
                      <a:pt x="720" y="103"/>
                    </a:lnTo>
                    <a:lnTo>
                      <a:pt x="721" y="102"/>
                    </a:lnTo>
                    <a:lnTo>
                      <a:pt x="722" y="101"/>
                    </a:lnTo>
                    <a:lnTo>
                      <a:pt x="724" y="99"/>
                    </a:lnTo>
                    <a:lnTo>
                      <a:pt x="725" y="97"/>
                    </a:lnTo>
                    <a:lnTo>
                      <a:pt x="726" y="95"/>
                    </a:lnTo>
                    <a:lnTo>
                      <a:pt x="727" y="93"/>
                    </a:lnTo>
                    <a:lnTo>
                      <a:pt x="729" y="91"/>
                    </a:lnTo>
                    <a:lnTo>
                      <a:pt x="730" y="89"/>
                    </a:lnTo>
                    <a:lnTo>
                      <a:pt x="731" y="87"/>
                    </a:lnTo>
                    <a:lnTo>
                      <a:pt x="733" y="85"/>
                    </a:lnTo>
                    <a:lnTo>
                      <a:pt x="734" y="83"/>
                    </a:lnTo>
                    <a:lnTo>
                      <a:pt x="735" y="82"/>
                    </a:lnTo>
                    <a:lnTo>
                      <a:pt x="737" y="81"/>
                    </a:lnTo>
                    <a:lnTo>
                      <a:pt x="737" y="80"/>
                    </a:lnTo>
                    <a:lnTo>
                      <a:pt x="738" y="77"/>
                    </a:lnTo>
                    <a:lnTo>
                      <a:pt x="739" y="76"/>
                    </a:lnTo>
                    <a:lnTo>
                      <a:pt x="741" y="76"/>
                    </a:lnTo>
                    <a:lnTo>
                      <a:pt x="741" y="74"/>
                    </a:lnTo>
                    <a:lnTo>
                      <a:pt x="742" y="73"/>
                    </a:lnTo>
                    <a:lnTo>
                      <a:pt x="743" y="72"/>
                    </a:lnTo>
                    <a:lnTo>
                      <a:pt x="743" y="70"/>
                    </a:lnTo>
                    <a:lnTo>
                      <a:pt x="745" y="69"/>
                    </a:lnTo>
                    <a:lnTo>
                      <a:pt x="745" y="68"/>
                    </a:lnTo>
                    <a:lnTo>
                      <a:pt x="746" y="66"/>
                    </a:lnTo>
                    <a:lnTo>
                      <a:pt x="747" y="66"/>
                    </a:lnTo>
                    <a:lnTo>
                      <a:pt x="747" y="65"/>
                    </a:lnTo>
                    <a:lnTo>
                      <a:pt x="749" y="64"/>
                    </a:lnTo>
                    <a:lnTo>
                      <a:pt x="749" y="62"/>
                    </a:lnTo>
                    <a:lnTo>
                      <a:pt x="750" y="61"/>
                    </a:lnTo>
                    <a:lnTo>
                      <a:pt x="751" y="60"/>
                    </a:lnTo>
                    <a:lnTo>
                      <a:pt x="753" y="58"/>
                    </a:lnTo>
                    <a:lnTo>
                      <a:pt x="753" y="57"/>
                    </a:lnTo>
                    <a:lnTo>
                      <a:pt x="754" y="56"/>
                    </a:lnTo>
                    <a:lnTo>
                      <a:pt x="755" y="54"/>
                    </a:lnTo>
                    <a:lnTo>
                      <a:pt x="757" y="52"/>
                    </a:lnTo>
                    <a:lnTo>
                      <a:pt x="758" y="50"/>
                    </a:lnTo>
                    <a:lnTo>
                      <a:pt x="759" y="48"/>
                    </a:lnTo>
                    <a:lnTo>
                      <a:pt x="761" y="46"/>
                    </a:lnTo>
                    <a:lnTo>
                      <a:pt x="762" y="44"/>
                    </a:lnTo>
                    <a:lnTo>
                      <a:pt x="763" y="42"/>
                    </a:lnTo>
                    <a:lnTo>
                      <a:pt x="766" y="40"/>
                    </a:lnTo>
                    <a:lnTo>
                      <a:pt x="767" y="38"/>
                    </a:lnTo>
                    <a:lnTo>
                      <a:pt x="769" y="36"/>
                    </a:lnTo>
                    <a:lnTo>
                      <a:pt x="770" y="34"/>
                    </a:lnTo>
                    <a:lnTo>
                      <a:pt x="770" y="33"/>
                    </a:lnTo>
                    <a:lnTo>
                      <a:pt x="771" y="32"/>
                    </a:lnTo>
                    <a:lnTo>
                      <a:pt x="773" y="30"/>
                    </a:lnTo>
                    <a:lnTo>
                      <a:pt x="774" y="29"/>
                    </a:lnTo>
                    <a:lnTo>
                      <a:pt x="774" y="28"/>
                    </a:lnTo>
                    <a:lnTo>
                      <a:pt x="775" y="27"/>
                    </a:lnTo>
                    <a:lnTo>
                      <a:pt x="776" y="25"/>
                    </a:lnTo>
                    <a:lnTo>
                      <a:pt x="776" y="24"/>
                    </a:lnTo>
                    <a:lnTo>
                      <a:pt x="778" y="23"/>
                    </a:lnTo>
                    <a:lnTo>
                      <a:pt x="778" y="21"/>
                    </a:lnTo>
                    <a:lnTo>
                      <a:pt x="779" y="21"/>
                    </a:lnTo>
                    <a:lnTo>
                      <a:pt x="779" y="20"/>
                    </a:lnTo>
                    <a:lnTo>
                      <a:pt x="780" y="19"/>
                    </a:lnTo>
                    <a:lnTo>
                      <a:pt x="780" y="17"/>
                    </a:lnTo>
                    <a:lnTo>
                      <a:pt x="782" y="17"/>
                    </a:lnTo>
                    <a:lnTo>
                      <a:pt x="782" y="16"/>
                    </a:lnTo>
                    <a:lnTo>
                      <a:pt x="783" y="15"/>
                    </a:lnTo>
                    <a:lnTo>
                      <a:pt x="783" y="13"/>
                    </a:lnTo>
                    <a:lnTo>
                      <a:pt x="784" y="12"/>
                    </a:lnTo>
                    <a:lnTo>
                      <a:pt x="786" y="11"/>
                    </a:lnTo>
                    <a:lnTo>
                      <a:pt x="786" y="9"/>
                    </a:lnTo>
                    <a:lnTo>
                      <a:pt x="787" y="8"/>
                    </a:lnTo>
                    <a:lnTo>
                      <a:pt x="787" y="7"/>
                    </a:lnTo>
                    <a:lnTo>
                      <a:pt x="788" y="5"/>
                    </a:lnTo>
                    <a:lnTo>
                      <a:pt x="790" y="4"/>
                    </a:lnTo>
                    <a:lnTo>
                      <a:pt x="790" y="3"/>
                    </a:lnTo>
                    <a:lnTo>
                      <a:pt x="791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928" name="Freeform 8">
                <a:extLst>
                  <a:ext uri="{FF2B5EF4-FFF2-40B4-BE49-F238E27FC236}">
                    <a16:creationId xmlns:a16="http://schemas.microsoft.com/office/drawing/2014/main" id="{3461CDB4-6B56-4165-960B-3D4A03407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435350"/>
                <a:ext cx="73025" cy="250825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8" y="14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6" y="27"/>
                    </a:lnTo>
                    <a:lnTo>
                      <a:pt x="16" y="30"/>
                    </a:lnTo>
                    <a:lnTo>
                      <a:pt x="17" y="31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0" y="35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6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0" y="61"/>
                    </a:lnTo>
                    <a:lnTo>
                      <a:pt x="32" y="63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3" y="67"/>
                    </a:lnTo>
                    <a:lnTo>
                      <a:pt x="34" y="68"/>
                    </a:lnTo>
                    <a:lnTo>
                      <a:pt x="34" y="69"/>
                    </a:lnTo>
                    <a:lnTo>
                      <a:pt x="36" y="71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5"/>
                    </a:lnTo>
                    <a:lnTo>
                      <a:pt x="37" y="76"/>
                    </a:lnTo>
                    <a:lnTo>
                      <a:pt x="38" y="77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40" y="80"/>
                    </a:lnTo>
                    <a:lnTo>
                      <a:pt x="40" y="81"/>
                    </a:lnTo>
                    <a:lnTo>
                      <a:pt x="40" y="83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7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4"/>
                    </a:lnTo>
                    <a:lnTo>
                      <a:pt x="45" y="97"/>
                    </a:lnTo>
                    <a:lnTo>
                      <a:pt x="46" y="98"/>
                    </a:lnTo>
                    <a:lnTo>
                      <a:pt x="46" y="101"/>
                    </a:lnTo>
                    <a:lnTo>
                      <a:pt x="48" y="102"/>
                    </a:lnTo>
                    <a:lnTo>
                      <a:pt x="49" y="105"/>
                    </a:lnTo>
                    <a:lnTo>
                      <a:pt x="49" y="106"/>
                    </a:lnTo>
                    <a:lnTo>
                      <a:pt x="50" y="109"/>
                    </a:lnTo>
                    <a:lnTo>
                      <a:pt x="50" y="110"/>
                    </a:lnTo>
                    <a:lnTo>
                      <a:pt x="52" y="113"/>
                    </a:lnTo>
                    <a:lnTo>
                      <a:pt x="52" y="114"/>
                    </a:lnTo>
                    <a:lnTo>
                      <a:pt x="53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8" y="130"/>
                    </a:lnTo>
                    <a:lnTo>
                      <a:pt x="58" y="132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60" y="138"/>
                    </a:lnTo>
                    <a:lnTo>
                      <a:pt x="61" y="140"/>
                    </a:lnTo>
                    <a:lnTo>
                      <a:pt x="61" y="141"/>
                    </a:lnTo>
                    <a:lnTo>
                      <a:pt x="62" y="142"/>
                    </a:lnTo>
                    <a:lnTo>
                      <a:pt x="62" y="145"/>
                    </a:lnTo>
                    <a:lnTo>
                      <a:pt x="64" y="146"/>
                    </a:lnTo>
                    <a:lnTo>
                      <a:pt x="64" y="149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6" y="155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61"/>
                    </a:lnTo>
                    <a:lnTo>
                      <a:pt x="68" y="162"/>
                    </a:lnTo>
                    <a:lnTo>
                      <a:pt x="69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70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3" y="175"/>
                    </a:lnTo>
                    <a:lnTo>
                      <a:pt x="73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4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6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7" y="189"/>
                    </a:lnTo>
                    <a:lnTo>
                      <a:pt x="77" y="191"/>
                    </a:lnTo>
                    <a:lnTo>
                      <a:pt x="77" y="193"/>
                    </a:lnTo>
                    <a:lnTo>
                      <a:pt x="78" y="195"/>
                    </a:lnTo>
                    <a:lnTo>
                      <a:pt x="78" y="196"/>
                    </a:lnTo>
                    <a:lnTo>
                      <a:pt x="79" y="199"/>
                    </a:lnTo>
                    <a:lnTo>
                      <a:pt x="79" y="200"/>
                    </a:lnTo>
                    <a:lnTo>
                      <a:pt x="81" y="203"/>
                    </a:lnTo>
                    <a:lnTo>
                      <a:pt x="81" y="204"/>
                    </a:lnTo>
                    <a:lnTo>
                      <a:pt x="82" y="207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4"/>
                    </a:lnTo>
                    <a:lnTo>
                      <a:pt x="85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6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7" y="228"/>
                    </a:lnTo>
                    <a:lnTo>
                      <a:pt x="87" y="230"/>
                    </a:lnTo>
                    <a:lnTo>
                      <a:pt x="87" y="231"/>
                    </a:lnTo>
                    <a:lnTo>
                      <a:pt x="87" y="232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6"/>
                    </a:lnTo>
                    <a:lnTo>
                      <a:pt x="87" y="238"/>
                    </a:lnTo>
                    <a:lnTo>
                      <a:pt x="87" y="240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9" y="245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3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7"/>
                    </a:lnTo>
                    <a:lnTo>
                      <a:pt x="90" y="257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90" y="261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5"/>
                    </a:lnTo>
                    <a:lnTo>
                      <a:pt x="90" y="267"/>
                    </a:lnTo>
                    <a:lnTo>
                      <a:pt x="91" y="268"/>
                    </a:lnTo>
                    <a:lnTo>
                      <a:pt x="91" y="269"/>
                    </a:lnTo>
                    <a:lnTo>
                      <a:pt x="91" y="271"/>
                    </a:lnTo>
                    <a:lnTo>
                      <a:pt x="91" y="272"/>
                    </a:lnTo>
                    <a:lnTo>
                      <a:pt x="91" y="273"/>
                    </a:lnTo>
                    <a:lnTo>
                      <a:pt x="93" y="275"/>
                    </a:lnTo>
                    <a:lnTo>
                      <a:pt x="93" y="276"/>
                    </a:lnTo>
                    <a:lnTo>
                      <a:pt x="93" y="277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4" y="281"/>
                    </a:lnTo>
                    <a:lnTo>
                      <a:pt x="94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1"/>
                    </a:lnTo>
                    <a:lnTo>
                      <a:pt x="94" y="302"/>
                    </a:lnTo>
                    <a:lnTo>
                      <a:pt x="94" y="304"/>
                    </a:lnTo>
                    <a:lnTo>
                      <a:pt x="94" y="306"/>
                    </a:lnTo>
                    <a:lnTo>
                      <a:pt x="94" y="308"/>
                    </a:lnTo>
                    <a:lnTo>
                      <a:pt x="94" y="310"/>
                    </a:lnTo>
                    <a:lnTo>
                      <a:pt x="94" y="312"/>
                    </a:lnTo>
                    <a:lnTo>
                      <a:pt x="94" y="314"/>
                    </a:lnTo>
                    <a:lnTo>
                      <a:pt x="93" y="317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929" name="Freeform 9">
                <a:extLst>
                  <a:ext uri="{FF2B5EF4-FFF2-40B4-BE49-F238E27FC236}">
                    <a16:creationId xmlns:a16="http://schemas.microsoft.com/office/drawing/2014/main" id="{A96AE74A-1935-48D1-9555-0E5BBB7A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684588"/>
                <a:ext cx="73025" cy="252412"/>
              </a:xfrm>
              <a:custGeom>
                <a:avLst/>
                <a:gdLst>
                  <a:gd name="T0" fmla="*/ 2147483646 w 94"/>
                  <a:gd name="T1" fmla="*/ 2147483646 h 316"/>
                  <a:gd name="T2" fmla="*/ 2147483646 w 94"/>
                  <a:gd name="T3" fmla="*/ 2147483646 h 316"/>
                  <a:gd name="T4" fmla="*/ 2147483646 w 94"/>
                  <a:gd name="T5" fmla="*/ 2147483646 h 316"/>
                  <a:gd name="T6" fmla="*/ 2147483646 w 94"/>
                  <a:gd name="T7" fmla="*/ 2147483646 h 316"/>
                  <a:gd name="T8" fmla="*/ 2147483646 w 94"/>
                  <a:gd name="T9" fmla="*/ 2147483646 h 316"/>
                  <a:gd name="T10" fmla="*/ 2147483646 w 94"/>
                  <a:gd name="T11" fmla="*/ 2147483646 h 316"/>
                  <a:gd name="T12" fmla="*/ 2147483646 w 94"/>
                  <a:gd name="T13" fmla="*/ 2147483646 h 316"/>
                  <a:gd name="T14" fmla="*/ 2147483646 w 94"/>
                  <a:gd name="T15" fmla="*/ 2147483646 h 316"/>
                  <a:gd name="T16" fmla="*/ 2147483646 w 94"/>
                  <a:gd name="T17" fmla="*/ 2147483646 h 316"/>
                  <a:gd name="T18" fmla="*/ 2147483646 w 94"/>
                  <a:gd name="T19" fmla="*/ 2147483646 h 316"/>
                  <a:gd name="T20" fmla="*/ 2147483646 w 94"/>
                  <a:gd name="T21" fmla="*/ 2147483646 h 316"/>
                  <a:gd name="T22" fmla="*/ 2147483646 w 94"/>
                  <a:gd name="T23" fmla="*/ 2147483646 h 316"/>
                  <a:gd name="T24" fmla="*/ 2147483646 w 94"/>
                  <a:gd name="T25" fmla="*/ 2147483646 h 316"/>
                  <a:gd name="T26" fmla="*/ 2147483646 w 94"/>
                  <a:gd name="T27" fmla="*/ 2147483646 h 316"/>
                  <a:gd name="T28" fmla="*/ 2147483646 w 94"/>
                  <a:gd name="T29" fmla="*/ 2147483646 h 316"/>
                  <a:gd name="T30" fmla="*/ 2147483646 w 94"/>
                  <a:gd name="T31" fmla="*/ 2147483646 h 316"/>
                  <a:gd name="T32" fmla="*/ 2147483646 w 94"/>
                  <a:gd name="T33" fmla="*/ 2147483646 h 316"/>
                  <a:gd name="T34" fmla="*/ 2147483646 w 94"/>
                  <a:gd name="T35" fmla="*/ 2147483646 h 316"/>
                  <a:gd name="T36" fmla="*/ 2147483646 w 94"/>
                  <a:gd name="T37" fmla="*/ 2147483646 h 316"/>
                  <a:gd name="T38" fmla="*/ 2147483646 w 94"/>
                  <a:gd name="T39" fmla="*/ 2147483646 h 316"/>
                  <a:gd name="T40" fmla="*/ 2147483646 w 94"/>
                  <a:gd name="T41" fmla="*/ 2147483646 h 316"/>
                  <a:gd name="T42" fmla="*/ 2147483646 w 94"/>
                  <a:gd name="T43" fmla="*/ 2147483646 h 316"/>
                  <a:gd name="T44" fmla="*/ 2147483646 w 94"/>
                  <a:gd name="T45" fmla="*/ 2147483646 h 316"/>
                  <a:gd name="T46" fmla="*/ 2147483646 w 94"/>
                  <a:gd name="T47" fmla="*/ 2147483646 h 316"/>
                  <a:gd name="T48" fmla="*/ 2147483646 w 94"/>
                  <a:gd name="T49" fmla="*/ 2147483646 h 316"/>
                  <a:gd name="T50" fmla="*/ 2147483646 w 94"/>
                  <a:gd name="T51" fmla="*/ 2147483646 h 316"/>
                  <a:gd name="T52" fmla="*/ 2147483646 w 94"/>
                  <a:gd name="T53" fmla="*/ 2147483646 h 316"/>
                  <a:gd name="T54" fmla="*/ 2147483646 w 94"/>
                  <a:gd name="T55" fmla="*/ 2147483646 h 316"/>
                  <a:gd name="T56" fmla="*/ 2147483646 w 94"/>
                  <a:gd name="T57" fmla="*/ 2147483646 h 316"/>
                  <a:gd name="T58" fmla="*/ 2147483646 w 94"/>
                  <a:gd name="T59" fmla="*/ 2147483646 h 316"/>
                  <a:gd name="T60" fmla="*/ 2147483646 w 94"/>
                  <a:gd name="T61" fmla="*/ 2147483646 h 316"/>
                  <a:gd name="T62" fmla="*/ 2147483646 w 94"/>
                  <a:gd name="T63" fmla="*/ 2147483646 h 316"/>
                  <a:gd name="T64" fmla="*/ 2147483646 w 94"/>
                  <a:gd name="T65" fmla="*/ 2147483646 h 316"/>
                  <a:gd name="T66" fmla="*/ 2147483646 w 94"/>
                  <a:gd name="T67" fmla="*/ 2147483646 h 316"/>
                  <a:gd name="T68" fmla="*/ 2147483646 w 94"/>
                  <a:gd name="T69" fmla="*/ 2147483646 h 316"/>
                  <a:gd name="T70" fmla="*/ 2147483646 w 94"/>
                  <a:gd name="T71" fmla="*/ 2147483646 h 316"/>
                  <a:gd name="T72" fmla="*/ 2147483646 w 94"/>
                  <a:gd name="T73" fmla="*/ 2147483646 h 316"/>
                  <a:gd name="T74" fmla="*/ 2147483646 w 94"/>
                  <a:gd name="T75" fmla="*/ 2147483646 h 316"/>
                  <a:gd name="T76" fmla="*/ 2147483646 w 94"/>
                  <a:gd name="T77" fmla="*/ 2147483646 h 316"/>
                  <a:gd name="T78" fmla="*/ 2147483646 w 94"/>
                  <a:gd name="T79" fmla="*/ 2147483646 h 316"/>
                  <a:gd name="T80" fmla="*/ 2147483646 w 94"/>
                  <a:gd name="T81" fmla="*/ 2147483646 h 316"/>
                  <a:gd name="T82" fmla="*/ 2147483646 w 94"/>
                  <a:gd name="T83" fmla="*/ 2147483646 h 316"/>
                  <a:gd name="T84" fmla="*/ 2147483646 w 94"/>
                  <a:gd name="T85" fmla="*/ 2147483646 h 316"/>
                  <a:gd name="T86" fmla="*/ 2147483646 w 94"/>
                  <a:gd name="T87" fmla="*/ 2147483646 h 316"/>
                  <a:gd name="T88" fmla="*/ 2147483646 w 94"/>
                  <a:gd name="T89" fmla="*/ 2147483646 h 316"/>
                  <a:gd name="T90" fmla="*/ 2147483646 w 94"/>
                  <a:gd name="T91" fmla="*/ 2147483646 h 316"/>
                  <a:gd name="T92" fmla="*/ 2147483646 w 94"/>
                  <a:gd name="T93" fmla="*/ 2147483646 h 316"/>
                  <a:gd name="T94" fmla="*/ 2147483646 w 94"/>
                  <a:gd name="T95" fmla="*/ 2147483646 h 316"/>
                  <a:gd name="T96" fmla="*/ 2147483646 w 94"/>
                  <a:gd name="T97" fmla="*/ 2147483646 h 316"/>
                  <a:gd name="T98" fmla="*/ 2147483646 w 94"/>
                  <a:gd name="T99" fmla="*/ 2147483646 h 316"/>
                  <a:gd name="T100" fmla="*/ 2147483646 w 94"/>
                  <a:gd name="T101" fmla="*/ 2147483646 h 316"/>
                  <a:gd name="T102" fmla="*/ 2147483646 w 94"/>
                  <a:gd name="T103" fmla="*/ 2147483646 h 316"/>
                  <a:gd name="T104" fmla="*/ 2147483646 w 94"/>
                  <a:gd name="T105" fmla="*/ 2147483646 h 316"/>
                  <a:gd name="T106" fmla="*/ 2147483646 w 94"/>
                  <a:gd name="T107" fmla="*/ 2147483646 h 316"/>
                  <a:gd name="T108" fmla="*/ 2147483646 w 94"/>
                  <a:gd name="T109" fmla="*/ 2147483646 h 316"/>
                  <a:gd name="T110" fmla="*/ 2147483646 w 94"/>
                  <a:gd name="T111" fmla="*/ 2147483646 h 316"/>
                  <a:gd name="T112" fmla="*/ 2147483646 w 94"/>
                  <a:gd name="T113" fmla="*/ 2147483646 h 31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6">
                    <a:moveTo>
                      <a:pt x="0" y="316"/>
                    </a:moveTo>
                    <a:lnTo>
                      <a:pt x="3" y="312"/>
                    </a:lnTo>
                    <a:lnTo>
                      <a:pt x="4" y="310"/>
                    </a:lnTo>
                    <a:lnTo>
                      <a:pt x="7" y="306"/>
                    </a:lnTo>
                    <a:lnTo>
                      <a:pt x="8" y="303"/>
                    </a:lnTo>
                    <a:lnTo>
                      <a:pt x="9" y="300"/>
                    </a:lnTo>
                    <a:lnTo>
                      <a:pt x="11" y="298"/>
                    </a:lnTo>
                    <a:lnTo>
                      <a:pt x="12" y="295"/>
                    </a:lnTo>
                    <a:lnTo>
                      <a:pt x="13" y="294"/>
                    </a:lnTo>
                    <a:lnTo>
                      <a:pt x="15" y="291"/>
                    </a:lnTo>
                    <a:lnTo>
                      <a:pt x="16" y="290"/>
                    </a:lnTo>
                    <a:lnTo>
                      <a:pt x="16" y="287"/>
                    </a:lnTo>
                    <a:lnTo>
                      <a:pt x="17" y="286"/>
                    </a:lnTo>
                    <a:lnTo>
                      <a:pt x="19" y="285"/>
                    </a:lnTo>
                    <a:lnTo>
                      <a:pt x="19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79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5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7" y="267"/>
                    </a:lnTo>
                    <a:lnTo>
                      <a:pt x="27" y="266"/>
                    </a:lnTo>
                    <a:lnTo>
                      <a:pt x="28" y="265"/>
                    </a:lnTo>
                    <a:lnTo>
                      <a:pt x="28" y="263"/>
                    </a:lnTo>
                    <a:lnTo>
                      <a:pt x="29" y="261"/>
                    </a:lnTo>
                    <a:lnTo>
                      <a:pt x="29" y="259"/>
                    </a:lnTo>
                    <a:lnTo>
                      <a:pt x="30" y="258"/>
                    </a:lnTo>
                    <a:lnTo>
                      <a:pt x="30" y="255"/>
                    </a:lnTo>
                    <a:lnTo>
                      <a:pt x="32" y="254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3" y="250"/>
                    </a:lnTo>
                    <a:lnTo>
                      <a:pt x="34" y="249"/>
                    </a:lnTo>
                    <a:lnTo>
                      <a:pt x="34" y="247"/>
                    </a:lnTo>
                    <a:lnTo>
                      <a:pt x="36" y="246"/>
                    </a:lnTo>
                    <a:lnTo>
                      <a:pt x="36" y="245"/>
                    </a:lnTo>
                    <a:lnTo>
                      <a:pt x="36" y="243"/>
                    </a:lnTo>
                    <a:lnTo>
                      <a:pt x="37" y="242"/>
                    </a:lnTo>
                    <a:lnTo>
                      <a:pt x="37" y="241"/>
                    </a:lnTo>
                    <a:lnTo>
                      <a:pt x="38" y="239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40" y="237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0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6"/>
                    </a:lnTo>
                    <a:lnTo>
                      <a:pt x="44" y="225"/>
                    </a:lnTo>
                    <a:lnTo>
                      <a:pt x="44" y="224"/>
                    </a:lnTo>
                    <a:lnTo>
                      <a:pt x="45" y="222"/>
                    </a:lnTo>
                    <a:lnTo>
                      <a:pt x="45" y="220"/>
                    </a:lnTo>
                    <a:lnTo>
                      <a:pt x="46" y="218"/>
                    </a:lnTo>
                    <a:lnTo>
                      <a:pt x="46" y="216"/>
                    </a:lnTo>
                    <a:lnTo>
                      <a:pt x="48" y="214"/>
                    </a:lnTo>
                    <a:lnTo>
                      <a:pt x="49" y="212"/>
                    </a:lnTo>
                    <a:lnTo>
                      <a:pt x="49" y="210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52" y="204"/>
                    </a:lnTo>
                    <a:lnTo>
                      <a:pt x="52" y="202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3" y="198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4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1"/>
                    </a:lnTo>
                    <a:lnTo>
                      <a:pt x="60" y="180"/>
                    </a:lnTo>
                    <a:lnTo>
                      <a:pt x="60" y="179"/>
                    </a:lnTo>
                    <a:lnTo>
                      <a:pt x="61" y="177"/>
                    </a:lnTo>
                    <a:lnTo>
                      <a:pt x="61" y="176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4" y="171"/>
                    </a:lnTo>
                    <a:lnTo>
                      <a:pt x="64" y="168"/>
                    </a:lnTo>
                    <a:lnTo>
                      <a:pt x="64" y="165"/>
                    </a:lnTo>
                    <a:lnTo>
                      <a:pt x="65" y="164"/>
                    </a:lnTo>
                    <a:lnTo>
                      <a:pt x="66" y="161"/>
                    </a:lnTo>
                    <a:lnTo>
                      <a:pt x="66" y="160"/>
                    </a:lnTo>
                    <a:lnTo>
                      <a:pt x="66" y="157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9" y="153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5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1"/>
                    </a:lnTo>
                    <a:lnTo>
                      <a:pt x="73" y="141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3" y="137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6" y="131"/>
                    </a:lnTo>
                    <a:lnTo>
                      <a:pt x="76" y="130"/>
                    </a:lnTo>
                    <a:lnTo>
                      <a:pt x="77" y="128"/>
                    </a:lnTo>
                    <a:lnTo>
                      <a:pt x="77" y="126"/>
                    </a:lnTo>
                    <a:lnTo>
                      <a:pt x="77" y="124"/>
                    </a:lnTo>
                    <a:lnTo>
                      <a:pt x="78" y="122"/>
                    </a:lnTo>
                    <a:lnTo>
                      <a:pt x="78" y="120"/>
                    </a:lnTo>
                    <a:lnTo>
                      <a:pt x="79" y="118"/>
                    </a:lnTo>
                    <a:lnTo>
                      <a:pt x="79" y="116"/>
                    </a:lnTo>
                    <a:lnTo>
                      <a:pt x="81" y="114"/>
                    </a:lnTo>
                    <a:lnTo>
                      <a:pt x="81" y="112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2" y="107"/>
                    </a:lnTo>
                    <a:lnTo>
                      <a:pt x="83" y="106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5" y="102"/>
                    </a:lnTo>
                    <a:lnTo>
                      <a:pt x="85" y="100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2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7" y="90"/>
                    </a:lnTo>
                    <a:lnTo>
                      <a:pt x="87" y="88"/>
                    </a:lnTo>
                    <a:lnTo>
                      <a:pt x="87" y="87"/>
                    </a:lnTo>
                    <a:lnTo>
                      <a:pt x="87" y="86"/>
                    </a:lnTo>
                    <a:lnTo>
                      <a:pt x="87" y="84"/>
                    </a:lnTo>
                    <a:lnTo>
                      <a:pt x="87" y="83"/>
                    </a:lnTo>
                    <a:lnTo>
                      <a:pt x="87" y="82"/>
                    </a:lnTo>
                    <a:lnTo>
                      <a:pt x="87" y="81"/>
                    </a:lnTo>
                    <a:lnTo>
                      <a:pt x="87" y="78"/>
                    </a:lnTo>
                    <a:lnTo>
                      <a:pt x="87" y="77"/>
                    </a:lnTo>
                    <a:lnTo>
                      <a:pt x="89" y="75"/>
                    </a:lnTo>
                    <a:lnTo>
                      <a:pt x="89" y="73"/>
                    </a:lnTo>
                    <a:lnTo>
                      <a:pt x="89" y="71"/>
                    </a:lnTo>
                    <a:lnTo>
                      <a:pt x="89" y="70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90" y="59"/>
                    </a:lnTo>
                    <a:lnTo>
                      <a:pt x="90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1" y="49"/>
                    </a:lnTo>
                    <a:lnTo>
                      <a:pt x="91" y="47"/>
                    </a:lnTo>
                    <a:lnTo>
                      <a:pt x="91" y="46"/>
                    </a:lnTo>
                    <a:lnTo>
                      <a:pt x="91" y="45"/>
                    </a:lnTo>
                    <a:lnTo>
                      <a:pt x="91" y="43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5"/>
                    </a:lnTo>
                    <a:lnTo>
                      <a:pt x="94" y="35"/>
                    </a:lnTo>
                    <a:lnTo>
                      <a:pt x="94" y="34"/>
                    </a:lnTo>
                    <a:lnTo>
                      <a:pt x="94" y="33"/>
                    </a:lnTo>
                    <a:lnTo>
                      <a:pt x="94" y="31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4" y="6"/>
                    </a:lnTo>
                    <a:lnTo>
                      <a:pt x="94" y="5"/>
                    </a:lnTo>
                    <a:lnTo>
                      <a:pt x="94" y="2"/>
                    </a:lnTo>
                    <a:lnTo>
                      <a:pt x="93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4907" name="Shape 1907">
              <a:extLst>
                <a:ext uri="{FF2B5EF4-FFF2-40B4-BE49-F238E27FC236}">
                  <a16:creationId xmlns:a16="http://schemas.microsoft.com/office/drawing/2014/main" id="{95CFC5CB-CF42-4E56-9A86-73ACAF4E05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217" y="1757706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cxnSp>
          <p:nvCxnSpPr>
            <p:cNvPr id="164908" name="Shape 1905">
              <a:extLst>
                <a:ext uri="{FF2B5EF4-FFF2-40B4-BE49-F238E27FC236}">
                  <a16:creationId xmlns:a16="http://schemas.microsoft.com/office/drawing/2014/main" id="{741B1F90-BBB7-473D-B91B-F5516CBB2F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788065" y="4257211"/>
              <a:ext cx="1957509" cy="2303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64909" name="Group 6">
              <a:extLst>
                <a:ext uri="{FF2B5EF4-FFF2-40B4-BE49-F238E27FC236}">
                  <a16:creationId xmlns:a16="http://schemas.microsoft.com/office/drawing/2014/main" id="{F0B8E691-5CEA-4408-A238-8BA45C325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1813" y="4526825"/>
              <a:ext cx="298450" cy="328613"/>
              <a:chOff x="5051813" y="4931555"/>
              <a:chExt cx="298450" cy="328613"/>
            </a:xfrm>
          </p:grpSpPr>
          <p:sp>
            <p:nvSpPr>
              <p:cNvPr id="164922" name="Shape 1914">
                <a:extLst>
                  <a:ext uri="{FF2B5EF4-FFF2-40B4-BE49-F238E27FC236}">
                    <a16:creationId xmlns:a16="http://schemas.microsoft.com/office/drawing/2014/main" id="{5C43FBE4-BE5F-452A-A9AA-D1D0EE42B1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1813" y="4931555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4923" name="Shape 1915">
                <a:extLst>
                  <a:ext uri="{FF2B5EF4-FFF2-40B4-BE49-F238E27FC236}">
                    <a16:creationId xmlns:a16="http://schemas.microsoft.com/office/drawing/2014/main" id="{4837EFCD-CEDB-4037-8B06-67814AA182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3888" y="5017280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cxnSp>
            <p:nvCxnSpPr>
              <p:cNvPr id="164924" name="Shape 1901">
                <a:extLst>
                  <a:ext uri="{FF2B5EF4-FFF2-40B4-BE49-F238E27FC236}">
                    <a16:creationId xmlns:a16="http://schemas.microsoft.com/office/drawing/2014/main" id="{AEBFC38F-535A-49B4-8B13-FC73331C999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065989" y="4968410"/>
                <a:ext cx="138303" cy="1588"/>
              </a:xfrm>
              <a:prstGeom prst="straightConnector1">
                <a:avLst/>
              </a:prstGeom>
              <a:noFill/>
              <a:ln w="190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64910" name="Shape 1921">
              <a:extLst>
                <a:ext uri="{FF2B5EF4-FFF2-40B4-BE49-F238E27FC236}">
                  <a16:creationId xmlns:a16="http://schemas.microsoft.com/office/drawing/2014/main" id="{152A706A-9696-41A7-BBEE-768F0B5578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80571" y="1631793"/>
              <a:ext cx="1371392" cy="1943558"/>
            </a:xfrm>
            <a:custGeom>
              <a:avLst/>
              <a:gdLst>
                <a:gd name="T0" fmla="*/ 0 w 10047"/>
                <a:gd name="T1" fmla="*/ 1943558 h 11776"/>
                <a:gd name="T2" fmla="*/ 0 w 10047"/>
                <a:gd name="T3" fmla="*/ 293118 h 11776"/>
                <a:gd name="T4" fmla="*/ 1364977 w 10047"/>
                <a:gd name="T5" fmla="*/ 293118 h 11776"/>
                <a:gd name="T6" fmla="*/ 1371392 w 10047"/>
                <a:gd name="T7" fmla="*/ 0 h 11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11776" extrusionOk="0">
                  <a:moveTo>
                    <a:pt x="0" y="11776"/>
                  </a:moveTo>
                  <a:lnTo>
                    <a:pt x="0" y="1776"/>
                  </a:lnTo>
                  <a:lnTo>
                    <a:pt x="10000" y="1776"/>
                  </a:lnTo>
                  <a:cubicBezTo>
                    <a:pt x="10016" y="1184"/>
                    <a:pt x="10031" y="592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1" name="Shape 1921">
              <a:extLst>
                <a:ext uri="{FF2B5EF4-FFF2-40B4-BE49-F238E27FC236}">
                  <a16:creationId xmlns:a16="http://schemas.microsoft.com/office/drawing/2014/main" id="{6D89037B-3669-4D11-96C8-8D1D7C935894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401579" y="5287917"/>
              <a:ext cx="3001173" cy="198485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2" name="Shape 1922">
              <a:extLst>
                <a:ext uri="{FF2B5EF4-FFF2-40B4-BE49-F238E27FC236}">
                  <a16:creationId xmlns:a16="http://schemas.microsoft.com/office/drawing/2014/main" id="{658965FD-494D-4F01-A981-D423E474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238" y="5452520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3" name="Shape 1922">
              <a:extLst>
                <a:ext uri="{FF2B5EF4-FFF2-40B4-BE49-F238E27FC236}">
                  <a16:creationId xmlns:a16="http://schemas.microsoft.com/office/drawing/2014/main" id="{7F8EE8EA-CD32-42AC-B337-AF6EBCEF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395" y="4128389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64914" name="Group 2">
              <a:extLst>
                <a:ext uri="{FF2B5EF4-FFF2-40B4-BE49-F238E27FC236}">
                  <a16:creationId xmlns:a16="http://schemas.microsoft.com/office/drawing/2014/main" id="{9A09B5DD-29B1-4550-94D9-DD3D345CCE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40342" y="3292692"/>
              <a:ext cx="535407" cy="349926"/>
              <a:chOff x="4699000" y="5430838"/>
              <a:chExt cx="579438" cy="441325"/>
            </a:xfrm>
          </p:grpSpPr>
          <p:sp>
            <p:nvSpPr>
              <p:cNvPr id="164920" name="Freeform 18">
                <a:extLst>
                  <a:ext uri="{FF2B5EF4-FFF2-40B4-BE49-F238E27FC236}">
                    <a16:creationId xmlns:a16="http://schemas.microsoft.com/office/drawing/2014/main" id="{8C8FCB8D-32B9-410B-A4BC-F2CC08E63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0" y="5430838"/>
                <a:ext cx="442913" cy="441325"/>
              </a:xfrm>
              <a:custGeom>
                <a:avLst/>
                <a:gdLst>
                  <a:gd name="T0" fmla="*/ 2147483646 w 556"/>
                  <a:gd name="T1" fmla="*/ 2147483646 h 556"/>
                  <a:gd name="T2" fmla="*/ 0 w 556"/>
                  <a:gd name="T3" fmla="*/ 2147483646 h 556"/>
                  <a:gd name="T4" fmla="*/ 0 w 556"/>
                  <a:gd name="T5" fmla="*/ 0 h 556"/>
                  <a:gd name="T6" fmla="*/ 2147483646 w 556"/>
                  <a:gd name="T7" fmla="*/ 2147483646 h 5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6" h="556">
                    <a:moveTo>
                      <a:pt x="556" y="265"/>
                    </a:moveTo>
                    <a:lnTo>
                      <a:pt x="0" y="556"/>
                    </a:lnTo>
                    <a:lnTo>
                      <a:pt x="0" y="0"/>
                    </a:lnTo>
                    <a:lnTo>
                      <a:pt x="556" y="265"/>
                    </a:lnTo>
                    <a:close/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4921" name="Freeform 19">
                <a:extLst>
                  <a:ext uri="{FF2B5EF4-FFF2-40B4-BE49-F238E27FC236}">
                    <a16:creationId xmlns:a16="http://schemas.microsoft.com/office/drawing/2014/main" id="{6912B780-A32D-4636-88D6-168BBA4F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963" y="5581650"/>
                <a:ext cx="117475" cy="119063"/>
              </a:xfrm>
              <a:custGeom>
                <a:avLst/>
                <a:gdLst>
                  <a:gd name="T0" fmla="*/ 2147483646 w 149"/>
                  <a:gd name="T1" fmla="*/ 0 h 150"/>
                  <a:gd name="T2" fmla="*/ 2147483646 w 149"/>
                  <a:gd name="T3" fmla="*/ 2147483646 h 150"/>
                  <a:gd name="T4" fmla="*/ 2147483646 w 149"/>
                  <a:gd name="T5" fmla="*/ 2147483646 h 150"/>
                  <a:gd name="T6" fmla="*/ 2147483646 w 149"/>
                  <a:gd name="T7" fmla="*/ 2147483646 h 150"/>
                  <a:gd name="T8" fmla="*/ 2147483646 w 149"/>
                  <a:gd name="T9" fmla="*/ 2147483646 h 150"/>
                  <a:gd name="T10" fmla="*/ 2147483646 w 149"/>
                  <a:gd name="T11" fmla="*/ 2147483646 h 150"/>
                  <a:gd name="T12" fmla="*/ 2147483646 w 149"/>
                  <a:gd name="T13" fmla="*/ 2147483646 h 150"/>
                  <a:gd name="T14" fmla="*/ 2147483646 w 149"/>
                  <a:gd name="T15" fmla="*/ 2147483646 h 150"/>
                  <a:gd name="T16" fmla="*/ 2147483646 w 149"/>
                  <a:gd name="T17" fmla="*/ 2147483646 h 150"/>
                  <a:gd name="T18" fmla="*/ 2147483646 w 149"/>
                  <a:gd name="T19" fmla="*/ 2147483646 h 150"/>
                  <a:gd name="T20" fmla="*/ 0 w 149"/>
                  <a:gd name="T21" fmla="*/ 2147483646 h 150"/>
                  <a:gd name="T22" fmla="*/ 0 w 149"/>
                  <a:gd name="T23" fmla="*/ 2147483646 h 150"/>
                  <a:gd name="T24" fmla="*/ 2147483646 w 149"/>
                  <a:gd name="T25" fmla="*/ 2147483646 h 150"/>
                  <a:gd name="T26" fmla="*/ 2147483646 w 149"/>
                  <a:gd name="T27" fmla="*/ 2147483646 h 150"/>
                  <a:gd name="T28" fmla="*/ 2147483646 w 149"/>
                  <a:gd name="T29" fmla="*/ 2147483646 h 150"/>
                  <a:gd name="T30" fmla="*/ 2147483646 w 149"/>
                  <a:gd name="T31" fmla="*/ 2147483646 h 150"/>
                  <a:gd name="T32" fmla="*/ 2147483646 w 149"/>
                  <a:gd name="T33" fmla="*/ 2147483646 h 150"/>
                  <a:gd name="T34" fmla="*/ 2147483646 w 149"/>
                  <a:gd name="T35" fmla="*/ 2147483646 h 150"/>
                  <a:gd name="T36" fmla="*/ 2147483646 w 149"/>
                  <a:gd name="T37" fmla="*/ 2147483646 h 150"/>
                  <a:gd name="T38" fmla="*/ 2147483646 w 149"/>
                  <a:gd name="T39" fmla="*/ 2147483646 h 150"/>
                  <a:gd name="T40" fmla="*/ 2147483646 w 149"/>
                  <a:gd name="T41" fmla="*/ 2147483646 h 150"/>
                  <a:gd name="T42" fmla="*/ 2147483646 w 149"/>
                  <a:gd name="T43" fmla="*/ 2147483646 h 150"/>
                  <a:gd name="T44" fmla="*/ 2147483646 w 149"/>
                  <a:gd name="T45" fmla="*/ 2147483646 h 150"/>
                  <a:gd name="T46" fmla="*/ 2147483646 w 149"/>
                  <a:gd name="T47" fmla="*/ 2147483646 h 150"/>
                  <a:gd name="T48" fmla="*/ 2147483646 w 149"/>
                  <a:gd name="T49" fmla="*/ 2147483646 h 150"/>
                  <a:gd name="T50" fmla="*/ 2147483646 w 149"/>
                  <a:gd name="T51" fmla="*/ 2147483646 h 150"/>
                  <a:gd name="T52" fmla="*/ 2147483646 w 149"/>
                  <a:gd name="T53" fmla="*/ 2147483646 h 150"/>
                  <a:gd name="T54" fmla="*/ 2147483646 w 149"/>
                  <a:gd name="T55" fmla="*/ 2147483646 h 150"/>
                  <a:gd name="T56" fmla="*/ 2147483646 w 149"/>
                  <a:gd name="T57" fmla="*/ 2147483646 h 150"/>
                  <a:gd name="T58" fmla="*/ 2147483646 w 149"/>
                  <a:gd name="T59" fmla="*/ 2147483646 h 150"/>
                  <a:gd name="T60" fmla="*/ 2147483646 w 149"/>
                  <a:gd name="T61" fmla="*/ 2147483646 h 150"/>
                  <a:gd name="T62" fmla="*/ 2147483646 w 149"/>
                  <a:gd name="T63" fmla="*/ 2147483646 h 150"/>
                  <a:gd name="T64" fmla="*/ 2147483646 w 149"/>
                  <a:gd name="T65" fmla="*/ 2147483646 h 150"/>
                  <a:gd name="T66" fmla="*/ 2147483646 w 149"/>
                  <a:gd name="T67" fmla="*/ 2147483646 h 150"/>
                  <a:gd name="T68" fmla="*/ 2147483646 w 149"/>
                  <a:gd name="T69" fmla="*/ 2147483646 h 150"/>
                  <a:gd name="T70" fmla="*/ 2147483646 w 149"/>
                  <a:gd name="T71" fmla="*/ 2147483646 h 150"/>
                  <a:gd name="T72" fmla="*/ 2147483646 w 149"/>
                  <a:gd name="T73" fmla="*/ 2147483646 h 150"/>
                  <a:gd name="T74" fmla="*/ 2147483646 w 149"/>
                  <a:gd name="T75" fmla="*/ 2147483646 h 150"/>
                  <a:gd name="T76" fmla="*/ 2147483646 w 149"/>
                  <a:gd name="T77" fmla="*/ 2147483646 h 150"/>
                  <a:gd name="T78" fmla="*/ 2147483646 w 149"/>
                  <a:gd name="T79" fmla="*/ 2147483646 h 150"/>
                  <a:gd name="T80" fmla="*/ 2147483646 w 149"/>
                  <a:gd name="T81" fmla="*/ 2147483646 h 150"/>
                  <a:gd name="T82" fmla="*/ 2147483646 w 149"/>
                  <a:gd name="T83" fmla="*/ 2147483646 h 150"/>
                  <a:gd name="T84" fmla="*/ 2147483646 w 149"/>
                  <a:gd name="T85" fmla="*/ 0 h 150"/>
                  <a:gd name="T86" fmla="*/ 2147483646 w 149"/>
                  <a:gd name="T87" fmla="*/ 0 h 1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150">
                    <a:moveTo>
                      <a:pt x="75" y="0"/>
                    </a:moveTo>
                    <a:lnTo>
                      <a:pt x="71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3" y="3"/>
                    </a:lnTo>
                    <a:lnTo>
                      <a:pt x="49" y="4"/>
                    </a:lnTo>
                    <a:lnTo>
                      <a:pt x="46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5" y="11"/>
                    </a:lnTo>
                    <a:lnTo>
                      <a:pt x="33" y="12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22" y="22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6"/>
                    </a:lnTo>
                    <a:lnTo>
                      <a:pt x="9" y="39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5" y="49"/>
                    </a:lnTo>
                    <a:lnTo>
                      <a:pt x="4" y="52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4" y="97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3"/>
                    </a:lnTo>
                    <a:lnTo>
                      <a:pt x="13" y="117"/>
                    </a:lnTo>
                    <a:lnTo>
                      <a:pt x="14" y="120"/>
                    </a:lnTo>
                    <a:lnTo>
                      <a:pt x="17" y="122"/>
                    </a:lnTo>
                    <a:lnTo>
                      <a:pt x="19" y="125"/>
                    </a:lnTo>
                    <a:lnTo>
                      <a:pt x="22" y="127"/>
                    </a:lnTo>
                    <a:lnTo>
                      <a:pt x="25" y="130"/>
                    </a:lnTo>
                    <a:lnTo>
                      <a:pt x="27" y="133"/>
                    </a:lnTo>
                    <a:lnTo>
                      <a:pt x="30" y="134"/>
                    </a:lnTo>
                    <a:lnTo>
                      <a:pt x="33" y="137"/>
                    </a:lnTo>
                    <a:lnTo>
                      <a:pt x="35" y="139"/>
                    </a:lnTo>
                    <a:lnTo>
                      <a:pt x="39" y="141"/>
                    </a:lnTo>
                    <a:lnTo>
                      <a:pt x="42" y="142"/>
                    </a:lnTo>
                    <a:lnTo>
                      <a:pt x="46" y="143"/>
                    </a:lnTo>
                    <a:lnTo>
                      <a:pt x="49" y="145"/>
                    </a:lnTo>
                    <a:lnTo>
                      <a:pt x="53" y="146"/>
                    </a:lnTo>
                    <a:lnTo>
                      <a:pt x="57" y="147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71" y="150"/>
                    </a:lnTo>
                    <a:lnTo>
                      <a:pt x="75" y="150"/>
                    </a:lnTo>
                    <a:lnTo>
                      <a:pt x="79" y="150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7"/>
                    </a:lnTo>
                    <a:lnTo>
                      <a:pt x="98" y="146"/>
                    </a:lnTo>
                    <a:lnTo>
                      <a:pt x="100" y="145"/>
                    </a:lnTo>
                    <a:lnTo>
                      <a:pt x="104" y="143"/>
                    </a:lnTo>
                    <a:lnTo>
                      <a:pt x="107" y="142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7"/>
                    </a:lnTo>
                    <a:lnTo>
                      <a:pt x="120" y="134"/>
                    </a:lnTo>
                    <a:lnTo>
                      <a:pt x="123" y="133"/>
                    </a:lnTo>
                    <a:lnTo>
                      <a:pt x="125" y="130"/>
                    </a:lnTo>
                    <a:lnTo>
                      <a:pt x="128" y="127"/>
                    </a:lnTo>
                    <a:lnTo>
                      <a:pt x="131" y="125"/>
                    </a:lnTo>
                    <a:lnTo>
                      <a:pt x="132" y="122"/>
                    </a:lnTo>
                    <a:lnTo>
                      <a:pt x="135" y="120"/>
                    </a:lnTo>
                    <a:lnTo>
                      <a:pt x="137" y="117"/>
                    </a:lnTo>
                    <a:lnTo>
                      <a:pt x="139" y="113"/>
                    </a:lnTo>
                    <a:lnTo>
                      <a:pt x="141" y="110"/>
                    </a:lnTo>
                    <a:lnTo>
                      <a:pt x="143" y="108"/>
                    </a:lnTo>
                    <a:lnTo>
                      <a:pt x="144" y="104"/>
                    </a:lnTo>
                    <a:lnTo>
                      <a:pt x="145" y="101"/>
                    </a:lnTo>
                    <a:lnTo>
                      <a:pt x="147" y="97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78"/>
                    </a:lnTo>
                    <a:lnTo>
                      <a:pt x="149" y="75"/>
                    </a:lnTo>
                    <a:lnTo>
                      <a:pt x="149" y="71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8" y="60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5" y="49"/>
                    </a:lnTo>
                    <a:lnTo>
                      <a:pt x="144" y="45"/>
                    </a:lnTo>
                    <a:lnTo>
                      <a:pt x="143" y="43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37" y="32"/>
                    </a:lnTo>
                    <a:lnTo>
                      <a:pt x="135" y="29"/>
                    </a:lnTo>
                    <a:lnTo>
                      <a:pt x="132" y="27"/>
                    </a:lnTo>
                    <a:lnTo>
                      <a:pt x="131" y="24"/>
                    </a:lnTo>
                    <a:lnTo>
                      <a:pt x="128" y="22"/>
                    </a:lnTo>
                    <a:lnTo>
                      <a:pt x="125" y="19"/>
                    </a:lnTo>
                    <a:lnTo>
                      <a:pt x="123" y="16"/>
                    </a:lnTo>
                    <a:lnTo>
                      <a:pt x="120" y="15"/>
                    </a:lnTo>
                    <a:lnTo>
                      <a:pt x="116" y="12"/>
                    </a:lnTo>
                    <a:lnTo>
                      <a:pt x="114" y="11"/>
                    </a:lnTo>
                    <a:lnTo>
                      <a:pt x="111" y="8"/>
                    </a:lnTo>
                    <a:lnTo>
                      <a:pt x="107" y="7"/>
                    </a:lnTo>
                    <a:lnTo>
                      <a:pt x="104" y="6"/>
                    </a:lnTo>
                    <a:lnTo>
                      <a:pt x="100" y="4"/>
                    </a:lnTo>
                    <a:lnTo>
                      <a:pt x="98" y="3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4915" name="Shape 1921">
              <a:extLst>
                <a:ext uri="{FF2B5EF4-FFF2-40B4-BE49-F238E27FC236}">
                  <a16:creationId xmlns:a16="http://schemas.microsoft.com/office/drawing/2014/main" id="{3ABC7AF9-51D9-44BB-8D06-A87F66C998C1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5135375" y="3266700"/>
              <a:ext cx="1236617" cy="1928483"/>
            </a:xfrm>
            <a:custGeom>
              <a:avLst/>
              <a:gdLst>
                <a:gd name="T0" fmla="*/ 7884 w 10039"/>
                <a:gd name="T1" fmla="*/ 1928483 h 10243"/>
                <a:gd name="T2" fmla="*/ 0 w 10039"/>
                <a:gd name="T3" fmla="*/ 1657181 h 10243"/>
                <a:gd name="T4" fmla="*/ 1231813 w 10039"/>
                <a:gd name="T5" fmla="*/ 1657181 h 10243"/>
                <a:gd name="T6" fmla="*/ 1236617 w 10039"/>
                <a:gd name="T7" fmla="*/ 0 h 10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9" h="10243" extrusionOk="0">
                  <a:moveTo>
                    <a:pt x="64" y="10243"/>
                  </a:moveTo>
                  <a:cubicBezTo>
                    <a:pt x="43" y="9763"/>
                    <a:pt x="21" y="9282"/>
                    <a:pt x="0" y="8802"/>
                  </a:cubicBezTo>
                  <a:lnTo>
                    <a:pt x="10000" y="8802"/>
                  </a:lnTo>
                  <a:lnTo>
                    <a:pt x="10039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6" name="Shape 1921">
              <a:extLst>
                <a:ext uri="{FF2B5EF4-FFF2-40B4-BE49-F238E27FC236}">
                  <a16:creationId xmlns:a16="http://schemas.microsoft.com/office/drawing/2014/main" id="{94293159-D302-4651-9785-C31944EDF735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5851723" y="3097411"/>
              <a:ext cx="512737" cy="1273358"/>
            </a:xfrm>
            <a:custGeom>
              <a:avLst/>
              <a:gdLst>
                <a:gd name="T0" fmla="*/ 0 w 10000"/>
                <a:gd name="T1" fmla="*/ 1273358 h 10000"/>
                <a:gd name="T2" fmla="*/ 0 w 10000"/>
                <a:gd name="T3" fmla="*/ 0 h 10000"/>
                <a:gd name="T4" fmla="*/ 512737 w 10000"/>
                <a:gd name="T5" fmla="*/ 0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00" h="10000" extrusionOk="0">
                  <a:moveTo>
                    <a:pt x="0" y="10000"/>
                  </a:moveTo>
                  <a:lnTo>
                    <a:pt x="0" y="0"/>
                  </a:lnTo>
                  <a:lnTo>
                    <a:pt x="1000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7" name="Shape 1922">
              <a:extLst>
                <a:ext uri="{FF2B5EF4-FFF2-40B4-BE49-F238E27FC236}">
                  <a16:creationId xmlns:a16="http://schemas.microsoft.com/office/drawing/2014/main" id="{5F31E640-647E-43C6-A38F-3E465DAA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1441" y="3423851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8" name="Shape 1921">
              <a:extLst>
                <a:ext uri="{FF2B5EF4-FFF2-40B4-BE49-F238E27FC236}">
                  <a16:creationId xmlns:a16="http://schemas.microsoft.com/office/drawing/2014/main" id="{3D13D501-6AAF-4DE3-8B47-5D6D2E1B11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98827" y="3286604"/>
              <a:ext cx="194871" cy="547135"/>
            </a:xfrm>
            <a:custGeom>
              <a:avLst/>
              <a:gdLst>
                <a:gd name="T0" fmla="*/ 0 w 10047"/>
                <a:gd name="T1" fmla="*/ 547135 h 21491"/>
                <a:gd name="T2" fmla="*/ 0 w 10047"/>
                <a:gd name="T3" fmla="*/ 292547 h 21491"/>
                <a:gd name="T4" fmla="*/ 193959 w 10047"/>
                <a:gd name="T5" fmla="*/ 292547 h 21491"/>
                <a:gd name="T6" fmla="*/ 194871 w 10047"/>
                <a:gd name="T7" fmla="*/ 0 h 214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21491" extrusionOk="0">
                  <a:moveTo>
                    <a:pt x="0" y="21491"/>
                  </a:moveTo>
                  <a:lnTo>
                    <a:pt x="0" y="11491"/>
                  </a:lnTo>
                  <a:lnTo>
                    <a:pt x="10000" y="11491"/>
                  </a:lnTo>
                  <a:cubicBezTo>
                    <a:pt x="10124" y="7661"/>
                    <a:pt x="9923" y="3830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4919" name="Shape 1921">
              <a:extLst>
                <a:ext uri="{FF2B5EF4-FFF2-40B4-BE49-F238E27FC236}">
                  <a16:creationId xmlns:a16="http://schemas.microsoft.com/office/drawing/2014/main" id="{90D65FC2-63F1-49D5-8A9C-33C23A181CEC}"/>
                </a:ext>
              </a:extLst>
            </p:cNvPr>
            <p:cNvSpPr>
              <a:spLocks/>
            </p:cNvSpPr>
            <p:nvPr/>
          </p:nvSpPr>
          <p:spPr bwMode="auto">
            <a:xfrm rot="5400000" flipH="1">
              <a:off x="7494826" y="3772783"/>
              <a:ext cx="185362" cy="524630"/>
            </a:xfrm>
            <a:custGeom>
              <a:avLst/>
              <a:gdLst>
                <a:gd name="T0" fmla="*/ 0 w 10097"/>
                <a:gd name="T1" fmla="*/ 524630 h 20607"/>
                <a:gd name="T2" fmla="*/ 0 w 10097"/>
                <a:gd name="T3" fmla="*/ 270042 h 20607"/>
                <a:gd name="T4" fmla="*/ 183581 w 10097"/>
                <a:gd name="T5" fmla="*/ 270042 h 20607"/>
                <a:gd name="T6" fmla="*/ 184389 w 10097"/>
                <a:gd name="T7" fmla="*/ 0 h 206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97" h="20607" extrusionOk="0">
                  <a:moveTo>
                    <a:pt x="0" y="20607"/>
                  </a:moveTo>
                  <a:lnTo>
                    <a:pt x="0" y="10607"/>
                  </a:lnTo>
                  <a:lnTo>
                    <a:pt x="10000" y="10607"/>
                  </a:lnTo>
                  <a:cubicBezTo>
                    <a:pt x="9797" y="6777"/>
                    <a:pt x="10247" y="3830"/>
                    <a:pt x="1004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64867" name="Group 2">
            <a:extLst>
              <a:ext uri="{FF2B5EF4-FFF2-40B4-BE49-F238E27FC236}">
                <a16:creationId xmlns:a16="http://schemas.microsoft.com/office/drawing/2014/main" id="{6ED733DB-AFDD-48A6-8FD4-40994709F021}"/>
              </a:ext>
            </a:extLst>
          </p:cNvPr>
          <p:cNvGrpSpPr>
            <a:grpSpLocks/>
          </p:cNvGrpSpPr>
          <p:nvPr/>
        </p:nvGrpSpPr>
        <p:grpSpPr bwMode="auto">
          <a:xfrm>
            <a:off x="6518275" y="5570538"/>
            <a:ext cx="2408238" cy="1200150"/>
            <a:chOff x="3297100" y="4848864"/>
            <a:chExt cx="2408950" cy="1198920"/>
          </a:xfrm>
        </p:grpSpPr>
        <p:sp>
          <p:nvSpPr>
            <p:cNvPr id="164870" name="TextBox 1">
              <a:extLst>
                <a:ext uri="{FF2B5EF4-FFF2-40B4-BE49-F238E27FC236}">
                  <a16:creationId xmlns:a16="http://schemas.microsoft.com/office/drawing/2014/main" id="{DC9233D6-BA21-4B1D-AFCC-ABA82774B9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408950" cy="119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64871" name="Straight Connector 4">
              <a:extLst>
                <a:ext uri="{FF2B5EF4-FFF2-40B4-BE49-F238E27FC236}">
                  <a16:creationId xmlns:a16="http://schemas.microsoft.com/office/drawing/2014/main" id="{0A29CED6-A044-4940-93ED-F31F12FC6E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4872" name="Straight Connector 4">
              <a:extLst>
                <a:ext uri="{FF2B5EF4-FFF2-40B4-BE49-F238E27FC236}">
                  <a16:creationId xmlns:a16="http://schemas.microsoft.com/office/drawing/2014/main" id="{1AE21CAC-51AA-4567-8B0A-59DB2147CB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13171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64868" name="Straight Connector 4">
            <a:extLst>
              <a:ext uri="{FF2B5EF4-FFF2-40B4-BE49-F238E27FC236}">
                <a16:creationId xmlns:a16="http://schemas.microsoft.com/office/drawing/2014/main" id="{AEFEBDE7-E9B1-40E5-B817-48F1DA729A4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408738" y="5611813"/>
            <a:ext cx="1195387" cy="3079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4869" name="Straight Connector 6">
            <a:extLst>
              <a:ext uri="{FF2B5EF4-FFF2-40B4-BE49-F238E27FC236}">
                <a16:creationId xmlns:a16="http://schemas.microsoft.com/office/drawing/2014/main" id="{ECC97F28-3FC8-499A-A05A-777966C930D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359650" y="6389688"/>
            <a:ext cx="304800" cy="3397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03" name="Shape 1926">
            <a:extLst>
              <a:ext uri="{FF2B5EF4-FFF2-40B4-BE49-F238E27FC236}">
                <a16:creationId xmlns:a16="http://schemas.microsoft.com/office/drawing/2014/main" id="{E60472A5-7465-F043-AD01-32EF759706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The Circuit Diagram</a:t>
            </a:r>
          </a:p>
        </p:txBody>
      </p:sp>
      <p:grpSp>
        <p:nvGrpSpPr>
          <p:cNvPr id="166914" name="Group 18">
            <a:extLst>
              <a:ext uri="{FF2B5EF4-FFF2-40B4-BE49-F238E27FC236}">
                <a16:creationId xmlns:a16="http://schemas.microsoft.com/office/drawing/2014/main" id="{BF1BBA22-DAF6-460B-844C-7C9DF01BDCE8}"/>
              </a:ext>
            </a:extLst>
          </p:cNvPr>
          <p:cNvGrpSpPr>
            <a:grpSpLocks/>
          </p:cNvGrpSpPr>
          <p:nvPr/>
        </p:nvGrpSpPr>
        <p:grpSpPr bwMode="auto">
          <a:xfrm>
            <a:off x="679450" y="1582738"/>
            <a:ext cx="8208963" cy="4067175"/>
            <a:chOff x="680073" y="1582820"/>
            <a:chExt cx="8208428" cy="4067175"/>
          </a:xfrm>
        </p:grpSpPr>
        <p:sp>
          <p:nvSpPr>
            <p:cNvPr id="166922" name="Shape 1884">
              <a:extLst>
                <a:ext uri="{FF2B5EF4-FFF2-40B4-BE49-F238E27FC236}">
                  <a16:creationId xmlns:a16="http://schemas.microsoft.com/office/drawing/2014/main" id="{57F57027-D717-4BF2-9626-7BF0E9D6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429" y="2898858"/>
              <a:ext cx="1686490" cy="2588761"/>
            </a:xfrm>
            <a:custGeom>
              <a:avLst/>
              <a:gdLst>
                <a:gd name="T0" fmla="*/ 7485 w 5633"/>
                <a:gd name="T1" fmla="*/ 2588761 h 10000"/>
                <a:gd name="T2" fmla="*/ 0 w 5633"/>
                <a:gd name="T3" fmla="*/ 327219 h 10000"/>
                <a:gd name="T4" fmla="*/ 1686490 w 5633"/>
                <a:gd name="T5" fmla="*/ 319712 h 10000"/>
                <a:gd name="T6" fmla="*/ 1686490 w 5633"/>
                <a:gd name="T7" fmla="*/ 0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3" h="10000" extrusionOk="0">
                  <a:moveTo>
                    <a:pt x="25" y="10000"/>
                  </a:moveTo>
                  <a:cubicBezTo>
                    <a:pt x="16" y="7088"/>
                    <a:pt x="9" y="4176"/>
                    <a:pt x="0" y="1264"/>
                  </a:cubicBezTo>
                  <a:lnTo>
                    <a:pt x="5633" y="1235"/>
                  </a:lnTo>
                  <a:lnTo>
                    <a:pt x="563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6923" name="Shape 1887">
              <a:extLst>
                <a:ext uri="{FF2B5EF4-FFF2-40B4-BE49-F238E27FC236}">
                  <a16:creationId xmlns:a16="http://schemas.microsoft.com/office/drawing/2014/main" id="{DA436C7D-503D-4F33-B97B-A7B121F432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475751" y="3462732"/>
              <a:ext cx="363226" cy="395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6924" name="Shape 1888">
              <a:extLst>
                <a:ext uri="{FF2B5EF4-FFF2-40B4-BE49-F238E27FC236}">
                  <a16:creationId xmlns:a16="http://schemas.microsoft.com/office/drawing/2014/main" id="{8055A703-6CED-41AA-920D-7E83F6BEB5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51785" y="1916195"/>
              <a:ext cx="395288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25" name="Shape 1889">
              <a:extLst>
                <a:ext uri="{FF2B5EF4-FFF2-40B4-BE49-F238E27FC236}">
                  <a16:creationId xmlns:a16="http://schemas.microsoft.com/office/drawing/2014/main" id="{6E064380-C4DF-4F38-A86D-09767393AA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1595520"/>
              <a:ext cx="800100" cy="1303338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926" name="Shape 1890">
              <a:extLst>
                <a:ext uri="{FF2B5EF4-FFF2-40B4-BE49-F238E27FC236}">
                  <a16:creationId xmlns:a16="http://schemas.microsoft.com/office/drawing/2014/main" id="{2EE2EE23-14A7-4CCA-94CD-81FEE2836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1819358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6927" name="Shape 1891">
              <a:extLst>
                <a:ext uri="{FF2B5EF4-FFF2-40B4-BE49-F238E27FC236}">
                  <a16:creationId xmlns:a16="http://schemas.microsoft.com/office/drawing/2014/main" id="{845625C7-F5F1-4089-BB82-1E9CED8E5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18114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6928" name="Shape 1892">
              <a:extLst>
                <a:ext uri="{FF2B5EF4-FFF2-40B4-BE49-F238E27FC236}">
                  <a16:creationId xmlns:a16="http://schemas.microsoft.com/office/drawing/2014/main" id="{023EB09E-3A62-4E24-B73A-36B1BD9CFA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2441658"/>
              <a:ext cx="114300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29" name="Shape 1893">
              <a:extLst>
                <a:ext uri="{FF2B5EF4-FFF2-40B4-BE49-F238E27FC236}">
                  <a16:creationId xmlns:a16="http://schemas.microsoft.com/office/drawing/2014/main" id="{7CDF3E61-40AD-43C4-AC34-CBC7BC8C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2487695"/>
              <a:ext cx="160338" cy="158750"/>
            </a:xfrm>
            <a:custGeom>
              <a:avLst/>
              <a:gdLst>
                <a:gd name="T0" fmla="*/ 0 w 202"/>
                <a:gd name="T1" fmla="*/ 2147483646 h 202"/>
                <a:gd name="T2" fmla="*/ 2147483646 w 202"/>
                <a:gd name="T3" fmla="*/ 2147483646 h 202"/>
                <a:gd name="T4" fmla="*/ 0 w 202"/>
                <a:gd name="T5" fmla="*/ 0 h 202"/>
                <a:gd name="T6" fmla="*/ 0 60000 65536"/>
                <a:gd name="T7" fmla="*/ 0 60000 65536"/>
                <a:gd name="T8" fmla="*/ 0 60000 65536"/>
                <a:gd name="T9" fmla="*/ 0 w 202"/>
                <a:gd name="T10" fmla="*/ 0 h 202"/>
                <a:gd name="T11" fmla="*/ 202 w 202"/>
                <a:gd name="T12" fmla="*/ 202 h 20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2" extrusionOk="0">
                  <a:moveTo>
                    <a:pt x="0" y="202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30" name="Shape 1894">
              <a:extLst>
                <a:ext uri="{FF2B5EF4-FFF2-40B4-BE49-F238E27FC236}">
                  <a16:creationId xmlns:a16="http://schemas.microsoft.com/office/drawing/2014/main" id="{A4EF7837-1E97-40CF-9406-AB140F55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610" y="2902033"/>
              <a:ext cx="104775" cy="103187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4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7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7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6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09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2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2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09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99"/>
                  </a:lnTo>
                  <a:lnTo>
                    <a:pt x="123" y="96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7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4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6931" name="Shape 1895">
              <a:extLst>
                <a:ext uri="{FF2B5EF4-FFF2-40B4-BE49-F238E27FC236}">
                  <a16:creationId xmlns:a16="http://schemas.microsoft.com/office/drawing/2014/main" id="{C2F1127F-E04B-48EA-BD31-66557E37E7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3347073" y="1916195"/>
              <a:ext cx="639762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6932" name="Shape 1896">
              <a:extLst>
                <a:ext uri="{FF2B5EF4-FFF2-40B4-BE49-F238E27FC236}">
                  <a16:creationId xmlns:a16="http://schemas.microsoft.com/office/drawing/2014/main" id="{7D71C2A6-8A91-4262-8FBD-3D0A9EDB87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03973" y="4178383"/>
              <a:ext cx="2582862" cy="1587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3" name="Shape 1897">
              <a:extLst>
                <a:ext uri="{FF2B5EF4-FFF2-40B4-BE49-F238E27FC236}">
                  <a16:creationId xmlns:a16="http://schemas.microsoft.com/office/drawing/2014/main" id="{FF4751B3-2042-4494-B927-49F8531967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6835" y="3857708"/>
              <a:ext cx="800100" cy="1301750"/>
            </a:xfrm>
            <a:prstGeom prst="rect">
              <a:avLst/>
            </a:prstGeom>
            <a:solidFill>
              <a:srgbClr val="FFFFFF"/>
            </a:solidFill>
            <a:ln w="28575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1425" tIns="45700" rIns="91425" bIns="4570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934" name="Shape 1898">
              <a:extLst>
                <a:ext uri="{FF2B5EF4-FFF2-40B4-BE49-F238E27FC236}">
                  <a16:creationId xmlns:a16="http://schemas.microsoft.com/office/drawing/2014/main" id="{F507E0CF-310A-41B0-BD57-75DF9B2BA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24638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sp>
          <p:nvSpPr>
            <p:cNvPr id="166935" name="Shape 1899">
              <a:extLst>
                <a:ext uri="{FF2B5EF4-FFF2-40B4-BE49-F238E27FC236}">
                  <a16:creationId xmlns:a16="http://schemas.microsoft.com/office/drawing/2014/main" id="{78DE0DB1-3E63-4D74-9986-354E41765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6210" y="4084720"/>
              <a:ext cx="295275" cy="290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D </a:t>
              </a:r>
            </a:p>
          </p:txBody>
        </p:sp>
        <p:sp>
          <p:nvSpPr>
            <p:cNvPr id="166936" name="Shape 1900">
              <a:extLst>
                <a:ext uri="{FF2B5EF4-FFF2-40B4-BE49-F238E27FC236}">
                  <a16:creationId xmlns:a16="http://schemas.microsoft.com/office/drawing/2014/main" id="{A54310F3-F506-4842-90B7-06BDEBDD5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2460" y="407678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cxnSp>
          <p:nvCxnSpPr>
            <p:cNvPr id="166937" name="Shape 1901">
              <a:extLst>
                <a:ext uri="{FF2B5EF4-FFF2-40B4-BE49-F238E27FC236}">
                  <a16:creationId xmlns:a16="http://schemas.microsoft.com/office/drawing/2014/main" id="{B328F36D-E81B-4320-A33A-67B352220D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558335" y="4726070"/>
              <a:ext cx="114300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8" name="Shape 1902">
              <a:extLst>
                <a:ext uri="{FF2B5EF4-FFF2-40B4-BE49-F238E27FC236}">
                  <a16:creationId xmlns:a16="http://schemas.microsoft.com/office/drawing/2014/main" id="{644F9999-A290-4A6B-8ED1-CBA57FD79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835" y="4748295"/>
              <a:ext cx="160338" cy="160338"/>
            </a:xfrm>
            <a:custGeom>
              <a:avLst/>
              <a:gdLst>
                <a:gd name="T0" fmla="*/ 0 w 202"/>
                <a:gd name="T1" fmla="*/ 2147483646 h 201"/>
                <a:gd name="T2" fmla="*/ 2147483646 w 202"/>
                <a:gd name="T3" fmla="*/ 2147483646 h 201"/>
                <a:gd name="T4" fmla="*/ 0 w 202"/>
                <a:gd name="T5" fmla="*/ 0 h 201"/>
                <a:gd name="T6" fmla="*/ 0 60000 65536"/>
                <a:gd name="T7" fmla="*/ 0 60000 65536"/>
                <a:gd name="T8" fmla="*/ 0 60000 65536"/>
                <a:gd name="T9" fmla="*/ 0 w 202"/>
                <a:gd name="T10" fmla="*/ 0 h 201"/>
                <a:gd name="T11" fmla="*/ 202 w 202"/>
                <a:gd name="T12" fmla="*/ 201 h 2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2" h="201" extrusionOk="0">
                  <a:moveTo>
                    <a:pt x="0" y="201"/>
                  </a:moveTo>
                  <a:lnTo>
                    <a:pt x="202" y="11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39" name="Shape 1903">
              <a:extLst>
                <a:ext uri="{FF2B5EF4-FFF2-40B4-BE49-F238E27FC236}">
                  <a16:creationId xmlns:a16="http://schemas.microsoft.com/office/drawing/2014/main" id="{6323EBF4-E157-4969-8121-3684B57E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785" y="5170570"/>
              <a:ext cx="104775" cy="103188"/>
            </a:xfrm>
            <a:custGeom>
              <a:avLst/>
              <a:gdLst>
                <a:gd name="T0" fmla="*/ 2147483646 w 131"/>
                <a:gd name="T1" fmla="*/ 2147483646 h 131"/>
                <a:gd name="T2" fmla="*/ 2147483646 w 131"/>
                <a:gd name="T3" fmla="*/ 2147483646 h 131"/>
                <a:gd name="T4" fmla="*/ 2147483646 w 131"/>
                <a:gd name="T5" fmla="*/ 2147483646 h 131"/>
                <a:gd name="T6" fmla="*/ 2147483646 w 131"/>
                <a:gd name="T7" fmla="*/ 2147483646 h 131"/>
                <a:gd name="T8" fmla="*/ 2147483646 w 131"/>
                <a:gd name="T9" fmla="*/ 2147483646 h 131"/>
                <a:gd name="T10" fmla="*/ 2147483646 w 131"/>
                <a:gd name="T11" fmla="*/ 2147483646 h 131"/>
                <a:gd name="T12" fmla="*/ 2147483646 w 131"/>
                <a:gd name="T13" fmla="*/ 2147483646 h 131"/>
                <a:gd name="T14" fmla="*/ 2147483646 w 131"/>
                <a:gd name="T15" fmla="*/ 2147483646 h 131"/>
                <a:gd name="T16" fmla="*/ 2147483646 w 131"/>
                <a:gd name="T17" fmla="*/ 2147483646 h 131"/>
                <a:gd name="T18" fmla="*/ 2147483646 w 131"/>
                <a:gd name="T19" fmla="*/ 2147483646 h 131"/>
                <a:gd name="T20" fmla="*/ 0 w 131"/>
                <a:gd name="T21" fmla="*/ 2147483646 h 131"/>
                <a:gd name="T22" fmla="*/ 2147483646 w 131"/>
                <a:gd name="T23" fmla="*/ 2147483646 h 131"/>
                <a:gd name="T24" fmla="*/ 2147483646 w 131"/>
                <a:gd name="T25" fmla="*/ 2147483646 h 131"/>
                <a:gd name="T26" fmla="*/ 2147483646 w 131"/>
                <a:gd name="T27" fmla="*/ 2147483646 h 131"/>
                <a:gd name="T28" fmla="*/ 2147483646 w 131"/>
                <a:gd name="T29" fmla="*/ 2147483646 h 131"/>
                <a:gd name="T30" fmla="*/ 2147483646 w 131"/>
                <a:gd name="T31" fmla="*/ 2147483646 h 131"/>
                <a:gd name="T32" fmla="*/ 2147483646 w 131"/>
                <a:gd name="T33" fmla="*/ 2147483646 h 131"/>
                <a:gd name="T34" fmla="*/ 2147483646 w 131"/>
                <a:gd name="T35" fmla="*/ 2147483646 h 131"/>
                <a:gd name="T36" fmla="*/ 2147483646 w 131"/>
                <a:gd name="T37" fmla="*/ 2147483646 h 131"/>
                <a:gd name="T38" fmla="*/ 2147483646 w 131"/>
                <a:gd name="T39" fmla="*/ 2147483646 h 131"/>
                <a:gd name="T40" fmla="*/ 2147483646 w 131"/>
                <a:gd name="T41" fmla="*/ 2147483646 h 131"/>
                <a:gd name="T42" fmla="*/ 2147483646 w 131"/>
                <a:gd name="T43" fmla="*/ 2147483646 h 131"/>
                <a:gd name="T44" fmla="*/ 2147483646 w 131"/>
                <a:gd name="T45" fmla="*/ 2147483646 h 131"/>
                <a:gd name="T46" fmla="*/ 2147483646 w 131"/>
                <a:gd name="T47" fmla="*/ 2147483646 h 131"/>
                <a:gd name="T48" fmla="*/ 2147483646 w 131"/>
                <a:gd name="T49" fmla="*/ 2147483646 h 131"/>
                <a:gd name="T50" fmla="*/ 2147483646 w 131"/>
                <a:gd name="T51" fmla="*/ 2147483646 h 131"/>
                <a:gd name="T52" fmla="*/ 2147483646 w 131"/>
                <a:gd name="T53" fmla="*/ 2147483646 h 131"/>
                <a:gd name="T54" fmla="*/ 2147483646 w 131"/>
                <a:gd name="T55" fmla="*/ 2147483646 h 131"/>
                <a:gd name="T56" fmla="*/ 2147483646 w 131"/>
                <a:gd name="T57" fmla="*/ 2147483646 h 131"/>
                <a:gd name="T58" fmla="*/ 2147483646 w 131"/>
                <a:gd name="T59" fmla="*/ 2147483646 h 131"/>
                <a:gd name="T60" fmla="*/ 2147483646 w 131"/>
                <a:gd name="T61" fmla="*/ 2147483646 h 131"/>
                <a:gd name="T62" fmla="*/ 2147483646 w 131"/>
                <a:gd name="T63" fmla="*/ 2147483646 h 131"/>
                <a:gd name="T64" fmla="*/ 2147483646 w 131"/>
                <a:gd name="T65" fmla="*/ 2147483646 h 131"/>
                <a:gd name="T66" fmla="*/ 2147483646 w 131"/>
                <a:gd name="T67" fmla="*/ 2147483646 h 131"/>
                <a:gd name="T68" fmla="*/ 2147483646 w 131"/>
                <a:gd name="T69" fmla="*/ 2147483646 h 131"/>
                <a:gd name="T70" fmla="*/ 2147483646 w 131"/>
                <a:gd name="T71" fmla="*/ 2147483646 h 131"/>
                <a:gd name="T72" fmla="*/ 2147483646 w 131"/>
                <a:gd name="T73" fmla="*/ 2147483646 h 131"/>
                <a:gd name="T74" fmla="*/ 2147483646 w 131"/>
                <a:gd name="T75" fmla="*/ 2147483646 h 131"/>
                <a:gd name="T76" fmla="*/ 2147483646 w 131"/>
                <a:gd name="T77" fmla="*/ 2147483646 h 131"/>
                <a:gd name="T78" fmla="*/ 2147483646 w 131"/>
                <a:gd name="T79" fmla="*/ 2147483646 h 131"/>
                <a:gd name="T80" fmla="*/ 2147483646 w 131"/>
                <a:gd name="T81" fmla="*/ 2147483646 h 131"/>
                <a:gd name="T82" fmla="*/ 2147483646 w 131"/>
                <a:gd name="T83" fmla="*/ 2147483646 h 131"/>
                <a:gd name="T84" fmla="*/ 2147483646 w 131"/>
                <a:gd name="T85" fmla="*/ 0 h 1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1"/>
                <a:gd name="T130" fmla="*/ 0 h 131"/>
                <a:gd name="T131" fmla="*/ 131 w 131"/>
                <a:gd name="T132" fmla="*/ 131 h 1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1" h="131" extrusionOk="0">
                  <a:moveTo>
                    <a:pt x="65" y="0"/>
                  </a:moveTo>
                  <a:lnTo>
                    <a:pt x="62" y="0"/>
                  </a:lnTo>
                  <a:lnTo>
                    <a:pt x="59" y="2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4" y="5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5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5" y="16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29"/>
                  </a:lnTo>
                  <a:lnTo>
                    <a:pt x="10" y="32"/>
                  </a:lnTo>
                  <a:lnTo>
                    <a:pt x="8" y="35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2" y="82"/>
                  </a:lnTo>
                  <a:lnTo>
                    <a:pt x="3" y="85"/>
                  </a:lnTo>
                  <a:lnTo>
                    <a:pt x="5" y="88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8" y="97"/>
                  </a:lnTo>
                  <a:lnTo>
                    <a:pt x="10" y="100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5" y="108"/>
                  </a:lnTo>
                  <a:lnTo>
                    <a:pt x="18" y="110"/>
                  </a:lnTo>
                  <a:lnTo>
                    <a:pt x="19" y="112"/>
                  </a:lnTo>
                  <a:lnTo>
                    <a:pt x="22" y="114"/>
                  </a:lnTo>
                  <a:lnTo>
                    <a:pt x="25" y="117"/>
                  </a:lnTo>
                  <a:lnTo>
                    <a:pt x="26" y="118"/>
                  </a:lnTo>
                  <a:lnTo>
                    <a:pt x="29" y="120"/>
                  </a:lnTo>
                  <a:lnTo>
                    <a:pt x="32" y="123"/>
                  </a:lnTo>
                  <a:lnTo>
                    <a:pt x="35" y="124"/>
                  </a:lnTo>
                  <a:lnTo>
                    <a:pt x="38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6" y="128"/>
                  </a:lnTo>
                  <a:lnTo>
                    <a:pt x="49" y="130"/>
                  </a:lnTo>
                  <a:lnTo>
                    <a:pt x="52" y="130"/>
                  </a:lnTo>
                  <a:lnTo>
                    <a:pt x="55" y="131"/>
                  </a:lnTo>
                  <a:lnTo>
                    <a:pt x="59" y="131"/>
                  </a:lnTo>
                  <a:lnTo>
                    <a:pt x="62" y="131"/>
                  </a:lnTo>
                  <a:lnTo>
                    <a:pt x="65" y="131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5" y="131"/>
                  </a:lnTo>
                  <a:lnTo>
                    <a:pt x="79" y="130"/>
                  </a:lnTo>
                  <a:lnTo>
                    <a:pt x="82" y="130"/>
                  </a:lnTo>
                  <a:lnTo>
                    <a:pt x="85" y="128"/>
                  </a:lnTo>
                  <a:lnTo>
                    <a:pt x="88" y="127"/>
                  </a:lnTo>
                  <a:lnTo>
                    <a:pt x="91" y="127"/>
                  </a:lnTo>
                  <a:lnTo>
                    <a:pt x="94" y="125"/>
                  </a:lnTo>
                  <a:lnTo>
                    <a:pt x="97" y="124"/>
                  </a:lnTo>
                  <a:lnTo>
                    <a:pt x="100" y="123"/>
                  </a:lnTo>
                  <a:lnTo>
                    <a:pt x="103" y="120"/>
                  </a:lnTo>
                  <a:lnTo>
                    <a:pt x="105" y="118"/>
                  </a:lnTo>
                  <a:lnTo>
                    <a:pt x="107" y="117"/>
                  </a:lnTo>
                  <a:lnTo>
                    <a:pt x="110" y="114"/>
                  </a:lnTo>
                  <a:lnTo>
                    <a:pt x="111" y="112"/>
                  </a:lnTo>
                  <a:lnTo>
                    <a:pt x="114" y="110"/>
                  </a:lnTo>
                  <a:lnTo>
                    <a:pt x="115" y="108"/>
                  </a:lnTo>
                  <a:lnTo>
                    <a:pt x="118" y="105"/>
                  </a:lnTo>
                  <a:lnTo>
                    <a:pt x="120" y="102"/>
                  </a:lnTo>
                  <a:lnTo>
                    <a:pt x="121" y="100"/>
                  </a:lnTo>
                  <a:lnTo>
                    <a:pt x="123" y="97"/>
                  </a:lnTo>
                  <a:lnTo>
                    <a:pt x="124" y="94"/>
                  </a:lnTo>
                  <a:lnTo>
                    <a:pt x="126" y="91"/>
                  </a:lnTo>
                  <a:lnTo>
                    <a:pt x="127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30" y="79"/>
                  </a:lnTo>
                  <a:lnTo>
                    <a:pt x="130" y="76"/>
                  </a:lnTo>
                  <a:lnTo>
                    <a:pt x="131" y="72"/>
                  </a:lnTo>
                  <a:lnTo>
                    <a:pt x="131" y="69"/>
                  </a:lnTo>
                  <a:lnTo>
                    <a:pt x="131" y="66"/>
                  </a:lnTo>
                  <a:lnTo>
                    <a:pt x="131" y="62"/>
                  </a:lnTo>
                  <a:lnTo>
                    <a:pt x="131" y="59"/>
                  </a:lnTo>
                  <a:lnTo>
                    <a:pt x="130" y="56"/>
                  </a:lnTo>
                  <a:lnTo>
                    <a:pt x="130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6" y="40"/>
                  </a:lnTo>
                  <a:lnTo>
                    <a:pt x="124" y="38"/>
                  </a:lnTo>
                  <a:lnTo>
                    <a:pt x="123" y="35"/>
                  </a:lnTo>
                  <a:lnTo>
                    <a:pt x="121" y="32"/>
                  </a:lnTo>
                  <a:lnTo>
                    <a:pt x="120" y="29"/>
                  </a:lnTo>
                  <a:lnTo>
                    <a:pt x="118" y="28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1" y="20"/>
                  </a:lnTo>
                  <a:lnTo>
                    <a:pt x="110" y="17"/>
                  </a:lnTo>
                  <a:lnTo>
                    <a:pt x="107" y="16"/>
                  </a:lnTo>
                  <a:lnTo>
                    <a:pt x="105" y="13"/>
                  </a:lnTo>
                  <a:lnTo>
                    <a:pt x="103" y="12"/>
                  </a:lnTo>
                  <a:lnTo>
                    <a:pt x="100" y="10"/>
                  </a:lnTo>
                  <a:lnTo>
                    <a:pt x="97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8" y="5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5" y="2"/>
                  </a:lnTo>
                  <a:lnTo>
                    <a:pt x="72" y="2"/>
                  </a:lnTo>
                  <a:lnTo>
                    <a:pt x="69" y="0"/>
                  </a:lnTo>
                  <a:lnTo>
                    <a:pt x="65" y="0"/>
                  </a:lnTo>
                </a:path>
              </a:pathLst>
            </a:custGeom>
            <a:solidFill>
              <a:schemeClr val="bg1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40" name="Shape 1906">
              <a:extLst>
                <a:ext uri="{FF2B5EF4-FFF2-40B4-BE49-F238E27FC236}">
                  <a16:creationId xmlns:a16="http://schemas.microsoft.com/office/drawing/2014/main" id="{63BBF555-5432-492B-993D-3907C5E53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4048" y="4730833"/>
              <a:ext cx="295275" cy="290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Q </a:t>
              </a:r>
            </a:p>
          </p:txBody>
        </p:sp>
        <p:grpSp>
          <p:nvGrpSpPr>
            <p:cNvPr id="166941" name="Group 8">
              <a:extLst>
                <a:ext uri="{FF2B5EF4-FFF2-40B4-BE49-F238E27FC236}">
                  <a16:creationId xmlns:a16="http://schemas.microsoft.com/office/drawing/2014/main" id="{3124C59C-D942-4E62-8BF6-62B14E8A24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1582820"/>
              <a:ext cx="320675" cy="330200"/>
              <a:chOff x="3566148" y="1987550"/>
              <a:chExt cx="320675" cy="330200"/>
            </a:xfrm>
          </p:grpSpPr>
          <p:sp>
            <p:nvSpPr>
              <p:cNvPr id="166985" name="Shape 1907">
                <a:extLst>
                  <a:ext uri="{FF2B5EF4-FFF2-40B4-BE49-F238E27FC236}">
                    <a16:creationId xmlns:a16="http://schemas.microsoft.com/office/drawing/2014/main" id="{1D447235-B24B-46FF-AA56-1C41601183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198755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6986" name="Shape 1908">
                <a:extLst>
                  <a:ext uri="{FF2B5EF4-FFF2-40B4-BE49-F238E27FC236}">
                    <a16:creationId xmlns:a16="http://schemas.microsoft.com/office/drawing/2014/main" id="{A1725A01-7C35-401A-9969-B12D9227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grpSp>
          <p:nvGrpSpPr>
            <p:cNvPr id="166942" name="Group 7">
              <a:extLst>
                <a:ext uri="{FF2B5EF4-FFF2-40B4-BE49-F238E27FC236}">
                  <a16:creationId xmlns:a16="http://schemas.microsoft.com/office/drawing/2014/main" id="{C3383CF4-0D48-4C3E-AD12-B3EB4E735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48" y="3849770"/>
              <a:ext cx="320675" cy="328613"/>
              <a:chOff x="3566148" y="4254500"/>
              <a:chExt cx="320675" cy="328613"/>
            </a:xfrm>
          </p:grpSpPr>
          <p:sp>
            <p:nvSpPr>
              <p:cNvPr id="166983" name="Shape 1909">
                <a:extLst>
                  <a:ext uri="{FF2B5EF4-FFF2-40B4-BE49-F238E27FC236}">
                    <a16:creationId xmlns:a16="http://schemas.microsoft.com/office/drawing/2014/main" id="{25D31066-1F0A-4B70-AA53-2F6D4B1FE3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148" y="4254500"/>
                <a:ext cx="260350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6984" name="Shape 1910">
                <a:extLst>
                  <a:ext uri="{FF2B5EF4-FFF2-40B4-BE49-F238E27FC236}">
                    <a16:creationId xmlns:a16="http://schemas.microsoft.com/office/drawing/2014/main" id="{21D5F176-938A-451E-8BB3-B200D20D70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0448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sp>
          <p:nvSpPr>
            <p:cNvPr id="166943" name="Shape 1911">
              <a:extLst>
                <a:ext uri="{FF2B5EF4-FFF2-40B4-BE49-F238E27FC236}">
                  <a16:creationId xmlns:a16="http://schemas.microsoft.com/office/drawing/2014/main" id="{9424D0ED-45C3-42CF-AF10-3562AA507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760" y="4062495"/>
              <a:ext cx="284163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w </a:t>
              </a:r>
            </a:p>
          </p:txBody>
        </p:sp>
        <p:sp>
          <p:nvSpPr>
            <p:cNvPr id="166944" name="Shape 1912">
              <a:extLst>
                <a:ext uri="{FF2B5EF4-FFF2-40B4-BE49-F238E27FC236}">
                  <a16:creationId xmlns:a16="http://schemas.microsoft.com/office/drawing/2014/main" id="{46ADE27D-F9A5-4C4D-B349-2A0212143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273" y="4732420"/>
              <a:ext cx="646112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Clock </a:t>
              </a:r>
            </a:p>
          </p:txBody>
        </p:sp>
        <p:sp>
          <p:nvSpPr>
            <p:cNvPr id="166945" name="Shape 1913">
              <a:extLst>
                <a:ext uri="{FF2B5EF4-FFF2-40B4-BE49-F238E27FC236}">
                  <a16:creationId xmlns:a16="http://schemas.microsoft.com/office/drawing/2014/main" id="{D9174CA1-0B91-44E4-B01D-49B5ECC54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63076" y="3475707"/>
              <a:ext cx="22542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z </a:t>
              </a:r>
            </a:p>
          </p:txBody>
        </p:sp>
        <p:grpSp>
          <p:nvGrpSpPr>
            <p:cNvPr id="166946" name="Group 5">
              <a:extLst>
                <a:ext uri="{FF2B5EF4-FFF2-40B4-BE49-F238E27FC236}">
                  <a16:creationId xmlns:a16="http://schemas.microsoft.com/office/drawing/2014/main" id="{A9B5BE41-8EE8-42DE-B902-7C727BE522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3849770"/>
              <a:ext cx="298450" cy="328613"/>
              <a:chOff x="5056810" y="4254500"/>
              <a:chExt cx="298450" cy="328613"/>
            </a:xfrm>
          </p:grpSpPr>
          <p:sp>
            <p:nvSpPr>
              <p:cNvPr id="166981" name="Shape 1914">
                <a:extLst>
                  <a:ext uri="{FF2B5EF4-FFF2-40B4-BE49-F238E27FC236}">
                    <a16:creationId xmlns:a16="http://schemas.microsoft.com/office/drawing/2014/main" id="{C0BAB473-FB60-43DB-A38D-72E450A64B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425450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6982" name="Shape 1915">
                <a:extLst>
                  <a:ext uri="{FF2B5EF4-FFF2-40B4-BE49-F238E27FC236}">
                    <a16:creationId xmlns:a16="http://schemas.microsoft.com/office/drawing/2014/main" id="{4CE23C10-F286-4BC8-AE54-82E6E08D23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4340225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</p:grpSp>
        <p:grpSp>
          <p:nvGrpSpPr>
            <p:cNvPr id="166947" name="Group 9">
              <a:extLst>
                <a:ext uri="{FF2B5EF4-FFF2-40B4-BE49-F238E27FC236}">
                  <a16:creationId xmlns:a16="http://schemas.microsoft.com/office/drawing/2014/main" id="{33A8D6C8-73E4-49F7-ABAC-8D430AF5FE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6810" y="1582820"/>
              <a:ext cx="298450" cy="330200"/>
              <a:chOff x="5056810" y="1987550"/>
              <a:chExt cx="298450" cy="330200"/>
            </a:xfrm>
          </p:grpSpPr>
          <p:sp>
            <p:nvSpPr>
              <p:cNvPr id="166979" name="Shape 1916">
                <a:extLst>
                  <a:ext uri="{FF2B5EF4-FFF2-40B4-BE49-F238E27FC236}">
                    <a16:creationId xmlns:a16="http://schemas.microsoft.com/office/drawing/2014/main" id="{D95F3919-90FF-43E2-A812-E34713E2BE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6810" y="1987550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6980" name="Shape 1917">
                <a:extLst>
                  <a:ext uri="{FF2B5EF4-FFF2-40B4-BE49-F238E27FC236}">
                    <a16:creationId xmlns:a16="http://schemas.microsoft.com/office/drawing/2014/main" id="{23042A33-AB08-4140-9F68-A362402D72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8885" y="2074863"/>
                <a:ext cx="206375" cy="242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1 </a:t>
                </a:r>
              </a:p>
            </p:txBody>
          </p:sp>
        </p:grpSp>
        <p:sp>
          <p:nvSpPr>
            <p:cNvPr id="166948" name="Shape 1919">
              <a:extLst>
                <a:ext uri="{FF2B5EF4-FFF2-40B4-BE49-F238E27FC236}">
                  <a16:creationId xmlns:a16="http://schemas.microsoft.com/office/drawing/2014/main" id="{69FFB9C0-6A1C-4703-9C3E-999AEDB7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973" y="2578183"/>
              <a:ext cx="2582862" cy="2262187"/>
            </a:xfrm>
            <a:custGeom>
              <a:avLst/>
              <a:gdLst>
                <a:gd name="T0" fmla="*/ 0 w 3253"/>
                <a:gd name="T1" fmla="*/ 2147483646 h 2850"/>
                <a:gd name="T2" fmla="*/ 2147483646 w 3253"/>
                <a:gd name="T3" fmla="*/ 2147483646 h 2850"/>
                <a:gd name="T4" fmla="*/ 2147483646 w 3253"/>
                <a:gd name="T5" fmla="*/ 0 h 2850"/>
                <a:gd name="T6" fmla="*/ 2147483646 w 3253"/>
                <a:gd name="T7" fmla="*/ 0 h 28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3"/>
                <a:gd name="T13" fmla="*/ 0 h 2850"/>
                <a:gd name="T14" fmla="*/ 3253 w 3253"/>
                <a:gd name="T15" fmla="*/ 2850 h 28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3" h="2850" extrusionOk="0">
                  <a:moveTo>
                    <a:pt x="0" y="2850"/>
                  </a:moveTo>
                  <a:lnTo>
                    <a:pt x="2447" y="2850"/>
                  </a:lnTo>
                  <a:lnTo>
                    <a:pt x="2447" y="0"/>
                  </a:lnTo>
                  <a:lnTo>
                    <a:pt x="325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66949" name="Shape 1920">
              <a:extLst>
                <a:ext uri="{FF2B5EF4-FFF2-40B4-BE49-F238E27FC236}">
                  <a16:creationId xmlns:a16="http://schemas.microsoft.com/office/drawing/2014/main" id="{CB7030A1-EFD6-4B26-8F77-F6F5105BE8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347073" y="4840370"/>
              <a:ext cx="639762" cy="0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50" name="Shape 1921">
              <a:extLst>
                <a:ext uri="{FF2B5EF4-FFF2-40B4-BE49-F238E27FC236}">
                  <a16:creationId xmlns:a16="http://schemas.microsoft.com/office/drawing/2014/main" id="{6162D64C-5929-421E-A3B3-31D357DF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648" y="3462732"/>
              <a:ext cx="4218952" cy="715652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51" name="Shape 1922">
              <a:extLst>
                <a:ext uri="{FF2B5EF4-FFF2-40B4-BE49-F238E27FC236}">
                  <a16:creationId xmlns:a16="http://schemas.microsoft.com/office/drawing/2014/main" id="{529B01DB-649E-4BE2-B938-2BACF608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326" y="4805445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52" name="Shape 1924">
              <a:extLst>
                <a:ext uri="{FF2B5EF4-FFF2-40B4-BE49-F238E27FC236}">
                  <a16:creationId xmlns:a16="http://schemas.microsoft.com/office/drawing/2014/main" id="{33FE7FCF-CC00-4F56-8149-E2642E478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073" y="5361070"/>
              <a:ext cx="663575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Reset_n</a:t>
              </a:r>
            </a:p>
          </p:txBody>
        </p:sp>
        <p:sp>
          <p:nvSpPr>
            <p:cNvPr id="166953" name="Shape 1925">
              <a:extLst>
                <a:ext uri="{FF2B5EF4-FFF2-40B4-BE49-F238E27FC236}">
                  <a16:creationId xmlns:a16="http://schemas.microsoft.com/office/drawing/2014/main" id="{33A13AE9-30F9-4EE8-98F4-38A68B702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4770" y="3875896"/>
              <a:ext cx="587375" cy="509587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954" name="Shape 1925">
              <a:extLst>
                <a:ext uri="{FF2B5EF4-FFF2-40B4-BE49-F238E27FC236}">
                  <a16:creationId xmlns:a16="http://schemas.microsoft.com/office/drawing/2014/main" id="{26EC6445-334A-4C5A-A40F-06728E501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7319" y="3188693"/>
              <a:ext cx="587375" cy="521374"/>
            </a:xfrm>
            <a:prstGeom prst="flowChartDelay">
              <a:avLst/>
            </a:prstGeom>
            <a:solidFill>
              <a:schemeClr val="bg1"/>
            </a:solidFill>
            <a:ln w="28575" cap="rnd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91425" tIns="45700" rIns="91425" bIns="45700" anchor="ctr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66955" name="Group 3">
              <a:extLst>
                <a:ext uri="{FF2B5EF4-FFF2-40B4-BE49-F238E27FC236}">
                  <a16:creationId xmlns:a16="http://schemas.microsoft.com/office/drawing/2014/main" id="{749749C8-1750-4A2E-901F-7B7821202D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15018" y="3546923"/>
              <a:ext cx="887574" cy="501650"/>
              <a:chOff x="2481263" y="3435350"/>
              <a:chExt cx="887733" cy="501650"/>
            </a:xfrm>
          </p:grpSpPr>
          <p:sp>
            <p:nvSpPr>
              <p:cNvPr id="166974" name="Line 5">
                <a:extLst>
                  <a:ext uri="{FF2B5EF4-FFF2-40B4-BE49-F238E27FC236}">
                    <a16:creationId xmlns:a16="http://schemas.microsoft.com/office/drawing/2014/main" id="{CE51658E-69BC-4FD3-A161-F46910C32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09912" y="3683657"/>
                <a:ext cx="259084" cy="4106"/>
              </a:xfrm>
              <a:prstGeom prst="line">
                <a:avLst/>
              </a:prstGeom>
              <a:noFill/>
              <a:ln w="2070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975" name="Freeform 6">
                <a:extLst>
                  <a:ext uri="{FF2B5EF4-FFF2-40B4-BE49-F238E27FC236}">
                    <a16:creationId xmlns:a16="http://schemas.microsoft.com/office/drawing/2014/main" id="{017A806E-9E13-44A0-B312-4989501AB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435350"/>
                <a:ext cx="628650" cy="249238"/>
              </a:xfrm>
              <a:custGeom>
                <a:avLst/>
                <a:gdLst>
                  <a:gd name="T0" fmla="*/ 2147483646 w 791"/>
                  <a:gd name="T1" fmla="*/ 0 h 316"/>
                  <a:gd name="T2" fmla="*/ 2147483646 w 791"/>
                  <a:gd name="T3" fmla="*/ 2147483646 h 316"/>
                  <a:gd name="T4" fmla="*/ 2147483646 w 791"/>
                  <a:gd name="T5" fmla="*/ 2147483646 h 316"/>
                  <a:gd name="T6" fmla="*/ 2147483646 w 791"/>
                  <a:gd name="T7" fmla="*/ 2147483646 h 316"/>
                  <a:gd name="T8" fmla="*/ 2147483646 w 791"/>
                  <a:gd name="T9" fmla="*/ 2147483646 h 316"/>
                  <a:gd name="T10" fmla="*/ 2147483646 w 791"/>
                  <a:gd name="T11" fmla="*/ 2147483646 h 316"/>
                  <a:gd name="T12" fmla="*/ 2147483646 w 791"/>
                  <a:gd name="T13" fmla="*/ 2147483646 h 316"/>
                  <a:gd name="T14" fmla="*/ 2147483646 w 791"/>
                  <a:gd name="T15" fmla="*/ 2147483646 h 316"/>
                  <a:gd name="T16" fmla="*/ 2147483646 w 791"/>
                  <a:gd name="T17" fmla="*/ 2147483646 h 316"/>
                  <a:gd name="T18" fmla="*/ 2147483646 w 791"/>
                  <a:gd name="T19" fmla="*/ 2147483646 h 316"/>
                  <a:gd name="T20" fmla="*/ 2147483646 w 791"/>
                  <a:gd name="T21" fmla="*/ 2147483646 h 316"/>
                  <a:gd name="T22" fmla="*/ 2147483646 w 791"/>
                  <a:gd name="T23" fmla="*/ 2147483646 h 316"/>
                  <a:gd name="T24" fmla="*/ 2147483646 w 791"/>
                  <a:gd name="T25" fmla="*/ 2147483646 h 316"/>
                  <a:gd name="T26" fmla="*/ 2147483646 w 791"/>
                  <a:gd name="T27" fmla="*/ 2147483646 h 316"/>
                  <a:gd name="T28" fmla="*/ 2147483646 w 791"/>
                  <a:gd name="T29" fmla="*/ 2147483646 h 316"/>
                  <a:gd name="T30" fmla="*/ 2147483646 w 791"/>
                  <a:gd name="T31" fmla="*/ 2147483646 h 316"/>
                  <a:gd name="T32" fmla="*/ 2147483646 w 791"/>
                  <a:gd name="T33" fmla="*/ 2147483646 h 316"/>
                  <a:gd name="T34" fmla="*/ 2147483646 w 791"/>
                  <a:gd name="T35" fmla="*/ 2147483646 h 316"/>
                  <a:gd name="T36" fmla="*/ 2147483646 w 791"/>
                  <a:gd name="T37" fmla="*/ 2147483646 h 316"/>
                  <a:gd name="T38" fmla="*/ 2147483646 w 791"/>
                  <a:gd name="T39" fmla="*/ 2147483646 h 316"/>
                  <a:gd name="T40" fmla="*/ 2147483646 w 791"/>
                  <a:gd name="T41" fmla="*/ 2147483646 h 316"/>
                  <a:gd name="T42" fmla="*/ 2147483646 w 791"/>
                  <a:gd name="T43" fmla="*/ 2147483646 h 316"/>
                  <a:gd name="T44" fmla="*/ 2147483646 w 791"/>
                  <a:gd name="T45" fmla="*/ 2147483646 h 316"/>
                  <a:gd name="T46" fmla="*/ 2147483646 w 791"/>
                  <a:gd name="T47" fmla="*/ 2147483646 h 316"/>
                  <a:gd name="T48" fmla="*/ 2147483646 w 791"/>
                  <a:gd name="T49" fmla="*/ 2147483646 h 316"/>
                  <a:gd name="T50" fmla="*/ 2147483646 w 791"/>
                  <a:gd name="T51" fmla="*/ 2147483646 h 316"/>
                  <a:gd name="T52" fmla="*/ 2147483646 w 791"/>
                  <a:gd name="T53" fmla="*/ 2147483646 h 316"/>
                  <a:gd name="T54" fmla="*/ 2147483646 w 791"/>
                  <a:gd name="T55" fmla="*/ 2147483646 h 316"/>
                  <a:gd name="T56" fmla="*/ 2147483646 w 791"/>
                  <a:gd name="T57" fmla="*/ 2147483646 h 316"/>
                  <a:gd name="T58" fmla="*/ 2147483646 w 791"/>
                  <a:gd name="T59" fmla="*/ 2147483646 h 316"/>
                  <a:gd name="T60" fmla="*/ 2147483646 w 791"/>
                  <a:gd name="T61" fmla="*/ 2147483646 h 316"/>
                  <a:gd name="T62" fmla="*/ 2147483646 w 791"/>
                  <a:gd name="T63" fmla="*/ 2147483646 h 316"/>
                  <a:gd name="T64" fmla="*/ 2147483646 w 791"/>
                  <a:gd name="T65" fmla="*/ 2147483646 h 316"/>
                  <a:gd name="T66" fmla="*/ 2147483646 w 791"/>
                  <a:gd name="T67" fmla="*/ 2147483646 h 316"/>
                  <a:gd name="T68" fmla="*/ 2147483646 w 791"/>
                  <a:gd name="T69" fmla="*/ 2147483646 h 316"/>
                  <a:gd name="T70" fmla="*/ 2147483646 w 791"/>
                  <a:gd name="T71" fmla="*/ 2147483646 h 316"/>
                  <a:gd name="T72" fmla="*/ 2147483646 w 791"/>
                  <a:gd name="T73" fmla="*/ 2147483646 h 316"/>
                  <a:gd name="T74" fmla="*/ 2147483646 w 791"/>
                  <a:gd name="T75" fmla="*/ 2147483646 h 316"/>
                  <a:gd name="T76" fmla="*/ 2147483646 w 791"/>
                  <a:gd name="T77" fmla="*/ 2147483646 h 316"/>
                  <a:gd name="T78" fmla="*/ 2147483646 w 791"/>
                  <a:gd name="T79" fmla="*/ 2147483646 h 316"/>
                  <a:gd name="T80" fmla="*/ 2147483646 w 791"/>
                  <a:gd name="T81" fmla="*/ 2147483646 h 316"/>
                  <a:gd name="T82" fmla="*/ 2147483646 w 791"/>
                  <a:gd name="T83" fmla="*/ 2147483646 h 316"/>
                  <a:gd name="T84" fmla="*/ 2147483646 w 791"/>
                  <a:gd name="T85" fmla="*/ 2147483646 h 316"/>
                  <a:gd name="T86" fmla="*/ 2147483646 w 791"/>
                  <a:gd name="T87" fmla="*/ 2147483646 h 316"/>
                  <a:gd name="T88" fmla="*/ 2147483646 w 791"/>
                  <a:gd name="T89" fmla="*/ 2147483646 h 316"/>
                  <a:gd name="T90" fmla="*/ 2147483646 w 791"/>
                  <a:gd name="T91" fmla="*/ 2147483646 h 316"/>
                  <a:gd name="T92" fmla="*/ 2147483646 w 791"/>
                  <a:gd name="T93" fmla="*/ 2147483646 h 316"/>
                  <a:gd name="T94" fmla="*/ 2147483646 w 791"/>
                  <a:gd name="T95" fmla="*/ 2147483646 h 316"/>
                  <a:gd name="T96" fmla="*/ 2147483646 w 791"/>
                  <a:gd name="T97" fmla="*/ 2147483646 h 316"/>
                  <a:gd name="T98" fmla="*/ 2147483646 w 791"/>
                  <a:gd name="T99" fmla="*/ 2147483646 h 316"/>
                  <a:gd name="T100" fmla="*/ 2147483646 w 791"/>
                  <a:gd name="T101" fmla="*/ 2147483646 h 316"/>
                  <a:gd name="T102" fmla="*/ 2147483646 w 791"/>
                  <a:gd name="T103" fmla="*/ 2147483646 h 316"/>
                  <a:gd name="T104" fmla="*/ 2147483646 w 791"/>
                  <a:gd name="T105" fmla="*/ 2147483646 h 316"/>
                  <a:gd name="T106" fmla="*/ 2147483646 w 791"/>
                  <a:gd name="T107" fmla="*/ 2147483646 h 316"/>
                  <a:gd name="T108" fmla="*/ 2147483646 w 791"/>
                  <a:gd name="T109" fmla="*/ 2147483646 h 316"/>
                  <a:gd name="T110" fmla="*/ 2147483646 w 791"/>
                  <a:gd name="T111" fmla="*/ 2147483646 h 316"/>
                  <a:gd name="T112" fmla="*/ 2147483646 w 791"/>
                  <a:gd name="T113" fmla="*/ 2147483646 h 316"/>
                  <a:gd name="T114" fmla="*/ 2147483646 w 791"/>
                  <a:gd name="T115" fmla="*/ 2147483646 h 316"/>
                  <a:gd name="T116" fmla="*/ 2147483646 w 791"/>
                  <a:gd name="T117" fmla="*/ 2147483646 h 316"/>
                  <a:gd name="T118" fmla="*/ 2147483646 w 791"/>
                  <a:gd name="T119" fmla="*/ 2147483646 h 316"/>
                  <a:gd name="T120" fmla="*/ 2147483646 w 791"/>
                  <a:gd name="T121" fmla="*/ 2147483646 h 3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6">
                    <a:moveTo>
                      <a:pt x="0" y="0"/>
                    </a:moveTo>
                    <a:lnTo>
                      <a:pt x="31" y="0"/>
                    </a:lnTo>
                    <a:lnTo>
                      <a:pt x="59" y="0"/>
                    </a:lnTo>
                    <a:lnTo>
                      <a:pt x="85" y="0"/>
                    </a:lnTo>
                    <a:lnTo>
                      <a:pt x="110" y="0"/>
                    </a:lnTo>
                    <a:lnTo>
                      <a:pt x="133" y="0"/>
                    </a:lnTo>
                    <a:lnTo>
                      <a:pt x="154" y="0"/>
                    </a:lnTo>
                    <a:lnTo>
                      <a:pt x="174" y="0"/>
                    </a:lnTo>
                    <a:lnTo>
                      <a:pt x="192" y="0"/>
                    </a:lnTo>
                    <a:lnTo>
                      <a:pt x="210" y="0"/>
                    </a:lnTo>
                    <a:lnTo>
                      <a:pt x="225" y="0"/>
                    </a:lnTo>
                    <a:lnTo>
                      <a:pt x="240" y="0"/>
                    </a:lnTo>
                    <a:lnTo>
                      <a:pt x="253" y="0"/>
                    </a:lnTo>
                    <a:lnTo>
                      <a:pt x="265" y="2"/>
                    </a:lnTo>
                    <a:lnTo>
                      <a:pt x="276" y="2"/>
                    </a:lnTo>
                    <a:lnTo>
                      <a:pt x="285" y="2"/>
                    </a:lnTo>
                    <a:lnTo>
                      <a:pt x="294" y="2"/>
                    </a:lnTo>
                    <a:lnTo>
                      <a:pt x="302" y="2"/>
                    </a:lnTo>
                    <a:lnTo>
                      <a:pt x="309" y="2"/>
                    </a:lnTo>
                    <a:lnTo>
                      <a:pt x="316" y="2"/>
                    </a:lnTo>
                    <a:lnTo>
                      <a:pt x="321" y="2"/>
                    </a:lnTo>
                    <a:lnTo>
                      <a:pt x="326" y="2"/>
                    </a:lnTo>
                    <a:lnTo>
                      <a:pt x="330" y="2"/>
                    </a:lnTo>
                    <a:lnTo>
                      <a:pt x="334" y="2"/>
                    </a:lnTo>
                    <a:lnTo>
                      <a:pt x="338" y="2"/>
                    </a:lnTo>
                    <a:lnTo>
                      <a:pt x="341" y="2"/>
                    </a:lnTo>
                    <a:lnTo>
                      <a:pt x="343" y="2"/>
                    </a:lnTo>
                    <a:lnTo>
                      <a:pt x="346" y="2"/>
                    </a:lnTo>
                    <a:lnTo>
                      <a:pt x="349" y="2"/>
                    </a:lnTo>
                    <a:lnTo>
                      <a:pt x="350" y="2"/>
                    </a:lnTo>
                    <a:lnTo>
                      <a:pt x="353" y="2"/>
                    </a:lnTo>
                    <a:lnTo>
                      <a:pt x="354" y="3"/>
                    </a:lnTo>
                    <a:lnTo>
                      <a:pt x="357" y="3"/>
                    </a:lnTo>
                    <a:lnTo>
                      <a:pt x="359" y="3"/>
                    </a:lnTo>
                    <a:lnTo>
                      <a:pt x="361" y="3"/>
                    </a:lnTo>
                    <a:lnTo>
                      <a:pt x="363" y="3"/>
                    </a:lnTo>
                    <a:lnTo>
                      <a:pt x="365" y="3"/>
                    </a:lnTo>
                    <a:lnTo>
                      <a:pt x="366" y="3"/>
                    </a:lnTo>
                    <a:lnTo>
                      <a:pt x="369" y="3"/>
                    </a:lnTo>
                    <a:lnTo>
                      <a:pt x="370" y="3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4" y="4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79" y="4"/>
                    </a:lnTo>
                    <a:lnTo>
                      <a:pt x="380" y="4"/>
                    </a:lnTo>
                    <a:lnTo>
                      <a:pt x="382" y="4"/>
                    </a:lnTo>
                    <a:lnTo>
                      <a:pt x="383" y="4"/>
                    </a:lnTo>
                    <a:lnTo>
                      <a:pt x="384" y="4"/>
                    </a:lnTo>
                    <a:lnTo>
                      <a:pt x="386" y="4"/>
                    </a:lnTo>
                    <a:lnTo>
                      <a:pt x="386" y="6"/>
                    </a:lnTo>
                    <a:lnTo>
                      <a:pt x="387" y="6"/>
                    </a:lnTo>
                    <a:lnTo>
                      <a:pt x="388" y="6"/>
                    </a:lnTo>
                    <a:lnTo>
                      <a:pt x="390" y="6"/>
                    </a:lnTo>
                    <a:lnTo>
                      <a:pt x="391" y="6"/>
                    </a:lnTo>
                    <a:lnTo>
                      <a:pt x="394" y="6"/>
                    </a:lnTo>
                    <a:lnTo>
                      <a:pt x="395" y="6"/>
                    </a:lnTo>
                    <a:lnTo>
                      <a:pt x="396" y="7"/>
                    </a:lnTo>
                    <a:lnTo>
                      <a:pt x="398" y="7"/>
                    </a:lnTo>
                    <a:lnTo>
                      <a:pt x="400" y="7"/>
                    </a:lnTo>
                    <a:lnTo>
                      <a:pt x="402" y="7"/>
                    </a:lnTo>
                    <a:lnTo>
                      <a:pt x="404" y="7"/>
                    </a:lnTo>
                    <a:lnTo>
                      <a:pt x="406" y="8"/>
                    </a:lnTo>
                    <a:lnTo>
                      <a:pt x="408" y="8"/>
                    </a:lnTo>
                    <a:lnTo>
                      <a:pt x="410" y="8"/>
                    </a:lnTo>
                    <a:lnTo>
                      <a:pt x="412" y="8"/>
                    </a:lnTo>
                    <a:lnTo>
                      <a:pt x="414" y="8"/>
                    </a:lnTo>
                    <a:lnTo>
                      <a:pt x="415" y="10"/>
                    </a:lnTo>
                    <a:lnTo>
                      <a:pt x="416" y="10"/>
                    </a:lnTo>
                    <a:lnTo>
                      <a:pt x="418" y="10"/>
                    </a:lnTo>
                    <a:lnTo>
                      <a:pt x="419" y="10"/>
                    </a:lnTo>
                    <a:lnTo>
                      <a:pt x="420" y="10"/>
                    </a:lnTo>
                    <a:lnTo>
                      <a:pt x="421" y="10"/>
                    </a:lnTo>
                    <a:lnTo>
                      <a:pt x="423" y="11"/>
                    </a:lnTo>
                    <a:lnTo>
                      <a:pt x="424" y="11"/>
                    </a:lnTo>
                    <a:lnTo>
                      <a:pt x="425" y="11"/>
                    </a:lnTo>
                    <a:lnTo>
                      <a:pt x="427" y="11"/>
                    </a:lnTo>
                    <a:lnTo>
                      <a:pt x="428" y="11"/>
                    </a:lnTo>
                    <a:lnTo>
                      <a:pt x="428" y="12"/>
                    </a:lnTo>
                    <a:lnTo>
                      <a:pt x="429" y="12"/>
                    </a:lnTo>
                    <a:lnTo>
                      <a:pt x="431" y="12"/>
                    </a:lnTo>
                    <a:lnTo>
                      <a:pt x="432" y="12"/>
                    </a:lnTo>
                    <a:lnTo>
                      <a:pt x="433" y="14"/>
                    </a:lnTo>
                    <a:lnTo>
                      <a:pt x="435" y="14"/>
                    </a:lnTo>
                    <a:lnTo>
                      <a:pt x="436" y="14"/>
                    </a:lnTo>
                    <a:lnTo>
                      <a:pt x="437" y="14"/>
                    </a:lnTo>
                    <a:lnTo>
                      <a:pt x="440" y="15"/>
                    </a:lnTo>
                    <a:lnTo>
                      <a:pt x="441" y="15"/>
                    </a:lnTo>
                    <a:lnTo>
                      <a:pt x="443" y="16"/>
                    </a:lnTo>
                    <a:lnTo>
                      <a:pt x="445" y="16"/>
                    </a:lnTo>
                    <a:lnTo>
                      <a:pt x="447" y="18"/>
                    </a:lnTo>
                    <a:lnTo>
                      <a:pt x="449" y="18"/>
                    </a:lnTo>
                    <a:lnTo>
                      <a:pt x="451" y="19"/>
                    </a:lnTo>
                    <a:lnTo>
                      <a:pt x="453" y="19"/>
                    </a:lnTo>
                    <a:lnTo>
                      <a:pt x="456" y="20"/>
                    </a:lnTo>
                    <a:lnTo>
                      <a:pt x="459" y="20"/>
                    </a:lnTo>
                    <a:lnTo>
                      <a:pt x="460" y="22"/>
                    </a:lnTo>
                    <a:lnTo>
                      <a:pt x="463" y="22"/>
                    </a:lnTo>
                    <a:lnTo>
                      <a:pt x="464" y="23"/>
                    </a:lnTo>
                    <a:lnTo>
                      <a:pt x="467" y="23"/>
                    </a:lnTo>
                    <a:lnTo>
                      <a:pt x="468" y="24"/>
                    </a:lnTo>
                    <a:lnTo>
                      <a:pt x="469" y="24"/>
                    </a:lnTo>
                    <a:lnTo>
                      <a:pt x="471" y="24"/>
                    </a:lnTo>
                    <a:lnTo>
                      <a:pt x="472" y="26"/>
                    </a:lnTo>
                    <a:lnTo>
                      <a:pt x="473" y="26"/>
                    </a:lnTo>
                    <a:lnTo>
                      <a:pt x="474" y="26"/>
                    </a:lnTo>
                    <a:lnTo>
                      <a:pt x="476" y="27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80" y="28"/>
                    </a:lnTo>
                    <a:lnTo>
                      <a:pt x="481" y="28"/>
                    </a:lnTo>
                    <a:lnTo>
                      <a:pt x="482" y="28"/>
                    </a:lnTo>
                    <a:lnTo>
                      <a:pt x="484" y="30"/>
                    </a:lnTo>
                    <a:lnTo>
                      <a:pt x="485" y="31"/>
                    </a:lnTo>
                    <a:lnTo>
                      <a:pt x="486" y="31"/>
                    </a:lnTo>
                    <a:lnTo>
                      <a:pt x="488" y="32"/>
                    </a:lnTo>
                    <a:lnTo>
                      <a:pt x="489" y="32"/>
                    </a:lnTo>
                    <a:lnTo>
                      <a:pt x="490" y="34"/>
                    </a:lnTo>
                    <a:lnTo>
                      <a:pt x="492" y="34"/>
                    </a:lnTo>
                    <a:lnTo>
                      <a:pt x="494" y="35"/>
                    </a:lnTo>
                    <a:lnTo>
                      <a:pt x="496" y="35"/>
                    </a:lnTo>
                    <a:lnTo>
                      <a:pt x="497" y="36"/>
                    </a:lnTo>
                    <a:lnTo>
                      <a:pt x="500" y="38"/>
                    </a:lnTo>
                    <a:lnTo>
                      <a:pt x="501" y="38"/>
                    </a:lnTo>
                    <a:lnTo>
                      <a:pt x="504" y="39"/>
                    </a:lnTo>
                    <a:lnTo>
                      <a:pt x="505" y="40"/>
                    </a:lnTo>
                    <a:lnTo>
                      <a:pt x="508" y="41"/>
                    </a:lnTo>
                    <a:lnTo>
                      <a:pt x="509" y="41"/>
                    </a:lnTo>
                    <a:lnTo>
                      <a:pt x="512" y="43"/>
                    </a:lnTo>
                    <a:lnTo>
                      <a:pt x="513" y="44"/>
                    </a:lnTo>
                    <a:lnTo>
                      <a:pt x="514" y="44"/>
                    </a:lnTo>
                    <a:lnTo>
                      <a:pt x="516" y="45"/>
                    </a:lnTo>
                    <a:lnTo>
                      <a:pt x="517" y="45"/>
                    </a:lnTo>
                    <a:lnTo>
                      <a:pt x="518" y="47"/>
                    </a:lnTo>
                    <a:lnTo>
                      <a:pt x="520" y="47"/>
                    </a:lnTo>
                    <a:lnTo>
                      <a:pt x="521" y="48"/>
                    </a:lnTo>
                    <a:lnTo>
                      <a:pt x="522" y="48"/>
                    </a:lnTo>
                    <a:lnTo>
                      <a:pt x="523" y="49"/>
                    </a:lnTo>
                    <a:lnTo>
                      <a:pt x="525" y="49"/>
                    </a:lnTo>
                    <a:lnTo>
                      <a:pt x="526" y="51"/>
                    </a:lnTo>
                    <a:lnTo>
                      <a:pt x="527" y="51"/>
                    </a:lnTo>
                    <a:lnTo>
                      <a:pt x="529" y="52"/>
                    </a:lnTo>
                    <a:lnTo>
                      <a:pt x="530" y="53"/>
                    </a:lnTo>
                    <a:lnTo>
                      <a:pt x="531" y="53"/>
                    </a:lnTo>
                    <a:lnTo>
                      <a:pt x="533" y="53"/>
                    </a:lnTo>
                    <a:lnTo>
                      <a:pt x="534" y="55"/>
                    </a:lnTo>
                    <a:lnTo>
                      <a:pt x="535" y="55"/>
                    </a:lnTo>
                    <a:lnTo>
                      <a:pt x="537" y="56"/>
                    </a:lnTo>
                    <a:lnTo>
                      <a:pt x="538" y="56"/>
                    </a:lnTo>
                    <a:lnTo>
                      <a:pt x="539" y="57"/>
                    </a:lnTo>
                    <a:lnTo>
                      <a:pt x="541" y="59"/>
                    </a:lnTo>
                    <a:lnTo>
                      <a:pt x="542" y="59"/>
                    </a:lnTo>
                    <a:lnTo>
                      <a:pt x="543" y="60"/>
                    </a:lnTo>
                    <a:lnTo>
                      <a:pt x="545" y="61"/>
                    </a:lnTo>
                    <a:lnTo>
                      <a:pt x="547" y="63"/>
                    </a:lnTo>
                    <a:lnTo>
                      <a:pt x="549" y="63"/>
                    </a:lnTo>
                    <a:lnTo>
                      <a:pt x="551" y="64"/>
                    </a:lnTo>
                    <a:lnTo>
                      <a:pt x="553" y="65"/>
                    </a:lnTo>
                    <a:lnTo>
                      <a:pt x="554" y="67"/>
                    </a:lnTo>
                    <a:lnTo>
                      <a:pt x="555" y="67"/>
                    </a:lnTo>
                    <a:lnTo>
                      <a:pt x="557" y="68"/>
                    </a:lnTo>
                    <a:lnTo>
                      <a:pt x="558" y="68"/>
                    </a:lnTo>
                    <a:lnTo>
                      <a:pt x="559" y="69"/>
                    </a:lnTo>
                    <a:lnTo>
                      <a:pt x="561" y="69"/>
                    </a:lnTo>
                    <a:lnTo>
                      <a:pt x="562" y="71"/>
                    </a:lnTo>
                    <a:lnTo>
                      <a:pt x="563" y="71"/>
                    </a:lnTo>
                    <a:lnTo>
                      <a:pt x="563" y="72"/>
                    </a:lnTo>
                    <a:lnTo>
                      <a:pt x="565" y="72"/>
                    </a:lnTo>
                    <a:lnTo>
                      <a:pt x="566" y="73"/>
                    </a:lnTo>
                    <a:lnTo>
                      <a:pt x="567" y="73"/>
                    </a:lnTo>
                    <a:lnTo>
                      <a:pt x="569" y="75"/>
                    </a:lnTo>
                    <a:lnTo>
                      <a:pt x="570" y="76"/>
                    </a:lnTo>
                    <a:lnTo>
                      <a:pt x="571" y="76"/>
                    </a:lnTo>
                    <a:lnTo>
                      <a:pt x="573" y="77"/>
                    </a:lnTo>
                    <a:lnTo>
                      <a:pt x="574" y="77"/>
                    </a:lnTo>
                    <a:lnTo>
                      <a:pt x="574" y="79"/>
                    </a:lnTo>
                    <a:lnTo>
                      <a:pt x="575" y="79"/>
                    </a:lnTo>
                    <a:lnTo>
                      <a:pt x="576" y="80"/>
                    </a:lnTo>
                    <a:lnTo>
                      <a:pt x="578" y="80"/>
                    </a:lnTo>
                    <a:lnTo>
                      <a:pt x="579" y="81"/>
                    </a:lnTo>
                    <a:lnTo>
                      <a:pt x="580" y="81"/>
                    </a:lnTo>
                    <a:lnTo>
                      <a:pt x="582" y="83"/>
                    </a:lnTo>
                    <a:lnTo>
                      <a:pt x="583" y="84"/>
                    </a:lnTo>
                    <a:lnTo>
                      <a:pt x="584" y="84"/>
                    </a:lnTo>
                    <a:lnTo>
                      <a:pt x="586" y="85"/>
                    </a:lnTo>
                    <a:lnTo>
                      <a:pt x="587" y="87"/>
                    </a:lnTo>
                    <a:lnTo>
                      <a:pt x="588" y="88"/>
                    </a:lnTo>
                    <a:lnTo>
                      <a:pt x="590" y="88"/>
                    </a:lnTo>
                    <a:lnTo>
                      <a:pt x="591" y="89"/>
                    </a:lnTo>
                    <a:lnTo>
                      <a:pt x="592" y="89"/>
                    </a:lnTo>
                    <a:lnTo>
                      <a:pt x="594" y="91"/>
                    </a:lnTo>
                    <a:lnTo>
                      <a:pt x="595" y="92"/>
                    </a:lnTo>
                    <a:lnTo>
                      <a:pt x="596" y="92"/>
                    </a:lnTo>
                    <a:lnTo>
                      <a:pt x="596" y="93"/>
                    </a:lnTo>
                    <a:lnTo>
                      <a:pt x="598" y="93"/>
                    </a:lnTo>
                    <a:lnTo>
                      <a:pt x="599" y="94"/>
                    </a:lnTo>
                    <a:lnTo>
                      <a:pt x="600" y="94"/>
                    </a:lnTo>
                    <a:lnTo>
                      <a:pt x="602" y="96"/>
                    </a:lnTo>
                    <a:lnTo>
                      <a:pt x="602" y="97"/>
                    </a:lnTo>
                    <a:lnTo>
                      <a:pt x="603" y="97"/>
                    </a:lnTo>
                    <a:lnTo>
                      <a:pt x="604" y="98"/>
                    </a:lnTo>
                    <a:lnTo>
                      <a:pt x="606" y="98"/>
                    </a:lnTo>
                    <a:lnTo>
                      <a:pt x="607" y="100"/>
                    </a:lnTo>
                    <a:lnTo>
                      <a:pt x="608" y="101"/>
                    </a:lnTo>
                    <a:lnTo>
                      <a:pt x="610" y="102"/>
                    </a:lnTo>
                    <a:lnTo>
                      <a:pt x="611" y="102"/>
                    </a:lnTo>
                    <a:lnTo>
                      <a:pt x="611" y="104"/>
                    </a:lnTo>
                    <a:lnTo>
                      <a:pt x="612" y="104"/>
                    </a:lnTo>
                    <a:lnTo>
                      <a:pt x="614" y="105"/>
                    </a:lnTo>
                    <a:lnTo>
                      <a:pt x="615" y="106"/>
                    </a:lnTo>
                    <a:lnTo>
                      <a:pt x="616" y="108"/>
                    </a:lnTo>
                    <a:lnTo>
                      <a:pt x="618" y="108"/>
                    </a:lnTo>
                    <a:lnTo>
                      <a:pt x="618" y="109"/>
                    </a:lnTo>
                    <a:lnTo>
                      <a:pt x="619" y="109"/>
                    </a:lnTo>
                    <a:lnTo>
                      <a:pt x="619" y="110"/>
                    </a:lnTo>
                    <a:lnTo>
                      <a:pt x="620" y="110"/>
                    </a:lnTo>
                    <a:lnTo>
                      <a:pt x="622" y="112"/>
                    </a:lnTo>
                    <a:lnTo>
                      <a:pt x="623" y="112"/>
                    </a:lnTo>
                    <a:lnTo>
                      <a:pt x="623" y="113"/>
                    </a:lnTo>
                    <a:lnTo>
                      <a:pt x="624" y="113"/>
                    </a:lnTo>
                    <a:lnTo>
                      <a:pt x="625" y="114"/>
                    </a:lnTo>
                    <a:lnTo>
                      <a:pt x="627" y="116"/>
                    </a:lnTo>
                    <a:lnTo>
                      <a:pt x="628" y="116"/>
                    </a:lnTo>
                    <a:lnTo>
                      <a:pt x="628" y="117"/>
                    </a:lnTo>
                    <a:lnTo>
                      <a:pt x="629" y="117"/>
                    </a:lnTo>
                    <a:lnTo>
                      <a:pt x="631" y="118"/>
                    </a:lnTo>
                    <a:lnTo>
                      <a:pt x="632" y="118"/>
                    </a:lnTo>
                    <a:lnTo>
                      <a:pt x="633" y="120"/>
                    </a:lnTo>
                    <a:lnTo>
                      <a:pt x="635" y="121"/>
                    </a:lnTo>
                    <a:lnTo>
                      <a:pt x="636" y="122"/>
                    </a:lnTo>
                    <a:lnTo>
                      <a:pt x="637" y="122"/>
                    </a:lnTo>
                    <a:lnTo>
                      <a:pt x="639" y="124"/>
                    </a:lnTo>
                    <a:lnTo>
                      <a:pt x="640" y="124"/>
                    </a:lnTo>
                    <a:lnTo>
                      <a:pt x="640" y="125"/>
                    </a:lnTo>
                    <a:lnTo>
                      <a:pt x="641" y="126"/>
                    </a:lnTo>
                    <a:lnTo>
                      <a:pt x="643" y="126"/>
                    </a:lnTo>
                    <a:lnTo>
                      <a:pt x="644" y="128"/>
                    </a:lnTo>
                    <a:lnTo>
                      <a:pt x="645" y="128"/>
                    </a:lnTo>
                    <a:lnTo>
                      <a:pt x="645" y="129"/>
                    </a:lnTo>
                    <a:lnTo>
                      <a:pt x="647" y="129"/>
                    </a:lnTo>
                    <a:lnTo>
                      <a:pt x="647" y="130"/>
                    </a:lnTo>
                    <a:lnTo>
                      <a:pt x="648" y="130"/>
                    </a:lnTo>
                    <a:lnTo>
                      <a:pt x="649" y="132"/>
                    </a:lnTo>
                    <a:lnTo>
                      <a:pt x="651" y="133"/>
                    </a:lnTo>
                    <a:lnTo>
                      <a:pt x="652" y="134"/>
                    </a:lnTo>
                    <a:lnTo>
                      <a:pt x="653" y="136"/>
                    </a:lnTo>
                    <a:lnTo>
                      <a:pt x="655" y="137"/>
                    </a:lnTo>
                    <a:lnTo>
                      <a:pt x="656" y="137"/>
                    </a:lnTo>
                    <a:lnTo>
                      <a:pt x="656" y="138"/>
                    </a:lnTo>
                    <a:lnTo>
                      <a:pt x="657" y="140"/>
                    </a:lnTo>
                    <a:lnTo>
                      <a:pt x="659" y="140"/>
                    </a:lnTo>
                    <a:lnTo>
                      <a:pt x="659" y="141"/>
                    </a:lnTo>
                    <a:lnTo>
                      <a:pt x="660" y="142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4" y="145"/>
                    </a:lnTo>
                    <a:lnTo>
                      <a:pt x="664" y="146"/>
                    </a:lnTo>
                    <a:lnTo>
                      <a:pt x="665" y="147"/>
                    </a:lnTo>
                    <a:lnTo>
                      <a:pt x="667" y="149"/>
                    </a:lnTo>
                    <a:lnTo>
                      <a:pt x="668" y="150"/>
                    </a:lnTo>
                    <a:lnTo>
                      <a:pt x="669" y="151"/>
                    </a:lnTo>
                    <a:lnTo>
                      <a:pt x="671" y="153"/>
                    </a:lnTo>
                    <a:lnTo>
                      <a:pt x="672" y="154"/>
                    </a:lnTo>
                    <a:lnTo>
                      <a:pt x="673" y="155"/>
                    </a:lnTo>
                    <a:lnTo>
                      <a:pt x="674" y="157"/>
                    </a:lnTo>
                    <a:lnTo>
                      <a:pt x="676" y="158"/>
                    </a:lnTo>
                    <a:lnTo>
                      <a:pt x="676" y="159"/>
                    </a:lnTo>
                    <a:lnTo>
                      <a:pt x="677" y="159"/>
                    </a:lnTo>
                    <a:lnTo>
                      <a:pt x="677" y="161"/>
                    </a:lnTo>
                    <a:lnTo>
                      <a:pt x="678" y="162"/>
                    </a:lnTo>
                    <a:lnTo>
                      <a:pt x="680" y="163"/>
                    </a:lnTo>
                    <a:lnTo>
                      <a:pt x="681" y="163"/>
                    </a:lnTo>
                    <a:lnTo>
                      <a:pt x="681" y="165"/>
                    </a:lnTo>
                    <a:lnTo>
                      <a:pt x="682" y="166"/>
                    </a:lnTo>
                    <a:lnTo>
                      <a:pt x="684" y="167"/>
                    </a:lnTo>
                    <a:lnTo>
                      <a:pt x="685" y="169"/>
                    </a:lnTo>
                    <a:lnTo>
                      <a:pt x="685" y="170"/>
                    </a:lnTo>
                    <a:lnTo>
                      <a:pt x="686" y="171"/>
                    </a:lnTo>
                    <a:lnTo>
                      <a:pt x="688" y="173"/>
                    </a:lnTo>
                    <a:lnTo>
                      <a:pt x="689" y="174"/>
                    </a:lnTo>
                    <a:lnTo>
                      <a:pt x="690" y="175"/>
                    </a:lnTo>
                    <a:lnTo>
                      <a:pt x="692" y="177"/>
                    </a:lnTo>
                    <a:lnTo>
                      <a:pt x="693" y="178"/>
                    </a:lnTo>
                    <a:lnTo>
                      <a:pt x="694" y="179"/>
                    </a:lnTo>
                    <a:lnTo>
                      <a:pt x="696" y="182"/>
                    </a:lnTo>
                    <a:lnTo>
                      <a:pt x="697" y="183"/>
                    </a:lnTo>
                    <a:lnTo>
                      <a:pt x="698" y="185"/>
                    </a:lnTo>
                    <a:lnTo>
                      <a:pt x="700" y="186"/>
                    </a:lnTo>
                    <a:lnTo>
                      <a:pt x="701" y="189"/>
                    </a:lnTo>
                    <a:lnTo>
                      <a:pt x="702" y="190"/>
                    </a:lnTo>
                    <a:lnTo>
                      <a:pt x="704" y="191"/>
                    </a:lnTo>
                    <a:lnTo>
                      <a:pt x="704" y="193"/>
                    </a:lnTo>
                    <a:lnTo>
                      <a:pt x="705" y="194"/>
                    </a:lnTo>
                    <a:lnTo>
                      <a:pt x="706" y="194"/>
                    </a:lnTo>
                    <a:lnTo>
                      <a:pt x="708" y="195"/>
                    </a:lnTo>
                    <a:lnTo>
                      <a:pt x="708" y="196"/>
                    </a:lnTo>
                    <a:lnTo>
                      <a:pt x="709" y="198"/>
                    </a:lnTo>
                    <a:lnTo>
                      <a:pt x="709" y="199"/>
                    </a:lnTo>
                    <a:lnTo>
                      <a:pt x="710" y="199"/>
                    </a:lnTo>
                    <a:lnTo>
                      <a:pt x="712" y="200"/>
                    </a:lnTo>
                    <a:lnTo>
                      <a:pt x="712" y="202"/>
                    </a:lnTo>
                    <a:lnTo>
                      <a:pt x="713" y="203"/>
                    </a:lnTo>
                    <a:lnTo>
                      <a:pt x="713" y="204"/>
                    </a:lnTo>
                    <a:lnTo>
                      <a:pt x="714" y="204"/>
                    </a:lnTo>
                    <a:lnTo>
                      <a:pt x="716" y="206"/>
                    </a:lnTo>
                    <a:lnTo>
                      <a:pt x="716" y="207"/>
                    </a:lnTo>
                    <a:lnTo>
                      <a:pt x="717" y="208"/>
                    </a:lnTo>
                    <a:lnTo>
                      <a:pt x="718" y="210"/>
                    </a:lnTo>
                    <a:lnTo>
                      <a:pt x="718" y="211"/>
                    </a:lnTo>
                    <a:lnTo>
                      <a:pt x="720" y="212"/>
                    </a:lnTo>
                    <a:lnTo>
                      <a:pt x="721" y="214"/>
                    </a:lnTo>
                    <a:lnTo>
                      <a:pt x="722" y="215"/>
                    </a:lnTo>
                    <a:lnTo>
                      <a:pt x="724" y="216"/>
                    </a:lnTo>
                    <a:lnTo>
                      <a:pt x="725" y="219"/>
                    </a:lnTo>
                    <a:lnTo>
                      <a:pt x="726" y="220"/>
                    </a:lnTo>
                    <a:lnTo>
                      <a:pt x="727" y="223"/>
                    </a:lnTo>
                    <a:lnTo>
                      <a:pt x="729" y="224"/>
                    </a:lnTo>
                    <a:lnTo>
                      <a:pt x="730" y="227"/>
                    </a:lnTo>
                    <a:lnTo>
                      <a:pt x="731" y="228"/>
                    </a:lnTo>
                    <a:lnTo>
                      <a:pt x="733" y="231"/>
                    </a:lnTo>
                    <a:lnTo>
                      <a:pt x="734" y="232"/>
                    </a:lnTo>
                    <a:lnTo>
                      <a:pt x="735" y="234"/>
                    </a:lnTo>
                    <a:lnTo>
                      <a:pt x="737" y="235"/>
                    </a:lnTo>
                    <a:lnTo>
                      <a:pt x="737" y="238"/>
                    </a:lnTo>
                    <a:lnTo>
                      <a:pt x="738" y="239"/>
                    </a:lnTo>
                    <a:lnTo>
                      <a:pt x="739" y="240"/>
                    </a:lnTo>
                    <a:lnTo>
                      <a:pt x="741" y="242"/>
                    </a:lnTo>
                    <a:lnTo>
                      <a:pt x="742" y="243"/>
                    </a:lnTo>
                    <a:lnTo>
                      <a:pt x="743" y="244"/>
                    </a:lnTo>
                    <a:lnTo>
                      <a:pt x="743" y="245"/>
                    </a:lnTo>
                    <a:lnTo>
                      <a:pt x="745" y="247"/>
                    </a:lnTo>
                    <a:lnTo>
                      <a:pt x="745" y="248"/>
                    </a:lnTo>
                    <a:lnTo>
                      <a:pt x="746" y="249"/>
                    </a:lnTo>
                    <a:lnTo>
                      <a:pt x="747" y="249"/>
                    </a:lnTo>
                    <a:lnTo>
                      <a:pt x="747" y="251"/>
                    </a:lnTo>
                    <a:lnTo>
                      <a:pt x="749" y="252"/>
                    </a:lnTo>
                    <a:lnTo>
                      <a:pt x="749" y="253"/>
                    </a:lnTo>
                    <a:lnTo>
                      <a:pt x="750" y="255"/>
                    </a:lnTo>
                    <a:lnTo>
                      <a:pt x="751" y="256"/>
                    </a:lnTo>
                    <a:lnTo>
                      <a:pt x="753" y="257"/>
                    </a:lnTo>
                    <a:lnTo>
                      <a:pt x="753" y="259"/>
                    </a:lnTo>
                    <a:lnTo>
                      <a:pt x="754" y="260"/>
                    </a:lnTo>
                    <a:lnTo>
                      <a:pt x="755" y="263"/>
                    </a:lnTo>
                    <a:lnTo>
                      <a:pt x="757" y="264"/>
                    </a:lnTo>
                    <a:lnTo>
                      <a:pt x="758" y="265"/>
                    </a:lnTo>
                    <a:lnTo>
                      <a:pt x="759" y="268"/>
                    </a:lnTo>
                    <a:lnTo>
                      <a:pt x="761" y="269"/>
                    </a:lnTo>
                    <a:lnTo>
                      <a:pt x="762" y="272"/>
                    </a:lnTo>
                    <a:lnTo>
                      <a:pt x="763" y="273"/>
                    </a:lnTo>
                    <a:lnTo>
                      <a:pt x="766" y="276"/>
                    </a:lnTo>
                    <a:lnTo>
                      <a:pt x="767" y="277"/>
                    </a:lnTo>
                    <a:lnTo>
                      <a:pt x="769" y="280"/>
                    </a:lnTo>
                    <a:lnTo>
                      <a:pt x="770" y="281"/>
                    </a:lnTo>
                    <a:lnTo>
                      <a:pt x="770" y="283"/>
                    </a:lnTo>
                    <a:lnTo>
                      <a:pt x="771" y="284"/>
                    </a:lnTo>
                    <a:lnTo>
                      <a:pt x="773" y="285"/>
                    </a:lnTo>
                    <a:lnTo>
                      <a:pt x="774" y="287"/>
                    </a:lnTo>
                    <a:lnTo>
                      <a:pt x="774" y="288"/>
                    </a:lnTo>
                    <a:lnTo>
                      <a:pt x="775" y="289"/>
                    </a:lnTo>
                    <a:lnTo>
                      <a:pt x="776" y="291"/>
                    </a:lnTo>
                    <a:lnTo>
                      <a:pt x="776" y="292"/>
                    </a:lnTo>
                    <a:lnTo>
                      <a:pt x="778" y="293"/>
                    </a:lnTo>
                    <a:lnTo>
                      <a:pt x="778" y="295"/>
                    </a:lnTo>
                    <a:lnTo>
                      <a:pt x="779" y="295"/>
                    </a:lnTo>
                    <a:lnTo>
                      <a:pt x="779" y="296"/>
                    </a:lnTo>
                    <a:lnTo>
                      <a:pt x="780" y="297"/>
                    </a:lnTo>
                    <a:lnTo>
                      <a:pt x="780" y="298"/>
                    </a:lnTo>
                    <a:lnTo>
                      <a:pt x="782" y="300"/>
                    </a:lnTo>
                    <a:lnTo>
                      <a:pt x="783" y="301"/>
                    </a:lnTo>
                    <a:lnTo>
                      <a:pt x="783" y="302"/>
                    </a:lnTo>
                    <a:lnTo>
                      <a:pt x="784" y="304"/>
                    </a:lnTo>
                    <a:lnTo>
                      <a:pt x="786" y="305"/>
                    </a:lnTo>
                    <a:lnTo>
                      <a:pt x="786" y="306"/>
                    </a:lnTo>
                    <a:lnTo>
                      <a:pt x="787" y="308"/>
                    </a:lnTo>
                    <a:lnTo>
                      <a:pt x="787" y="309"/>
                    </a:lnTo>
                    <a:lnTo>
                      <a:pt x="788" y="310"/>
                    </a:lnTo>
                    <a:lnTo>
                      <a:pt x="790" y="312"/>
                    </a:lnTo>
                    <a:lnTo>
                      <a:pt x="790" y="313"/>
                    </a:lnTo>
                    <a:lnTo>
                      <a:pt x="791" y="316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976" name="Freeform 7">
                <a:extLst>
                  <a:ext uri="{FF2B5EF4-FFF2-40B4-BE49-F238E27FC236}">
                    <a16:creationId xmlns:a16="http://schemas.microsoft.com/office/drawing/2014/main" id="{3916A26E-4BC5-4963-A870-F84B07E9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613" y="3686175"/>
                <a:ext cx="628650" cy="250825"/>
              </a:xfrm>
              <a:custGeom>
                <a:avLst/>
                <a:gdLst>
                  <a:gd name="T0" fmla="*/ 2147483646 w 791"/>
                  <a:gd name="T1" fmla="*/ 2147483646 h 315"/>
                  <a:gd name="T2" fmla="*/ 2147483646 w 791"/>
                  <a:gd name="T3" fmla="*/ 2147483646 h 315"/>
                  <a:gd name="T4" fmla="*/ 2147483646 w 791"/>
                  <a:gd name="T5" fmla="*/ 2147483646 h 315"/>
                  <a:gd name="T6" fmla="*/ 2147483646 w 791"/>
                  <a:gd name="T7" fmla="*/ 2147483646 h 315"/>
                  <a:gd name="T8" fmla="*/ 2147483646 w 791"/>
                  <a:gd name="T9" fmla="*/ 2147483646 h 315"/>
                  <a:gd name="T10" fmla="*/ 2147483646 w 791"/>
                  <a:gd name="T11" fmla="*/ 2147483646 h 315"/>
                  <a:gd name="T12" fmla="*/ 2147483646 w 791"/>
                  <a:gd name="T13" fmla="*/ 2147483646 h 315"/>
                  <a:gd name="T14" fmla="*/ 2147483646 w 791"/>
                  <a:gd name="T15" fmla="*/ 2147483646 h 315"/>
                  <a:gd name="T16" fmla="*/ 2147483646 w 791"/>
                  <a:gd name="T17" fmla="*/ 2147483646 h 315"/>
                  <a:gd name="T18" fmla="*/ 2147483646 w 791"/>
                  <a:gd name="T19" fmla="*/ 2147483646 h 315"/>
                  <a:gd name="T20" fmla="*/ 2147483646 w 791"/>
                  <a:gd name="T21" fmla="*/ 2147483646 h 315"/>
                  <a:gd name="T22" fmla="*/ 2147483646 w 791"/>
                  <a:gd name="T23" fmla="*/ 2147483646 h 315"/>
                  <a:gd name="T24" fmla="*/ 2147483646 w 791"/>
                  <a:gd name="T25" fmla="*/ 2147483646 h 315"/>
                  <a:gd name="T26" fmla="*/ 2147483646 w 791"/>
                  <a:gd name="T27" fmla="*/ 2147483646 h 315"/>
                  <a:gd name="T28" fmla="*/ 2147483646 w 791"/>
                  <a:gd name="T29" fmla="*/ 2147483646 h 315"/>
                  <a:gd name="T30" fmla="*/ 2147483646 w 791"/>
                  <a:gd name="T31" fmla="*/ 2147483646 h 315"/>
                  <a:gd name="T32" fmla="*/ 2147483646 w 791"/>
                  <a:gd name="T33" fmla="*/ 2147483646 h 315"/>
                  <a:gd name="T34" fmla="*/ 2147483646 w 791"/>
                  <a:gd name="T35" fmla="*/ 2147483646 h 315"/>
                  <a:gd name="T36" fmla="*/ 2147483646 w 791"/>
                  <a:gd name="T37" fmla="*/ 2147483646 h 315"/>
                  <a:gd name="T38" fmla="*/ 2147483646 w 791"/>
                  <a:gd name="T39" fmla="*/ 2147483646 h 315"/>
                  <a:gd name="T40" fmla="*/ 2147483646 w 791"/>
                  <a:gd name="T41" fmla="*/ 2147483646 h 315"/>
                  <a:gd name="T42" fmla="*/ 2147483646 w 791"/>
                  <a:gd name="T43" fmla="*/ 2147483646 h 315"/>
                  <a:gd name="T44" fmla="*/ 2147483646 w 791"/>
                  <a:gd name="T45" fmla="*/ 2147483646 h 315"/>
                  <a:gd name="T46" fmla="*/ 2147483646 w 791"/>
                  <a:gd name="T47" fmla="*/ 2147483646 h 315"/>
                  <a:gd name="T48" fmla="*/ 2147483646 w 791"/>
                  <a:gd name="T49" fmla="*/ 2147483646 h 315"/>
                  <a:gd name="T50" fmla="*/ 2147483646 w 791"/>
                  <a:gd name="T51" fmla="*/ 2147483646 h 315"/>
                  <a:gd name="T52" fmla="*/ 2147483646 w 791"/>
                  <a:gd name="T53" fmla="*/ 2147483646 h 315"/>
                  <a:gd name="T54" fmla="*/ 2147483646 w 791"/>
                  <a:gd name="T55" fmla="*/ 2147483646 h 315"/>
                  <a:gd name="T56" fmla="*/ 2147483646 w 791"/>
                  <a:gd name="T57" fmla="*/ 2147483646 h 315"/>
                  <a:gd name="T58" fmla="*/ 2147483646 w 791"/>
                  <a:gd name="T59" fmla="*/ 2147483646 h 315"/>
                  <a:gd name="T60" fmla="*/ 2147483646 w 791"/>
                  <a:gd name="T61" fmla="*/ 2147483646 h 315"/>
                  <a:gd name="T62" fmla="*/ 2147483646 w 791"/>
                  <a:gd name="T63" fmla="*/ 2147483646 h 315"/>
                  <a:gd name="T64" fmla="*/ 2147483646 w 791"/>
                  <a:gd name="T65" fmla="*/ 2147483646 h 315"/>
                  <a:gd name="T66" fmla="*/ 2147483646 w 791"/>
                  <a:gd name="T67" fmla="*/ 2147483646 h 315"/>
                  <a:gd name="T68" fmla="*/ 2147483646 w 791"/>
                  <a:gd name="T69" fmla="*/ 2147483646 h 315"/>
                  <a:gd name="T70" fmla="*/ 2147483646 w 791"/>
                  <a:gd name="T71" fmla="*/ 2147483646 h 315"/>
                  <a:gd name="T72" fmla="*/ 2147483646 w 791"/>
                  <a:gd name="T73" fmla="*/ 2147483646 h 315"/>
                  <a:gd name="T74" fmla="*/ 2147483646 w 791"/>
                  <a:gd name="T75" fmla="*/ 2147483646 h 315"/>
                  <a:gd name="T76" fmla="*/ 2147483646 w 791"/>
                  <a:gd name="T77" fmla="*/ 2147483646 h 315"/>
                  <a:gd name="T78" fmla="*/ 2147483646 w 791"/>
                  <a:gd name="T79" fmla="*/ 2147483646 h 315"/>
                  <a:gd name="T80" fmla="*/ 2147483646 w 791"/>
                  <a:gd name="T81" fmla="*/ 2147483646 h 315"/>
                  <a:gd name="T82" fmla="*/ 2147483646 w 791"/>
                  <a:gd name="T83" fmla="*/ 2147483646 h 315"/>
                  <a:gd name="T84" fmla="*/ 2147483646 w 791"/>
                  <a:gd name="T85" fmla="*/ 2147483646 h 315"/>
                  <a:gd name="T86" fmla="*/ 2147483646 w 791"/>
                  <a:gd name="T87" fmla="*/ 2147483646 h 315"/>
                  <a:gd name="T88" fmla="*/ 2147483646 w 791"/>
                  <a:gd name="T89" fmla="*/ 2147483646 h 315"/>
                  <a:gd name="T90" fmla="*/ 2147483646 w 791"/>
                  <a:gd name="T91" fmla="*/ 2147483646 h 315"/>
                  <a:gd name="T92" fmla="*/ 2147483646 w 791"/>
                  <a:gd name="T93" fmla="*/ 2147483646 h 315"/>
                  <a:gd name="T94" fmla="*/ 2147483646 w 791"/>
                  <a:gd name="T95" fmla="*/ 2147483646 h 315"/>
                  <a:gd name="T96" fmla="*/ 2147483646 w 791"/>
                  <a:gd name="T97" fmla="*/ 2147483646 h 315"/>
                  <a:gd name="T98" fmla="*/ 2147483646 w 791"/>
                  <a:gd name="T99" fmla="*/ 2147483646 h 315"/>
                  <a:gd name="T100" fmla="*/ 2147483646 w 791"/>
                  <a:gd name="T101" fmla="*/ 2147483646 h 315"/>
                  <a:gd name="T102" fmla="*/ 2147483646 w 791"/>
                  <a:gd name="T103" fmla="*/ 2147483646 h 315"/>
                  <a:gd name="T104" fmla="*/ 2147483646 w 791"/>
                  <a:gd name="T105" fmla="*/ 2147483646 h 315"/>
                  <a:gd name="T106" fmla="*/ 2147483646 w 791"/>
                  <a:gd name="T107" fmla="*/ 2147483646 h 315"/>
                  <a:gd name="T108" fmla="*/ 2147483646 w 791"/>
                  <a:gd name="T109" fmla="*/ 2147483646 h 315"/>
                  <a:gd name="T110" fmla="*/ 2147483646 w 791"/>
                  <a:gd name="T111" fmla="*/ 2147483646 h 315"/>
                  <a:gd name="T112" fmla="*/ 2147483646 w 791"/>
                  <a:gd name="T113" fmla="*/ 2147483646 h 315"/>
                  <a:gd name="T114" fmla="*/ 2147483646 w 791"/>
                  <a:gd name="T115" fmla="*/ 2147483646 h 315"/>
                  <a:gd name="T116" fmla="*/ 2147483646 w 791"/>
                  <a:gd name="T117" fmla="*/ 2147483646 h 315"/>
                  <a:gd name="T118" fmla="*/ 2147483646 w 791"/>
                  <a:gd name="T119" fmla="*/ 2147483646 h 315"/>
                  <a:gd name="T120" fmla="*/ 2147483646 w 791"/>
                  <a:gd name="T121" fmla="*/ 2147483646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91" h="315">
                    <a:moveTo>
                      <a:pt x="0" y="315"/>
                    </a:moveTo>
                    <a:lnTo>
                      <a:pt x="31" y="315"/>
                    </a:lnTo>
                    <a:lnTo>
                      <a:pt x="59" y="315"/>
                    </a:lnTo>
                    <a:lnTo>
                      <a:pt x="85" y="315"/>
                    </a:lnTo>
                    <a:lnTo>
                      <a:pt x="110" y="315"/>
                    </a:lnTo>
                    <a:lnTo>
                      <a:pt x="133" y="315"/>
                    </a:lnTo>
                    <a:lnTo>
                      <a:pt x="154" y="315"/>
                    </a:lnTo>
                    <a:lnTo>
                      <a:pt x="174" y="315"/>
                    </a:lnTo>
                    <a:lnTo>
                      <a:pt x="192" y="315"/>
                    </a:lnTo>
                    <a:lnTo>
                      <a:pt x="210" y="315"/>
                    </a:lnTo>
                    <a:lnTo>
                      <a:pt x="225" y="315"/>
                    </a:lnTo>
                    <a:lnTo>
                      <a:pt x="240" y="315"/>
                    </a:lnTo>
                    <a:lnTo>
                      <a:pt x="253" y="315"/>
                    </a:lnTo>
                    <a:lnTo>
                      <a:pt x="265" y="315"/>
                    </a:lnTo>
                    <a:lnTo>
                      <a:pt x="276" y="315"/>
                    </a:lnTo>
                    <a:lnTo>
                      <a:pt x="285" y="315"/>
                    </a:lnTo>
                    <a:lnTo>
                      <a:pt x="294" y="314"/>
                    </a:lnTo>
                    <a:lnTo>
                      <a:pt x="302" y="314"/>
                    </a:lnTo>
                    <a:lnTo>
                      <a:pt x="309" y="314"/>
                    </a:lnTo>
                    <a:lnTo>
                      <a:pt x="316" y="314"/>
                    </a:lnTo>
                    <a:lnTo>
                      <a:pt x="321" y="314"/>
                    </a:lnTo>
                    <a:lnTo>
                      <a:pt x="326" y="314"/>
                    </a:lnTo>
                    <a:lnTo>
                      <a:pt x="330" y="314"/>
                    </a:lnTo>
                    <a:lnTo>
                      <a:pt x="334" y="314"/>
                    </a:lnTo>
                    <a:lnTo>
                      <a:pt x="338" y="314"/>
                    </a:lnTo>
                    <a:lnTo>
                      <a:pt x="341" y="314"/>
                    </a:lnTo>
                    <a:lnTo>
                      <a:pt x="343" y="314"/>
                    </a:lnTo>
                    <a:lnTo>
                      <a:pt x="346" y="314"/>
                    </a:lnTo>
                    <a:lnTo>
                      <a:pt x="349" y="314"/>
                    </a:lnTo>
                    <a:lnTo>
                      <a:pt x="350" y="314"/>
                    </a:lnTo>
                    <a:lnTo>
                      <a:pt x="353" y="314"/>
                    </a:lnTo>
                    <a:lnTo>
                      <a:pt x="354" y="314"/>
                    </a:lnTo>
                    <a:lnTo>
                      <a:pt x="357" y="313"/>
                    </a:lnTo>
                    <a:lnTo>
                      <a:pt x="359" y="313"/>
                    </a:lnTo>
                    <a:lnTo>
                      <a:pt x="361" y="313"/>
                    </a:lnTo>
                    <a:lnTo>
                      <a:pt x="363" y="313"/>
                    </a:lnTo>
                    <a:lnTo>
                      <a:pt x="365" y="313"/>
                    </a:lnTo>
                    <a:lnTo>
                      <a:pt x="366" y="313"/>
                    </a:lnTo>
                    <a:lnTo>
                      <a:pt x="369" y="313"/>
                    </a:lnTo>
                    <a:lnTo>
                      <a:pt x="370" y="313"/>
                    </a:lnTo>
                    <a:lnTo>
                      <a:pt x="371" y="313"/>
                    </a:lnTo>
                    <a:lnTo>
                      <a:pt x="372" y="313"/>
                    </a:lnTo>
                    <a:lnTo>
                      <a:pt x="374" y="313"/>
                    </a:lnTo>
                    <a:lnTo>
                      <a:pt x="375" y="311"/>
                    </a:lnTo>
                    <a:lnTo>
                      <a:pt x="376" y="311"/>
                    </a:lnTo>
                    <a:lnTo>
                      <a:pt x="378" y="311"/>
                    </a:lnTo>
                    <a:lnTo>
                      <a:pt x="379" y="311"/>
                    </a:lnTo>
                    <a:lnTo>
                      <a:pt x="380" y="311"/>
                    </a:lnTo>
                    <a:lnTo>
                      <a:pt x="382" y="311"/>
                    </a:lnTo>
                    <a:lnTo>
                      <a:pt x="383" y="311"/>
                    </a:lnTo>
                    <a:lnTo>
                      <a:pt x="384" y="311"/>
                    </a:lnTo>
                    <a:lnTo>
                      <a:pt x="386" y="311"/>
                    </a:lnTo>
                    <a:lnTo>
                      <a:pt x="387" y="310"/>
                    </a:lnTo>
                    <a:lnTo>
                      <a:pt x="388" y="310"/>
                    </a:lnTo>
                    <a:lnTo>
                      <a:pt x="390" y="310"/>
                    </a:lnTo>
                    <a:lnTo>
                      <a:pt x="391" y="310"/>
                    </a:lnTo>
                    <a:lnTo>
                      <a:pt x="394" y="310"/>
                    </a:lnTo>
                    <a:lnTo>
                      <a:pt x="395" y="310"/>
                    </a:lnTo>
                    <a:lnTo>
                      <a:pt x="396" y="309"/>
                    </a:lnTo>
                    <a:lnTo>
                      <a:pt x="398" y="309"/>
                    </a:lnTo>
                    <a:lnTo>
                      <a:pt x="400" y="309"/>
                    </a:lnTo>
                    <a:lnTo>
                      <a:pt x="402" y="309"/>
                    </a:lnTo>
                    <a:lnTo>
                      <a:pt x="404" y="309"/>
                    </a:lnTo>
                    <a:lnTo>
                      <a:pt x="406" y="307"/>
                    </a:lnTo>
                    <a:lnTo>
                      <a:pt x="408" y="307"/>
                    </a:lnTo>
                    <a:lnTo>
                      <a:pt x="410" y="307"/>
                    </a:lnTo>
                    <a:lnTo>
                      <a:pt x="412" y="307"/>
                    </a:lnTo>
                    <a:lnTo>
                      <a:pt x="414" y="307"/>
                    </a:lnTo>
                    <a:lnTo>
                      <a:pt x="415" y="306"/>
                    </a:lnTo>
                    <a:lnTo>
                      <a:pt x="416" y="306"/>
                    </a:lnTo>
                    <a:lnTo>
                      <a:pt x="418" y="306"/>
                    </a:lnTo>
                    <a:lnTo>
                      <a:pt x="419" y="306"/>
                    </a:lnTo>
                    <a:lnTo>
                      <a:pt x="420" y="306"/>
                    </a:lnTo>
                    <a:lnTo>
                      <a:pt x="421" y="306"/>
                    </a:lnTo>
                    <a:lnTo>
                      <a:pt x="423" y="305"/>
                    </a:lnTo>
                    <a:lnTo>
                      <a:pt x="424" y="305"/>
                    </a:lnTo>
                    <a:lnTo>
                      <a:pt x="425" y="305"/>
                    </a:lnTo>
                    <a:lnTo>
                      <a:pt x="427" y="305"/>
                    </a:lnTo>
                    <a:lnTo>
                      <a:pt x="428" y="305"/>
                    </a:lnTo>
                    <a:lnTo>
                      <a:pt x="429" y="303"/>
                    </a:lnTo>
                    <a:lnTo>
                      <a:pt x="431" y="303"/>
                    </a:lnTo>
                    <a:lnTo>
                      <a:pt x="432" y="303"/>
                    </a:lnTo>
                    <a:lnTo>
                      <a:pt x="433" y="303"/>
                    </a:lnTo>
                    <a:lnTo>
                      <a:pt x="435" y="302"/>
                    </a:lnTo>
                    <a:lnTo>
                      <a:pt x="436" y="302"/>
                    </a:lnTo>
                    <a:lnTo>
                      <a:pt x="437" y="302"/>
                    </a:lnTo>
                    <a:lnTo>
                      <a:pt x="440" y="301"/>
                    </a:lnTo>
                    <a:lnTo>
                      <a:pt x="441" y="301"/>
                    </a:lnTo>
                    <a:lnTo>
                      <a:pt x="443" y="299"/>
                    </a:lnTo>
                    <a:lnTo>
                      <a:pt x="445" y="299"/>
                    </a:lnTo>
                    <a:lnTo>
                      <a:pt x="447" y="298"/>
                    </a:lnTo>
                    <a:lnTo>
                      <a:pt x="449" y="298"/>
                    </a:lnTo>
                    <a:lnTo>
                      <a:pt x="451" y="297"/>
                    </a:lnTo>
                    <a:lnTo>
                      <a:pt x="453" y="297"/>
                    </a:lnTo>
                    <a:lnTo>
                      <a:pt x="456" y="295"/>
                    </a:lnTo>
                    <a:lnTo>
                      <a:pt x="459" y="295"/>
                    </a:lnTo>
                    <a:lnTo>
                      <a:pt x="460" y="294"/>
                    </a:lnTo>
                    <a:lnTo>
                      <a:pt x="463" y="294"/>
                    </a:lnTo>
                    <a:lnTo>
                      <a:pt x="464" y="293"/>
                    </a:lnTo>
                    <a:lnTo>
                      <a:pt x="467" y="293"/>
                    </a:lnTo>
                    <a:lnTo>
                      <a:pt x="468" y="291"/>
                    </a:lnTo>
                    <a:lnTo>
                      <a:pt x="469" y="291"/>
                    </a:lnTo>
                    <a:lnTo>
                      <a:pt x="471" y="291"/>
                    </a:lnTo>
                    <a:lnTo>
                      <a:pt x="472" y="290"/>
                    </a:lnTo>
                    <a:lnTo>
                      <a:pt x="473" y="290"/>
                    </a:lnTo>
                    <a:lnTo>
                      <a:pt x="474" y="290"/>
                    </a:lnTo>
                    <a:lnTo>
                      <a:pt x="476" y="289"/>
                    </a:lnTo>
                    <a:lnTo>
                      <a:pt x="477" y="289"/>
                    </a:lnTo>
                    <a:lnTo>
                      <a:pt x="478" y="289"/>
                    </a:lnTo>
                    <a:lnTo>
                      <a:pt x="480" y="287"/>
                    </a:lnTo>
                    <a:lnTo>
                      <a:pt x="481" y="287"/>
                    </a:lnTo>
                    <a:lnTo>
                      <a:pt x="482" y="287"/>
                    </a:lnTo>
                    <a:lnTo>
                      <a:pt x="484" y="286"/>
                    </a:lnTo>
                    <a:lnTo>
                      <a:pt x="485" y="285"/>
                    </a:lnTo>
                    <a:lnTo>
                      <a:pt x="486" y="285"/>
                    </a:lnTo>
                    <a:lnTo>
                      <a:pt x="488" y="285"/>
                    </a:lnTo>
                    <a:lnTo>
                      <a:pt x="489" y="284"/>
                    </a:lnTo>
                    <a:lnTo>
                      <a:pt x="490" y="284"/>
                    </a:lnTo>
                    <a:lnTo>
                      <a:pt x="492" y="282"/>
                    </a:lnTo>
                    <a:lnTo>
                      <a:pt x="494" y="281"/>
                    </a:lnTo>
                    <a:lnTo>
                      <a:pt x="496" y="281"/>
                    </a:lnTo>
                    <a:lnTo>
                      <a:pt x="497" y="280"/>
                    </a:lnTo>
                    <a:lnTo>
                      <a:pt x="500" y="278"/>
                    </a:lnTo>
                    <a:lnTo>
                      <a:pt x="501" y="278"/>
                    </a:lnTo>
                    <a:lnTo>
                      <a:pt x="504" y="277"/>
                    </a:lnTo>
                    <a:lnTo>
                      <a:pt x="505" y="276"/>
                    </a:lnTo>
                    <a:lnTo>
                      <a:pt x="508" y="274"/>
                    </a:lnTo>
                    <a:lnTo>
                      <a:pt x="509" y="274"/>
                    </a:lnTo>
                    <a:lnTo>
                      <a:pt x="512" y="273"/>
                    </a:lnTo>
                    <a:lnTo>
                      <a:pt x="513" y="272"/>
                    </a:lnTo>
                    <a:lnTo>
                      <a:pt x="514" y="272"/>
                    </a:lnTo>
                    <a:lnTo>
                      <a:pt x="516" y="270"/>
                    </a:lnTo>
                    <a:lnTo>
                      <a:pt x="517" y="270"/>
                    </a:lnTo>
                    <a:lnTo>
                      <a:pt x="518" y="269"/>
                    </a:lnTo>
                    <a:lnTo>
                      <a:pt x="520" y="269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3" y="266"/>
                    </a:lnTo>
                    <a:lnTo>
                      <a:pt x="525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9" y="264"/>
                    </a:lnTo>
                    <a:lnTo>
                      <a:pt x="530" y="264"/>
                    </a:lnTo>
                    <a:lnTo>
                      <a:pt x="531" y="262"/>
                    </a:lnTo>
                    <a:lnTo>
                      <a:pt x="533" y="262"/>
                    </a:lnTo>
                    <a:lnTo>
                      <a:pt x="534" y="261"/>
                    </a:lnTo>
                    <a:lnTo>
                      <a:pt x="535" y="261"/>
                    </a:lnTo>
                    <a:lnTo>
                      <a:pt x="537" y="260"/>
                    </a:lnTo>
                    <a:lnTo>
                      <a:pt x="538" y="260"/>
                    </a:lnTo>
                    <a:lnTo>
                      <a:pt x="539" y="258"/>
                    </a:lnTo>
                    <a:lnTo>
                      <a:pt x="541" y="257"/>
                    </a:lnTo>
                    <a:lnTo>
                      <a:pt x="542" y="257"/>
                    </a:lnTo>
                    <a:lnTo>
                      <a:pt x="543" y="256"/>
                    </a:lnTo>
                    <a:lnTo>
                      <a:pt x="545" y="254"/>
                    </a:lnTo>
                    <a:lnTo>
                      <a:pt x="547" y="253"/>
                    </a:lnTo>
                    <a:lnTo>
                      <a:pt x="549" y="253"/>
                    </a:lnTo>
                    <a:lnTo>
                      <a:pt x="551" y="252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5" y="249"/>
                    </a:lnTo>
                    <a:lnTo>
                      <a:pt x="557" y="248"/>
                    </a:lnTo>
                    <a:lnTo>
                      <a:pt x="558" y="248"/>
                    </a:lnTo>
                    <a:lnTo>
                      <a:pt x="559" y="246"/>
                    </a:lnTo>
                    <a:lnTo>
                      <a:pt x="561" y="246"/>
                    </a:lnTo>
                    <a:lnTo>
                      <a:pt x="562" y="245"/>
                    </a:lnTo>
                    <a:lnTo>
                      <a:pt x="563" y="245"/>
                    </a:lnTo>
                    <a:lnTo>
                      <a:pt x="563" y="244"/>
                    </a:lnTo>
                    <a:lnTo>
                      <a:pt x="565" y="244"/>
                    </a:lnTo>
                    <a:lnTo>
                      <a:pt x="566" y="244"/>
                    </a:lnTo>
                    <a:lnTo>
                      <a:pt x="566" y="242"/>
                    </a:lnTo>
                    <a:lnTo>
                      <a:pt x="567" y="242"/>
                    </a:lnTo>
                    <a:lnTo>
                      <a:pt x="569" y="241"/>
                    </a:lnTo>
                    <a:lnTo>
                      <a:pt x="570" y="241"/>
                    </a:lnTo>
                    <a:lnTo>
                      <a:pt x="571" y="240"/>
                    </a:lnTo>
                    <a:lnTo>
                      <a:pt x="573" y="238"/>
                    </a:lnTo>
                    <a:lnTo>
                      <a:pt x="574" y="238"/>
                    </a:lnTo>
                    <a:lnTo>
                      <a:pt x="574" y="237"/>
                    </a:lnTo>
                    <a:lnTo>
                      <a:pt x="575" y="237"/>
                    </a:lnTo>
                    <a:lnTo>
                      <a:pt x="576" y="236"/>
                    </a:lnTo>
                    <a:lnTo>
                      <a:pt x="578" y="236"/>
                    </a:lnTo>
                    <a:lnTo>
                      <a:pt x="579" y="234"/>
                    </a:lnTo>
                    <a:lnTo>
                      <a:pt x="580" y="234"/>
                    </a:lnTo>
                    <a:lnTo>
                      <a:pt x="582" y="233"/>
                    </a:lnTo>
                    <a:lnTo>
                      <a:pt x="583" y="232"/>
                    </a:lnTo>
                    <a:lnTo>
                      <a:pt x="584" y="231"/>
                    </a:lnTo>
                    <a:lnTo>
                      <a:pt x="586" y="231"/>
                    </a:lnTo>
                    <a:lnTo>
                      <a:pt x="587" y="229"/>
                    </a:lnTo>
                    <a:lnTo>
                      <a:pt x="588" y="228"/>
                    </a:lnTo>
                    <a:lnTo>
                      <a:pt x="590" y="228"/>
                    </a:lnTo>
                    <a:lnTo>
                      <a:pt x="591" y="227"/>
                    </a:lnTo>
                    <a:lnTo>
                      <a:pt x="592" y="227"/>
                    </a:lnTo>
                    <a:lnTo>
                      <a:pt x="594" y="225"/>
                    </a:lnTo>
                    <a:lnTo>
                      <a:pt x="595" y="224"/>
                    </a:lnTo>
                    <a:lnTo>
                      <a:pt x="596" y="224"/>
                    </a:lnTo>
                    <a:lnTo>
                      <a:pt x="596" y="223"/>
                    </a:lnTo>
                    <a:lnTo>
                      <a:pt x="598" y="223"/>
                    </a:lnTo>
                    <a:lnTo>
                      <a:pt x="599" y="221"/>
                    </a:lnTo>
                    <a:lnTo>
                      <a:pt x="600" y="221"/>
                    </a:lnTo>
                    <a:lnTo>
                      <a:pt x="602" y="220"/>
                    </a:lnTo>
                    <a:lnTo>
                      <a:pt x="603" y="219"/>
                    </a:lnTo>
                    <a:lnTo>
                      <a:pt x="604" y="217"/>
                    </a:lnTo>
                    <a:lnTo>
                      <a:pt x="606" y="217"/>
                    </a:lnTo>
                    <a:lnTo>
                      <a:pt x="607" y="216"/>
                    </a:lnTo>
                    <a:lnTo>
                      <a:pt x="608" y="215"/>
                    </a:lnTo>
                    <a:lnTo>
                      <a:pt x="610" y="213"/>
                    </a:lnTo>
                    <a:lnTo>
                      <a:pt x="611" y="213"/>
                    </a:lnTo>
                    <a:lnTo>
                      <a:pt x="611" y="212"/>
                    </a:lnTo>
                    <a:lnTo>
                      <a:pt x="612" y="211"/>
                    </a:lnTo>
                    <a:lnTo>
                      <a:pt x="614" y="211"/>
                    </a:lnTo>
                    <a:lnTo>
                      <a:pt x="615" y="209"/>
                    </a:lnTo>
                    <a:lnTo>
                      <a:pt x="616" y="208"/>
                    </a:lnTo>
                    <a:lnTo>
                      <a:pt x="618" y="208"/>
                    </a:lnTo>
                    <a:lnTo>
                      <a:pt x="618" y="207"/>
                    </a:lnTo>
                    <a:lnTo>
                      <a:pt x="619" y="207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2" y="204"/>
                    </a:lnTo>
                    <a:lnTo>
                      <a:pt x="623" y="204"/>
                    </a:lnTo>
                    <a:lnTo>
                      <a:pt x="623" y="203"/>
                    </a:lnTo>
                    <a:lnTo>
                      <a:pt x="624" y="203"/>
                    </a:lnTo>
                    <a:lnTo>
                      <a:pt x="625" y="201"/>
                    </a:lnTo>
                    <a:lnTo>
                      <a:pt x="627" y="200"/>
                    </a:lnTo>
                    <a:lnTo>
                      <a:pt x="628" y="200"/>
                    </a:lnTo>
                    <a:lnTo>
                      <a:pt x="628" y="199"/>
                    </a:lnTo>
                    <a:lnTo>
                      <a:pt x="629" y="199"/>
                    </a:lnTo>
                    <a:lnTo>
                      <a:pt x="631" y="197"/>
                    </a:lnTo>
                    <a:lnTo>
                      <a:pt x="632" y="197"/>
                    </a:lnTo>
                    <a:lnTo>
                      <a:pt x="633" y="196"/>
                    </a:lnTo>
                    <a:lnTo>
                      <a:pt x="635" y="195"/>
                    </a:lnTo>
                    <a:lnTo>
                      <a:pt x="636" y="193"/>
                    </a:lnTo>
                    <a:lnTo>
                      <a:pt x="637" y="193"/>
                    </a:lnTo>
                    <a:lnTo>
                      <a:pt x="639" y="192"/>
                    </a:lnTo>
                    <a:lnTo>
                      <a:pt x="640" y="192"/>
                    </a:lnTo>
                    <a:lnTo>
                      <a:pt x="640" y="191"/>
                    </a:lnTo>
                    <a:lnTo>
                      <a:pt x="641" y="191"/>
                    </a:lnTo>
                    <a:lnTo>
                      <a:pt x="643" y="189"/>
                    </a:lnTo>
                    <a:lnTo>
                      <a:pt x="644" y="189"/>
                    </a:lnTo>
                    <a:lnTo>
                      <a:pt x="644" y="188"/>
                    </a:lnTo>
                    <a:lnTo>
                      <a:pt x="645" y="188"/>
                    </a:lnTo>
                    <a:lnTo>
                      <a:pt x="645" y="187"/>
                    </a:lnTo>
                    <a:lnTo>
                      <a:pt x="647" y="187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9" y="185"/>
                    </a:lnTo>
                    <a:lnTo>
                      <a:pt x="649" y="184"/>
                    </a:lnTo>
                    <a:lnTo>
                      <a:pt x="651" y="183"/>
                    </a:lnTo>
                    <a:lnTo>
                      <a:pt x="652" y="182"/>
                    </a:lnTo>
                    <a:lnTo>
                      <a:pt x="653" y="180"/>
                    </a:lnTo>
                    <a:lnTo>
                      <a:pt x="655" y="179"/>
                    </a:lnTo>
                    <a:lnTo>
                      <a:pt x="656" y="179"/>
                    </a:lnTo>
                    <a:lnTo>
                      <a:pt x="656" y="178"/>
                    </a:lnTo>
                    <a:lnTo>
                      <a:pt x="657" y="178"/>
                    </a:lnTo>
                    <a:lnTo>
                      <a:pt x="659" y="176"/>
                    </a:lnTo>
                    <a:lnTo>
                      <a:pt x="659" y="175"/>
                    </a:lnTo>
                    <a:lnTo>
                      <a:pt x="660" y="174"/>
                    </a:lnTo>
                    <a:lnTo>
                      <a:pt x="661" y="174"/>
                    </a:lnTo>
                    <a:lnTo>
                      <a:pt x="663" y="172"/>
                    </a:lnTo>
                    <a:lnTo>
                      <a:pt x="664" y="171"/>
                    </a:lnTo>
                    <a:lnTo>
                      <a:pt x="664" y="170"/>
                    </a:lnTo>
                    <a:lnTo>
                      <a:pt x="665" y="168"/>
                    </a:lnTo>
                    <a:lnTo>
                      <a:pt x="667" y="167"/>
                    </a:lnTo>
                    <a:lnTo>
                      <a:pt x="668" y="166"/>
                    </a:lnTo>
                    <a:lnTo>
                      <a:pt x="669" y="164"/>
                    </a:lnTo>
                    <a:lnTo>
                      <a:pt x="671" y="163"/>
                    </a:lnTo>
                    <a:lnTo>
                      <a:pt x="672" y="162"/>
                    </a:lnTo>
                    <a:lnTo>
                      <a:pt x="673" y="160"/>
                    </a:lnTo>
                    <a:lnTo>
                      <a:pt x="674" y="159"/>
                    </a:lnTo>
                    <a:lnTo>
                      <a:pt x="676" y="158"/>
                    </a:lnTo>
                    <a:lnTo>
                      <a:pt x="676" y="156"/>
                    </a:lnTo>
                    <a:lnTo>
                      <a:pt x="677" y="156"/>
                    </a:lnTo>
                    <a:lnTo>
                      <a:pt x="677" y="155"/>
                    </a:lnTo>
                    <a:lnTo>
                      <a:pt x="678" y="155"/>
                    </a:lnTo>
                    <a:lnTo>
                      <a:pt x="678" y="154"/>
                    </a:lnTo>
                    <a:lnTo>
                      <a:pt x="680" y="152"/>
                    </a:lnTo>
                    <a:lnTo>
                      <a:pt x="681" y="152"/>
                    </a:lnTo>
                    <a:lnTo>
                      <a:pt x="681" y="151"/>
                    </a:lnTo>
                    <a:lnTo>
                      <a:pt x="682" y="150"/>
                    </a:lnTo>
                    <a:lnTo>
                      <a:pt x="684" y="148"/>
                    </a:lnTo>
                    <a:lnTo>
                      <a:pt x="685" y="147"/>
                    </a:lnTo>
                    <a:lnTo>
                      <a:pt x="685" y="146"/>
                    </a:lnTo>
                    <a:lnTo>
                      <a:pt x="686" y="144"/>
                    </a:lnTo>
                    <a:lnTo>
                      <a:pt x="688" y="143"/>
                    </a:lnTo>
                    <a:lnTo>
                      <a:pt x="689" y="142"/>
                    </a:lnTo>
                    <a:lnTo>
                      <a:pt x="690" y="140"/>
                    </a:lnTo>
                    <a:lnTo>
                      <a:pt x="692" y="139"/>
                    </a:lnTo>
                    <a:lnTo>
                      <a:pt x="693" y="138"/>
                    </a:lnTo>
                    <a:lnTo>
                      <a:pt x="694" y="136"/>
                    </a:lnTo>
                    <a:lnTo>
                      <a:pt x="696" y="134"/>
                    </a:lnTo>
                    <a:lnTo>
                      <a:pt x="697" y="132"/>
                    </a:lnTo>
                    <a:lnTo>
                      <a:pt x="698" y="131"/>
                    </a:lnTo>
                    <a:lnTo>
                      <a:pt x="700" y="130"/>
                    </a:lnTo>
                    <a:lnTo>
                      <a:pt x="701" y="127"/>
                    </a:lnTo>
                    <a:lnTo>
                      <a:pt x="702" y="126"/>
                    </a:lnTo>
                    <a:lnTo>
                      <a:pt x="704" y="125"/>
                    </a:lnTo>
                    <a:lnTo>
                      <a:pt x="704" y="123"/>
                    </a:lnTo>
                    <a:lnTo>
                      <a:pt x="705" y="122"/>
                    </a:lnTo>
                    <a:lnTo>
                      <a:pt x="706" y="122"/>
                    </a:lnTo>
                    <a:lnTo>
                      <a:pt x="708" y="121"/>
                    </a:lnTo>
                    <a:lnTo>
                      <a:pt x="708" y="119"/>
                    </a:lnTo>
                    <a:lnTo>
                      <a:pt x="709" y="118"/>
                    </a:lnTo>
                    <a:lnTo>
                      <a:pt x="709" y="117"/>
                    </a:lnTo>
                    <a:lnTo>
                      <a:pt x="710" y="117"/>
                    </a:lnTo>
                    <a:lnTo>
                      <a:pt x="712" y="115"/>
                    </a:lnTo>
                    <a:lnTo>
                      <a:pt x="712" y="114"/>
                    </a:lnTo>
                    <a:lnTo>
                      <a:pt x="713" y="113"/>
                    </a:lnTo>
                    <a:lnTo>
                      <a:pt x="714" y="111"/>
                    </a:lnTo>
                    <a:lnTo>
                      <a:pt x="716" y="110"/>
                    </a:lnTo>
                    <a:lnTo>
                      <a:pt x="716" y="109"/>
                    </a:lnTo>
                    <a:lnTo>
                      <a:pt x="717" y="107"/>
                    </a:lnTo>
                    <a:lnTo>
                      <a:pt x="718" y="106"/>
                    </a:lnTo>
                    <a:lnTo>
                      <a:pt x="718" y="105"/>
                    </a:lnTo>
                    <a:lnTo>
                      <a:pt x="720" y="103"/>
                    </a:lnTo>
                    <a:lnTo>
                      <a:pt x="721" y="102"/>
                    </a:lnTo>
                    <a:lnTo>
                      <a:pt x="722" y="101"/>
                    </a:lnTo>
                    <a:lnTo>
                      <a:pt x="724" y="99"/>
                    </a:lnTo>
                    <a:lnTo>
                      <a:pt x="725" y="97"/>
                    </a:lnTo>
                    <a:lnTo>
                      <a:pt x="726" y="95"/>
                    </a:lnTo>
                    <a:lnTo>
                      <a:pt x="727" y="93"/>
                    </a:lnTo>
                    <a:lnTo>
                      <a:pt x="729" y="91"/>
                    </a:lnTo>
                    <a:lnTo>
                      <a:pt x="730" y="89"/>
                    </a:lnTo>
                    <a:lnTo>
                      <a:pt x="731" y="87"/>
                    </a:lnTo>
                    <a:lnTo>
                      <a:pt x="733" y="85"/>
                    </a:lnTo>
                    <a:lnTo>
                      <a:pt x="734" y="83"/>
                    </a:lnTo>
                    <a:lnTo>
                      <a:pt x="735" y="82"/>
                    </a:lnTo>
                    <a:lnTo>
                      <a:pt x="737" y="81"/>
                    </a:lnTo>
                    <a:lnTo>
                      <a:pt x="737" y="80"/>
                    </a:lnTo>
                    <a:lnTo>
                      <a:pt x="738" y="77"/>
                    </a:lnTo>
                    <a:lnTo>
                      <a:pt x="739" y="76"/>
                    </a:lnTo>
                    <a:lnTo>
                      <a:pt x="741" y="76"/>
                    </a:lnTo>
                    <a:lnTo>
                      <a:pt x="741" y="74"/>
                    </a:lnTo>
                    <a:lnTo>
                      <a:pt x="742" y="73"/>
                    </a:lnTo>
                    <a:lnTo>
                      <a:pt x="743" y="72"/>
                    </a:lnTo>
                    <a:lnTo>
                      <a:pt x="743" y="70"/>
                    </a:lnTo>
                    <a:lnTo>
                      <a:pt x="745" y="69"/>
                    </a:lnTo>
                    <a:lnTo>
                      <a:pt x="745" y="68"/>
                    </a:lnTo>
                    <a:lnTo>
                      <a:pt x="746" y="66"/>
                    </a:lnTo>
                    <a:lnTo>
                      <a:pt x="747" y="66"/>
                    </a:lnTo>
                    <a:lnTo>
                      <a:pt x="747" y="65"/>
                    </a:lnTo>
                    <a:lnTo>
                      <a:pt x="749" y="64"/>
                    </a:lnTo>
                    <a:lnTo>
                      <a:pt x="749" y="62"/>
                    </a:lnTo>
                    <a:lnTo>
                      <a:pt x="750" y="61"/>
                    </a:lnTo>
                    <a:lnTo>
                      <a:pt x="751" y="60"/>
                    </a:lnTo>
                    <a:lnTo>
                      <a:pt x="753" y="58"/>
                    </a:lnTo>
                    <a:lnTo>
                      <a:pt x="753" y="57"/>
                    </a:lnTo>
                    <a:lnTo>
                      <a:pt x="754" y="56"/>
                    </a:lnTo>
                    <a:lnTo>
                      <a:pt x="755" y="54"/>
                    </a:lnTo>
                    <a:lnTo>
                      <a:pt x="757" y="52"/>
                    </a:lnTo>
                    <a:lnTo>
                      <a:pt x="758" y="50"/>
                    </a:lnTo>
                    <a:lnTo>
                      <a:pt x="759" y="48"/>
                    </a:lnTo>
                    <a:lnTo>
                      <a:pt x="761" y="46"/>
                    </a:lnTo>
                    <a:lnTo>
                      <a:pt x="762" y="44"/>
                    </a:lnTo>
                    <a:lnTo>
                      <a:pt x="763" y="42"/>
                    </a:lnTo>
                    <a:lnTo>
                      <a:pt x="766" y="40"/>
                    </a:lnTo>
                    <a:lnTo>
                      <a:pt x="767" y="38"/>
                    </a:lnTo>
                    <a:lnTo>
                      <a:pt x="769" y="36"/>
                    </a:lnTo>
                    <a:lnTo>
                      <a:pt x="770" y="34"/>
                    </a:lnTo>
                    <a:lnTo>
                      <a:pt x="770" y="33"/>
                    </a:lnTo>
                    <a:lnTo>
                      <a:pt x="771" y="32"/>
                    </a:lnTo>
                    <a:lnTo>
                      <a:pt x="773" y="30"/>
                    </a:lnTo>
                    <a:lnTo>
                      <a:pt x="774" y="29"/>
                    </a:lnTo>
                    <a:lnTo>
                      <a:pt x="774" y="28"/>
                    </a:lnTo>
                    <a:lnTo>
                      <a:pt x="775" y="27"/>
                    </a:lnTo>
                    <a:lnTo>
                      <a:pt x="776" y="25"/>
                    </a:lnTo>
                    <a:lnTo>
                      <a:pt x="776" y="24"/>
                    </a:lnTo>
                    <a:lnTo>
                      <a:pt x="778" y="23"/>
                    </a:lnTo>
                    <a:lnTo>
                      <a:pt x="778" y="21"/>
                    </a:lnTo>
                    <a:lnTo>
                      <a:pt x="779" y="21"/>
                    </a:lnTo>
                    <a:lnTo>
                      <a:pt x="779" y="20"/>
                    </a:lnTo>
                    <a:lnTo>
                      <a:pt x="780" y="19"/>
                    </a:lnTo>
                    <a:lnTo>
                      <a:pt x="780" y="17"/>
                    </a:lnTo>
                    <a:lnTo>
                      <a:pt x="782" y="17"/>
                    </a:lnTo>
                    <a:lnTo>
                      <a:pt x="782" y="16"/>
                    </a:lnTo>
                    <a:lnTo>
                      <a:pt x="783" y="15"/>
                    </a:lnTo>
                    <a:lnTo>
                      <a:pt x="783" y="13"/>
                    </a:lnTo>
                    <a:lnTo>
                      <a:pt x="784" y="12"/>
                    </a:lnTo>
                    <a:lnTo>
                      <a:pt x="786" y="11"/>
                    </a:lnTo>
                    <a:lnTo>
                      <a:pt x="786" y="9"/>
                    </a:lnTo>
                    <a:lnTo>
                      <a:pt x="787" y="8"/>
                    </a:lnTo>
                    <a:lnTo>
                      <a:pt x="787" y="7"/>
                    </a:lnTo>
                    <a:lnTo>
                      <a:pt x="788" y="5"/>
                    </a:lnTo>
                    <a:lnTo>
                      <a:pt x="790" y="4"/>
                    </a:lnTo>
                    <a:lnTo>
                      <a:pt x="790" y="3"/>
                    </a:lnTo>
                    <a:lnTo>
                      <a:pt x="791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977" name="Freeform 8">
                <a:extLst>
                  <a:ext uri="{FF2B5EF4-FFF2-40B4-BE49-F238E27FC236}">
                    <a16:creationId xmlns:a16="http://schemas.microsoft.com/office/drawing/2014/main" id="{3AB8729A-8F83-425F-B177-E7FD37B7E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435350"/>
                <a:ext cx="73025" cy="250825"/>
              </a:xfrm>
              <a:custGeom>
                <a:avLst/>
                <a:gdLst>
                  <a:gd name="T0" fmla="*/ 2147483646 w 94"/>
                  <a:gd name="T1" fmla="*/ 2147483646 h 317"/>
                  <a:gd name="T2" fmla="*/ 2147483646 w 94"/>
                  <a:gd name="T3" fmla="*/ 2147483646 h 317"/>
                  <a:gd name="T4" fmla="*/ 2147483646 w 94"/>
                  <a:gd name="T5" fmla="*/ 2147483646 h 317"/>
                  <a:gd name="T6" fmla="*/ 2147483646 w 94"/>
                  <a:gd name="T7" fmla="*/ 2147483646 h 317"/>
                  <a:gd name="T8" fmla="*/ 2147483646 w 94"/>
                  <a:gd name="T9" fmla="*/ 2147483646 h 317"/>
                  <a:gd name="T10" fmla="*/ 2147483646 w 94"/>
                  <a:gd name="T11" fmla="*/ 2147483646 h 317"/>
                  <a:gd name="T12" fmla="*/ 2147483646 w 94"/>
                  <a:gd name="T13" fmla="*/ 2147483646 h 317"/>
                  <a:gd name="T14" fmla="*/ 2147483646 w 94"/>
                  <a:gd name="T15" fmla="*/ 2147483646 h 317"/>
                  <a:gd name="T16" fmla="*/ 2147483646 w 94"/>
                  <a:gd name="T17" fmla="*/ 2147483646 h 317"/>
                  <a:gd name="T18" fmla="*/ 2147483646 w 94"/>
                  <a:gd name="T19" fmla="*/ 2147483646 h 317"/>
                  <a:gd name="T20" fmla="*/ 2147483646 w 94"/>
                  <a:gd name="T21" fmla="*/ 2147483646 h 317"/>
                  <a:gd name="T22" fmla="*/ 2147483646 w 94"/>
                  <a:gd name="T23" fmla="*/ 2147483646 h 317"/>
                  <a:gd name="T24" fmla="*/ 2147483646 w 94"/>
                  <a:gd name="T25" fmla="*/ 2147483646 h 317"/>
                  <a:gd name="T26" fmla="*/ 2147483646 w 94"/>
                  <a:gd name="T27" fmla="*/ 2147483646 h 317"/>
                  <a:gd name="T28" fmla="*/ 2147483646 w 94"/>
                  <a:gd name="T29" fmla="*/ 2147483646 h 317"/>
                  <a:gd name="T30" fmla="*/ 2147483646 w 94"/>
                  <a:gd name="T31" fmla="*/ 2147483646 h 317"/>
                  <a:gd name="T32" fmla="*/ 2147483646 w 94"/>
                  <a:gd name="T33" fmla="*/ 2147483646 h 317"/>
                  <a:gd name="T34" fmla="*/ 2147483646 w 94"/>
                  <a:gd name="T35" fmla="*/ 2147483646 h 317"/>
                  <a:gd name="T36" fmla="*/ 2147483646 w 94"/>
                  <a:gd name="T37" fmla="*/ 2147483646 h 317"/>
                  <a:gd name="T38" fmla="*/ 2147483646 w 94"/>
                  <a:gd name="T39" fmla="*/ 2147483646 h 317"/>
                  <a:gd name="T40" fmla="*/ 2147483646 w 94"/>
                  <a:gd name="T41" fmla="*/ 2147483646 h 317"/>
                  <a:gd name="T42" fmla="*/ 2147483646 w 94"/>
                  <a:gd name="T43" fmla="*/ 2147483646 h 317"/>
                  <a:gd name="T44" fmla="*/ 2147483646 w 94"/>
                  <a:gd name="T45" fmla="*/ 2147483646 h 317"/>
                  <a:gd name="T46" fmla="*/ 2147483646 w 94"/>
                  <a:gd name="T47" fmla="*/ 2147483646 h 317"/>
                  <a:gd name="T48" fmla="*/ 2147483646 w 94"/>
                  <a:gd name="T49" fmla="*/ 2147483646 h 317"/>
                  <a:gd name="T50" fmla="*/ 2147483646 w 94"/>
                  <a:gd name="T51" fmla="*/ 2147483646 h 317"/>
                  <a:gd name="T52" fmla="*/ 2147483646 w 94"/>
                  <a:gd name="T53" fmla="*/ 2147483646 h 317"/>
                  <a:gd name="T54" fmla="*/ 2147483646 w 94"/>
                  <a:gd name="T55" fmla="*/ 2147483646 h 317"/>
                  <a:gd name="T56" fmla="*/ 2147483646 w 94"/>
                  <a:gd name="T57" fmla="*/ 2147483646 h 317"/>
                  <a:gd name="T58" fmla="*/ 2147483646 w 94"/>
                  <a:gd name="T59" fmla="*/ 2147483646 h 317"/>
                  <a:gd name="T60" fmla="*/ 2147483646 w 94"/>
                  <a:gd name="T61" fmla="*/ 2147483646 h 317"/>
                  <a:gd name="T62" fmla="*/ 2147483646 w 94"/>
                  <a:gd name="T63" fmla="*/ 2147483646 h 317"/>
                  <a:gd name="T64" fmla="*/ 2147483646 w 94"/>
                  <a:gd name="T65" fmla="*/ 2147483646 h 317"/>
                  <a:gd name="T66" fmla="*/ 2147483646 w 94"/>
                  <a:gd name="T67" fmla="*/ 2147483646 h 317"/>
                  <a:gd name="T68" fmla="*/ 2147483646 w 94"/>
                  <a:gd name="T69" fmla="*/ 2147483646 h 317"/>
                  <a:gd name="T70" fmla="*/ 2147483646 w 94"/>
                  <a:gd name="T71" fmla="*/ 2147483646 h 317"/>
                  <a:gd name="T72" fmla="*/ 2147483646 w 94"/>
                  <a:gd name="T73" fmla="*/ 2147483646 h 317"/>
                  <a:gd name="T74" fmla="*/ 2147483646 w 94"/>
                  <a:gd name="T75" fmla="*/ 2147483646 h 317"/>
                  <a:gd name="T76" fmla="*/ 2147483646 w 94"/>
                  <a:gd name="T77" fmla="*/ 2147483646 h 317"/>
                  <a:gd name="T78" fmla="*/ 2147483646 w 94"/>
                  <a:gd name="T79" fmla="*/ 2147483646 h 317"/>
                  <a:gd name="T80" fmla="*/ 2147483646 w 94"/>
                  <a:gd name="T81" fmla="*/ 2147483646 h 317"/>
                  <a:gd name="T82" fmla="*/ 2147483646 w 94"/>
                  <a:gd name="T83" fmla="*/ 2147483646 h 317"/>
                  <a:gd name="T84" fmla="*/ 2147483646 w 94"/>
                  <a:gd name="T85" fmla="*/ 2147483646 h 317"/>
                  <a:gd name="T86" fmla="*/ 2147483646 w 94"/>
                  <a:gd name="T87" fmla="*/ 2147483646 h 317"/>
                  <a:gd name="T88" fmla="*/ 2147483646 w 94"/>
                  <a:gd name="T89" fmla="*/ 2147483646 h 317"/>
                  <a:gd name="T90" fmla="*/ 2147483646 w 94"/>
                  <a:gd name="T91" fmla="*/ 2147483646 h 317"/>
                  <a:gd name="T92" fmla="*/ 2147483646 w 94"/>
                  <a:gd name="T93" fmla="*/ 2147483646 h 317"/>
                  <a:gd name="T94" fmla="*/ 2147483646 w 94"/>
                  <a:gd name="T95" fmla="*/ 2147483646 h 317"/>
                  <a:gd name="T96" fmla="*/ 2147483646 w 94"/>
                  <a:gd name="T97" fmla="*/ 2147483646 h 317"/>
                  <a:gd name="T98" fmla="*/ 2147483646 w 94"/>
                  <a:gd name="T99" fmla="*/ 2147483646 h 317"/>
                  <a:gd name="T100" fmla="*/ 2147483646 w 94"/>
                  <a:gd name="T101" fmla="*/ 2147483646 h 317"/>
                  <a:gd name="T102" fmla="*/ 2147483646 w 94"/>
                  <a:gd name="T103" fmla="*/ 2147483646 h 317"/>
                  <a:gd name="T104" fmla="*/ 2147483646 w 94"/>
                  <a:gd name="T105" fmla="*/ 2147483646 h 317"/>
                  <a:gd name="T106" fmla="*/ 2147483646 w 94"/>
                  <a:gd name="T107" fmla="*/ 2147483646 h 317"/>
                  <a:gd name="T108" fmla="*/ 2147483646 w 94"/>
                  <a:gd name="T109" fmla="*/ 2147483646 h 317"/>
                  <a:gd name="T110" fmla="*/ 2147483646 w 94"/>
                  <a:gd name="T111" fmla="*/ 2147483646 h 317"/>
                  <a:gd name="T112" fmla="*/ 2147483646 w 94"/>
                  <a:gd name="T113" fmla="*/ 2147483646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7">
                    <a:moveTo>
                      <a:pt x="0" y="0"/>
                    </a:moveTo>
                    <a:lnTo>
                      <a:pt x="3" y="4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8" y="14"/>
                    </a:lnTo>
                    <a:lnTo>
                      <a:pt x="9" y="16"/>
                    </a:lnTo>
                    <a:lnTo>
                      <a:pt x="11" y="19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6" y="27"/>
                    </a:lnTo>
                    <a:lnTo>
                      <a:pt x="16" y="30"/>
                    </a:lnTo>
                    <a:lnTo>
                      <a:pt x="17" y="31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0" y="35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6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0" y="61"/>
                    </a:lnTo>
                    <a:lnTo>
                      <a:pt x="32" y="63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3" y="67"/>
                    </a:lnTo>
                    <a:lnTo>
                      <a:pt x="34" y="68"/>
                    </a:lnTo>
                    <a:lnTo>
                      <a:pt x="34" y="69"/>
                    </a:lnTo>
                    <a:lnTo>
                      <a:pt x="36" y="71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5"/>
                    </a:lnTo>
                    <a:lnTo>
                      <a:pt x="37" y="76"/>
                    </a:lnTo>
                    <a:lnTo>
                      <a:pt x="38" y="77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40" y="80"/>
                    </a:lnTo>
                    <a:lnTo>
                      <a:pt x="40" y="81"/>
                    </a:lnTo>
                    <a:lnTo>
                      <a:pt x="40" y="83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7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4"/>
                    </a:lnTo>
                    <a:lnTo>
                      <a:pt x="45" y="97"/>
                    </a:lnTo>
                    <a:lnTo>
                      <a:pt x="46" y="98"/>
                    </a:lnTo>
                    <a:lnTo>
                      <a:pt x="46" y="101"/>
                    </a:lnTo>
                    <a:lnTo>
                      <a:pt x="48" y="102"/>
                    </a:lnTo>
                    <a:lnTo>
                      <a:pt x="49" y="105"/>
                    </a:lnTo>
                    <a:lnTo>
                      <a:pt x="49" y="106"/>
                    </a:lnTo>
                    <a:lnTo>
                      <a:pt x="50" y="109"/>
                    </a:lnTo>
                    <a:lnTo>
                      <a:pt x="50" y="110"/>
                    </a:lnTo>
                    <a:lnTo>
                      <a:pt x="52" y="113"/>
                    </a:lnTo>
                    <a:lnTo>
                      <a:pt x="52" y="114"/>
                    </a:lnTo>
                    <a:lnTo>
                      <a:pt x="53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4" y="120"/>
                    </a:lnTo>
                    <a:lnTo>
                      <a:pt x="54" y="121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8" y="130"/>
                    </a:lnTo>
                    <a:lnTo>
                      <a:pt x="58" y="132"/>
                    </a:lnTo>
                    <a:lnTo>
                      <a:pt x="58" y="133"/>
                    </a:lnTo>
                    <a:lnTo>
                      <a:pt x="60" y="134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60" y="138"/>
                    </a:lnTo>
                    <a:lnTo>
                      <a:pt x="61" y="140"/>
                    </a:lnTo>
                    <a:lnTo>
                      <a:pt x="61" y="141"/>
                    </a:lnTo>
                    <a:lnTo>
                      <a:pt x="62" y="142"/>
                    </a:lnTo>
                    <a:lnTo>
                      <a:pt x="62" y="145"/>
                    </a:lnTo>
                    <a:lnTo>
                      <a:pt x="64" y="146"/>
                    </a:lnTo>
                    <a:lnTo>
                      <a:pt x="64" y="149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6" y="155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61"/>
                    </a:lnTo>
                    <a:lnTo>
                      <a:pt x="68" y="162"/>
                    </a:lnTo>
                    <a:lnTo>
                      <a:pt x="69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70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71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3" y="175"/>
                    </a:lnTo>
                    <a:lnTo>
                      <a:pt x="73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4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6" y="185"/>
                    </a:lnTo>
                    <a:lnTo>
                      <a:pt x="76" y="186"/>
                    </a:lnTo>
                    <a:lnTo>
                      <a:pt x="76" y="187"/>
                    </a:lnTo>
                    <a:lnTo>
                      <a:pt x="77" y="189"/>
                    </a:lnTo>
                    <a:lnTo>
                      <a:pt x="77" y="191"/>
                    </a:lnTo>
                    <a:lnTo>
                      <a:pt x="77" y="193"/>
                    </a:lnTo>
                    <a:lnTo>
                      <a:pt x="78" y="195"/>
                    </a:lnTo>
                    <a:lnTo>
                      <a:pt x="78" y="196"/>
                    </a:lnTo>
                    <a:lnTo>
                      <a:pt x="79" y="199"/>
                    </a:lnTo>
                    <a:lnTo>
                      <a:pt x="79" y="200"/>
                    </a:lnTo>
                    <a:lnTo>
                      <a:pt x="81" y="203"/>
                    </a:lnTo>
                    <a:lnTo>
                      <a:pt x="81" y="204"/>
                    </a:lnTo>
                    <a:lnTo>
                      <a:pt x="82" y="207"/>
                    </a:lnTo>
                    <a:lnTo>
                      <a:pt x="82" y="208"/>
                    </a:lnTo>
                    <a:lnTo>
                      <a:pt x="82" y="210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4"/>
                    </a:lnTo>
                    <a:lnTo>
                      <a:pt x="85" y="215"/>
                    </a:lnTo>
                    <a:lnTo>
                      <a:pt x="85" y="216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6" y="220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4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7" y="228"/>
                    </a:lnTo>
                    <a:lnTo>
                      <a:pt x="87" y="230"/>
                    </a:lnTo>
                    <a:lnTo>
                      <a:pt x="87" y="231"/>
                    </a:lnTo>
                    <a:lnTo>
                      <a:pt x="87" y="232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6"/>
                    </a:lnTo>
                    <a:lnTo>
                      <a:pt x="87" y="238"/>
                    </a:lnTo>
                    <a:lnTo>
                      <a:pt x="87" y="240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9" y="245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3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7"/>
                    </a:lnTo>
                    <a:lnTo>
                      <a:pt x="90" y="257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90" y="261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5"/>
                    </a:lnTo>
                    <a:lnTo>
                      <a:pt x="90" y="267"/>
                    </a:lnTo>
                    <a:lnTo>
                      <a:pt x="91" y="268"/>
                    </a:lnTo>
                    <a:lnTo>
                      <a:pt x="91" y="269"/>
                    </a:lnTo>
                    <a:lnTo>
                      <a:pt x="91" y="271"/>
                    </a:lnTo>
                    <a:lnTo>
                      <a:pt x="91" y="272"/>
                    </a:lnTo>
                    <a:lnTo>
                      <a:pt x="91" y="273"/>
                    </a:lnTo>
                    <a:lnTo>
                      <a:pt x="93" y="275"/>
                    </a:lnTo>
                    <a:lnTo>
                      <a:pt x="93" y="276"/>
                    </a:lnTo>
                    <a:lnTo>
                      <a:pt x="93" y="277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1"/>
                    </a:lnTo>
                    <a:lnTo>
                      <a:pt x="94" y="281"/>
                    </a:lnTo>
                    <a:lnTo>
                      <a:pt x="94" y="283"/>
                    </a:lnTo>
                    <a:lnTo>
                      <a:pt x="94" y="284"/>
                    </a:lnTo>
                    <a:lnTo>
                      <a:pt x="94" y="285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7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1"/>
                    </a:lnTo>
                    <a:lnTo>
                      <a:pt x="94" y="302"/>
                    </a:lnTo>
                    <a:lnTo>
                      <a:pt x="94" y="304"/>
                    </a:lnTo>
                    <a:lnTo>
                      <a:pt x="94" y="306"/>
                    </a:lnTo>
                    <a:lnTo>
                      <a:pt x="94" y="308"/>
                    </a:lnTo>
                    <a:lnTo>
                      <a:pt x="94" y="310"/>
                    </a:lnTo>
                    <a:lnTo>
                      <a:pt x="94" y="312"/>
                    </a:lnTo>
                    <a:lnTo>
                      <a:pt x="94" y="314"/>
                    </a:lnTo>
                    <a:lnTo>
                      <a:pt x="93" y="317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978" name="Freeform 9">
                <a:extLst>
                  <a:ext uri="{FF2B5EF4-FFF2-40B4-BE49-F238E27FC236}">
                    <a16:creationId xmlns:a16="http://schemas.microsoft.com/office/drawing/2014/main" id="{F7A2067C-CA89-4419-A397-0B5EDBA3F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684588"/>
                <a:ext cx="73025" cy="252412"/>
              </a:xfrm>
              <a:custGeom>
                <a:avLst/>
                <a:gdLst>
                  <a:gd name="T0" fmla="*/ 2147483646 w 94"/>
                  <a:gd name="T1" fmla="*/ 2147483646 h 316"/>
                  <a:gd name="T2" fmla="*/ 2147483646 w 94"/>
                  <a:gd name="T3" fmla="*/ 2147483646 h 316"/>
                  <a:gd name="T4" fmla="*/ 2147483646 w 94"/>
                  <a:gd name="T5" fmla="*/ 2147483646 h 316"/>
                  <a:gd name="T6" fmla="*/ 2147483646 w 94"/>
                  <a:gd name="T7" fmla="*/ 2147483646 h 316"/>
                  <a:gd name="T8" fmla="*/ 2147483646 w 94"/>
                  <a:gd name="T9" fmla="*/ 2147483646 h 316"/>
                  <a:gd name="T10" fmla="*/ 2147483646 w 94"/>
                  <a:gd name="T11" fmla="*/ 2147483646 h 316"/>
                  <a:gd name="T12" fmla="*/ 2147483646 w 94"/>
                  <a:gd name="T13" fmla="*/ 2147483646 h 316"/>
                  <a:gd name="T14" fmla="*/ 2147483646 w 94"/>
                  <a:gd name="T15" fmla="*/ 2147483646 h 316"/>
                  <a:gd name="T16" fmla="*/ 2147483646 w 94"/>
                  <a:gd name="T17" fmla="*/ 2147483646 h 316"/>
                  <a:gd name="T18" fmla="*/ 2147483646 w 94"/>
                  <a:gd name="T19" fmla="*/ 2147483646 h 316"/>
                  <a:gd name="T20" fmla="*/ 2147483646 w 94"/>
                  <a:gd name="T21" fmla="*/ 2147483646 h 316"/>
                  <a:gd name="T22" fmla="*/ 2147483646 w 94"/>
                  <a:gd name="T23" fmla="*/ 2147483646 h 316"/>
                  <a:gd name="T24" fmla="*/ 2147483646 w 94"/>
                  <a:gd name="T25" fmla="*/ 2147483646 h 316"/>
                  <a:gd name="T26" fmla="*/ 2147483646 w 94"/>
                  <a:gd name="T27" fmla="*/ 2147483646 h 316"/>
                  <a:gd name="T28" fmla="*/ 2147483646 w 94"/>
                  <a:gd name="T29" fmla="*/ 2147483646 h 316"/>
                  <a:gd name="T30" fmla="*/ 2147483646 w 94"/>
                  <a:gd name="T31" fmla="*/ 2147483646 h 316"/>
                  <a:gd name="T32" fmla="*/ 2147483646 w 94"/>
                  <a:gd name="T33" fmla="*/ 2147483646 h 316"/>
                  <a:gd name="T34" fmla="*/ 2147483646 w 94"/>
                  <a:gd name="T35" fmla="*/ 2147483646 h 316"/>
                  <a:gd name="T36" fmla="*/ 2147483646 w 94"/>
                  <a:gd name="T37" fmla="*/ 2147483646 h 316"/>
                  <a:gd name="T38" fmla="*/ 2147483646 w 94"/>
                  <a:gd name="T39" fmla="*/ 2147483646 h 316"/>
                  <a:gd name="T40" fmla="*/ 2147483646 w 94"/>
                  <a:gd name="T41" fmla="*/ 2147483646 h 316"/>
                  <a:gd name="T42" fmla="*/ 2147483646 w 94"/>
                  <a:gd name="T43" fmla="*/ 2147483646 h 316"/>
                  <a:gd name="T44" fmla="*/ 2147483646 w 94"/>
                  <a:gd name="T45" fmla="*/ 2147483646 h 316"/>
                  <a:gd name="T46" fmla="*/ 2147483646 w 94"/>
                  <a:gd name="T47" fmla="*/ 2147483646 h 316"/>
                  <a:gd name="T48" fmla="*/ 2147483646 w 94"/>
                  <a:gd name="T49" fmla="*/ 2147483646 h 316"/>
                  <a:gd name="T50" fmla="*/ 2147483646 w 94"/>
                  <a:gd name="T51" fmla="*/ 2147483646 h 316"/>
                  <a:gd name="T52" fmla="*/ 2147483646 w 94"/>
                  <a:gd name="T53" fmla="*/ 2147483646 h 316"/>
                  <a:gd name="T54" fmla="*/ 2147483646 w 94"/>
                  <a:gd name="T55" fmla="*/ 2147483646 h 316"/>
                  <a:gd name="T56" fmla="*/ 2147483646 w 94"/>
                  <a:gd name="T57" fmla="*/ 2147483646 h 316"/>
                  <a:gd name="T58" fmla="*/ 2147483646 w 94"/>
                  <a:gd name="T59" fmla="*/ 2147483646 h 316"/>
                  <a:gd name="T60" fmla="*/ 2147483646 w 94"/>
                  <a:gd name="T61" fmla="*/ 2147483646 h 316"/>
                  <a:gd name="T62" fmla="*/ 2147483646 w 94"/>
                  <a:gd name="T63" fmla="*/ 2147483646 h 316"/>
                  <a:gd name="T64" fmla="*/ 2147483646 w 94"/>
                  <a:gd name="T65" fmla="*/ 2147483646 h 316"/>
                  <a:gd name="T66" fmla="*/ 2147483646 w 94"/>
                  <a:gd name="T67" fmla="*/ 2147483646 h 316"/>
                  <a:gd name="T68" fmla="*/ 2147483646 w 94"/>
                  <a:gd name="T69" fmla="*/ 2147483646 h 316"/>
                  <a:gd name="T70" fmla="*/ 2147483646 w 94"/>
                  <a:gd name="T71" fmla="*/ 2147483646 h 316"/>
                  <a:gd name="T72" fmla="*/ 2147483646 w 94"/>
                  <a:gd name="T73" fmla="*/ 2147483646 h 316"/>
                  <a:gd name="T74" fmla="*/ 2147483646 w 94"/>
                  <a:gd name="T75" fmla="*/ 2147483646 h 316"/>
                  <a:gd name="T76" fmla="*/ 2147483646 w 94"/>
                  <a:gd name="T77" fmla="*/ 2147483646 h 316"/>
                  <a:gd name="T78" fmla="*/ 2147483646 w 94"/>
                  <a:gd name="T79" fmla="*/ 2147483646 h 316"/>
                  <a:gd name="T80" fmla="*/ 2147483646 w 94"/>
                  <a:gd name="T81" fmla="*/ 2147483646 h 316"/>
                  <a:gd name="T82" fmla="*/ 2147483646 w 94"/>
                  <a:gd name="T83" fmla="*/ 2147483646 h 316"/>
                  <a:gd name="T84" fmla="*/ 2147483646 w 94"/>
                  <a:gd name="T85" fmla="*/ 2147483646 h 316"/>
                  <a:gd name="T86" fmla="*/ 2147483646 w 94"/>
                  <a:gd name="T87" fmla="*/ 2147483646 h 316"/>
                  <a:gd name="T88" fmla="*/ 2147483646 w 94"/>
                  <a:gd name="T89" fmla="*/ 2147483646 h 316"/>
                  <a:gd name="T90" fmla="*/ 2147483646 w 94"/>
                  <a:gd name="T91" fmla="*/ 2147483646 h 316"/>
                  <a:gd name="T92" fmla="*/ 2147483646 w 94"/>
                  <a:gd name="T93" fmla="*/ 2147483646 h 316"/>
                  <a:gd name="T94" fmla="*/ 2147483646 w 94"/>
                  <a:gd name="T95" fmla="*/ 2147483646 h 316"/>
                  <a:gd name="T96" fmla="*/ 2147483646 w 94"/>
                  <a:gd name="T97" fmla="*/ 2147483646 h 316"/>
                  <a:gd name="T98" fmla="*/ 2147483646 w 94"/>
                  <a:gd name="T99" fmla="*/ 2147483646 h 316"/>
                  <a:gd name="T100" fmla="*/ 2147483646 w 94"/>
                  <a:gd name="T101" fmla="*/ 2147483646 h 316"/>
                  <a:gd name="T102" fmla="*/ 2147483646 w 94"/>
                  <a:gd name="T103" fmla="*/ 2147483646 h 316"/>
                  <a:gd name="T104" fmla="*/ 2147483646 w 94"/>
                  <a:gd name="T105" fmla="*/ 2147483646 h 316"/>
                  <a:gd name="T106" fmla="*/ 2147483646 w 94"/>
                  <a:gd name="T107" fmla="*/ 2147483646 h 316"/>
                  <a:gd name="T108" fmla="*/ 2147483646 w 94"/>
                  <a:gd name="T109" fmla="*/ 2147483646 h 316"/>
                  <a:gd name="T110" fmla="*/ 2147483646 w 94"/>
                  <a:gd name="T111" fmla="*/ 2147483646 h 316"/>
                  <a:gd name="T112" fmla="*/ 2147483646 w 94"/>
                  <a:gd name="T113" fmla="*/ 2147483646 h 31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4" h="316">
                    <a:moveTo>
                      <a:pt x="0" y="316"/>
                    </a:moveTo>
                    <a:lnTo>
                      <a:pt x="3" y="312"/>
                    </a:lnTo>
                    <a:lnTo>
                      <a:pt x="4" y="310"/>
                    </a:lnTo>
                    <a:lnTo>
                      <a:pt x="7" y="306"/>
                    </a:lnTo>
                    <a:lnTo>
                      <a:pt x="8" y="303"/>
                    </a:lnTo>
                    <a:lnTo>
                      <a:pt x="9" y="300"/>
                    </a:lnTo>
                    <a:lnTo>
                      <a:pt x="11" y="298"/>
                    </a:lnTo>
                    <a:lnTo>
                      <a:pt x="12" y="295"/>
                    </a:lnTo>
                    <a:lnTo>
                      <a:pt x="13" y="294"/>
                    </a:lnTo>
                    <a:lnTo>
                      <a:pt x="15" y="291"/>
                    </a:lnTo>
                    <a:lnTo>
                      <a:pt x="16" y="290"/>
                    </a:lnTo>
                    <a:lnTo>
                      <a:pt x="16" y="287"/>
                    </a:lnTo>
                    <a:lnTo>
                      <a:pt x="17" y="286"/>
                    </a:lnTo>
                    <a:lnTo>
                      <a:pt x="19" y="285"/>
                    </a:lnTo>
                    <a:lnTo>
                      <a:pt x="19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21" y="279"/>
                    </a:lnTo>
                    <a:lnTo>
                      <a:pt x="21" y="278"/>
                    </a:lnTo>
                    <a:lnTo>
                      <a:pt x="23" y="277"/>
                    </a:lnTo>
                    <a:lnTo>
                      <a:pt x="23" y="275"/>
                    </a:lnTo>
                    <a:lnTo>
                      <a:pt x="24" y="274"/>
                    </a:lnTo>
                    <a:lnTo>
                      <a:pt x="24" y="273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7" y="267"/>
                    </a:lnTo>
                    <a:lnTo>
                      <a:pt x="27" y="266"/>
                    </a:lnTo>
                    <a:lnTo>
                      <a:pt x="28" y="265"/>
                    </a:lnTo>
                    <a:lnTo>
                      <a:pt x="28" y="263"/>
                    </a:lnTo>
                    <a:lnTo>
                      <a:pt x="29" y="261"/>
                    </a:lnTo>
                    <a:lnTo>
                      <a:pt x="29" y="259"/>
                    </a:lnTo>
                    <a:lnTo>
                      <a:pt x="30" y="258"/>
                    </a:lnTo>
                    <a:lnTo>
                      <a:pt x="30" y="255"/>
                    </a:lnTo>
                    <a:lnTo>
                      <a:pt x="32" y="254"/>
                    </a:lnTo>
                    <a:lnTo>
                      <a:pt x="33" y="253"/>
                    </a:lnTo>
                    <a:lnTo>
                      <a:pt x="33" y="251"/>
                    </a:lnTo>
                    <a:lnTo>
                      <a:pt x="33" y="250"/>
                    </a:lnTo>
                    <a:lnTo>
                      <a:pt x="34" y="249"/>
                    </a:lnTo>
                    <a:lnTo>
                      <a:pt x="34" y="247"/>
                    </a:lnTo>
                    <a:lnTo>
                      <a:pt x="36" y="246"/>
                    </a:lnTo>
                    <a:lnTo>
                      <a:pt x="36" y="245"/>
                    </a:lnTo>
                    <a:lnTo>
                      <a:pt x="36" y="243"/>
                    </a:lnTo>
                    <a:lnTo>
                      <a:pt x="37" y="242"/>
                    </a:lnTo>
                    <a:lnTo>
                      <a:pt x="37" y="241"/>
                    </a:lnTo>
                    <a:lnTo>
                      <a:pt x="38" y="239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40" y="237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0"/>
                    </a:lnTo>
                    <a:lnTo>
                      <a:pt x="42" y="229"/>
                    </a:lnTo>
                    <a:lnTo>
                      <a:pt x="42" y="228"/>
                    </a:lnTo>
                    <a:lnTo>
                      <a:pt x="42" y="226"/>
                    </a:lnTo>
                    <a:lnTo>
                      <a:pt x="44" y="225"/>
                    </a:lnTo>
                    <a:lnTo>
                      <a:pt x="44" y="224"/>
                    </a:lnTo>
                    <a:lnTo>
                      <a:pt x="45" y="222"/>
                    </a:lnTo>
                    <a:lnTo>
                      <a:pt x="45" y="220"/>
                    </a:lnTo>
                    <a:lnTo>
                      <a:pt x="46" y="218"/>
                    </a:lnTo>
                    <a:lnTo>
                      <a:pt x="46" y="216"/>
                    </a:lnTo>
                    <a:lnTo>
                      <a:pt x="48" y="214"/>
                    </a:lnTo>
                    <a:lnTo>
                      <a:pt x="49" y="212"/>
                    </a:lnTo>
                    <a:lnTo>
                      <a:pt x="49" y="210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52" y="204"/>
                    </a:lnTo>
                    <a:lnTo>
                      <a:pt x="52" y="202"/>
                    </a:lnTo>
                    <a:lnTo>
                      <a:pt x="53" y="201"/>
                    </a:lnTo>
                    <a:lnTo>
                      <a:pt x="53" y="200"/>
                    </a:lnTo>
                    <a:lnTo>
                      <a:pt x="53" y="198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6" y="194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8" y="184"/>
                    </a:lnTo>
                    <a:lnTo>
                      <a:pt x="60" y="183"/>
                    </a:lnTo>
                    <a:lnTo>
                      <a:pt x="60" y="181"/>
                    </a:lnTo>
                    <a:lnTo>
                      <a:pt x="60" y="180"/>
                    </a:lnTo>
                    <a:lnTo>
                      <a:pt x="60" y="179"/>
                    </a:lnTo>
                    <a:lnTo>
                      <a:pt x="61" y="177"/>
                    </a:lnTo>
                    <a:lnTo>
                      <a:pt x="61" y="176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4" y="171"/>
                    </a:lnTo>
                    <a:lnTo>
                      <a:pt x="64" y="168"/>
                    </a:lnTo>
                    <a:lnTo>
                      <a:pt x="64" y="165"/>
                    </a:lnTo>
                    <a:lnTo>
                      <a:pt x="65" y="164"/>
                    </a:lnTo>
                    <a:lnTo>
                      <a:pt x="66" y="161"/>
                    </a:lnTo>
                    <a:lnTo>
                      <a:pt x="66" y="160"/>
                    </a:lnTo>
                    <a:lnTo>
                      <a:pt x="66" y="157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9" y="153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0" y="148"/>
                    </a:lnTo>
                    <a:lnTo>
                      <a:pt x="70" y="147"/>
                    </a:lnTo>
                    <a:lnTo>
                      <a:pt x="70" y="145"/>
                    </a:lnTo>
                    <a:lnTo>
                      <a:pt x="72" y="144"/>
                    </a:lnTo>
                    <a:lnTo>
                      <a:pt x="72" y="143"/>
                    </a:lnTo>
                    <a:lnTo>
                      <a:pt x="72" y="141"/>
                    </a:lnTo>
                    <a:lnTo>
                      <a:pt x="73" y="141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3" y="137"/>
                    </a:lnTo>
                    <a:lnTo>
                      <a:pt x="74" y="136"/>
                    </a:lnTo>
                    <a:lnTo>
                      <a:pt x="74" y="135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6" y="131"/>
                    </a:lnTo>
                    <a:lnTo>
                      <a:pt x="76" y="130"/>
                    </a:lnTo>
                    <a:lnTo>
                      <a:pt x="77" y="128"/>
                    </a:lnTo>
                    <a:lnTo>
                      <a:pt x="77" y="126"/>
                    </a:lnTo>
                    <a:lnTo>
                      <a:pt x="77" y="124"/>
                    </a:lnTo>
                    <a:lnTo>
                      <a:pt x="78" y="122"/>
                    </a:lnTo>
                    <a:lnTo>
                      <a:pt x="78" y="120"/>
                    </a:lnTo>
                    <a:lnTo>
                      <a:pt x="79" y="118"/>
                    </a:lnTo>
                    <a:lnTo>
                      <a:pt x="79" y="116"/>
                    </a:lnTo>
                    <a:lnTo>
                      <a:pt x="81" y="114"/>
                    </a:lnTo>
                    <a:lnTo>
                      <a:pt x="81" y="112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2" y="107"/>
                    </a:lnTo>
                    <a:lnTo>
                      <a:pt x="83" y="106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5" y="102"/>
                    </a:lnTo>
                    <a:lnTo>
                      <a:pt x="85" y="100"/>
                    </a:lnTo>
                    <a:lnTo>
                      <a:pt x="85" y="99"/>
                    </a:lnTo>
                    <a:lnTo>
                      <a:pt x="85" y="98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2"/>
                    </a:lnTo>
                    <a:lnTo>
                      <a:pt x="86" y="91"/>
                    </a:lnTo>
                    <a:lnTo>
                      <a:pt x="86" y="90"/>
                    </a:lnTo>
                    <a:lnTo>
                      <a:pt x="87" y="90"/>
                    </a:lnTo>
                    <a:lnTo>
                      <a:pt x="87" y="88"/>
                    </a:lnTo>
                    <a:lnTo>
                      <a:pt x="87" y="87"/>
                    </a:lnTo>
                    <a:lnTo>
                      <a:pt x="87" y="86"/>
                    </a:lnTo>
                    <a:lnTo>
                      <a:pt x="87" y="84"/>
                    </a:lnTo>
                    <a:lnTo>
                      <a:pt x="87" y="83"/>
                    </a:lnTo>
                    <a:lnTo>
                      <a:pt x="87" y="82"/>
                    </a:lnTo>
                    <a:lnTo>
                      <a:pt x="87" y="81"/>
                    </a:lnTo>
                    <a:lnTo>
                      <a:pt x="87" y="78"/>
                    </a:lnTo>
                    <a:lnTo>
                      <a:pt x="87" y="77"/>
                    </a:lnTo>
                    <a:lnTo>
                      <a:pt x="89" y="75"/>
                    </a:lnTo>
                    <a:lnTo>
                      <a:pt x="89" y="73"/>
                    </a:lnTo>
                    <a:lnTo>
                      <a:pt x="89" y="71"/>
                    </a:lnTo>
                    <a:lnTo>
                      <a:pt x="89" y="70"/>
                    </a:lnTo>
                    <a:lnTo>
                      <a:pt x="89" y="67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59"/>
                    </a:lnTo>
                    <a:lnTo>
                      <a:pt x="90" y="59"/>
                    </a:lnTo>
                    <a:lnTo>
                      <a:pt x="90" y="58"/>
                    </a:lnTo>
                    <a:lnTo>
                      <a:pt x="90" y="57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1" y="49"/>
                    </a:lnTo>
                    <a:lnTo>
                      <a:pt x="91" y="47"/>
                    </a:lnTo>
                    <a:lnTo>
                      <a:pt x="91" y="46"/>
                    </a:lnTo>
                    <a:lnTo>
                      <a:pt x="91" y="45"/>
                    </a:lnTo>
                    <a:lnTo>
                      <a:pt x="91" y="43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5"/>
                    </a:lnTo>
                    <a:lnTo>
                      <a:pt x="94" y="35"/>
                    </a:lnTo>
                    <a:lnTo>
                      <a:pt x="94" y="34"/>
                    </a:lnTo>
                    <a:lnTo>
                      <a:pt x="94" y="33"/>
                    </a:lnTo>
                    <a:lnTo>
                      <a:pt x="94" y="31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4" y="6"/>
                    </a:lnTo>
                    <a:lnTo>
                      <a:pt x="94" y="5"/>
                    </a:lnTo>
                    <a:lnTo>
                      <a:pt x="94" y="2"/>
                    </a:lnTo>
                    <a:lnTo>
                      <a:pt x="93" y="0"/>
                    </a:lnTo>
                  </a:path>
                </a:pathLst>
              </a:custGeom>
              <a:noFill/>
              <a:ln w="20701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6956" name="Shape 1907">
              <a:extLst>
                <a:ext uri="{FF2B5EF4-FFF2-40B4-BE49-F238E27FC236}">
                  <a16:creationId xmlns:a16="http://schemas.microsoft.com/office/drawing/2014/main" id="{D0B6353E-63E7-4227-B0F3-153CA0905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9217" y="1757706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1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 </a:t>
              </a:r>
            </a:p>
          </p:txBody>
        </p:sp>
        <p:cxnSp>
          <p:nvCxnSpPr>
            <p:cNvPr id="166957" name="Shape 1905">
              <a:extLst>
                <a:ext uri="{FF2B5EF4-FFF2-40B4-BE49-F238E27FC236}">
                  <a16:creationId xmlns:a16="http://schemas.microsoft.com/office/drawing/2014/main" id="{D3E4B120-4E42-41D8-A2F5-6FB290544B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788065" y="4257211"/>
              <a:ext cx="1957509" cy="2303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66958" name="Group 6">
              <a:extLst>
                <a:ext uri="{FF2B5EF4-FFF2-40B4-BE49-F238E27FC236}">
                  <a16:creationId xmlns:a16="http://schemas.microsoft.com/office/drawing/2014/main" id="{3C614B83-346C-4D94-899F-F61939BF66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1813" y="4526825"/>
              <a:ext cx="298450" cy="328613"/>
              <a:chOff x="5051813" y="4931555"/>
              <a:chExt cx="298450" cy="328613"/>
            </a:xfrm>
          </p:grpSpPr>
          <p:sp>
            <p:nvSpPr>
              <p:cNvPr id="166971" name="Shape 1914">
                <a:extLst>
                  <a:ext uri="{FF2B5EF4-FFF2-40B4-BE49-F238E27FC236}">
                    <a16:creationId xmlns:a16="http://schemas.microsoft.com/office/drawing/2014/main" id="{FE0314DD-F3B3-4315-82DF-75D9CF8AAD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51813" y="4931555"/>
                <a:ext cx="236538" cy="288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y </a:t>
                </a:r>
              </a:p>
            </p:txBody>
          </p:sp>
          <p:sp>
            <p:nvSpPr>
              <p:cNvPr id="166972" name="Shape 1915">
                <a:extLst>
                  <a:ext uri="{FF2B5EF4-FFF2-40B4-BE49-F238E27FC236}">
                    <a16:creationId xmlns:a16="http://schemas.microsoft.com/office/drawing/2014/main" id="{E6EB4C02-18F2-45D0-AA7E-F001A73129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43888" y="5017280"/>
                <a:ext cx="206375" cy="242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25000"/>
                  <a:buFont typeface="Times New Roman" panose="02020603050405020304" pitchFamily="18" charset="0"/>
                  <a:buNone/>
                  <a:tabLst/>
                  <a:defRPr/>
                </a:pPr>
                <a:r>
                  <a:rPr kumimoji="0" lang="en-US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Times New Roman" panose="02020603050405020304" pitchFamily="18" charset="0"/>
                  </a:rPr>
                  <a:t>2 </a:t>
                </a:r>
              </a:p>
            </p:txBody>
          </p:sp>
          <p:cxnSp>
            <p:nvCxnSpPr>
              <p:cNvPr id="166973" name="Shape 1901">
                <a:extLst>
                  <a:ext uri="{FF2B5EF4-FFF2-40B4-BE49-F238E27FC236}">
                    <a16:creationId xmlns:a16="http://schemas.microsoft.com/office/drawing/2014/main" id="{1A3AB10E-B3F2-4FB2-B525-BF33C48A10A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065989" y="4968410"/>
                <a:ext cx="138303" cy="1588"/>
              </a:xfrm>
              <a:prstGeom prst="straightConnector1">
                <a:avLst/>
              </a:prstGeom>
              <a:noFill/>
              <a:ln w="190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66959" name="Shape 1921">
              <a:extLst>
                <a:ext uri="{FF2B5EF4-FFF2-40B4-BE49-F238E27FC236}">
                  <a16:creationId xmlns:a16="http://schemas.microsoft.com/office/drawing/2014/main" id="{4F9C2270-3CD8-486A-8760-667059F3BF7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80571" y="1631793"/>
              <a:ext cx="1371392" cy="1943558"/>
            </a:xfrm>
            <a:custGeom>
              <a:avLst/>
              <a:gdLst>
                <a:gd name="T0" fmla="*/ 0 w 10047"/>
                <a:gd name="T1" fmla="*/ 1943558 h 11776"/>
                <a:gd name="T2" fmla="*/ 0 w 10047"/>
                <a:gd name="T3" fmla="*/ 293118 h 11776"/>
                <a:gd name="T4" fmla="*/ 1364977 w 10047"/>
                <a:gd name="T5" fmla="*/ 293118 h 11776"/>
                <a:gd name="T6" fmla="*/ 1371392 w 10047"/>
                <a:gd name="T7" fmla="*/ 0 h 11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11776" extrusionOk="0">
                  <a:moveTo>
                    <a:pt x="0" y="11776"/>
                  </a:moveTo>
                  <a:lnTo>
                    <a:pt x="0" y="1776"/>
                  </a:lnTo>
                  <a:lnTo>
                    <a:pt x="10000" y="1776"/>
                  </a:lnTo>
                  <a:cubicBezTo>
                    <a:pt x="10016" y="1184"/>
                    <a:pt x="10031" y="592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0" name="Shape 1921">
              <a:extLst>
                <a:ext uri="{FF2B5EF4-FFF2-40B4-BE49-F238E27FC236}">
                  <a16:creationId xmlns:a16="http://schemas.microsoft.com/office/drawing/2014/main" id="{C6E2D174-924D-4B0C-A69C-D77AD717ED6C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401579" y="5287917"/>
              <a:ext cx="3001173" cy="198485"/>
            </a:xfrm>
            <a:custGeom>
              <a:avLst/>
              <a:gdLst>
                <a:gd name="T0" fmla="*/ 0 w 403"/>
                <a:gd name="T1" fmla="*/ 2147483646 h 3051"/>
                <a:gd name="T2" fmla="*/ 0 w 403"/>
                <a:gd name="T3" fmla="*/ 0 h 3051"/>
                <a:gd name="T4" fmla="*/ 2147483646 w 403"/>
                <a:gd name="T5" fmla="*/ 0 h 3051"/>
                <a:gd name="T6" fmla="*/ 0 60000 65536"/>
                <a:gd name="T7" fmla="*/ 0 60000 65536"/>
                <a:gd name="T8" fmla="*/ 0 60000 65536"/>
                <a:gd name="T9" fmla="*/ 0 w 403"/>
                <a:gd name="T10" fmla="*/ 0 h 3051"/>
                <a:gd name="T11" fmla="*/ 403 w 403"/>
                <a:gd name="T12" fmla="*/ 3051 h 30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3" h="3051" extrusionOk="0">
                  <a:moveTo>
                    <a:pt x="0" y="3051"/>
                  </a:moveTo>
                  <a:lnTo>
                    <a:pt x="0" y="0"/>
                  </a:lnTo>
                  <a:lnTo>
                    <a:pt x="403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1" name="Shape 1922">
              <a:extLst>
                <a:ext uri="{FF2B5EF4-FFF2-40B4-BE49-F238E27FC236}">
                  <a16:creationId xmlns:a16="http://schemas.microsoft.com/office/drawing/2014/main" id="{8AE63D05-5D1A-4820-97B4-5161AFC1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238" y="5452520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2" name="Shape 1922">
              <a:extLst>
                <a:ext uri="{FF2B5EF4-FFF2-40B4-BE49-F238E27FC236}">
                  <a16:creationId xmlns:a16="http://schemas.microsoft.com/office/drawing/2014/main" id="{DC102F6B-695A-4A0F-8F69-9D5EF3DE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395" y="4128389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66963" name="Group 2">
              <a:extLst>
                <a:ext uri="{FF2B5EF4-FFF2-40B4-BE49-F238E27FC236}">
                  <a16:creationId xmlns:a16="http://schemas.microsoft.com/office/drawing/2014/main" id="{CF457637-2066-42B3-B0A4-72ED479FA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40342" y="3292692"/>
              <a:ext cx="535407" cy="349926"/>
              <a:chOff x="4699000" y="5430838"/>
              <a:chExt cx="579438" cy="441325"/>
            </a:xfrm>
          </p:grpSpPr>
          <p:sp>
            <p:nvSpPr>
              <p:cNvPr id="166969" name="Freeform 18">
                <a:extLst>
                  <a:ext uri="{FF2B5EF4-FFF2-40B4-BE49-F238E27FC236}">
                    <a16:creationId xmlns:a16="http://schemas.microsoft.com/office/drawing/2014/main" id="{961CA2A1-E8B4-4FAD-B39B-C6A824311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0" y="5430838"/>
                <a:ext cx="442913" cy="441325"/>
              </a:xfrm>
              <a:custGeom>
                <a:avLst/>
                <a:gdLst>
                  <a:gd name="T0" fmla="*/ 2147483646 w 556"/>
                  <a:gd name="T1" fmla="*/ 2147483646 h 556"/>
                  <a:gd name="T2" fmla="*/ 0 w 556"/>
                  <a:gd name="T3" fmla="*/ 2147483646 h 556"/>
                  <a:gd name="T4" fmla="*/ 0 w 556"/>
                  <a:gd name="T5" fmla="*/ 0 h 556"/>
                  <a:gd name="T6" fmla="*/ 2147483646 w 556"/>
                  <a:gd name="T7" fmla="*/ 2147483646 h 5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6" h="556">
                    <a:moveTo>
                      <a:pt x="556" y="265"/>
                    </a:moveTo>
                    <a:lnTo>
                      <a:pt x="0" y="556"/>
                    </a:lnTo>
                    <a:lnTo>
                      <a:pt x="0" y="0"/>
                    </a:lnTo>
                    <a:lnTo>
                      <a:pt x="556" y="265"/>
                    </a:lnTo>
                    <a:close/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66970" name="Freeform 19">
                <a:extLst>
                  <a:ext uri="{FF2B5EF4-FFF2-40B4-BE49-F238E27FC236}">
                    <a16:creationId xmlns:a16="http://schemas.microsoft.com/office/drawing/2014/main" id="{84A72D28-CE85-4F2D-B4B6-934682B71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963" y="5581650"/>
                <a:ext cx="117475" cy="119063"/>
              </a:xfrm>
              <a:custGeom>
                <a:avLst/>
                <a:gdLst>
                  <a:gd name="T0" fmla="*/ 2147483646 w 149"/>
                  <a:gd name="T1" fmla="*/ 0 h 150"/>
                  <a:gd name="T2" fmla="*/ 2147483646 w 149"/>
                  <a:gd name="T3" fmla="*/ 2147483646 h 150"/>
                  <a:gd name="T4" fmla="*/ 2147483646 w 149"/>
                  <a:gd name="T5" fmla="*/ 2147483646 h 150"/>
                  <a:gd name="T6" fmla="*/ 2147483646 w 149"/>
                  <a:gd name="T7" fmla="*/ 2147483646 h 150"/>
                  <a:gd name="T8" fmla="*/ 2147483646 w 149"/>
                  <a:gd name="T9" fmla="*/ 2147483646 h 150"/>
                  <a:gd name="T10" fmla="*/ 2147483646 w 149"/>
                  <a:gd name="T11" fmla="*/ 2147483646 h 150"/>
                  <a:gd name="T12" fmla="*/ 2147483646 w 149"/>
                  <a:gd name="T13" fmla="*/ 2147483646 h 150"/>
                  <a:gd name="T14" fmla="*/ 2147483646 w 149"/>
                  <a:gd name="T15" fmla="*/ 2147483646 h 150"/>
                  <a:gd name="T16" fmla="*/ 2147483646 w 149"/>
                  <a:gd name="T17" fmla="*/ 2147483646 h 150"/>
                  <a:gd name="T18" fmla="*/ 2147483646 w 149"/>
                  <a:gd name="T19" fmla="*/ 2147483646 h 150"/>
                  <a:gd name="T20" fmla="*/ 0 w 149"/>
                  <a:gd name="T21" fmla="*/ 2147483646 h 150"/>
                  <a:gd name="T22" fmla="*/ 0 w 149"/>
                  <a:gd name="T23" fmla="*/ 2147483646 h 150"/>
                  <a:gd name="T24" fmla="*/ 2147483646 w 149"/>
                  <a:gd name="T25" fmla="*/ 2147483646 h 150"/>
                  <a:gd name="T26" fmla="*/ 2147483646 w 149"/>
                  <a:gd name="T27" fmla="*/ 2147483646 h 150"/>
                  <a:gd name="T28" fmla="*/ 2147483646 w 149"/>
                  <a:gd name="T29" fmla="*/ 2147483646 h 150"/>
                  <a:gd name="T30" fmla="*/ 2147483646 w 149"/>
                  <a:gd name="T31" fmla="*/ 2147483646 h 150"/>
                  <a:gd name="T32" fmla="*/ 2147483646 w 149"/>
                  <a:gd name="T33" fmla="*/ 2147483646 h 150"/>
                  <a:gd name="T34" fmla="*/ 2147483646 w 149"/>
                  <a:gd name="T35" fmla="*/ 2147483646 h 150"/>
                  <a:gd name="T36" fmla="*/ 2147483646 w 149"/>
                  <a:gd name="T37" fmla="*/ 2147483646 h 150"/>
                  <a:gd name="T38" fmla="*/ 2147483646 w 149"/>
                  <a:gd name="T39" fmla="*/ 2147483646 h 150"/>
                  <a:gd name="T40" fmla="*/ 2147483646 w 149"/>
                  <a:gd name="T41" fmla="*/ 2147483646 h 150"/>
                  <a:gd name="T42" fmla="*/ 2147483646 w 149"/>
                  <a:gd name="T43" fmla="*/ 2147483646 h 150"/>
                  <a:gd name="T44" fmla="*/ 2147483646 w 149"/>
                  <a:gd name="T45" fmla="*/ 2147483646 h 150"/>
                  <a:gd name="T46" fmla="*/ 2147483646 w 149"/>
                  <a:gd name="T47" fmla="*/ 2147483646 h 150"/>
                  <a:gd name="T48" fmla="*/ 2147483646 w 149"/>
                  <a:gd name="T49" fmla="*/ 2147483646 h 150"/>
                  <a:gd name="T50" fmla="*/ 2147483646 w 149"/>
                  <a:gd name="T51" fmla="*/ 2147483646 h 150"/>
                  <a:gd name="T52" fmla="*/ 2147483646 w 149"/>
                  <a:gd name="T53" fmla="*/ 2147483646 h 150"/>
                  <a:gd name="T54" fmla="*/ 2147483646 w 149"/>
                  <a:gd name="T55" fmla="*/ 2147483646 h 150"/>
                  <a:gd name="T56" fmla="*/ 2147483646 w 149"/>
                  <a:gd name="T57" fmla="*/ 2147483646 h 150"/>
                  <a:gd name="T58" fmla="*/ 2147483646 w 149"/>
                  <a:gd name="T59" fmla="*/ 2147483646 h 150"/>
                  <a:gd name="T60" fmla="*/ 2147483646 w 149"/>
                  <a:gd name="T61" fmla="*/ 2147483646 h 150"/>
                  <a:gd name="T62" fmla="*/ 2147483646 w 149"/>
                  <a:gd name="T63" fmla="*/ 2147483646 h 150"/>
                  <a:gd name="T64" fmla="*/ 2147483646 w 149"/>
                  <a:gd name="T65" fmla="*/ 2147483646 h 150"/>
                  <a:gd name="T66" fmla="*/ 2147483646 w 149"/>
                  <a:gd name="T67" fmla="*/ 2147483646 h 150"/>
                  <a:gd name="T68" fmla="*/ 2147483646 w 149"/>
                  <a:gd name="T69" fmla="*/ 2147483646 h 150"/>
                  <a:gd name="T70" fmla="*/ 2147483646 w 149"/>
                  <a:gd name="T71" fmla="*/ 2147483646 h 150"/>
                  <a:gd name="T72" fmla="*/ 2147483646 w 149"/>
                  <a:gd name="T73" fmla="*/ 2147483646 h 150"/>
                  <a:gd name="T74" fmla="*/ 2147483646 w 149"/>
                  <a:gd name="T75" fmla="*/ 2147483646 h 150"/>
                  <a:gd name="T76" fmla="*/ 2147483646 w 149"/>
                  <a:gd name="T77" fmla="*/ 2147483646 h 150"/>
                  <a:gd name="T78" fmla="*/ 2147483646 w 149"/>
                  <a:gd name="T79" fmla="*/ 2147483646 h 150"/>
                  <a:gd name="T80" fmla="*/ 2147483646 w 149"/>
                  <a:gd name="T81" fmla="*/ 2147483646 h 150"/>
                  <a:gd name="T82" fmla="*/ 2147483646 w 149"/>
                  <a:gd name="T83" fmla="*/ 2147483646 h 150"/>
                  <a:gd name="T84" fmla="*/ 2147483646 w 149"/>
                  <a:gd name="T85" fmla="*/ 0 h 150"/>
                  <a:gd name="T86" fmla="*/ 2147483646 w 149"/>
                  <a:gd name="T87" fmla="*/ 0 h 1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150">
                    <a:moveTo>
                      <a:pt x="75" y="0"/>
                    </a:moveTo>
                    <a:lnTo>
                      <a:pt x="71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3" y="3"/>
                    </a:lnTo>
                    <a:lnTo>
                      <a:pt x="49" y="4"/>
                    </a:lnTo>
                    <a:lnTo>
                      <a:pt x="46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5" y="11"/>
                    </a:lnTo>
                    <a:lnTo>
                      <a:pt x="33" y="12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22" y="22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6"/>
                    </a:lnTo>
                    <a:lnTo>
                      <a:pt x="9" y="39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5" y="49"/>
                    </a:lnTo>
                    <a:lnTo>
                      <a:pt x="4" y="52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4" y="97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3"/>
                    </a:lnTo>
                    <a:lnTo>
                      <a:pt x="13" y="117"/>
                    </a:lnTo>
                    <a:lnTo>
                      <a:pt x="14" y="120"/>
                    </a:lnTo>
                    <a:lnTo>
                      <a:pt x="17" y="122"/>
                    </a:lnTo>
                    <a:lnTo>
                      <a:pt x="19" y="125"/>
                    </a:lnTo>
                    <a:lnTo>
                      <a:pt x="22" y="127"/>
                    </a:lnTo>
                    <a:lnTo>
                      <a:pt x="25" y="130"/>
                    </a:lnTo>
                    <a:lnTo>
                      <a:pt x="27" y="133"/>
                    </a:lnTo>
                    <a:lnTo>
                      <a:pt x="30" y="134"/>
                    </a:lnTo>
                    <a:lnTo>
                      <a:pt x="33" y="137"/>
                    </a:lnTo>
                    <a:lnTo>
                      <a:pt x="35" y="139"/>
                    </a:lnTo>
                    <a:lnTo>
                      <a:pt x="39" y="141"/>
                    </a:lnTo>
                    <a:lnTo>
                      <a:pt x="42" y="142"/>
                    </a:lnTo>
                    <a:lnTo>
                      <a:pt x="46" y="143"/>
                    </a:lnTo>
                    <a:lnTo>
                      <a:pt x="49" y="145"/>
                    </a:lnTo>
                    <a:lnTo>
                      <a:pt x="53" y="146"/>
                    </a:lnTo>
                    <a:lnTo>
                      <a:pt x="57" y="147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71" y="150"/>
                    </a:lnTo>
                    <a:lnTo>
                      <a:pt x="75" y="150"/>
                    </a:lnTo>
                    <a:lnTo>
                      <a:pt x="79" y="150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7"/>
                    </a:lnTo>
                    <a:lnTo>
                      <a:pt x="98" y="146"/>
                    </a:lnTo>
                    <a:lnTo>
                      <a:pt x="100" y="145"/>
                    </a:lnTo>
                    <a:lnTo>
                      <a:pt x="104" y="143"/>
                    </a:lnTo>
                    <a:lnTo>
                      <a:pt x="107" y="142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7"/>
                    </a:lnTo>
                    <a:lnTo>
                      <a:pt x="120" y="134"/>
                    </a:lnTo>
                    <a:lnTo>
                      <a:pt x="123" y="133"/>
                    </a:lnTo>
                    <a:lnTo>
                      <a:pt x="125" y="130"/>
                    </a:lnTo>
                    <a:lnTo>
                      <a:pt x="128" y="127"/>
                    </a:lnTo>
                    <a:lnTo>
                      <a:pt x="131" y="125"/>
                    </a:lnTo>
                    <a:lnTo>
                      <a:pt x="132" y="122"/>
                    </a:lnTo>
                    <a:lnTo>
                      <a:pt x="135" y="120"/>
                    </a:lnTo>
                    <a:lnTo>
                      <a:pt x="137" y="117"/>
                    </a:lnTo>
                    <a:lnTo>
                      <a:pt x="139" y="113"/>
                    </a:lnTo>
                    <a:lnTo>
                      <a:pt x="141" y="110"/>
                    </a:lnTo>
                    <a:lnTo>
                      <a:pt x="143" y="108"/>
                    </a:lnTo>
                    <a:lnTo>
                      <a:pt x="144" y="104"/>
                    </a:lnTo>
                    <a:lnTo>
                      <a:pt x="145" y="101"/>
                    </a:lnTo>
                    <a:lnTo>
                      <a:pt x="147" y="97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78"/>
                    </a:lnTo>
                    <a:lnTo>
                      <a:pt x="149" y="75"/>
                    </a:lnTo>
                    <a:lnTo>
                      <a:pt x="149" y="71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8" y="60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5" y="49"/>
                    </a:lnTo>
                    <a:lnTo>
                      <a:pt x="144" y="45"/>
                    </a:lnTo>
                    <a:lnTo>
                      <a:pt x="143" y="43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37" y="32"/>
                    </a:lnTo>
                    <a:lnTo>
                      <a:pt x="135" y="29"/>
                    </a:lnTo>
                    <a:lnTo>
                      <a:pt x="132" y="27"/>
                    </a:lnTo>
                    <a:lnTo>
                      <a:pt x="131" y="24"/>
                    </a:lnTo>
                    <a:lnTo>
                      <a:pt x="128" y="22"/>
                    </a:lnTo>
                    <a:lnTo>
                      <a:pt x="125" y="19"/>
                    </a:lnTo>
                    <a:lnTo>
                      <a:pt x="123" y="16"/>
                    </a:lnTo>
                    <a:lnTo>
                      <a:pt x="120" y="15"/>
                    </a:lnTo>
                    <a:lnTo>
                      <a:pt x="116" y="12"/>
                    </a:lnTo>
                    <a:lnTo>
                      <a:pt x="114" y="11"/>
                    </a:lnTo>
                    <a:lnTo>
                      <a:pt x="111" y="8"/>
                    </a:lnTo>
                    <a:lnTo>
                      <a:pt x="107" y="7"/>
                    </a:lnTo>
                    <a:lnTo>
                      <a:pt x="104" y="6"/>
                    </a:lnTo>
                    <a:lnTo>
                      <a:pt x="100" y="4"/>
                    </a:lnTo>
                    <a:lnTo>
                      <a:pt x="98" y="3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66964" name="Shape 1921">
              <a:extLst>
                <a:ext uri="{FF2B5EF4-FFF2-40B4-BE49-F238E27FC236}">
                  <a16:creationId xmlns:a16="http://schemas.microsoft.com/office/drawing/2014/main" id="{E9BAD428-FEAB-4D47-A290-495CCCF2C0D2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5135375" y="3266700"/>
              <a:ext cx="1236617" cy="1928483"/>
            </a:xfrm>
            <a:custGeom>
              <a:avLst/>
              <a:gdLst>
                <a:gd name="T0" fmla="*/ 7884 w 10039"/>
                <a:gd name="T1" fmla="*/ 1928483 h 10243"/>
                <a:gd name="T2" fmla="*/ 0 w 10039"/>
                <a:gd name="T3" fmla="*/ 1657181 h 10243"/>
                <a:gd name="T4" fmla="*/ 1231813 w 10039"/>
                <a:gd name="T5" fmla="*/ 1657181 h 10243"/>
                <a:gd name="T6" fmla="*/ 1236617 w 10039"/>
                <a:gd name="T7" fmla="*/ 0 h 102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9" h="10243" extrusionOk="0">
                  <a:moveTo>
                    <a:pt x="64" y="10243"/>
                  </a:moveTo>
                  <a:cubicBezTo>
                    <a:pt x="43" y="9763"/>
                    <a:pt x="21" y="9282"/>
                    <a:pt x="0" y="8802"/>
                  </a:cubicBezTo>
                  <a:lnTo>
                    <a:pt x="10000" y="8802"/>
                  </a:lnTo>
                  <a:lnTo>
                    <a:pt x="10039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5" name="Shape 1921">
              <a:extLst>
                <a:ext uri="{FF2B5EF4-FFF2-40B4-BE49-F238E27FC236}">
                  <a16:creationId xmlns:a16="http://schemas.microsoft.com/office/drawing/2014/main" id="{90CBD100-1754-486C-AD76-9E8935D6E524}"/>
                </a:ext>
              </a:extLst>
            </p:cNvPr>
            <p:cNvSpPr>
              <a:spLocks/>
            </p:cNvSpPr>
            <p:nvPr/>
          </p:nvSpPr>
          <p:spPr bwMode="auto">
            <a:xfrm rot="5400000" flipH="1" flipV="1">
              <a:off x="5851723" y="3097411"/>
              <a:ext cx="512737" cy="1273358"/>
            </a:xfrm>
            <a:custGeom>
              <a:avLst/>
              <a:gdLst>
                <a:gd name="T0" fmla="*/ 0 w 10000"/>
                <a:gd name="T1" fmla="*/ 1273358 h 10000"/>
                <a:gd name="T2" fmla="*/ 0 w 10000"/>
                <a:gd name="T3" fmla="*/ 0 h 10000"/>
                <a:gd name="T4" fmla="*/ 512737 w 10000"/>
                <a:gd name="T5" fmla="*/ 0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00" h="10000" extrusionOk="0">
                  <a:moveTo>
                    <a:pt x="0" y="10000"/>
                  </a:moveTo>
                  <a:lnTo>
                    <a:pt x="0" y="0"/>
                  </a:lnTo>
                  <a:lnTo>
                    <a:pt x="10000" y="0"/>
                  </a:ln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6" name="Shape 1922">
              <a:extLst>
                <a:ext uri="{FF2B5EF4-FFF2-40B4-BE49-F238E27FC236}">
                  <a16:creationId xmlns:a16="http://schemas.microsoft.com/office/drawing/2014/main" id="{ED571D81-5B06-41E5-BCFA-3CD1C136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1441" y="3423851"/>
              <a:ext cx="67456" cy="58868"/>
            </a:xfrm>
            <a:custGeom>
              <a:avLst/>
              <a:gdLst>
                <a:gd name="T0" fmla="*/ 0 w 87"/>
                <a:gd name="T1" fmla="*/ 2147483646 h 58"/>
                <a:gd name="T2" fmla="*/ 0 w 87"/>
                <a:gd name="T3" fmla="*/ 2147483646 h 58"/>
                <a:gd name="T4" fmla="*/ 2147483646 w 87"/>
                <a:gd name="T5" fmla="*/ 2147483646 h 58"/>
                <a:gd name="T6" fmla="*/ 2147483646 w 87"/>
                <a:gd name="T7" fmla="*/ 2147483646 h 58"/>
                <a:gd name="T8" fmla="*/ 2147483646 w 87"/>
                <a:gd name="T9" fmla="*/ 2147483646 h 58"/>
                <a:gd name="T10" fmla="*/ 2147483646 w 87"/>
                <a:gd name="T11" fmla="*/ 2147483646 h 58"/>
                <a:gd name="T12" fmla="*/ 2147483646 w 87"/>
                <a:gd name="T13" fmla="*/ 2147483646 h 58"/>
                <a:gd name="T14" fmla="*/ 2147483646 w 87"/>
                <a:gd name="T15" fmla="*/ 2147483646 h 58"/>
                <a:gd name="T16" fmla="*/ 2147483646 w 87"/>
                <a:gd name="T17" fmla="*/ 2147483646 h 58"/>
                <a:gd name="T18" fmla="*/ 2147483646 w 87"/>
                <a:gd name="T19" fmla="*/ 0 h 58"/>
                <a:gd name="T20" fmla="*/ 2147483646 w 87"/>
                <a:gd name="T21" fmla="*/ 0 h 58"/>
                <a:gd name="T22" fmla="*/ 2147483646 w 87"/>
                <a:gd name="T23" fmla="*/ 0 h 58"/>
                <a:gd name="T24" fmla="*/ 2147483646 w 87"/>
                <a:gd name="T25" fmla="*/ 2147483646 h 58"/>
                <a:gd name="T26" fmla="*/ 2147483646 w 87"/>
                <a:gd name="T27" fmla="*/ 2147483646 h 58"/>
                <a:gd name="T28" fmla="*/ 2147483646 w 87"/>
                <a:gd name="T29" fmla="*/ 2147483646 h 58"/>
                <a:gd name="T30" fmla="*/ 2147483646 w 87"/>
                <a:gd name="T31" fmla="*/ 2147483646 h 58"/>
                <a:gd name="T32" fmla="*/ 2147483646 w 87"/>
                <a:gd name="T33" fmla="*/ 2147483646 h 58"/>
                <a:gd name="T34" fmla="*/ 2147483646 w 87"/>
                <a:gd name="T35" fmla="*/ 2147483646 h 58"/>
                <a:gd name="T36" fmla="*/ 2147483646 w 87"/>
                <a:gd name="T37" fmla="*/ 2147483646 h 58"/>
                <a:gd name="T38" fmla="*/ 2147483646 w 87"/>
                <a:gd name="T39" fmla="*/ 2147483646 h 58"/>
                <a:gd name="T40" fmla="*/ 2147483646 w 87"/>
                <a:gd name="T41" fmla="*/ 2147483646 h 58"/>
                <a:gd name="T42" fmla="*/ 2147483646 w 87"/>
                <a:gd name="T43" fmla="*/ 2147483646 h 58"/>
                <a:gd name="T44" fmla="*/ 2147483646 w 87"/>
                <a:gd name="T45" fmla="*/ 2147483646 h 58"/>
                <a:gd name="T46" fmla="*/ 2147483646 w 87"/>
                <a:gd name="T47" fmla="*/ 2147483646 h 58"/>
                <a:gd name="T48" fmla="*/ 2147483646 w 87"/>
                <a:gd name="T49" fmla="*/ 2147483646 h 58"/>
                <a:gd name="T50" fmla="*/ 2147483646 w 87"/>
                <a:gd name="T51" fmla="*/ 2147483646 h 58"/>
                <a:gd name="T52" fmla="*/ 2147483646 w 87"/>
                <a:gd name="T53" fmla="*/ 2147483646 h 58"/>
                <a:gd name="T54" fmla="*/ 2147483646 w 87"/>
                <a:gd name="T55" fmla="*/ 2147483646 h 58"/>
                <a:gd name="T56" fmla="*/ 2147483646 w 87"/>
                <a:gd name="T57" fmla="*/ 2147483646 h 58"/>
                <a:gd name="T58" fmla="*/ 2147483646 w 87"/>
                <a:gd name="T59" fmla="*/ 2147483646 h 58"/>
                <a:gd name="T60" fmla="*/ 2147483646 w 87"/>
                <a:gd name="T61" fmla="*/ 2147483646 h 58"/>
                <a:gd name="T62" fmla="*/ 2147483646 w 87"/>
                <a:gd name="T63" fmla="*/ 2147483646 h 58"/>
                <a:gd name="T64" fmla="*/ 2147483646 w 87"/>
                <a:gd name="T65" fmla="*/ 2147483646 h 58"/>
                <a:gd name="T66" fmla="*/ 2147483646 w 87"/>
                <a:gd name="T67" fmla="*/ 2147483646 h 58"/>
                <a:gd name="T68" fmla="*/ 2147483646 w 87"/>
                <a:gd name="T69" fmla="*/ 2147483646 h 58"/>
                <a:gd name="T70" fmla="*/ 2147483646 w 87"/>
                <a:gd name="T71" fmla="*/ 2147483646 h 58"/>
                <a:gd name="T72" fmla="*/ 2147483646 w 87"/>
                <a:gd name="T73" fmla="*/ 2147483646 h 58"/>
                <a:gd name="T74" fmla="*/ 2147483646 w 87"/>
                <a:gd name="T75" fmla="*/ 2147483646 h 58"/>
                <a:gd name="T76" fmla="*/ 2147483646 w 87"/>
                <a:gd name="T77" fmla="*/ 2147483646 h 58"/>
                <a:gd name="T78" fmla="*/ 2147483646 w 87"/>
                <a:gd name="T79" fmla="*/ 2147483646 h 58"/>
                <a:gd name="T80" fmla="*/ 2147483646 w 87"/>
                <a:gd name="T81" fmla="*/ 2147483646 h 58"/>
                <a:gd name="T82" fmla="*/ 2147483646 w 87"/>
                <a:gd name="T83" fmla="*/ 2147483646 h 58"/>
                <a:gd name="T84" fmla="*/ 0 w 87"/>
                <a:gd name="T85" fmla="*/ 2147483646 h 58"/>
                <a:gd name="T86" fmla="*/ 0 w 87"/>
                <a:gd name="T87" fmla="*/ 214748364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58"/>
                <a:gd name="T134" fmla="*/ 87 w 87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58" extrusionOk="0">
                  <a:moveTo>
                    <a:pt x="0" y="23"/>
                  </a:move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69" y="6"/>
                  </a:lnTo>
                  <a:lnTo>
                    <a:pt x="71" y="6"/>
                  </a:lnTo>
                  <a:lnTo>
                    <a:pt x="72" y="7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9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1" y="40"/>
                  </a:lnTo>
                  <a:lnTo>
                    <a:pt x="81" y="42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7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5"/>
                  </a:lnTo>
                  <a:lnTo>
                    <a:pt x="65" y="55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1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7" name="Shape 1921">
              <a:extLst>
                <a:ext uri="{FF2B5EF4-FFF2-40B4-BE49-F238E27FC236}">
                  <a16:creationId xmlns:a16="http://schemas.microsoft.com/office/drawing/2014/main" id="{FB2BEEDB-E226-41E2-87B1-18650D3972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98827" y="3286604"/>
              <a:ext cx="194871" cy="547135"/>
            </a:xfrm>
            <a:custGeom>
              <a:avLst/>
              <a:gdLst>
                <a:gd name="T0" fmla="*/ 0 w 10047"/>
                <a:gd name="T1" fmla="*/ 547135 h 21491"/>
                <a:gd name="T2" fmla="*/ 0 w 10047"/>
                <a:gd name="T3" fmla="*/ 292547 h 21491"/>
                <a:gd name="T4" fmla="*/ 193959 w 10047"/>
                <a:gd name="T5" fmla="*/ 292547 h 21491"/>
                <a:gd name="T6" fmla="*/ 194871 w 10047"/>
                <a:gd name="T7" fmla="*/ 0 h 214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7" h="21491" extrusionOk="0">
                  <a:moveTo>
                    <a:pt x="0" y="21491"/>
                  </a:moveTo>
                  <a:lnTo>
                    <a:pt x="0" y="11491"/>
                  </a:lnTo>
                  <a:lnTo>
                    <a:pt x="10000" y="11491"/>
                  </a:lnTo>
                  <a:cubicBezTo>
                    <a:pt x="10124" y="7661"/>
                    <a:pt x="9923" y="3830"/>
                    <a:pt x="10047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6968" name="Shape 1921">
              <a:extLst>
                <a:ext uri="{FF2B5EF4-FFF2-40B4-BE49-F238E27FC236}">
                  <a16:creationId xmlns:a16="http://schemas.microsoft.com/office/drawing/2014/main" id="{08B158F3-FEF0-41C5-8B4A-8DD07BC4ADE7}"/>
                </a:ext>
              </a:extLst>
            </p:cNvPr>
            <p:cNvSpPr>
              <a:spLocks/>
            </p:cNvSpPr>
            <p:nvPr/>
          </p:nvSpPr>
          <p:spPr bwMode="auto">
            <a:xfrm rot="5400000" flipH="1">
              <a:off x="7494826" y="3772783"/>
              <a:ext cx="185362" cy="524630"/>
            </a:xfrm>
            <a:custGeom>
              <a:avLst/>
              <a:gdLst>
                <a:gd name="T0" fmla="*/ 0 w 10097"/>
                <a:gd name="T1" fmla="*/ 524630 h 20607"/>
                <a:gd name="T2" fmla="*/ 0 w 10097"/>
                <a:gd name="T3" fmla="*/ 270042 h 20607"/>
                <a:gd name="T4" fmla="*/ 183581 w 10097"/>
                <a:gd name="T5" fmla="*/ 270042 h 20607"/>
                <a:gd name="T6" fmla="*/ 184389 w 10097"/>
                <a:gd name="T7" fmla="*/ 0 h 206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97" h="20607" extrusionOk="0">
                  <a:moveTo>
                    <a:pt x="0" y="20607"/>
                  </a:moveTo>
                  <a:lnTo>
                    <a:pt x="0" y="10607"/>
                  </a:lnTo>
                  <a:lnTo>
                    <a:pt x="10000" y="10607"/>
                  </a:lnTo>
                  <a:cubicBezTo>
                    <a:pt x="9797" y="6777"/>
                    <a:pt x="10247" y="3830"/>
                    <a:pt x="1004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1425" tIns="45700" rIns="91425" bIns="45700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66915" name="Group 2">
            <a:extLst>
              <a:ext uri="{FF2B5EF4-FFF2-40B4-BE49-F238E27FC236}">
                <a16:creationId xmlns:a16="http://schemas.microsoft.com/office/drawing/2014/main" id="{BE585C60-845F-4FA2-8250-BC52149276DC}"/>
              </a:ext>
            </a:extLst>
          </p:cNvPr>
          <p:cNvGrpSpPr>
            <a:grpSpLocks/>
          </p:cNvGrpSpPr>
          <p:nvPr/>
        </p:nvGrpSpPr>
        <p:grpSpPr bwMode="auto">
          <a:xfrm>
            <a:off x="6518275" y="5570538"/>
            <a:ext cx="2408238" cy="1200150"/>
            <a:chOff x="3297100" y="4848864"/>
            <a:chExt cx="2408950" cy="1198920"/>
          </a:xfrm>
        </p:grpSpPr>
        <p:sp>
          <p:nvSpPr>
            <p:cNvPr id="166919" name="TextBox 1">
              <a:extLst>
                <a:ext uri="{FF2B5EF4-FFF2-40B4-BE49-F238E27FC236}">
                  <a16:creationId xmlns:a16="http://schemas.microsoft.com/office/drawing/2014/main" id="{28F2D0A8-9CDB-4635-AE06-D4FF76764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408950" cy="119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  =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66920" name="Straight Connector 4">
              <a:extLst>
                <a:ext uri="{FF2B5EF4-FFF2-40B4-BE49-F238E27FC236}">
                  <a16:creationId xmlns:a16="http://schemas.microsoft.com/office/drawing/2014/main" id="{66DD2EC9-2E2F-4F22-ABAE-CB1C3B60EF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6921" name="Straight Connector 4">
              <a:extLst>
                <a:ext uri="{FF2B5EF4-FFF2-40B4-BE49-F238E27FC236}">
                  <a16:creationId xmlns:a16="http://schemas.microsoft.com/office/drawing/2014/main" id="{092F52AF-E864-4804-B1A3-26C9DE0798A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13171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166916" name="Straight Connector 4">
            <a:extLst>
              <a:ext uri="{FF2B5EF4-FFF2-40B4-BE49-F238E27FC236}">
                <a16:creationId xmlns:a16="http://schemas.microsoft.com/office/drawing/2014/main" id="{1ABCB98F-28B1-4FB3-AD9A-BFCC44983DE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408738" y="5611813"/>
            <a:ext cx="1195387" cy="3079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6917" name="Straight Connector 6">
            <a:extLst>
              <a:ext uri="{FF2B5EF4-FFF2-40B4-BE49-F238E27FC236}">
                <a16:creationId xmlns:a16="http://schemas.microsoft.com/office/drawing/2014/main" id="{652ABD90-CADF-485F-A7A9-4D9FE326DB4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359650" y="6389688"/>
            <a:ext cx="304800" cy="3397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6918" name="TextBox 1">
            <a:extLst>
              <a:ext uri="{FF2B5EF4-FFF2-40B4-BE49-F238E27FC236}">
                <a16:creationId xmlns:a16="http://schemas.microsoft.com/office/drawing/2014/main" id="{41822E15-B9EC-49A9-9C1B-F0987D7F9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5840" y="1034034"/>
            <a:ext cx="222407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this is always 1,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except when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reset_n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=0</a:t>
            </a:r>
          </a:p>
        </p:txBody>
      </p:sp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03" name="Shape 1926">
            <a:extLst>
              <a:ext uri="{FF2B5EF4-FFF2-40B4-BE49-F238E27FC236}">
                <a16:creationId xmlns:a16="http://schemas.microsoft.com/office/drawing/2014/main" id="{E60472A5-7465-F043-AD01-32EF759706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6350"/>
            <a:ext cx="9144000" cy="1143000"/>
          </a:xfrm>
        </p:spPr>
        <p:txBody>
          <a:bodyPr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dirty="0">
                <a:solidFill>
                  <a:srgbClr val="000000"/>
                </a:solidFill>
                <a:latin typeface="+mn-lt"/>
                <a:ea typeface="ＭＳ Ｐゴシック" charset="0"/>
                <a:cs typeface="Times New Roman" charset="0"/>
                <a:sym typeface="Times New Roman" charset="0"/>
              </a:rPr>
              <a:t>The Simplified Circuit Diagram</a:t>
            </a:r>
          </a:p>
        </p:txBody>
      </p:sp>
      <p:sp>
        <p:nvSpPr>
          <p:cNvPr id="168962" name="Shape 1884">
            <a:extLst>
              <a:ext uri="{FF2B5EF4-FFF2-40B4-BE49-F238E27FC236}">
                <a16:creationId xmlns:a16="http://schemas.microsoft.com/office/drawing/2014/main" id="{F03D1647-11ED-4C9B-95A6-CB5F3F1A449E}"/>
              </a:ext>
            </a:extLst>
          </p:cNvPr>
          <p:cNvSpPr>
            <a:spLocks/>
          </p:cNvSpPr>
          <p:nvPr/>
        </p:nvSpPr>
        <p:spPr bwMode="auto">
          <a:xfrm>
            <a:off x="2717800" y="3236913"/>
            <a:ext cx="4025900" cy="2251075"/>
          </a:xfrm>
          <a:custGeom>
            <a:avLst/>
            <a:gdLst>
              <a:gd name="T0" fmla="*/ 403 w 9983"/>
              <a:gd name="T1" fmla="*/ 2250083 h 10101"/>
              <a:gd name="T2" fmla="*/ 12902 w 9983"/>
              <a:gd name="T3" fmla="*/ 0 h 10101"/>
              <a:gd name="T4" fmla="*/ 4025052 w 9983"/>
              <a:gd name="T5" fmla="*/ 22499 h 1010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983" h="10101" extrusionOk="0">
                <a:moveTo>
                  <a:pt x="1" y="10101"/>
                </a:moveTo>
                <a:cubicBezTo>
                  <a:pt x="-5" y="6794"/>
                  <a:pt x="39" y="3308"/>
                  <a:pt x="32" y="0"/>
                </a:cubicBezTo>
                <a:lnTo>
                  <a:pt x="9983" y="101"/>
                </a:lnTo>
              </a:path>
            </a:pathLst>
          </a:custGeom>
          <a:noFill/>
          <a:ln w="19050" cap="rnd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68963" name="Shape 1887">
            <a:extLst>
              <a:ext uri="{FF2B5EF4-FFF2-40B4-BE49-F238E27FC236}">
                <a16:creationId xmlns:a16="http://schemas.microsoft.com/office/drawing/2014/main" id="{EEDDD33B-8CF3-4972-BEE9-C2676FA765E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5413" y="3462338"/>
            <a:ext cx="363537" cy="0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8964" name="Shape 1896">
            <a:extLst>
              <a:ext uri="{FF2B5EF4-FFF2-40B4-BE49-F238E27FC236}">
                <a16:creationId xmlns:a16="http://schemas.microsoft.com/office/drawing/2014/main" id="{FFB0B25F-10BD-4CA5-BD60-A14D8CC9F52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403350" y="4178300"/>
            <a:ext cx="2582863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965" name="Shape 1897">
            <a:extLst>
              <a:ext uri="{FF2B5EF4-FFF2-40B4-BE49-F238E27FC236}">
                <a16:creationId xmlns:a16="http://schemas.microsoft.com/office/drawing/2014/main" id="{104F92EC-794E-44EC-B905-A0CDBA994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6213" y="3857625"/>
            <a:ext cx="800100" cy="1301750"/>
          </a:xfrm>
          <a:prstGeom prst="rect">
            <a:avLst/>
          </a:prstGeom>
          <a:solidFill>
            <a:srgbClr val="FFFFFF"/>
          </a:solidFill>
          <a:ln w="28575" cap="rnd">
            <a:solidFill>
              <a:srgbClr val="000000"/>
            </a:solidFill>
            <a:miter lim="800000"/>
            <a:headEnd/>
            <a:tailEnd/>
          </a:ln>
        </p:spPr>
        <p:txBody>
          <a:bodyPr lIns="91425" tIns="45700" rIns="91425" bIns="4570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8966" name="Shape 1899">
            <a:extLst>
              <a:ext uri="{FF2B5EF4-FFF2-40B4-BE49-F238E27FC236}">
                <a16:creationId xmlns:a16="http://schemas.microsoft.com/office/drawing/2014/main" id="{198F7737-9A8D-4653-8321-38717D3F98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5588" y="4084638"/>
            <a:ext cx="295275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D </a:t>
            </a:r>
          </a:p>
        </p:txBody>
      </p:sp>
      <p:sp>
        <p:nvSpPr>
          <p:cNvPr id="168967" name="Shape 1900">
            <a:extLst>
              <a:ext uri="{FF2B5EF4-FFF2-40B4-BE49-F238E27FC236}">
                <a16:creationId xmlns:a16="http://schemas.microsoft.com/office/drawing/2014/main" id="{C4CB5D77-04E7-4260-B7D2-673B25EADD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1838" y="407670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cxnSp>
        <p:nvCxnSpPr>
          <p:cNvPr id="168968" name="Shape 1901">
            <a:extLst>
              <a:ext uri="{FF2B5EF4-FFF2-40B4-BE49-F238E27FC236}">
                <a16:creationId xmlns:a16="http://schemas.microsoft.com/office/drawing/2014/main" id="{820AA021-E29D-4A60-8666-F75E2F7D7ED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557713" y="4725988"/>
            <a:ext cx="114300" cy="1587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969" name="Shape 1902">
            <a:extLst>
              <a:ext uri="{FF2B5EF4-FFF2-40B4-BE49-F238E27FC236}">
                <a16:creationId xmlns:a16="http://schemas.microsoft.com/office/drawing/2014/main" id="{D99F30B4-65DB-4FA5-B666-1868BBD68478}"/>
              </a:ext>
            </a:extLst>
          </p:cNvPr>
          <p:cNvSpPr>
            <a:spLocks/>
          </p:cNvSpPr>
          <p:nvPr/>
        </p:nvSpPr>
        <p:spPr bwMode="auto">
          <a:xfrm>
            <a:off x="3986213" y="4748213"/>
            <a:ext cx="160337" cy="160337"/>
          </a:xfrm>
          <a:custGeom>
            <a:avLst/>
            <a:gdLst>
              <a:gd name="T0" fmla="*/ 0 w 202"/>
              <a:gd name="T1" fmla="*/ 2147483646 h 201"/>
              <a:gd name="T2" fmla="*/ 2147483646 w 202"/>
              <a:gd name="T3" fmla="*/ 2147483646 h 201"/>
              <a:gd name="T4" fmla="*/ 0 w 202"/>
              <a:gd name="T5" fmla="*/ 0 h 201"/>
              <a:gd name="T6" fmla="*/ 0 60000 65536"/>
              <a:gd name="T7" fmla="*/ 0 60000 65536"/>
              <a:gd name="T8" fmla="*/ 0 60000 65536"/>
              <a:gd name="T9" fmla="*/ 0 w 202"/>
              <a:gd name="T10" fmla="*/ 0 h 201"/>
              <a:gd name="T11" fmla="*/ 202 w 202"/>
              <a:gd name="T12" fmla="*/ 201 h 2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2" h="201" extrusionOk="0">
                <a:moveTo>
                  <a:pt x="0" y="201"/>
                </a:moveTo>
                <a:lnTo>
                  <a:pt x="202" y="115"/>
                </a:lnTo>
                <a:lnTo>
                  <a:pt x="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70" name="Shape 1903">
            <a:extLst>
              <a:ext uri="{FF2B5EF4-FFF2-40B4-BE49-F238E27FC236}">
                <a16:creationId xmlns:a16="http://schemas.microsoft.com/office/drawing/2014/main" id="{654DD815-2127-43FD-8688-E5ACBDB6849C}"/>
              </a:ext>
            </a:extLst>
          </p:cNvPr>
          <p:cNvSpPr>
            <a:spLocks/>
          </p:cNvSpPr>
          <p:nvPr/>
        </p:nvSpPr>
        <p:spPr bwMode="auto">
          <a:xfrm>
            <a:off x="4348163" y="5170488"/>
            <a:ext cx="104775" cy="103187"/>
          </a:xfrm>
          <a:custGeom>
            <a:avLst/>
            <a:gdLst>
              <a:gd name="T0" fmla="*/ 2147483646 w 131"/>
              <a:gd name="T1" fmla="*/ 2147483646 h 131"/>
              <a:gd name="T2" fmla="*/ 2147483646 w 131"/>
              <a:gd name="T3" fmla="*/ 2147483646 h 131"/>
              <a:gd name="T4" fmla="*/ 2147483646 w 131"/>
              <a:gd name="T5" fmla="*/ 2147483646 h 131"/>
              <a:gd name="T6" fmla="*/ 2147483646 w 131"/>
              <a:gd name="T7" fmla="*/ 2147483646 h 131"/>
              <a:gd name="T8" fmla="*/ 2147483646 w 131"/>
              <a:gd name="T9" fmla="*/ 2147483646 h 131"/>
              <a:gd name="T10" fmla="*/ 2147483646 w 131"/>
              <a:gd name="T11" fmla="*/ 2147483646 h 131"/>
              <a:gd name="T12" fmla="*/ 2147483646 w 131"/>
              <a:gd name="T13" fmla="*/ 2147483646 h 131"/>
              <a:gd name="T14" fmla="*/ 2147483646 w 131"/>
              <a:gd name="T15" fmla="*/ 2147483646 h 131"/>
              <a:gd name="T16" fmla="*/ 2147483646 w 131"/>
              <a:gd name="T17" fmla="*/ 2147483646 h 131"/>
              <a:gd name="T18" fmla="*/ 2147483646 w 131"/>
              <a:gd name="T19" fmla="*/ 2147483646 h 131"/>
              <a:gd name="T20" fmla="*/ 0 w 131"/>
              <a:gd name="T21" fmla="*/ 2147483646 h 131"/>
              <a:gd name="T22" fmla="*/ 2147483646 w 131"/>
              <a:gd name="T23" fmla="*/ 2147483646 h 131"/>
              <a:gd name="T24" fmla="*/ 2147483646 w 131"/>
              <a:gd name="T25" fmla="*/ 2147483646 h 131"/>
              <a:gd name="T26" fmla="*/ 2147483646 w 131"/>
              <a:gd name="T27" fmla="*/ 2147483646 h 131"/>
              <a:gd name="T28" fmla="*/ 2147483646 w 131"/>
              <a:gd name="T29" fmla="*/ 2147483646 h 131"/>
              <a:gd name="T30" fmla="*/ 2147483646 w 131"/>
              <a:gd name="T31" fmla="*/ 2147483646 h 131"/>
              <a:gd name="T32" fmla="*/ 2147483646 w 131"/>
              <a:gd name="T33" fmla="*/ 2147483646 h 131"/>
              <a:gd name="T34" fmla="*/ 2147483646 w 131"/>
              <a:gd name="T35" fmla="*/ 2147483646 h 131"/>
              <a:gd name="T36" fmla="*/ 2147483646 w 131"/>
              <a:gd name="T37" fmla="*/ 2147483646 h 131"/>
              <a:gd name="T38" fmla="*/ 2147483646 w 131"/>
              <a:gd name="T39" fmla="*/ 2147483646 h 131"/>
              <a:gd name="T40" fmla="*/ 2147483646 w 131"/>
              <a:gd name="T41" fmla="*/ 2147483646 h 131"/>
              <a:gd name="T42" fmla="*/ 2147483646 w 131"/>
              <a:gd name="T43" fmla="*/ 2147483646 h 131"/>
              <a:gd name="T44" fmla="*/ 2147483646 w 131"/>
              <a:gd name="T45" fmla="*/ 2147483646 h 131"/>
              <a:gd name="T46" fmla="*/ 2147483646 w 131"/>
              <a:gd name="T47" fmla="*/ 2147483646 h 131"/>
              <a:gd name="T48" fmla="*/ 2147483646 w 131"/>
              <a:gd name="T49" fmla="*/ 2147483646 h 131"/>
              <a:gd name="T50" fmla="*/ 2147483646 w 131"/>
              <a:gd name="T51" fmla="*/ 2147483646 h 131"/>
              <a:gd name="T52" fmla="*/ 2147483646 w 131"/>
              <a:gd name="T53" fmla="*/ 2147483646 h 131"/>
              <a:gd name="T54" fmla="*/ 2147483646 w 131"/>
              <a:gd name="T55" fmla="*/ 2147483646 h 131"/>
              <a:gd name="T56" fmla="*/ 2147483646 w 131"/>
              <a:gd name="T57" fmla="*/ 2147483646 h 131"/>
              <a:gd name="T58" fmla="*/ 2147483646 w 131"/>
              <a:gd name="T59" fmla="*/ 2147483646 h 131"/>
              <a:gd name="T60" fmla="*/ 2147483646 w 131"/>
              <a:gd name="T61" fmla="*/ 2147483646 h 131"/>
              <a:gd name="T62" fmla="*/ 2147483646 w 131"/>
              <a:gd name="T63" fmla="*/ 2147483646 h 131"/>
              <a:gd name="T64" fmla="*/ 2147483646 w 131"/>
              <a:gd name="T65" fmla="*/ 2147483646 h 131"/>
              <a:gd name="T66" fmla="*/ 2147483646 w 131"/>
              <a:gd name="T67" fmla="*/ 2147483646 h 131"/>
              <a:gd name="T68" fmla="*/ 2147483646 w 131"/>
              <a:gd name="T69" fmla="*/ 2147483646 h 131"/>
              <a:gd name="T70" fmla="*/ 2147483646 w 131"/>
              <a:gd name="T71" fmla="*/ 2147483646 h 131"/>
              <a:gd name="T72" fmla="*/ 2147483646 w 131"/>
              <a:gd name="T73" fmla="*/ 2147483646 h 131"/>
              <a:gd name="T74" fmla="*/ 2147483646 w 131"/>
              <a:gd name="T75" fmla="*/ 2147483646 h 131"/>
              <a:gd name="T76" fmla="*/ 2147483646 w 131"/>
              <a:gd name="T77" fmla="*/ 2147483646 h 131"/>
              <a:gd name="T78" fmla="*/ 2147483646 w 131"/>
              <a:gd name="T79" fmla="*/ 2147483646 h 131"/>
              <a:gd name="T80" fmla="*/ 2147483646 w 131"/>
              <a:gd name="T81" fmla="*/ 2147483646 h 131"/>
              <a:gd name="T82" fmla="*/ 2147483646 w 131"/>
              <a:gd name="T83" fmla="*/ 2147483646 h 131"/>
              <a:gd name="T84" fmla="*/ 2147483646 w 131"/>
              <a:gd name="T85" fmla="*/ 0 h 1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31"/>
              <a:gd name="T130" fmla="*/ 0 h 131"/>
              <a:gd name="T131" fmla="*/ 131 w 131"/>
              <a:gd name="T132" fmla="*/ 131 h 13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31" h="131" extrusionOk="0">
                <a:moveTo>
                  <a:pt x="65" y="0"/>
                </a:moveTo>
                <a:lnTo>
                  <a:pt x="62" y="0"/>
                </a:lnTo>
                <a:lnTo>
                  <a:pt x="59" y="2"/>
                </a:lnTo>
                <a:lnTo>
                  <a:pt x="55" y="2"/>
                </a:lnTo>
                <a:lnTo>
                  <a:pt x="52" y="2"/>
                </a:lnTo>
                <a:lnTo>
                  <a:pt x="49" y="3"/>
                </a:lnTo>
                <a:lnTo>
                  <a:pt x="46" y="3"/>
                </a:lnTo>
                <a:lnTo>
                  <a:pt x="44" y="5"/>
                </a:lnTo>
                <a:lnTo>
                  <a:pt x="41" y="6"/>
                </a:lnTo>
                <a:lnTo>
                  <a:pt x="38" y="7"/>
                </a:lnTo>
                <a:lnTo>
                  <a:pt x="35" y="9"/>
                </a:lnTo>
                <a:lnTo>
                  <a:pt x="32" y="10"/>
                </a:lnTo>
                <a:lnTo>
                  <a:pt x="29" y="12"/>
                </a:lnTo>
                <a:lnTo>
                  <a:pt x="26" y="13"/>
                </a:lnTo>
                <a:lnTo>
                  <a:pt x="25" y="16"/>
                </a:lnTo>
                <a:lnTo>
                  <a:pt x="22" y="17"/>
                </a:lnTo>
                <a:lnTo>
                  <a:pt x="19" y="20"/>
                </a:lnTo>
                <a:lnTo>
                  <a:pt x="18" y="22"/>
                </a:lnTo>
                <a:lnTo>
                  <a:pt x="15" y="25"/>
                </a:lnTo>
                <a:lnTo>
                  <a:pt x="13" y="28"/>
                </a:lnTo>
                <a:lnTo>
                  <a:pt x="12" y="29"/>
                </a:lnTo>
                <a:lnTo>
                  <a:pt x="10" y="32"/>
                </a:lnTo>
                <a:lnTo>
                  <a:pt x="8" y="35"/>
                </a:lnTo>
                <a:lnTo>
                  <a:pt x="6" y="38"/>
                </a:lnTo>
                <a:lnTo>
                  <a:pt x="6" y="40"/>
                </a:lnTo>
                <a:lnTo>
                  <a:pt x="5" y="43"/>
                </a:lnTo>
                <a:lnTo>
                  <a:pt x="3" y="46"/>
                </a:lnTo>
                <a:lnTo>
                  <a:pt x="2" y="49"/>
                </a:lnTo>
                <a:lnTo>
                  <a:pt x="2" y="53"/>
                </a:lnTo>
                <a:lnTo>
                  <a:pt x="2" y="56"/>
                </a:lnTo>
                <a:lnTo>
                  <a:pt x="0" y="59"/>
                </a:lnTo>
                <a:lnTo>
                  <a:pt x="0" y="62"/>
                </a:lnTo>
                <a:lnTo>
                  <a:pt x="0" y="66"/>
                </a:lnTo>
                <a:lnTo>
                  <a:pt x="0" y="69"/>
                </a:lnTo>
                <a:lnTo>
                  <a:pt x="0" y="72"/>
                </a:lnTo>
                <a:lnTo>
                  <a:pt x="2" y="76"/>
                </a:lnTo>
                <a:lnTo>
                  <a:pt x="2" y="79"/>
                </a:lnTo>
                <a:lnTo>
                  <a:pt x="2" y="82"/>
                </a:lnTo>
                <a:lnTo>
                  <a:pt x="3" y="85"/>
                </a:lnTo>
                <a:lnTo>
                  <a:pt x="5" y="88"/>
                </a:lnTo>
                <a:lnTo>
                  <a:pt x="6" y="91"/>
                </a:lnTo>
                <a:lnTo>
                  <a:pt x="6" y="94"/>
                </a:lnTo>
                <a:lnTo>
                  <a:pt x="8" y="97"/>
                </a:lnTo>
                <a:lnTo>
                  <a:pt x="10" y="100"/>
                </a:lnTo>
                <a:lnTo>
                  <a:pt x="12" y="102"/>
                </a:lnTo>
                <a:lnTo>
                  <a:pt x="13" y="105"/>
                </a:lnTo>
                <a:lnTo>
                  <a:pt x="15" y="108"/>
                </a:lnTo>
                <a:lnTo>
                  <a:pt x="18" y="110"/>
                </a:lnTo>
                <a:lnTo>
                  <a:pt x="19" y="112"/>
                </a:lnTo>
                <a:lnTo>
                  <a:pt x="22" y="114"/>
                </a:lnTo>
                <a:lnTo>
                  <a:pt x="25" y="117"/>
                </a:lnTo>
                <a:lnTo>
                  <a:pt x="26" y="118"/>
                </a:lnTo>
                <a:lnTo>
                  <a:pt x="29" y="120"/>
                </a:lnTo>
                <a:lnTo>
                  <a:pt x="32" y="123"/>
                </a:lnTo>
                <a:lnTo>
                  <a:pt x="35" y="124"/>
                </a:lnTo>
                <a:lnTo>
                  <a:pt x="38" y="125"/>
                </a:lnTo>
                <a:lnTo>
                  <a:pt x="41" y="127"/>
                </a:lnTo>
                <a:lnTo>
                  <a:pt x="44" y="127"/>
                </a:lnTo>
                <a:lnTo>
                  <a:pt x="46" y="128"/>
                </a:lnTo>
                <a:lnTo>
                  <a:pt x="49" y="130"/>
                </a:lnTo>
                <a:lnTo>
                  <a:pt x="52" y="130"/>
                </a:lnTo>
                <a:lnTo>
                  <a:pt x="55" y="131"/>
                </a:lnTo>
                <a:lnTo>
                  <a:pt x="59" y="131"/>
                </a:lnTo>
                <a:lnTo>
                  <a:pt x="62" y="131"/>
                </a:lnTo>
                <a:lnTo>
                  <a:pt x="65" y="131"/>
                </a:lnTo>
                <a:lnTo>
                  <a:pt x="69" y="131"/>
                </a:lnTo>
                <a:lnTo>
                  <a:pt x="72" y="131"/>
                </a:lnTo>
                <a:lnTo>
                  <a:pt x="75" y="131"/>
                </a:lnTo>
                <a:lnTo>
                  <a:pt x="79" y="130"/>
                </a:lnTo>
                <a:lnTo>
                  <a:pt x="82" y="130"/>
                </a:lnTo>
                <a:lnTo>
                  <a:pt x="85" y="128"/>
                </a:lnTo>
                <a:lnTo>
                  <a:pt x="88" y="127"/>
                </a:lnTo>
                <a:lnTo>
                  <a:pt x="91" y="127"/>
                </a:lnTo>
                <a:lnTo>
                  <a:pt x="94" y="125"/>
                </a:lnTo>
                <a:lnTo>
                  <a:pt x="97" y="124"/>
                </a:lnTo>
                <a:lnTo>
                  <a:pt x="100" y="123"/>
                </a:lnTo>
                <a:lnTo>
                  <a:pt x="103" y="120"/>
                </a:lnTo>
                <a:lnTo>
                  <a:pt x="105" y="118"/>
                </a:lnTo>
                <a:lnTo>
                  <a:pt x="107" y="117"/>
                </a:lnTo>
                <a:lnTo>
                  <a:pt x="110" y="114"/>
                </a:lnTo>
                <a:lnTo>
                  <a:pt x="111" y="112"/>
                </a:lnTo>
                <a:lnTo>
                  <a:pt x="114" y="110"/>
                </a:lnTo>
                <a:lnTo>
                  <a:pt x="115" y="108"/>
                </a:lnTo>
                <a:lnTo>
                  <a:pt x="118" y="105"/>
                </a:lnTo>
                <a:lnTo>
                  <a:pt x="120" y="102"/>
                </a:lnTo>
                <a:lnTo>
                  <a:pt x="121" y="100"/>
                </a:lnTo>
                <a:lnTo>
                  <a:pt x="123" y="97"/>
                </a:lnTo>
                <a:lnTo>
                  <a:pt x="124" y="94"/>
                </a:lnTo>
                <a:lnTo>
                  <a:pt x="126" y="91"/>
                </a:lnTo>
                <a:lnTo>
                  <a:pt x="127" y="88"/>
                </a:lnTo>
                <a:lnTo>
                  <a:pt x="128" y="85"/>
                </a:lnTo>
                <a:lnTo>
                  <a:pt x="128" y="82"/>
                </a:lnTo>
                <a:lnTo>
                  <a:pt x="130" y="79"/>
                </a:lnTo>
                <a:lnTo>
                  <a:pt x="130" y="76"/>
                </a:lnTo>
                <a:lnTo>
                  <a:pt x="131" y="72"/>
                </a:lnTo>
                <a:lnTo>
                  <a:pt x="131" y="69"/>
                </a:lnTo>
                <a:lnTo>
                  <a:pt x="131" y="66"/>
                </a:lnTo>
                <a:lnTo>
                  <a:pt x="131" y="62"/>
                </a:lnTo>
                <a:lnTo>
                  <a:pt x="131" y="59"/>
                </a:lnTo>
                <a:lnTo>
                  <a:pt x="130" y="56"/>
                </a:lnTo>
                <a:lnTo>
                  <a:pt x="130" y="53"/>
                </a:lnTo>
                <a:lnTo>
                  <a:pt x="128" y="49"/>
                </a:lnTo>
                <a:lnTo>
                  <a:pt x="128" y="46"/>
                </a:lnTo>
                <a:lnTo>
                  <a:pt x="127" y="43"/>
                </a:lnTo>
                <a:lnTo>
                  <a:pt x="126" y="40"/>
                </a:lnTo>
                <a:lnTo>
                  <a:pt x="124" y="38"/>
                </a:lnTo>
                <a:lnTo>
                  <a:pt x="123" y="35"/>
                </a:lnTo>
                <a:lnTo>
                  <a:pt x="121" y="32"/>
                </a:lnTo>
                <a:lnTo>
                  <a:pt x="120" y="29"/>
                </a:lnTo>
                <a:lnTo>
                  <a:pt x="118" y="28"/>
                </a:lnTo>
                <a:lnTo>
                  <a:pt x="115" y="25"/>
                </a:lnTo>
                <a:lnTo>
                  <a:pt x="114" y="22"/>
                </a:lnTo>
                <a:lnTo>
                  <a:pt x="111" y="20"/>
                </a:lnTo>
                <a:lnTo>
                  <a:pt x="110" y="17"/>
                </a:lnTo>
                <a:lnTo>
                  <a:pt x="107" y="16"/>
                </a:lnTo>
                <a:lnTo>
                  <a:pt x="105" y="13"/>
                </a:lnTo>
                <a:lnTo>
                  <a:pt x="103" y="12"/>
                </a:lnTo>
                <a:lnTo>
                  <a:pt x="100" y="10"/>
                </a:lnTo>
                <a:lnTo>
                  <a:pt x="97" y="9"/>
                </a:lnTo>
                <a:lnTo>
                  <a:pt x="94" y="7"/>
                </a:lnTo>
                <a:lnTo>
                  <a:pt x="91" y="6"/>
                </a:lnTo>
                <a:lnTo>
                  <a:pt x="88" y="5"/>
                </a:lnTo>
                <a:lnTo>
                  <a:pt x="85" y="3"/>
                </a:lnTo>
                <a:lnTo>
                  <a:pt x="82" y="3"/>
                </a:lnTo>
                <a:lnTo>
                  <a:pt x="79" y="2"/>
                </a:lnTo>
                <a:lnTo>
                  <a:pt x="75" y="2"/>
                </a:lnTo>
                <a:lnTo>
                  <a:pt x="72" y="2"/>
                </a:lnTo>
                <a:lnTo>
                  <a:pt x="69" y="0"/>
                </a:lnTo>
                <a:lnTo>
                  <a:pt x="65" y="0"/>
                </a:lnTo>
              </a:path>
            </a:pathLst>
          </a:custGeom>
          <a:solidFill>
            <a:schemeClr val="bg1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71" name="Shape 1906">
            <a:extLst>
              <a:ext uri="{FF2B5EF4-FFF2-40B4-BE49-F238E27FC236}">
                <a16:creationId xmlns:a16="http://schemas.microsoft.com/office/drawing/2014/main" id="{620BAF5A-F76E-4B65-9C37-67055A3B4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3425" y="4730750"/>
            <a:ext cx="295275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Q </a:t>
            </a:r>
          </a:p>
        </p:txBody>
      </p:sp>
      <p:grpSp>
        <p:nvGrpSpPr>
          <p:cNvPr id="168972" name="Group 7">
            <a:extLst>
              <a:ext uri="{FF2B5EF4-FFF2-40B4-BE49-F238E27FC236}">
                <a16:creationId xmlns:a16="http://schemas.microsoft.com/office/drawing/2014/main" id="{502928E2-8B10-470C-A8F7-2C8740B4AED1}"/>
              </a:ext>
            </a:extLst>
          </p:cNvPr>
          <p:cNvGrpSpPr>
            <a:grpSpLocks/>
          </p:cNvGrpSpPr>
          <p:nvPr/>
        </p:nvGrpSpPr>
        <p:grpSpPr bwMode="auto">
          <a:xfrm>
            <a:off x="3565525" y="3849688"/>
            <a:ext cx="320675" cy="328612"/>
            <a:chOff x="3566148" y="4254500"/>
            <a:chExt cx="320675" cy="328613"/>
          </a:xfrm>
        </p:grpSpPr>
        <p:sp>
          <p:nvSpPr>
            <p:cNvPr id="169011" name="Shape 1909">
              <a:extLst>
                <a:ext uri="{FF2B5EF4-FFF2-40B4-BE49-F238E27FC236}">
                  <a16:creationId xmlns:a16="http://schemas.microsoft.com/office/drawing/2014/main" id="{4B58DE3F-4FA7-4297-917D-A7A77EBC5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66148" y="4254500"/>
              <a:ext cx="260350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69012" name="Shape 1910">
              <a:extLst>
                <a:ext uri="{FF2B5EF4-FFF2-40B4-BE49-F238E27FC236}">
                  <a16:creationId xmlns:a16="http://schemas.microsoft.com/office/drawing/2014/main" id="{0C93C0EC-44DB-43EA-B157-0D69AE76B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0448" y="4340225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</p:grpSp>
      <p:sp>
        <p:nvSpPr>
          <p:cNvPr id="168973" name="Shape 1911">
            <a:extLst>
              <a:ext uri="{FF2B5EF4-FFF2-40B4-BE49-F238E27FC236}">
                <a16:creationId xmlns:a16="http://schemas.microsoft.com/office/drawing/2014/main" id="{18F183C4-2157-47B0-83FF-6FA33A0C26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0138" y="4062413"/>
            <a:ext cx="28416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w </a:t>
            </a:r>
          </a:p>
        </p:txBody>
      </p:sp>
      <p:sp>
        <p:nvSpPr>
          <p:cNvPr id="168974" name="Shape 1912">
            <a:extLst>
              <a:ext uri="{FF2B5EF4-FFF2-40B4-BE49-F238E27FC236}">
                <a16:creationId xmlns:a16="http://schemas.microsoft.com/office/drawing/2014/main" id="{11EB966B-C711-41A7-A543-F174BA5D9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" y="4732338"/>
            <a:ext cx="6461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Clock </a:t>
            </a:r>
          </a:p>
        </p:txBody>
      </p:sp>
      <p:sp>
        <p:nvSpPr>
          <p:cNvPr id="168975" name="Shape 1913">
            <a:extLst>
              <a:ext uri="{FF2B5EF4-FFF2-40B4-BE49-F238E27FC236}">
                <a16:creationId xmlns:a16="http://schemas.microsoft.com/office/drawing/2014/main" id="{1B4D0945-8879-4DD4-8DC4-6A9371E86D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62988" y="3475038"/>
            <a:ext cx="2254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z </a:t>
            </a:r>
          </a:p>
        </p:txBody>
      </p:sp>
      <p:grpSp>
        <p:nvGrpSpPr>
          <p:cNvPr id="168976" name="Group 5">
            <a:extLst>
              <a:ext uri="{FF2B5EF4-FFF2-40B4-BE49-F238E27FC236}">
                <a16:creationId xmlns:a16="http://schemas.microsoft.com/office/drawing/2014/main" id="{9BBC37EA-A013-41C7-B83E-A98E2D89F496}"/>
              </a:ext>
            </a:extLst>
          </p:cNvPr>
          <p:cNvGrpSpPr>
            <a:grpSpLocks/>
          </p:cNvGrpSpPr>
          <p:nvPr/>
        </p:nvGrpSpPr>
        <p:grpSpPr bwMode="auto">
          <a:xfrm>
            <a:off x="5056188" y="3849688"/>
            <a:ext cx="298450" cy="328612"/>
            <a:chOff x="5056810" y="4254500"/>
            <a:chExt cx="298450" cy="328613"/>
          </a:xfrm>
        </p:grpSpPr>
        <p:sp>
          <p:nvSpPr>
            <p:cNvPr id="169009" name="Shape 1914">
              <a:extLst>
                <a:ext uri="{FF2B5EF4-FFF2-40B4-BE49-F238E27FC236}">
                  <a16:creationId xmlns:a16="http://schemas.microsoft.com/office/drawing/2014/main" id="{AFEE9E08-6F22-48BD-AEF5-D3CDCDD1A6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6810" y="4254500"/>
              <a:ext cx="2365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69010" name="Shape 1915">
              <a:extLst>
                <a:ext uri="{FF2B5EF4-FFF2-40B4-BE49-F238E27FC236}">
                  <a16:creationId xmlns:a16="http://schemas.microsoft.com/office/drawing/2014/main" id="{E1DF3602-0AE6-4595-A57D-0F1FAB26A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8885" y="4340225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</p:grpSp>
      <p:sp>
        <p:nvSpPr>
          <p:cNvPr id="168977" name="Shape 1919">
            <a:extLst>
              <a:ext uri="{FF2B5EF4-FFF2-40B4-BE49-F238E27FC236}">
                <a16:creationId xmlns:a16="http://schemas.microsoft.com/office/drawing/2014/main" id="{F35AF4E6-E116-42E5-8DC8-862C16381FAA}"/>
              </a:ext>
            </a:extLst>
          </p:cNvPr>
          <p:cNvSpPr>
            <a:spLocks/>
          </p:cNvSpPr>
          <p:nvPr/>
        </p:nvSpPr>
        <p:spPr bwMode="auto">
          <a:xfrm>
            <a:off x="1403350" y="4840288"/>
            <a:ext cx="1943100" cy="0"/>
          </a:xfrm>
          <a:custGeom>
            <a:avLst/>
            <a:gdLst>
              <a:gd name="T0" fmla="*/ 0 w 10000"/>
              <a:gd name="T1" fmla="*/ 1942829 w 10000"/>
              <a:gd name="T2" fmla="*/ 0 60000 65536"/>
              <a:gd name="T3" fmla="*/ 0 60000 65536"/>
            </a:gdLst>
            <a:ahLst/>
            <a:cxnLst>
              <a:cxn ang="T2">
                <a:pos x="T0" y="0"/>
              </a:cxn>
              <a:cxn ang="T3">
                <a:pos x="T1" y="0"/>
              </a:cxn>
            </a:cxnLst>
            <a:rect l="0" t="0" r="r" b="b"/>
            <a:pathLst>
              <a:path w="10000" extrusionOk="0">
                <a:moveTo>
                  <a:pt x="0" y="0"/>
                </a:moveTo>
                <a:lnTo>
                  <a:pt x="1000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68978" name="Shape 1920">
            <a:extLst>
              <a:ext uri="{FF2B5EF4-FFF2-40B4-BE49-F238E27FC236}">
                <a16:creationId xmlns:a16="http://schemas.microsoft.com/office/drawing/2014/main" id="{A34B2E93-5E80-4390-8152-62258E02F58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346450" y="4840288"/>
            <a:ext cx="639763" cy="0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68979" name="Shape 1921">
            <a:extLst>
              <a:ext uri="{FF2B5EF4-FFF2-40B4-BE49-F238E27FC236}">
                <a16:creationId xmlns:a16="http://schemas.microsoft.com/office/drawing/2014/main" id="{F01E08BA-B51E-4BA5-AA92-891F92D91DFB}"/>
              </a:ext>
            </a:extLst>
          </p:cNvPr>
          <p:cNvSpPr>
            <a:spLocks/>
          </p:cNvSpPr>
          <p:nvPr/>
        </p:nvSpPr>
        <p:spPr bwMode="auto">
          <a:xfrm>
            <a:off x="1724025" y="3462338"/>
            <a:ext cx="4219575" cy="715962"/>
          </a:xfrm>
          <a:custGeom>
            <a:avLst/>
            <a:gdLst>
              <a:gd name="T0" fmla="*/ 0 w 403"/>
              <a:gd name="T1" fmla="*/ 2147483646 h 3051"/>
              <a:gd name="T2" fmla="*/ 0 w 403"/>
              <a:gd name="T3" fmla="*/ 0 h 3051"/>
              <a:gd name="T4" fmla="*/ 2147483646 w 403"/>
              <a:gd name="T5" fmla="*/ 0 h 3051"/>
              <a:gd name="T6" fmla="*/ 0 60000 65536"/>
              <a:gd name="T7" fmla="*/ 0 60000 65536"/>
              <a:gd name="T8" fmla="*/ 0 60000 65536"/>
              <a:gd name="T9" fmla="*/ 0 w 403"/>
              <a:gd name="T10" fmla="*/ 0 h 3051"/>
              <a:gd name="T11" fmla="*/ 403 w 403"/>
              <a:gd name="T12" fmla="*/ 3051 h 30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3051" extrusionOk="0">
                <a:moveTo>
                  <a:pt x="0" y="3051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80" name="Shape 1924">
            <a:extLst>
              <a:ext uri="{FF2B5EF4-FFF2-40B4-BE49-F238E27FC236}">
                <a16:creationId xmlns:a16="http://schemas.microsoft.com/office/drawing/2014/main" id="{8FF45FA0-F501-41B5-8E3A-43B4529433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450" y="5360988"/>
            <a:ext cx="6635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25000"/>
              <a:buFont typeface="Times New Roman" panose="02020603050405020304" pitchFamily="18" charset="0"/>
              <a:buNone/>
              <a:tabLst/>
              <a:defRPr/>
            </a:pPr>
            <a:r>
              <a:rPr kumimoji="0" lang="en-US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 panose="020B0604020202020204" pitchFamily="34" charset="0"/>
                <a:sym typeface="Times New Roman" panose="02020603050405020304" pitchFamily="18" charset="0"/>
              </a:rPr>
              <a:t>Reset_n</a:t>
            </a:r>
          </a:p>
        </p:txBody>
      </p:sp>
      <p:sp>
        <p:nvSpPr>
          <p:cNvPr id="168981" name="Shape 1925">
            <a:extLst>
              <a:ext uri="{FF2B5EF4-FFF2-40B4-BE49-F238E27FC236}">
                <a16:creationId xmlns:a16="http://schemas.microsoft.com/office/drawing/2014/main" id="{483CFFD7-5ACF-44A9-8B67-FA3BB7360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5288" y="3876675"/>
            <a:ext cx="587375" cy="509588"/>
          </a:xfrm>
          <a:prstGeom prst="flowChartDelay">
            <a:avLst/>
          </a:prstGeom>
          <a:solidFill>
            <a:schemeClr val="bg1"/>
          </a:solidFill>
          <a:ln w="28575" cap="rnd">
            <a:solidFill>
              <a:schemeClr val="tx1"/>
            </a:solidFill>
            <a:miter lim="800000"/>
            <a:headEnd/>
            <a:tailEnd/>
          </a:ln>
        </p:spPr>
        <p:txBody>
          <a:bodyPr lIns="91425" tIns="45700" rIns="91425" bIns="4570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8982" name="Shape 1925">
            <a:extLst>
              <a:ext uri="{FF2B5EF4-FFF2-40B4-BE49-F238E27FC236}">
                <a16:creationId xmlns:a16="http://schemas.microsoft.com/office/drawing/2014/main" id="{DE5541AA-98FE-4B9E-9B31-5369239AD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3189288"/>
            <a:ext cx="587375" cy="520700"/>
          </a:xfrm>
          <a:prstGeom prst="flowChartDelay">
            <a:avLst/>
          </a:prstGeom>
          <a:solidFill>
            <a:schemeClr val="bg1"/>
          </a:solidFill>
          <a:ln w="28575" cap="rnd">
            <a:solidFill>
              <a:schemeClr val="tx1"/>
            </a:solidFill>
            <a:miter lim="800000"/>
            <a:headEnd/>
            <a:tailEnd/>
          </a:ln>
        </p:spPr>
        <p:txBody>
          <a:bodyPr lIns="91425" tIns="45700" rIns="91425" bIns="45700"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68983" name="Group 3">
            <a:extLst>
              <a:ext uri="{FF2B5EF4-FFF2-40B4-BE49-F238E27FC236}">
                <a16:creationId xmlns:a16="http://schemas.microsoft.com/office/drawing/2014/main" id="{A1CE8B35-F712-4390-8723-97F78AD31CD1}"/>
              </a:ext>
            </a:extLst>
          </p:cNvPr>
          <p:cNvGrpSpPr>
            <a:grpSpLocks/>
          </p:cNvGrpSpPr>
          <p:nvPr/>
        </p:nvGrpSpPr>
        <p:grpSpPr bwMode="auto">
          <a:xfrm>
            <a:off x="7815263" y="3546475"/>
            <a:ext cx="887412" cy="501650"/>
            <a:chOff x="2481263" y="3435350"/>
            <a:chExt cx="887733" cy="501650"/>
          </a:xfrm>
        </p:grpSpPr>
        <p:sp>
          <p:nvSpPr>
            <p:cNvPr id="169004" name="Line 5">
              <a:extLst>
                <a:ext uri="{FF2B5EF4-FFF2-40B4-BE49-F238E27FC236}">
                  <a16:creationId xmlns:a16="http://schemas.microsoft.com/office/drawing/2014/main" id="{AAFB2BCB-5789-4DA1-A652-7F6F92C6A0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09912" y="3683657"/>
              <a:ext cx="259084" cy="4106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005" name="Freeform 6">
              <a:extLst>
                <a:ext uri="{FF2B5EF4-FFF2-40B4-BE49-F238E27FC236}">
                  <a16:creationId xmlns:a16="http://schemas.microsoft.com/office/drawing/2014/main" id="{973E99C2-BB96-400E-B6AA-F462DC64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435350"/>
              <a:ext cx="628650" cy="249238"/>
            </a:xfrm>
            <a:custGeom>
              <a:avLst/>
              <a:gdLst>
                <a:gd name="T0" fmla="*/ 2147483646 w 791"/>
                <a:gd name="T1" fmla="*/ 0 h 316"/>
                <a:gd name="T2" fmla="*/ 2147483646 w 791"/>
                <a:gd name="T3" fmla="*/ 2147483646 h 316"/>
                <a:gd name="T4" fmla="*/ 2147483646 w 791"/>
                <a:gd name="T5" fmla="*/ 2147483646 h 316"/>
                <a:gd name="T6" fmla="*/ 2147483646 w 791"/>
                <a:gd name="T7" fmla="*/ 2147483646 h 316"/>
                <a:gd name="T8" fmla="*/ 2147483646 w 791"/>
                <a:gd name="T9" fmla="*/ 2147483646 h 316"/>
                <a:gd name="T10" fmla="*/ 2147483646 w 791"/>
                <a:gd name="T11" fmla="*/ 2147483646 h 316"/>
                <a:gd name="T12" fmla="*/ 2147483646 w 791"/>
                <a:gd name="T13" fmla="*/ 2147483646 h 316"/>
                <a:gd name="T14" fmla="*/ 2147483646 w 791"/>
                <a:gd name="T15" fmla="*/ 2147483646 h 316"/>
                <a:gd name="T16" fmla="*/ 2147483646 w 791"/>
                <a:gd name="T17" fmla="*/ 2147483646 h 316"/>
                <a:gd name="T18" fmla="*/ 2147483646 w 791"/>
                <a:gd name="T19" fmla="*/ 2147483646 h 316"/>
                <a:gd name="T20" fmla="*/ 2147483646 w 791"/>
                <a:gd name="T21" fmla="*/ 2147483646 h 316"/>
                <a:gd name="T22" fmla="*/ 2147483646 w 791"/>
                <a:gd name="T23" fmla="*/ 2147483646 h 316"/>
                <a:gd name="T24" fmla="*/ 2147483646 w 791"/>
                <a:gd name="T25" fmla="*/ 2147483646 h 316"/>
                <a:gd name="T26" fmla="*/ 2147483646 w 791"/>
                <a:gd name="T27" fmla="*/ 2147483646 h 316"/>
                <a:gd name="T28" fmla="*/ 2147483646 w 791"/>
                <a:gd name="T29" fmla="*/ 2147483646 h 316"/>
                <a:gd name="T30" fmla="*/ 2147483646 w 791"/>
                <a:gd name="T31" fmla="*/ 2147483646 h 316"/>
                <a:gd name="T32" fmla="*/ 2147483646 w 791"/>
                <a:gd name="T33" fmla="*/ 2147483646 h 316"/>
                <a:gd name="T34" fmla="*/ 2147483646 w 791"/>
                <a:gd name="T35" fmla="*/ 2147483646 h 316"/>
                <a:gd name="T36" fmla="*/ 2147483646 w 791"/>
                <a:gd name="T37" fmla="*/ 2147483646 h 316"/>
                <a:gd name="T38" fmla="*/ 2147483646 w 791"/>
                <a:gd name="T39" fmla="*/ 2147483646 h 316"/>
                <a:gd name="T40" fmla="*/ 2147483646 w 791"/>
                <a:gd name="T41" fmla="*/ 2147483646 h 316"/>
                <a:gd name="T42" fmla="*/ 2147483646 w 791"/>
                <a:gd name="T43" fmla="*/ 2147483646 h 316"/>
                <a:gd name="T44" fmla="*/ 2147483646 w 791"/>
                <a:gd name="T45" fmla="*/ 2147483646 h 316"/>
                <a:gd name="T46" fmla="*/ 2147483646 w 791"/>
                <a:gd name="T47" fmla="*/ 2147483646 h 316"/>
                <a:gd name="T48" fmla="*/ 2147483646 w 791"/>
                <a:gd name="T49" fmla="*/ 2147483646 h 316"/>
                <a:gd name="T50" fmla="*/ 2147483646 w 791"/>
                <a:gd name="T51" fmla="*/ 2147483646 h 316"/>
                <a:gd name="T52" fmla="*/ 2147483646 w 791"/>
                <a:gd name="T53" fmla="*/ 2147483646 h 316"/>
                <a:gd name="T54" fmla="*/ 2147483646 w 791"/>
                <a:gd name="T55" fmla="*/ 2147483646 h 316"/>
                <a:gd name="T56" fmla="*/ 2147483646 w 791"/>
                <a:gd name="T57" fmla="*/ 2147483646 h 316"/>
                <a:gd name="T58" fmla="*/ 2147483646 w 791"/>
                <a:gd name="T59" fmla="*/ 2147483646 h 316"/>
                <a:gd name="T60" fmla="*/ 2147483646 w 791"/>
                <a:gd name="T61" fmla="*/ 2147483646 h 316"/>
                <a:gd name="T62" fmla="*/ 2147483646 w 791"/>
                <a:gd name="T63" fmla="*/ 2147483646 h 316"/>
                <a:gd name="T64" fmla="*/ 2147483646 w 791"/>
                <a:gd name="T65" fmla="*/ 2147483646 h 316"/>
                <a:gd name="T66" fmla="*/ 2147483646 w 791"/>
                <a:gd name="T67" fmla="*/ 2147483646 h 316"/>
                <a:gd name="T68" fmla="*/ 2147483646 w 791"/>
                <a:gd name="T69" fmla="*/ 2147483646 h 316"/>
                <a:gd name="T70" fmla="*/ 2147483646 w 791"/>
                <a:gd name="T71" fmla="*/ 2147483646 h 316"/>
                <a:gd name="T72" fmla="*/ 2147483646 w 791"/>
                <a:gd name="T73" fmla="*/ 2147483646 h 316"/>
                <a:gd name="T74" fmla="*/ 2147483646 w 791"/>
                <a:gd name="T75" fmla="*/ 2147483646 h 316"/>
                <a:gd name="T76" fmla="*/ 2147483646 w 791"/>
                <a:gd name="T77" fmla="*/ 2147483646 h 316"/>
                <a:gd name="T78" fmla="*/ 2147483646 w 791"/>
                <a:gd name="T79" fmla="*/ 2147483646 h 316"/>
                <a:gd name="T80" fmla="*/ 2147483646 w 791"/>
                <a:gd name="T81" fmla="*/ 2147483646 h 316"/>
                <a:gd name="T82" fmla="*/ 2147483646 w 791"/>
                <a:gd name="T83" fmla="*/ 2147483646 h 316"/>
                <a:gd name="T84" fmla="*/ 2147483646 w 791"/>
                <a:gd name="T85" fmla="*/ 2147483646 h 316"/>
                <a:gd name="T86" fmla="*/ 2147483646 w 791"/>
                <a:gd name="T87" fmla="*/ 2147483646 h 316"/>
                <a:gd name="T88" fmla="*/ 2147483646 w 791"/>
                <a:gd name="T89" fmla="*/ 2147483646 h 316"/>
                <a:gd name="T90" fmla="*/ 2147483646 w 791"/>
                <a:gd name="T91" fmla="*/ 2147483646 h 316"/>
                <a:gd name="T92" fmla="*/ 2147483646 w 791"/>
                <a:gd name="T93" fmla="*/ 2147483646 h 316"/>
                <a:gd name="T94" fmla="*/ 2147483646 w 791"/>
                <a:gd name="T95" fmla="*/ 2147483646 h 316"/>
                <a:gd name="T96" fmla="*/ 2147483646 w 791"/>
                <a:gd name="T97" fmla="*/ 2147483646 h 316"/>
                <a:gd name="T98" fmla="*/ 2147483646 w 791"/>
                <a:gd name="T99" fmla="*/ 2147483646 h 316"/>
                <a:gd name="T100" fmla="*/ 2147483646 w 791"/>
                <a:gd name="T101" fmla="*/ 2147483646 h 316"/>
                <a:gd name="T102" fmla="*/ 2147483646 w 791"/>
                <a:gd name="T103" fmla="*/ 2147483646 h 316"/>
                <a:gd name="T104" fmla="*/ 2147483646 w 791"/>
                <a:gd name="T105" fmla="*/ 2147483646 h 316"/>
                <a:gd name="T106" fmla="*/ 2147483646 w 791"/>
                <a:gd name="T107" fmla="*/ 2147483646 h 316"/>
                <a:gd name="T108" fmla="*/ 2147483646 w 791"/>
                <a:gd name="T109" fmla="*/ 2147483646 h 316"/>
                <a:gd name="T110" fmla="*/ 2147483646 w 791"/>
                <a:gd name="T111" fmla="*/ 2147483646 h 316"/>
                <a:gd name="T112" fmla="*/ 2147483646 w 791"/>
                <a:gd name="T113" fmla="*/ 2147483646 h 316"/>
                <a:gd name="T114" fmla="*/ 2147483646 w 791"/>
                <a:gd name="T115" fmla="*/ 2147483646 h 316"/>
                <a:gd name="T116" fmla="*/ 2147483646 w 791"/>
                <a:gd name="T117" fmla="*/ 2147483646 h 316"/>
                <a:gd name="T118" fmla="*/ 2147483646 w 791"/>
                <a:gd name="T119" fmla="*/ 2147483646 h 316"/>
                <a:gd name="T120" fmla="*/ 2147483646 w 791"/>
                <a:gd name="T121" fmla="*/ 2147483646 h 3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6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2"/>
                  </a:lnTo>
                  <a:lnTo>
                    <a:pt x="276" y="2"/>
                  </a:lnTo>
                  <a:lnTo>
                    <a:pt x="285" y="2"/>
                  </a:lnTo>
                  <a:lnTo>
                    <a:pt x="294" y="2"/>
                  </a:lnTo>
                  <a:lnTo>
                    <a:pt x="302" y="2"/>
                  </a:lnTo>
                  <a:lnTo>
                    <a:pt x="309" y="2"/>
                  </a:lnTo>
                  <a:lnTo>
                    <a:pt x="316" y="2"/>
                  </a:lnTo>
                  <a:lnTo>
                    <a:pt x="321" y="2"/>
                  </a:lnTo>
                  <a:lnTo>
                    <a:pt x="326" y="2"/>
                  </a:lnTo>
                  <a:lnTo>
                    <a:pt x="330" y="2"/>
                  </a:lnTo>
                  <a:lnTo>
                    <a:pt x="334" y="2"/>
                  </a:lnTo>
                  <a:lnTo>
                    <a:pt x="338" y="2"/>
                  </a:lnTo>
                  <a:lnTo>
                    <a:pt x="341" y="2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3" y="2"/>
                  </a:lnTo>
                  <a:lnTo>
                    <a:pt x="354" y="3"/>
                  </a:lnTo>
                  <a:lnTo>
                    <a:pt x="357" y="3"/>
                  </a:lnTo>
                  <a:lnTo>
                    <a:pt x="359" y="3"/>
                  </a:lnTo>
                  <a:lnTo>
                    <a:pt x="361" y="3"/>
                  </a:lnTo>
                  <a:lnTo>
                    <a:pt x="363" y="3"/>
                  </a:lnTo>
                  <a:lnTo>
                    <a:pt x="365" y="3"/>
                  </a:lnTo>
                  <a:lnTo>
                    <a:pt x="366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87" y="6"/>
                  </a:lnTo>
                  <a:lnTo>
                    <a:pt x="388" y="6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4" y="6"/>
                  </a:lnTo>
                  <a:lnTo>
                    <a:pt x="395" y="6"/>
                  </a:lnTo>
                  <a:lnTo>
                    <a:pt x="396" y="7"/>
                  </a:lnTo>
                  <a:lnTo>
                    <a:pt x="398" y="7"/>
                  </a:lnTo>
                  <a:lnTo>
                    <a:pt x="400" y="7"/>
                  </a:lnTo>
                  <a:lnTo>
                    <a:pt x="402" y="7"/>
                  </a:lnTo>
                  <a:lnTo>
                    <a:pt x="404" y="7"/>
                  </a:lnTo>
                  <a:lnTo>
                    <a:pt x="406" y="8"/>
                  </a:lnTo>
                  <a:lnTo>
                    <a:pt x="408" y="8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10"/>
                  </a:lnTo>
                  <a:lnTo>
                    <a:pt x="416" y="10"/>
                  </a:lnTo>
                  <a:lnTo>
                    <a:pt x="418" y="10"/>
                  </a:lnTo>
                  <a:lnTo>
                    <a:pt x="419" y="10"/>
                  </a:lnTo>
                  <a:lnTo>
                    <a:pt x="420" y="10"/>
                  </a:lnTo>
                  <a:lnTo>
                    <a:pt x="421" y="10"/>
                  </a:lnTo>
                  <a:lnTo>
                    <a:pt x="423" y="11"/>
                  </a:lnTo>
                  <a:lnTo>
                    <a:pt x="424" y="11"/>
                  </a:lnTo>
                  <a:lnTo>
                    <a:pt x="425" y="11"/>
                  </a:lnTo>
                  <a:lnTo>
                    <a:pt x="427" y="11"/>
                  </a:lnTo>
                  <a:lnTo>
                    <a:pt x="428" y="11"/>
                  </a:lnTo>
                  <a:lnTo>
                    <a:pt x="428" y="12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3" y="14"/>
                  </a:lnTo>
                  <a:lnTo>
                    <a:pt x="435" y="14"/>
                  </a:lnTo>
                  <a:lnTo>
                    <a:pt x="436" y="14"/>
                  </a:lnTo>
                  <a:lnTo>
                    <a:pt x="437" y="14"/>
                  </a:lnTo>
                  <a:lnTo>
                    <a:pt x="440" y="15"/>
                  </a:lnTo>
                  <a:lnTo>
                    <a:pt x="441" y="15"/>
                  </a:lnTo>
                  <a:lnTo>
                    <a:pt x="443" y="16"/>
                  </a:lnTo>
                  <a:lnTo>
                    <a:pt x="445" y="16"/>
                  </a:lnTo>
                  <a:lnTo>
                    <a:pt x="447" y="18"/>
                  </a:lnTo>
                  <a:lnTo>
                    <a:pt x="449" y="18"/>
                  </a:lnTo>
                  <a:lnTo>
                    <a:pt x="451" y="19"/>
                  </a:lnTo>
                  <a:lnTo>
                    <a:pt x="453" y="19"/>
                  </a:lnTo>
                  <a:lnTo>
                    <a:pt x="456" y="20"/>
                  </a:lnTo>
                  <a:lnTo>
                    <a:pt x="459" y="20"/>
                  </a:lnTo>
                  <a:lnTo>
                    <a:pt x="460" y="22"/>
                  </a:lnTo>
                  <a:lnTo>
                    <a:pt x="463" y="22"/>
                  </a:lnTo>
                  <a:lnTo>
                    <a:pt x="464" y="23"/>
                  </a:lnTo>
                  <a:lnTo>
                    <a:pt x="467" y="23"/>
                  </a:lnTo>
                  <a:lnTo>
                    <a:pt x="468" y="24"/>
                  </a:lnTo>
                  <a:lnTo>
                    <a:pt x="469" y="24"/>
                  </a:lnTo>
                  <a:lnTo>
                    <a:pt x="471" y="24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78" y="27"/>
                  </a:lnTo>
                  <a:lnTo>
                    <a:pt x="480" y="28"/>
                  </a:lnTo>
                  <a:lnTo>
                    <a:pt x="481" y="28"/>
                  </a:lnTo>
                  <a:lnTo>
                    <a:pt x="482" y="28"/>
                  </a:lnTo>
                  <a:lnTo>
                    <a:pt x="484" y="30"/>
                  </a:lnTo>
                  <a:lnTo>
                    <a:pt x="485" y="31"/>
                  </a:lnTo>
                  <a:lnTo>
                    <a:pt x="486" y="31"/>
                  </a:lnTo>
                  <a:lnTo>
                    <a:pt x="488" y="32"/>
                  </a:lnTo>
                  <a:lnTo>
                    <a:pt x="489" y="32"/>
                  </a:lnTo>
                  <a:lnTo>
                    <a:pt x="490" y="34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497" y="36"/>
                  </a:lnTo>
                  <a:lnTo>
                    <a:pt x="500" y="38"/>
                  </a:lnTo>
                  <a:lnTo>
                    <a:pt x="501" y="38"/>
                  </a:lnTo>
                  <a:lnTo>
                    <a:pt x="504" y="39"/>
                  </a:lnTo>
                  <a:lnTo>
                    <a:pt x="505" y="40"/>
                  </a:lnTo>
                  <a:lnTo>
                    <a:pt x="508" y="41"/>
                  </a:lnTo>
                  <a:lnTo>
                    <a:pt x="509" y="41"/>
                  </a:lnTo>
                  <a:lnTo>
                    <a:pt x="512" y="43"/>
                  </a:lnTo>
                  <a:lnTo>
                    <a:pt x="513" y="44"/>
                  </a:lnTo>
                  <a:lnTo>
                    <a:pt x="514" y="44"/>
                  </a:lnTo>
                  <a:lnTo>
                    <a:pt x="516" y="45"/>
                  </a:lnTo>
                  <a:lnTo>
                    <a:pt x="517" y="45"/>
                  </a:lnTo>
                  <a:lnTo>
                    <a:pt x="518" y="47"/>
                  </a:lnTo>
                  <a:lnTo>
                    <a:pt x="520" y="47"/>
                  </a:lnTo>
                  <a:lnTo>
                    <a:pt x="521" y="48"/>
                  </a:lnTo>
                  <a:lnTo>
                    <a:pt x="522" y="48"/>
                  </a:lnTo>
                  <a:lnTo>
                    <a:pt x="523" y="49"/>
                  </a:lnTo>
                  <a:lnTo>
                    <a:pt x="525" y="49"/>
                  </a:lnTo>
                  <a:lnTo>
                    <a:pt x="526" y="51"/>
                  </a:lnTo>
                  <a:lnTo>
                    <a:pt x="527" y="51"/>
                  </a:lnTo>
                  <a:lnTo>
                    <a:pt x="529" y="52"/>
                  </a:lnTo>
                  <a:lnTo>
                    <a:pt x="530" y="53"/>
                  </a:lnTo>
                  <a:lnTo>
                    <a:pt x="531" y="53"/>
                  </a:lnTo>
                  <a:lnTo>
                    <a:pt x="533" y="53"/>
                  </a:lnTo>
                  <a:lnTo>
                    <a:pt x="534" y="55"/>
                  </a:lnTo>
                  <a:lnTo>
                    <a:pt x="535" y="55"/>
                  </a:lnTo>
                  <a:lnTo>
                    <a:pt x="537" y="56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9"/>
                  </a:lnTo>
                  <a:lnTo>
                    <a:pt x="542" y="59"/>
                  </a:lnTo>
                  <a:lnTo>
                    <a:pt x="543" y="60"/>
                  </a:lnTo>
                  <a:lnTo>
                    <a:pt x="545" y="61"/>
                  </a:lnTo>
                  <a:lnTo>
                    <a:pt x="547" y="63"/>
                  </a:lnTo>
                  <a:lnTo>
                    <a:pt x="549" y="63"/>
                  </a:lnTo>
                  <a:lnTo>
                    <a:pt x="551" y="64"/>
                  </a:lnTo>
                  <a:lnTo>
                    <a:pt x="553" y="65"/>
                  </a:lnTo>
                  <a:lnTo>
                    <a:pt x="554" y="67"/>
                  </a:lnTo>
                  <a:lnTo>
                    <a:pt x="555" y="67"/>
                  </a:lnTo>
                  <a:lnTo>
                    <a:pt x="557" y="68"/>
                  </a:lnTo>
                  <a:lnTo>
                    <a:pt x="558" y="68"/>
                  </a:lnTo>
                  <a:lnTo>
                    <a:pt x="559" y="69"/>
                  </a:lnTo>
                  <a:lnTo>
                    <a:pt x="561" y="69"/>
                  </a:lnTo>
                  <a:lnTo>
                    <a:pt x="562" y="71"/>
                  </a:lnTo>
                  <a:lnTo>
                    <a:pt x="563" y="71"/>
                  </a:lnTo>
                  <a:lnTo>
                    <a:pt x="563" y="72"/>
                  </a:lnTo>
                  <a:lnTo>
                    <a:pt x="565" y="72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9" y="75"/>
                  </a:lnTo>
                  <a:lnTo>
                    <a:pt x="570" y="76"/>
                  </a:lnTo>
                  <a:lnTo>
                    <a:pt x="571" y="76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9"/>
                  </a:lnTo>
                  <a:lnTo>
                    <a:pt x="575" y="79"/>
                  </a:lnTo>
                  <a:lnTo>
                    <a:pt x="576" y="80"/>
                  </a:lnTo>
                  <a:lnTo>
                    <a:pt x="578" y="80"/>
                  </a:lnTo>
                  <a:lnTo>
                    <a:pt x="579" y="81"/>
                  </a:lnTo>
                  <a:lnTo>
                    <a:pt x="580" y="81"/>
                  </a:lnTo>
                  <a:lnTo>
                    <a:pt x="582" y="83"/>
                  </a:lnTo>
                  <a:lnTo>
                    <a:pt x="583" y="84"/>
                  </a:lnTo>
                  <a:lnTo>
                    <a:pt x="584" y="84"/>
                  </a:lnTo>
                  <a:lnTo>
                    <a:pt x="586" y="85"/>
                  </a:lnTo>
                  <a:lnTo>
                    <a:pt x="587" y="87"/>
                  </a:lnTo>
                  <a:lnTo>
                    <a:pt x="588" y="88"/>
                  </a:lnTo>
                  <a:lnTo>
                    <a:pt x="590" y="88"/>
                  </a:lnTo>
                  <a:lnTo>
                    <a:pt x="591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5" y="92"/>
                  </a:lnTo>
                  <a:lnTo>
                    <a:pt x="596" y="92"/>
                  </a:lnTo>
                  <a:lnTo>
                    <a:pt x="596" y="93"/>
                  </a:lnTo>
                  <a:lnTo>
                    <a:pt x="598" y="93"/>
                  </a:lnTo>
                  <a:lnTo>
                    <a:pt x="599" y="94"/>
                  </a:lnTo>
                  <a:lnTo>
                    <a:pt x="600" y="94"/>
                  </a:lnTo>
                  <a:lnTo>
                    <a:pt x="602" y="96"/>
                  </a:lnTo>
                  <a:lnTo>
                    <a:pt x="602" y="97"/>
                  </a:lnTo>
                  <a:lnTo>
                    <a:pt x="603" y="97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07" y="100"/>
                  </a:lnTo>
                  <a:lnTo>
                    <a:pt x="608" y="101"/>
                  </a:lnTo>
                  <a:lnTo>
                    <a:pt x="610" y="102"/>
                  </a:lnTo>
                  <a:lnTo>
                    <a:pt x="611" y="102"/>
                  </a:lnTo>
                  <a:lnTo>
                    <a:pt x="611" y="104"/>
                  </a:lnTo>
                  <a:lnTo>
                    <a:pt x="612" y="104"/>
                  </a:lnTo>
                  <a:lnTo>
                    <a:pt x="614" y="105"/>
                  </a:lnTo>
                  <a:lnTo>
                    <a:pt x="615" y="106"/>
                  </a:lnTo>
                  <a:lnTo>
                    <a:pt x="616" y="108"/>
                  </a:lnTo>
                  <a:lnTo>
                    <a:pt x="618" y="108"/>
                  </a:lnTo>
                  <a:lnTo>
                    <a:pt x="618" y="109"/>
                  </a:lnTo>
                  <a:lnTo>
                    <a:pt x="619" y="109"/>
                  </a:lnTo>
                  <a:lnTo>
                    <a:pt x="619" y="110"/>
                  </a:lnTo>
                  <a:lnTo>
                    <a:pt x="620" y="110"/>
                  </a:lnTo>
                  <a:lnTo>
                    <a:pt x="622" y="112"/>
                  </a:lnTo>
                  <a:lnTo>
                    <a:pt x="623" y="112"/>
                  </a:lnTo>
                  <a:lnTo>
                    <a:pt x="623" y="113"/>
                  </a:lnTo>
                  <a:lnTo>
                    <a:pt x="624" y="113"/>
                  </a:lnTo>
                  <a:lnTo>
                    <a:pt x="625" y="114"/>
                  </a:lnTo>
                  <a:lnTo>
                    <a:pt x="627" y="116"/>
                  </a:lnTo>
                  <a:lnTo>
                    <a:pt x="628" y="116"/>
                  </a:lnTo>
                  <a:lnTo>
                    <a:pt x="628" y="117"/>
                  </a:lnTo>
                  <a:lnTo>
                    <a:pt x="629" y="117"/>
                  </a:lnTo>
                  <a:lnTo>
                    <a:pt x="631" y="118"/>
                  </a:lnTo>
                  <a:lnTo>
                    <a:pt x="632" y="118"/>
                  </a:lnTo>
                  <a:lnTo>
                    <a:pt x="633" y="120"/>
                  </a:lnTo>
                  <a:lnTo>
                    <a:pt x="635" y="121"/>
                  </a:lnTo>
                  <a:lnTo>
                    <a:pt x="636" y="122"/>
                  </a:lnTo>
                  <a:lnTo>
                    <a:pt x="637" y="122"/>
                  </a:lnTo>
                  <a:lnTo>
                    <a:pt x="639" y="124"/>
                  </a:lnTo>
                  <a:lnTo>
                    <a:pt x="640" y="124"/>
                  </a:lnTo>
                  <a:lnTo>
                    <a:pt x="640" y="125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4" y="128"/>
                  </a:lnTo>
                  <a:lnTo>
                    <a:pt x="645" y="128"/>
                  </a:lnTo>
                  <a:lnTo>
                    <a:pt x="645" y="129"/>
                  </a:lnTo>
                  <a:lnTo>
                    <a:pt x="647" y="129"/>
                  </a:lnTo>
                  <a:lnTo>
                    <a:pt x="647" y="130"/>
                  </a:lnTo>
                  <a:lnTo>
                    <a:pt x="648" y="130"/>
                  </a:lnTo>
                  <a:lnTo>
                    <a:pt x="649" y="132"/>
                  </a:lnTo>
                  <a:lnTo>
                    <a:pt x="651" y="133"/>
                  </a:lnTo>
                  <a:lnTo>
                    <a:pt x="652" y="134"/>
                  </a:lnTo>
                  <a:lnTo>
                    <a:pt x="653" y="136"/>
                  </a:lnTo>
                  <a:lnTo>
                    <a:pt x="655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7" y="140"/>
                  </a:lnTo>
                  <a:lnTo>
                    <a:pt x="659" y="140"/>
                  </a:lnTo>
                  <a:lnTo>
                    <a:pt x="659" y="141"/>
                  </a:lnTo>
                  <a:lnTo>
                    <a:pt x="660" y="142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4" y="145"/>
                  </a:lnTo>
                  <a:lnTo>
                    <a:pt x="664" y="146"/>
                  </a:lnTo>
                  <a:lnTo>
                    <a:pt x="665" y="147"/>
                  </a:lnTo>
                  <a:lnTo>
                    <a:pt x="667" y="149"/>
                  </a:lnTo>
                  <a:lnTo>
                    <a:pt x="668" y="150"/>
                  </a:lnTo>
                  <a:lnTo>
                    <a:pt x="669" y="151"/>
                  </a:lnTo>
                  <a:lnTo>
                    <a:pt x="671" y="153"/>
                  </a:lnTo>
                  <a:lnTo>
                    <a:pt x="672" y="154"/>
                  </a:lnTo>
                  <a:lnTo>
                    <a:pt x="673" y="155"/>
                  </a:lnTo>
                  <a:lnTo>
                    <a:pt x="674" y="157"/>
                  </a:lnTo>
                  <a:lnTo>
                    <a:pt x="676" y="158"/>
                  </a:lnTo>
                  <a:lnTo>
                    <a:pt x="676" y="159"/>
                  </a:lnTo>
                  <a:lnTo>
                    <a:pt x="677" y="159"/>
                  </a:lnTo>
                  <a:lnTo>
                    <a:pt x="677" y="161"/>
                  </a:lnTo>
                  <a:lnTo>
                    <a:pt x="678" y="162"/>
                  </a:lnTo>
                  <a:lnTo>
                    <a:pt x="680" y="163"/>
                  </a:lnTo>
                  <a:lnTo>
                    <a:pt x="681" y="163"/>
                  </a:lnTo>
                  <a:lnTo>
                    <a:pt x="681" y="165"/>
                  </a:lnTo>
                  <a:lnTo>
                    <a:pt x="682" y="166"/>
                  </a:lnTo>
                  <a:lnTo>
                    <a:pt x="684" y="167"/>
                  </a:lnTo>
                  <a:lnTo>
                    <a:pt x="685" y="169"/>
                  </a:lnTo>
                  <a:lnTo>
                    <a:pt x="685" y="170"/>
                  </a:lnTo>
                  <a:lnTo>
                    <a:pt x="686" y="171"/>
                  </a:lnTo>
                  <a:lnTo>
                    <a:pt x="688" y="173"/>
                  </a:lnTo>
                  <a:lnTo>
                    <a:pt x="689" y="174"/>
                  </a:lnTo>
                  <a:lnTo>
                    <a:pt x="690" y="175"/>
                  </a:lnTo>
                  <a:lnTo>
                    <a:pt x="692" y="177"/>
                  </a:lnTo>
                  <a:lnTo>
                    <a:pt x="693" y="178"/>
                  </a:lnTo>
                  <a:lnTo>
                    <a:pt x="694" y="179"/>
                  </a:lnTo>
                  <a:lnTo>
                    <a:pt x="696" y="182"/>
                  </a:lnTo>
                  <a:lnTo>
                    <a:pt x="697" y="183"/>
                  </a:lnTo>
                  <a:lnTo>
                    <a:pt x="698" y="185"/>
                  </a:lnTo>
                  <a:lnTo>
                    <a:pt x="700" y="186"/>
                  </a:lnTo>
                  <a:lnTo>
                    <a:pt x="701" y="189"/>
                  </a:lnTo>
                  <a:lnTo>
                    <a:pt x="702" y="190"/>
                  </a:lnTo>
                  <a:lnTo>
                    <a:pt x="704" y="191"/>
                  </a:lnTo>
                  <a:lnTo>
                    <a:pt x="704" y="193"/>
                  </a:lnTo>
                  <a:lnTo>
                    <a:pt x="705" y="194"/>
                  </a:lnTo>
                  <a:lnTo>
                    <a:pt x="706" y="194"/>
                  </a:lnTo>
                  <a:lnTo>
                    <a:pt x="708" y="195"/>
                  </a:lnTo>
                  <a:lnTo>
                    <a:pt x="708" y="196"/>
                  </a:lnTo>
                  <a:lnTo>
                    <a:pt x="709" y="198"/>
                  </a:lnTo>
                  <a:lnTo>
                    <a:pt x="709" y="199"/>
                  </a:lnTo>
                  <a:lnTo>
                    <a:pt x="710" y="199"/>
                  </a:lnTo>
                  <a:lnTo>
                    <a:pt x="712" y="200"/>
                  </a:lnTo>
                  <a:lnTo>
                    <a:pt x="712" y="202"/>
                  </a:lnTo>
                  <a:lnTo>
                    <a:pt x="713" y="203"/>
                  </a:lnTo>
                  <a:lnTo>
                    <a:pt x="713" y="204"/>
                  </a:lnTo>
                  <a:lnTo>
                    <a:pt x="714" y="204"/>
                  </a:lnTo>
                  <a:lnTo>
                    <a:pt x="716" y="206"/>
                  </a:lnTo>
                  <a:lnTo>
                    <a:pt x="716" y="207"/>
                  </a:lnTo>
                  <a:lnTo>
                    <a:pt x="717" y="208"/>
                  </a:lnTo>
                  <a:lnTo>
                    <a:pt x="718" y="210"/>
                  </a:lnTo>
                  <a:lnTo>
                    <a:pt x="718" y="211"/>
                  </a:lnTo>
                  <a:lnTo>
                    <a:pt x="720" y="212"/>
                  </a:lnTo>
                  <a:lnTo>
                    <a:pt x="721" y="214"/>
                  </a:lnTo>
                  <a:lnTo>
                    <a:pt x="722" y="215"/>
                  </a:lnTo>
                  <a:lnTo>
                    <a:pt x="724" y="216"/>
                  </a:lnTo>
                  <a:lnTo>
                    <a:pt x="725" y="219"/>
                  </a:lnTo>
                  <a:lnTo>
                    <a:pt x="726" y="220"/>
                  </a:lnTo>
                  <a:lnTo>
                    <a:pt x="727" y="223"/>
                  </a:lnTo>
                  <a:lnTo>
                    <a:pt x="729" y="224"/>
                  </a:lnTo>
                  <a:lnTo>
                    <a:pt x="730" y="227"/>
                  </a:lnTo>
                  <a:lnTo>
                    <a:pt x="731" y="228"/>
                  </a:lnTo>
                  <a:lnTo>
                    <a:pt x="733" y="231"/>
                  </a:lnTo>
                  <a:lnTo>
                    <a:pt x="734" y="232"/>
                  </a:lnTo>
                  <a:lnTo>
                    <a:pt x="735" y="234"/>
                  </a:lnTo>
                  <a:lnTo>
                    <a:pt x="737" y="235"/>
                  </a:lnTo>
                  <a:lnTo>
                    <a:pt x="737" y="238"/>
                  </a:lnTo>
                  <a:lnTo>
                    <a:pt x="738" y="239"/>
                  </a:lnTo>
                  <a:lnTo>
                    <a:pt x="739" y="240"/>
                  </a:lnTo>
                  <a:lnTo>
                    <a:pt x="741" y="242"/>
                  </a:lnTo>
                  <a:lnTo>
                    <a:pt x="742" y="243"/>
                  </a:lnTo>
                  <a:lnTo>
                    <a:pt x="743" y="244"/>
                  </a:lnTo>
                  <a:lnTo>
                    <a:pt x="743" y="245"/>
                  </a:lnTo>
                  <a:lnTo>
                    <a:pt x="745" y="247"/>
                  </a:lnTo>
                  <a:lnTo>
                    <a:pt x="745" y="248"/>
                  </a:lnTo>
                  <a:lnTo>
                    <a:pt x="746" y="249"/>
                  </a:lnTo>
                  <a:lnTo>
                    <a:pt x="747" y="249"/>
                  </a:lnTo>
                  <a:lnTo>
                    <a:pt x="747" y="251"/>
                  </a:lnTo>
                  <a:lnTo>
                    <a:pt x="749" y="252"/>
                  </a:lnTo>
                  <a:lnTo>
                    <a:pt x="749" y="253"/>
                  </a:lnTo>
                  <a:lnTo>
                    <a:pt x="750" y="255"/>
                  </a:lnTo>
                  <a:lnTo>
                    <a:pt x="751" y="256"/>
                  </a:lnTo>
                  <a:lnTo>
                    <a:pt x="753" y="257"/>
                  </a:lnTo>
                  <a:lnTo>
                    <a:pt x="753" y="259"/>
                  </a:lnTo>
                  <a:lnTo>
                    <a:pt x="754" y="260"/>
                  </a:lnTo>
                  <a:lnTo>
                    <a:pt x="755" y="263"/>
                  </a:lnTo>
                  <a:lnTo>
                    <a:pt x="757" y="264"/>
                  </a:lnTo>
                  <a:lnTo>
                    <a:pt x="758" y="265"/>
                  </a:lnTo>
                  <a:lnTo>
                    <a:pt x="759" y="268"/>
                  </a:lnTo>
                  <a:lnTo>
                    <a:pt x="761" y="269"/>
                  </a:lnTo>
                  <a:lnTo>
                    <a:pt x="762" y="272"/>
                  </a:lnTo>
                  <a:lnTo>
                    <a:pt x="763" y="273"/>
                  </a:lnTo>
                  <a:lnTo>
                    <a:pt x="766" y="276"/>
                  </a:lnTo>
                  <a:lnTo>
                    <a:pt x="767" y="277"/>
                  </a:lnTo>
                  <a:lnTo>
                    <a:pt x="769" y="280"/>
                  </a:lnTo>
                  <a:lnTo>
                    <a:pt x="770" y="281"/>
                  </a:lnTo>
                  <a:lnTo>
                    <a:pt x="770" y="283"/>
                  </a:lnTo>
                  <a:lnTo>
                    <a:pt x="771" y="284"/>
                  </a:lnTo>
                  <a:lnTo>
                    <a:pt x="773" y="285"/>
                  </a:lnTo>
                  <a:lnTo>
                    <a:pt x="774" y="287"/>
                  </a:lnTo>
                  <a:lnTo>
                    <a:pt x="774" y="288"/>
                  </a:lnTo>
                  <a:lnTo>
                    <a:pt x="775" y="289"/>
                  </a:lnTo>
                  <a:lnTo>
                    <a:pt x="776" y="291"/>
                  </a:lnTo>
                  <a:lnTo>
                    <a:pt x="776" y="292"/>
                  </a:lnTo>
                  <a:lnTo>
                    <a:pt x="778" y="293"/>
                  </a:lnTo>
                  <a:lnTo>
                    <a:pt x="778" y="295"/>
                  </a:lnTo>
                  <a:lnTo>
                    <a:pt x="779" y="295"/>
                  </a:lnTo>
                  <a:lnTo>
                    <a:pt x="779" y="296"/>
                  </a:lnTo>
                  <a:lnTo>
                    <a:pt x="780" y="297"/>
                  </a:lnTo>
                  <a:lnTo>
                    <a:pt x="780" y="298"/>
                  </a:lnTo>
                  <a:lnTo>
                    <a:pt x="782" y="300"/>
                  </a:lnTo>
                  <a:lnTo>
                    <a:pt x="783" y="301"/>
                  </a:lnTo>
                  <a:lnTo>
                    <a:pt x="783" y="302"/>
                  </a:lnTo>
                  <a:lnTo>
                    <a:pt x="784" y="304"/>
                  </a:lnTo>
                  <a:lnTo>
                    <a:pt x="786" y="305"/>
                  </a:lnTo>
                  <a:lnTo>
                    <a:pt x="786" y="306"/>
                  </a:lnTo>
                  <a:lnTo>
                    <a:pt x="787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90" y="312"/>
                  </a:lnTo>
                  <a:lnTo>
                    <a:pt x="790" y="313"/>
                  </a:lnTo>
                  <a:lnTo>
                    <a:pt x="791" y="316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006" name="Freeform 7">
              <a:extLst>
                <a:ext uri="{FF2B5EF4-FFF2-40B4-BE49-F238E27FC236}">
                  <a16:creationId xmlns:a16="http://schemas.microsoft.com/office/drawing/2014/main" id="{1CFA0DB0-D93E-4467-A396-48B54637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686175"/>
              <a:ext cx="628650" cy="250825"/>
            </a:xfrm>
            <a:custGeom>
              <a:avLst/>
              <a:gdLst>
                <a:gd name="T0" fmla="*/ 2147483646 w 791"/>
                <a:gd name="T1" fmla="*/ 2147483646 h 315"/>
                <a:gd name="T2" fmla="*/ 2147483646 w 791"/>
                <a:gd name="T3" fmla="*/ 2147483646 h 315"/>
                <a:gd name="T4" fmla="*/ 2147483646 w 791"/>
                <a:gd name="T5" fmla="*/ 2147483646 h 315"/>
                <a:gd name="T6" fmla="*/ 2147483646 w 791"/>
                <a:gd name="T7" fmla="*/ 2147483646 h 315"/>
                <a:gd name="T8" fmla="*/ 2147483646 w 791"/>
                <a:gd name="T9" fmla="*/ 2147483646 h 315"/>
                <a:gd name="T10" fmla="*/ 2147483646 w 791"/>
                <a:gd name="T11" fmla="*/ 2147483646 h 315"/>
                <a:gd name="T12" fmla="*/ 2147483646 w 791"/>
                <a:gd name="T13" fmla="*/ 2147483646 h 315"/>
                <a:gd name="T14" fmla="*/ 2147483646 w 791"/>
                <a:gd name="T15" fmla="*/ 2147483646 h 315"/>
                <a:gd name="T16" fmla="*/ 2147483646 w 791"/>
                <a:gd name="T17" fmla="*/ 2147483646 h 315"/>
                <a:gd name="T18" fmla="*/ 2147483646 w 791"/>
                <a:gd name="T19" fmla="*/ 2147483646 h 315"/>
                <a:gd name="T20" fmla="*/ 2147483646 w 791"/>
                <a:gd name="T21" fmla="*/ 2147483646 h 315"/>
                <a:gd name="T22" fmla="*/ 2147483646 w 791"/>
                <a:gd name="T23" fmla="*/ 2147483646 h 315"/>
                <a:gd name="T24" fmla="*/ 2147483646 w 791"/>
                <a:gd name="T25" fmla="*/ 2147483646 h 315"/>
                <a:gd name="T26" fmla="*/ 2147483646 w 791"/>
                <a:gd name="T27" fmla="*/ 2147483646 h 315"/>
                <a:gd name="T28" fmla="*/ 2147483646 w 791"/>
                <a:gd name="T29" fmla="*/ 2147483646 h 315"/>
                <a:gd name="T30" fmla="*/ 2147483646 w 791"/>
                <a:gd name="T31" fmla="*/ 2147483646 h 315"/>
                <a:gd name="T32" fmla="*/ 2147483646 w 791"/>
                <a:gd name="T33" fmla="*/ 2147483646 h 315"/>
                <a:gd name="T34" fmla="*/ 2147483646 w 791"/>
                <a:gd name="T35" fmla="*/ 2147483646 h 315"/>
                <a:gd name="T36" fmla="*/ 2147483646 w 791"/>
                <a:gd name="T37" fmla="*/ 2147483646 h 315"/>
                <a:gd name="T38" fmla="*/ 2147483646 w 791"/>
                <a:gd name="T39" fmla="*/ 2147483646 h 315"/>
                <a:gd name="T40" fmla="*/ 2147483646 w 791"/>
                <a:gd name="T41" fmla="*/ 2147483646 h 315"/>
                <a:gd name="T42" fmla="*/ 2147483646 w 791"/>
                <a:gd name="T43" fmla="*/ 2147483646 h 315"/>
                <a:gd name="T44" fmla="*/ 2147483646 w 791"/>
                <a:gd name="T45" fmla="*/ 2147483646 h 315"/>
                <a:gd name="T46" fmla="*/ 2147483646 w 791"/>
                <a:gd name="T47" fmla="*/ 2147483646 h 315"/>
                <a:gd name="T48" fmla="*/ 2147483646 w 791"/>
                <a:gd name="T49" fmla="*/ 2147483646 h 315"/>
                <a:gd name="T50" fmla="*/ 2147483646 w 791"/>
                <a:gd name="T51" fmla="*/ 2147483646 h 315"/>
                <a:gd name="T52" fmla="*/ 2147483646 w 791"/>
                <a:gd name="T53" fmla="*/ 2147483646 h 315"/>
                <a:gd name="T54" fmla="*/ 2147483646 w 791"/>
                <a:gd name="T55" fmla="*/ 2147483646 h 315"/>
                <a:gd name="T56" fmla="*/ 2147483646 w 791"/>
                <a:gd name="T57" fmla="*/ 2147483646 h 315"/>
                <a:gd name="T58" fmla="*/ 2147483646 w 791"/>
                <a:gd name="T59" fmla="*/ 2147483646 h 315"/>
                <a:gd name="T60" fmla="*/ 2147483646 w 791"/>
                <a:gd name="T61" fmla="*/ 2147483646 h 315"/>
                <a:gd name="T62" fmla="*/ 2147483646 w 791"/>
                <a:gd name="T63" fmla="*/ 2147483646 h 315"/>
                <a:gd name="T64" fmla="*/ 2147483646 w 791"/>
                <a:gd name="T65" fmla="*/ 2147483646 h 315"/>
                <a:gd name="T66" fmla="*/ 2147483646 w 791"/>
                <a:gd name="T67" fmla="*/ 2147483646 h 315"/>
                <a:gd name="T68" fmla="*/ 2147483646 w 791"/>
                <a:gd name="T69" fmla="*/ 2147483646 h 315"/>
                <a:gd name="T70" fmla="*/ 2147483646 w 791"/>
                <a:gd name="T71" fmla="*/ 2147483646 h 315"/>
                <a:gd name="T72" fmla="*/ 2147483646 w 791"/>
                <a:gd name="T73" fmla="*/ 2147483646 h 315"/>
                <a:gd name="T74" fmla="*/ 2147483646 w 791"/>
                <a:gd name="T75" fmla="*/ 2147483646 h 315"/>
                <a:gd name="T76" fmla="*/ 2147483646 w 791"/>
                <a:gd name="T77" fmla="*/ 2147483646 h 315"/>
                <a:gd name="T78" fmla="*/ 2147483646 w 791"/>
                <a:gd name="T79" fmla="*/ 2147483646 h 315"/>
                <a:gd name="T80" fmla="*/ 2147483646 w 791"/>
                <a:gd name="T81" fmla="*/ 2147483646 h 315"/>
                <a:gd name="T82" fmla="*/ 2147483646 w 791"/>
                <a:gd name="T83" fmla="*/ 2147483646 h 315"/>
                <a:gd name="T84" fmla="*/ 2147483646 w 791"/>
                <a:gd name="T85" fmla="*/ 2147483646 h 315"/>
                <a:gd name="T86" fmla="*/ 2147483646 w 791"/>
                <a:gd name="T87" fmla="*/ 2147483646 h 315"/>
                <a:gd name="T88" fmla="*/ 2147483646 w 791"/>
                <a:gd name="T89" fmla="*/ 2147483646 h 315"/>
                <a:gd name="T90" fmla="*/ 2147483646 w 791"/>
                <a:gd name="T91" fmla="*/ 2147483646 h 315"/>
                <a:gd name="T92" fmla="*/ 2147483646 w 791"/>
                <a:gd name="T93" fmla="*/ 2147483646 h 315"/>
                <a:gd name="T94" fmla="*/ 2147483646 w 791"/>
                <a:gd name="T95" fmla="*/ 2147483646 h 315"/>
                <a:gd name="T96" fmla="*/ 2147483646 w 791"/>
                <a:gd name="T97" fmla="*/ 2147483646 h 315"/>
                <a:gd name="T98" fmla="*/ 2147483646 w 791"/>
                <a:gd name="T99" fmla="*/ 2147483646 h 315"/>
                <a:gd name="T100" fmla="*/ 2147483646 w 791"/>
                <a:gd name="T101" fmla="*/ 2147483646 h 315"/>
                <a:gd name="T102" fmla="*/ 2147483646 w 791"/>
                <a:gd name="T103" fmla="*/ 2147483646 h 315"/>
                <a:gd name="T104" fmla="*/ 2147483646 w 791"/>
                <a:gd name="T105" fmla="*/ 2147483646 h 315"/>
                <a:gd name="T106" fmla="*/ 2147483646 w 791"/>
                <a:gd name="T107" fmla="*/ 2147483646 h 315"/>
                <a:gd name="T108" fmla="*/ 2147483646 w 791"/>
                <a:gd name="T109" fmla="*/ 2147483646 h 315"/>
                <a:gd name="T110" fmla="*/ 2147483646 w 791"/>
                <a:gd name="T111" fmla="*/ 2147483646 h 315"/>
                <a:gd name="T112" fmla="*/ 2147483646 w 791"/>
                <a:gd name="T113" fmla="*/ 2147483646 h 315"/>
                <a:gd name="T114" fmla="*/ 2147483646 w 791"/>
                <a:gd name="T115" fmla="*/ 2147483646 h 315"/>
                <a:gd name="T116" fmla="*/ 2147483646 w 791"/>
                <a:gd name="T117" fmla="*/ 2147483646 h 315"/>
                <a:gd name="T118" fmla="*/ 2147483646 w 791"/>
                <a:gd name="T119" fmla="*/ 2147483646 h 315"/>
                <a:gd name="T120" fmla="*/ 2147483646 w 791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0" y="315"/>
                  </a:lnTo>
                  <a:lnTo>
                    <a:pt x="133" y="315"/>
                  </a:lnTo>
                  <a:lnTo>
                    <a:pt x="154" y="315"/>
                  </a:lnTo>
                  <a:lnTo>
                    <a:pt x="174" y="315"/>
                  </a:lnTo>
                  <a:lnTo>
                    <a:pt x="192" y="315"/>
                  </a:lnTo>
                  <a:lnTo>
                    <a:pt x="210" y="315"/>
                  </a:lnTo>
                  <a:lnTo>
                    <a:pt x="225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5" y="315"/>
                  </a:lnTo>
                  <a:lnTo>
                    <a:pt x="294" y="314"/>
                  </a:lnTo>
                  <a:lnTo>
                    <a:pt x="302" y="314"/>
                  </a:lnTo>
                  <a:lnTo>
                    <a:pt x="309" y="314"/>
                  </a:lnTo>
                  <a:lnTo>
                    <a:pt x="316" y="314"/>
                  </a:lnTo>
                  <a:lnTo>
                    <a:pt x="321" y="314"/>
                  </a:lnTo>
                  <a:lnTo>
                    <a:pt x="326" y="314"/>
                  </a:lnTo>
                  <a:lnTo>
                    <a:pt x="330" y="314"/>
                  </a:lnTo>
                  <a:lnTo>
                    <a:pt x="334" y="314"/>
                  </a:lnTo>
                  <a:lnTo>
                    <a:pt x="338" y="314"/>
                  </a:lnTo>
                  <a:lnTo>
                    <a:pt x="341" y="314"/>
                  </a:lnTo>
                  <a:lnTo>
                    <a:pt x="343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3"/>
                  </a:lnTo>
                  <a:lnTo>
                    <a:pt x="359" y="313"/>
                  </a:lnTo>
                  <a:lnTo>
                    <a:pt x="361" y="313"/>
                  </a:lnTo>
                  <a:lnTo>
                    <a:pt x="363" y="313"/>
                  </a:lnTo>
                  <a:lnTo>
                    <a:pt x="365" y="313"/>
                  </a:lnTo>
                  <a:lnTo>
                    <a:pt x="366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1" y="313"/>
                  </a:lnTo>
                  <a:lnTo>
                    <a:pt x="372" y="313"/>
                  </a:lnTo>
                  <a:lnTo>
                    <a:pt x="374" y="313"/>
                  </a:lnTo>
                  <a:lnTo>
                    <a:pt x="375" y="311"/>
                  </a:lnTo>
                  <a:lnTo>
                    <a:pt x="376" y="311"/>
                  </a:lnTo>
                  <a:lnTo>
                    <a:pt x="378" y="311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2" y="311"/>
                  </a:lnTo>
                  <a:lnTo>
                    <a:pt x="383" y="311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90" y="310"/>
                  </a:lnTo>
                  <a:lnTo>
                    <a:pt x="391" y="310"/>
                  </a:lnTo>
                  <a:lnTo>
                    <a:pt x="394" y="310"/>
                  </a:lnTo>
                  <a:lnTo>
                    <a:pt x="395" y="310"/>
                  </a:lnTo>
                  <a:lnTo>
                    <a:pt x="396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2" y="309"/>
                  </a:lnTo>
                  <a:lnTo>
                    <a:pt x="404" y="309"/>
                  </a:lnTo>
                  <a:lnTo>
                    <a:pt x="406" y="307"/>
                  </a:lnTo>
                  <a:lnTo>
                    <a:pt x="408" y="307"/>
                  </a:lnTo>
                  <a:lnTo>
                    <a:pt x="410" y="307"/>
                  </a:lnTo>
                  <a:lnTo>
                    <a:pt x="412" y="307"/>
                  </a:lnTo>
                  <a:lnTo>
                    <a:pt x="414" y="307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8" y="306"/>
                  </a:lnTo>
                  <a:lnTo>
                    <a:pt x="419" y="306"/>
                  </a:lnTo>
                  <a:lnTo>
                    <a:pt x="420" y="306"/>
                  </a:lnTo>
                  <a:lnTo>
                    <a:pt x="421" y="306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5"/>
                  </a:lnTo>
                  <a:lnTo>
                    <a:pt x="429" y="303"/>
                  </a:lnTo>
                  <a:lnTo>
                    <a:pt x="431" y="303"/>
                  </a:lnTo>
                  <a:lnTo>
                    <a:pt x="432" y="303"/>
                  </a:lnTo>
                  <a:lnTo>
                    <a:pt x="433" y="303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2"/>
                  </a:lnTo>
                  <a:lnTo>
                    <a:pt x="440" y="301"/>
                  </a:lnTo>
                  <a:lnTo>
                    <a:pt x="441" y="301"/>
                  </a:lnTo>
                  <a:lnTo>
                    <a:pt x="443" y="299"/>
                  </a:lnTo>
                  <a:lnTo>
                    <a:pt x="445" y="299"/>
                  </a:lnTo>
                  <a:lnTo>
                    <a:pt x="447" y="298"/>
                  </a:lnTo>
                  <a:lnTo>
                    <a:pt x="449" y="298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6" y="295"/>
                  </a:lnTo>
                  <a:lnTo>
                    <a:pt x="459" y="295"/>
                  </a:lnTo>
                  <a:lnTo>
                    <a:pt x="460" y="294"/>
                  </a:lnTo>
                  <a:lnTo>
                    <a:pt x="463" y="294"/>
                  </a:lnTo>
                  <a:lnTo>
                    <a:pt x="464" y="293"/>
                  </a:lnTo>
                  <a:lnTo>
                    <a:pt x="467" y="293"/>
                  </a:lnTo>
                  <a:lnTo>
                    <a:pt x="468" y="291"/>
                  </a:lnTo>
                  <a:lnTo>
                    <a:pt x="469" y="291"/>
                  </a:lnTo>
                  <a:lnTo>
                    <a:pt x="471" y="291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90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9"/>
                  </a:lnTo>
                  <a:lnTo>
                    <a:pt x="480" y="287"/>
                  </a:lnTo>
                  <a:lnTo>
                    <a:pt x="481" y="287"/>
                  </a:lnTo>
                  <a:lnTo>
                    <a:pt x="482" y="287"/>
                  </a:lnTo>
                  <a:lnTo>
                    <a:pt x="484" y="286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5"/>
                  </a:lnTo>
                  <a:lnTo>
                    <a:pt x="489" y="284"/>
                  </a:lnTo>
                  <a:lnTo>
                    <a:pt x="490" y="284"/>
                  </a:lnTo>
                  <a:lnTo>
                    <a:pt x="492" y="282"/>
                  </a:lnTo>
                  <a:lnTo>
                    <a:pt x="494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500" y="278"/>
                  </a:lnTo>
                  <a:lnTo>
                    <a:pt x="501" y="278"/>
                  </a:lnTo>
                  <a:lnTo>
                    <a:pt x="504" y="277"/>
                  </a:lnTo>
                  <a:lnTo>
                    <a:pt x="505" y="276"/>
                  </a:lnTo>
                  <a:lnTo>
                    <a:pt x="508" y="274"/>
                  </a:lnTo>
                  <a:lnTo>
                    <a:pt x="509" y="274"/>
                  </a:lnTo>
                  <a:lnTo>
                    <a:pt x="512" y="273"/>
                  </a:lnTo>
                  <a:lnTo>
                    <a:pt x="513" y="272"/>
                  </a:lnTo>
                  <a:lnTo>
                    <a:pt x="514" y="272"/>
                  </a:lnTo>
                  <a:lnTo>
                    <a:pt x="516" y="270"/>
                  </a:lnTo>
                  <a:lnTo>
                    <a:pt x="517" y="270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3" y="266"/>
                  </a:lnTo>
                  <a:lnTo>
                    <a:pt x="525" y="266"/>
                  </a:lnTo>
                  <a:lnTo>
                    <a:pt x="526" y="265"/>
                  </a:lnTo>
                  <a:lnTo>
                    <a:pt x="527" y="265"/>
                  </a:lnTo>
                  <a:lnTo>
                    <a:pt x="529" y="264"/>
                  </a:lnTo>
                  <a:lnTo>
                    <a:pt x="530" y="264"/>
                  </a:lnTo>
                  <a:lnTo>
                    <a:pt x="531" y="262"/>
                  </a:lnTo>
                  <a:lnTo>
                    <a:pt x="533" y="262"/>
                  </a:lnTo>
                  <a:lnTo>
                    <a:pt x="534" y="261"/>
                  </a:lnTo>
                  <a:lnTo>
                    <a:pt x="535" y="261"/>
                  </a:lnTo>
                  <a:lnTo>
                    <a:pt x="537" y="260"/>
                  </a:lnTo>
                  <a:lnTo>
                    <a:pt x="538" y="260"/>
                  </a:lnTo>
                  <a:lnTo>
                    <a:pt x="539" y="258"/>
                  </a:lnTo>
                  <a:lnTo>
                    <a:pt x="541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49" y="253"/>
                  </a:lnTo>
                  <a:lnTo>
                    <a:pt x="551" y="252"/>
                  </a:lnTo>
                  <a:lnTo>
                    <a:pt x="553" y="250"/>
                  </a:lnTo>
                  <a:lnTo>
                    <a:pt x="554" y="250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6"/>
                  </a:lnTo>
                  <a:lnTo>
                    <a:pt x="561" y="246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2"/>
                  </a:lnTo>
                  <a:lnTo>
                    <a:pt x="567" y="242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1" y="240"/>
                  </a:lnTo>
                  <a:lnTo>
                    <a:pt x="573" y="238"/>
                  </a:lnTo>
                  <a:lnTo>
                    <a:pt x="574" y="238"/>
                  </a:lnTo>
                  <a:lnTo>
                    <a:pt x="574" y="237"/>
                  </a:lnTo>
                  <a:lnTo>
                    <a:pt x="575" y="237"/>
                  </a:lnTo>
                  <a:lnTo>
                    <a:pt x="576" y="236"/>
                  </a:lnTo>
                  <a:lnTo>
                    <a:pt x="578" y="236"/>
                  </a:lnTo>
                  <a:lnTo>
                    <a:pt x="579" y="234"/>
                  </a:lnTo>
                  <a:lnTo>
                    <a:pt x="580" y="234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4" y="231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8" y="228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2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0" y="221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4" y="217"/>
                  </a:lnTo>
                  <a:lnTo>
                    <a:pt x="606" y="217"/>
                  </a:lnTo>
                  <a:lnTo>
                    <a:pt x="607" y="216"/>
                  </a:lnTo>
                  <a:lnTo>
                    <a:pt x="608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1" y="212"/>
                  </a:lnTo>
                  <a:lnTo>
                    <a:pt x="612" y="211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6" y="208"/>
                  </a:lnTo>
                  <a:lnTo>
                    <a:pt x="618" y="208"/>
                  </a:lnTo>
                  <a:lnTo>
                    <a:pt x="618" y="207"/>
                  </a:lnTo>
                  <a:lnTo>
                    <a:pt x="619" y="207"/>
                  </a:lnTo>
                  <a:lnTo>
                    <a:pt x="619" y="205"/>
                  </a:lnTo>
                  <a:lnTo>
                    <a:pt x="620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5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3" y="196"/>
                  </a:lnTo>
                  <a:lnTo>
                    <a:pt x="635" y="195"/>
                  </a:lnTo>
                  <a:lnTo>
                    <a:pt x="636" y="193"/>
                  </a:lnTo>
                  <a:lnTo>
                    <a:pt x="637" y="193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0" y="191"/>
                  </a:lnTo>
                  <a:lnTo>
                    <a:pt x="641" y="191"/>
                  </a:lnTo>
                  <a:lnTo>
                    <a:pt x="643" y="189"/>
                  </a:lnTo>
                  <a:lnTo>
                    <a:pt x="644" y="189"/>
                  </a:lnTo>
                  <a:lnTo>
                    <a:pt x="644" y="188"/>
                  </a:lnTo>
                  <a:lnTo>
                    <a:pt x="645" y="188"/>
                  </a:lnTo>
                  <a:lnTo>
                    <a:pt x="645" y="187"/>
                  </a:lnTo>
                  <a:lnTo>
                    <a:pt x="647" y="187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51" y="183"/>
                  </a:lnTo>
                  <a:lnTo>
                    <a:pt x="652" y="182"/>
                  </a:lnTo>
                  <a:lnTo>
                    <a:pt x="653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6" y="178"/>
                  </a:lnTo>
                  <a:lnTo>
                    <a:pt x="657" y="178"/>
                  </a:lnTo>
                  <a:lnTo>
                    <a:pt x="659" y="176"/>
                  </a:lnTo>
                  <a:lnTo>
                    <a:pt x="659" y="175"/>
                  </a:lnTo>
                  <a:lnTo>
                    <a:pt x="660" y="174"/>
                  </a:lnTo>
                  <a:lnTo>
                    <a:pt x="661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4" y="170"/>
                  </a:lnTo>
                  <a:lnTo>
                    <a:pt x="665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69" y="164"/>
                  </a:lnTo>
                  <a:lnTo>
                    <a:pt x="671" y="163"/>
                  </a:lnTo>
                  <a:lnTo>
                    <a:pt x="672" y="162"/>
                  </a:lnTo>
                  <a:lnTo>
                    <a:pt x="673" y="160"/>
                  </a:lnTo>
                  <a:lnTo>
                    <a:pt x="674" y="159"/>
                  </a:lnTo>
                  <a:lnTo>
                    <a:pt x="676" y="158"/>
                  </a:lnTo>
                  <a:lnTo>
                    <a:pt x="676" y="156"/>
                  </a:lnTo>
                  <a:lnTo>
                    <a:pt x="677" y="156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78" y="154"/>
                  </a:lnTo>
                  <a:lnTo>
                    <a:pt x="680" y="152"/>
                  </a:lnTo>
                  <a:lnTo>
                    <a:pt x="681" y="152"/>
                  </a:lnTo>
                  <a:lnTo>
                    <a:pt x="681" y="151"/>
                  </a:lnTo>
                  <a:lnTo>
                    <a:pt x="682" y="150"/>
                  </a:lnTo>
                  <a:lnTo>
                    <a:pt x="684" y="148"/>
                  </a:lnTo>
                  <a:lnTo>
                    <a:pt x="685" y="147"/>
                  </a:lnTo>
                  <a:lnTo>
                    <a:pt x="685" y="146"/>
                  </a:lnTo>
                  <a:lnTo>
                    <a:pt x="686" y="144"/>
                  </a:lnTo>
                  <a:lnTo>
                    <a:pt x="688" y="143"/>
                  </a:lnTo>
                  <a:lnTo>
                    <a:pt x="689" y="142"/>
                  </a:lnTo>
                  <a:lnTo>
                    <a:pt x="690" y="140"/>
                  </a:lnTo>
                  <a:lnTo>
                    <a:pt x="692" y="139"/>
                  </a:lnTo>
                  <a:lnTo>
                    <a:pt x="693" y="138"/>
                  </a:lnTo>
                  <a:lnTo>
                    <a:pt x="694" y="136"/>
                  </a:lnTo>
                  <a:lnTo>
                    <a:pt x="696" y="134"/>
                  </a:lnTo>
                  <a:lnTo>
                    <a:pt x="697" y="132"/>
                  </a:lnTo>
                  <a:lnTo>
                    <a:pt x="698" y="131"/>
                  </a:lnTo>
                  <a:lnTo>
                    <a:pt x="700" y="130"/>
                  </a:lnTo>
                  <a:lnTo>
                    <a:pt x="701" y="127"/>
                  </a:lnTo>
                  <a:lnTo>
                    <a:pt x="702" y="126"/>
                  </a:lnTo>
                  <a:lnTo>
                    <a:pt x="704" y="125"/>
                  </a:lnTo>
                  <a:lnTo>
                    <a:pt x="704" y="123"/>
                  </a:lnTo>
                  <a:lnTo>
                    <a:pt x="705" y="122"/>
                  </a:lnTo>
                  <a:lnTo>
                    <a:pt x="706" y="122"/>
                  </a:lnTo>
                  <a:lnTo>
                    <a:pt x="708" y="121"/>
                  </a:lnTo>
                  <a:lnTo>
                    <a:pt x="708" y="119"/>
                  </a:lnTo>
                  <a:lnTo>
                    <a:pt x="709" y="118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2" y="115"/>
                  </a:lnTo>
                  <a:lnTo>
                    <a:pt x="712" y="114"/>
                  </a:lnTo>
                  <a:lnTo>
                    <a:pt x="713" y="113"/>
                  </a:lnTo>
                  <a:lnTo>
                    <a:pt x="714" y="111"/>
                  </a:lnTo>
                  <a:lnTo>
                    <a:pt x="716" y="110"/>
                  </a:lnTo>
                  <a:lnTo>
                    <a:pt x="716" y="109"/>
                  </a:lnTo>
                  <a:lnTo>
                    <a:pt x="717" y="107"/>
                  </a:lnTo>
                  <a:lnTo>
                    <a:pt x="718" y="106"/>
                  </a:lnTo>
                  <a:lnTo>
                    <a:pt x="718" y="105"/>
                  </a:lnTo>
                  <a:lnTo>
                    <a:pt x="720" y="103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4" y="99"/>
                  </a:lnTo>
                  <a:lnTo>
                    <a:pt x="725" y="97"/>
                  </a:lnTo>
                  <a:lnTo>
                    <a:pt x="726" y="95"/>
                  </a:lnTo>
                  <a:lnTo>
                    <a:pt x="727" y="93"/>
                  </a:lnTo>
                  <a:lnTo>
                    <a:pt x="729" y="91"/>
                  </a:lnTo>
                  <a:lnTo>
                    <a:pt x="730" y="89"/>
                  </a:lnTo>
                  <a:lnTo>
                    <a:pt x="731" y="87"/>
                  </a:lnTo>
                  <a:lnTo>
                    <a:pt x="733" y="85"/>
                  </a:lnTo>
                  <a:lnTo>
                    <a:pt x="734" y="83"/>
                  </a:lnTo>
                  <a:lnTo>
                    <a:pt x="735" y="82"/>
                  </a:lnTo>
                  <a:lnTo>
                    <a:pt x="737" y="81"/>
                  </a:lnTo>
                  <a:lnTo>
                    <a:pt x="737" y="80"/>
                  </a:lnTo>
                  <a:lnTo>
                    <a:pt x="738" y="77"/>
                  </a:lnTo>
                  <a:lnTo>
                    <a:pt x="739" y="76"/>
                  </a:lnTo>
                  <a:lnTo>
                    <a:pt x="741" y="76"/>
                  </a:lnTo>
                  <a:lnTo>
                    <a:pt x="741" y="74"/>
                  </a:lnTo>
                  <a:lnTo>
                    <a:pt x="742" y="73"/>
                  </a:lnTo>
                  <a:lnTo>
                    <a:pt x="743" y="72"/>
                  </a:lnTo>
                  <a:lnTo>
                    <a:pt x="743" y="70"/>
                  </a:lnTo>
                  <a:lnTo>
                    <a:pt x="745" y="69"/>
                  </a:lnTo>
                  <a:lnTo>
                    <a:pt x="745" y="68"/>
                  </a:lnTo>
                  <a:lnTo>
                    <a:pt x="746" y="66"/>
                  </a:lnTo>
                  <a:lnTo>
                    <a:pt x="747" y="66"/>
                  </a:lnTo>
                  <a:lnTo>
                    <a:pt x="747" y="65"/>
                  </a:lnTo>
                  <a:lnTo>
                    <a:pt x="749" y="64"/>
                  </a:lnTo>
                  <a:lnTo>
                    <a:pt x="749" y="62"/>
                  </a:lnTo>
                  <a:lnTo>
                    <a:pt x="750" y="61"/>
                  </a:lnTo>
                  <a:lnTo>
                    <a:pt x="751" y="60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4" y="56"/>
                  </a:lnTo>
                  <a:lnTo>
                    <a:pt x="755" y="54"/>
                  </a:lnTo>
                  <a:lnTo>
                    <a:pt x="757" y="52"/>
                  </a:lnTo>
                  <a:lnTo>
                    <a:pt x="758" y="50"/>
                  </a:lnTo>
                  <a:lnTo>
                    <a:pt x="759" y="48"/>
                  </a:lnTo>
                  <a:lnTo>
                    <a:pt x="761" y="46"/>
                  </a:lnTo>
                  <a:lnTo>
                    <a:pt x="762" y="44"/>
                  </a:lnTo>
                  <a:lnTo>
                    <a:pt x="763" y="42"/>
                  </a:lnTo>
                  <a:lnTo>
                    <a:pt x="766" y="40"/>
                  </a:lnTo>
                  <a:lnTo>
                    <a:pt x="767" y="38"/>
                  </a:lnTo>
                  <a:lnTo>
                    <a:pt x="769" y="36"/>
                  </a:lnTo>
                  <a:lnTo>
                    <a:pt x="770" y="34"/>
                  </a:lnTo>
                  <a:lnTo>
                    <a:pt x="770" y="33"/>
                  </a:lnTo>
                  <a:lnTo>
                    <a:pt x="771" y="32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4" y="28"/>
                  </a:lnTo>
                  <a:lnTo>
                    <a:pt x="775" y="27"/>
                  </a:lnTo>
                  <a:lnTo>
                    <a:pt x="776" y="25"/>
                  </a:lnTo>
                  <a:lnTo>
                    <a:pt x="776" y="24"/>
                  </a:lnTo>
                  <a:lnTo>
                    <a:pt x="778" y="23"/>
                  </a:lnTo>
                  <a:lnTo>
                    <a:pt x="778" y="21"/>
                  </a:lnTo>
                  <a:lnTo>
                    <a:pt x="779" y="21"/>
                  </a:lnTo>
                  <a:lnTo>
                    <a:pt x="779" y="20"/>
                  </a:lnTo>
                  <a:lnTo>
                    <a:pt x="780" y="19"/>
                  </a:lnTo>
                  <a:lnTo>
                    <a:pt x="780" y="17"/>
                  </a:lnTo>
                  <a:lnTo>
                    <a:pt x="782" y="17"/>
                  </a:lnTo>
                  <a:lnTo>
                    <a:pt x="782" y="16"/>
                  </a:lnTo>
                  <a:lnTo>
                    <a:pt x="783" y="15"/>
                  </a:lnTo>
                  <a:lnTo>
                    <a:pt x="783" y="13"/>
                  </a:lnTo>
                  <a:lnTo>
                    <a:pt x="784" y="12"/>
                  </a:lnTo>
                  <a:lnTo>
                    <a:pt x="786" y="11"/>
                  </a:lnTo>
                  <a:lnTo>
                    <a:pt x="786" y="9"/>
                  </a:lnTo>
                  <a:lnTo>
                    <a:pt x="787" y="8"/>
                  </a:lnTo>
                  <a:lnTo>
                    <a:pt x="787" y="7"/>
                  </a:lnTo>
                  <a:lnTo>
                    <a:pt x="788" y="5"/>
                  </a:lnTo>
                  <a:lnTo>
                    <a:pt x="790" y="4"/>
                  </a:lnTo>
                  <a:lnTo>
                    <a:pt x="790" y="3"/>
                  </a:lnTo>
                  <a:lnTo>
                    <a:pt x="791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007" name="Freeform 8">
              <a:extLst>
                <a:ext uri="{FF2B5EF4-FFF2-40B4-BE49-F238E27FC236}">
                  <a16:creationId xmlns:a16="http://schemas.microsoft.com/office/drawing/2014/main" id="{290931CE-074E-4313-9FC3-38C126E25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435350"/>
              <a:ext cx="73025" cy="250825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4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2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5" y="94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6" y="101"/>
                  </a:lnTo>
                  <a:lnTo>
                    <a:pt x="48" y="102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0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5"/>
                  </a:lnTo>
                  <a:lnTo>
                    <a:pt x="64" y="146"/>
                  </a:lnTo>
                  <a:lnTo>
                    <a:pt x="64" y="149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6" y="155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61"/>
                  </a:lnTo>
                  <a:lnTo>
                    <a:pt x="68" y="162"/>
                  </a:lnTo>
                  <a:lnTo>
                    <a:pt x="69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6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7" y="189"/>
                  </a:lnTo>
                  <a:lnTo>
                    <a:pt x="77" y="191"/>
                  </a:lnTo>
                  <a:lnTo>
                    <a:pt x="77" y="193"/>
                  </a:lnTo>
                  <a:lnTo>
                    <a:pt x="78" y="195"/>
                  </a:lnTo>
                  <a:lnTo>
                    <a:pt x="78" y="196"/>
                  </a:lnTo>
                  <a:lnTo>
                    <a:pt x="79" y="199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7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8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40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7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8"/>
                  </a:lnTo>
                  <a:lnTo>
                    <a:pt x="94" y="300"/>
                  </a:lnTo>
                  <a:lnTo>
                    <a:pt x="94" y="301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4" y="314"/>
                  </a:lnTo>
                  <a:lnTo>
                    <a:pt x="93" y="317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008" name="Freeform 9">
              <a:extLst>
                <a:ext uri="{FF2B5EF4-FFF2-40B4-BE49-F238E27FC236}">
                  <a16:creationId xmlns:a16="http://schemas.microsoft.com/office/drawing/2014/main" id="{18920332-B848-4C0A-9E91-462E0AF39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684588"/>
              <a:ext cx="73025" cy="252412"/>
            </a:xfrm>
            <a:custGeom>
              <a:avLst/>
              <a:gdLst>
                <a:gd name="T0" fmla="*/ 2147483646 w 94"/>
                <a:gd name="T1" fmla="*/ 2147483646 h 316"/>
                <a:gd name="T2" fmla="*/ 2147483646 w 94"/>
                <a:gd name="T3" fmla="*/ 2147483646 h 316"/>
                <a:gd name="T4" fmla="*/ 2147483646 w 94"/>
                <a:gd name="T5" fmla="*/ 2147483646 h 316"/>
                <a:gd name="T6" fmla="*/ 2147483646 w 94"/>
                <a:gd name="T7" fmla="*/ 2147483646 h 316"/>
                <a:gd name="T8" fmla="*/ 2147483646 w 94"/>
                <a:gd name="T9" fmla="*/ 2147483646 h 316"/>
                <a:gd name="T10" fmla="*/ 2147483646 w 94"/>
                <a:gd name="T11" fmla="*/ 2147483646 h 316"/>
                <a:gd name="T12" fmla="*/ 2147483646 w 94"/>
                <a:gd name="T13" fmla="*/ 2147483646 h 316"/>
                <a:gd name="T14" fmla="*/ 2147483646 w 94"/>
                <a:gd name="T15" fmla="*/ 2147483646 h 316"/>
                <a:gd name="T16" fmla="*/ 2147483646 w 94"/>
                <a:gd name="T17" fmla="*/ 2147483646 h 316"/>
                <a:gd name="T18" fmla="*/ 2147483646 w 94"/>
                <a:gd name="T19" fmla="*/ 2147483646 h 316"/>
                <a:gd name="T20" fmla="*/ 2147483646 w 94"/>
                <a:gd name="T21" fmla="*/ 2147483646 h 316"/>
                <a:gd name="T22" fmla="*/ 2147483646 w 94"/>
                <a:gd name="T23" fmla="*/ 2147483646 h 316"/>
                <a:gd name="T24" fmla="*/ 2147483646 w 94"/>
                <a:gd name="T25" fmla="*/ 2147483646 h 316"/>
                <a:gd name="T26" fmla="*/ 2147483646 w 94"/>
                <a:gd name="T27" fmla="*/ 2147483646 h 316"/>
                <a:gd name="T28" fmla="*/ 2147483646 w 94"/>
                <a:gd name="T29" fmla="*/ 2147483646 h 316"/>
                <a:gd name="T30" fmla="*/ 2147483646 w 94"/>
                <a:gd name="T31" fmla="*/ 2147483646 h 316"/>
                <a:gd name="T32" fmla="*/ 2147483646 w 94"/>
                <a:gd name="T33" fmla="*/ 2147483646 h 316"/>
                <a:gd name="T34" fmla="*/ 2147483646 w 94"/>
                <a:gd name="T35" fmla="*/ 2147483646 h 316"/>
                <a:gd name="T36" fmla="*/ 2147483646 w 94"/>
                <a:gd name="T37" fmla="*/ 2147483646 h 316"/>
                <a:gd name="T38" fmla="*/ 2147483646 w 94"/>
                <a:gd name="T39" fmla="*/ 2147483646 h 316"/>
                <a:gd name="T40" fmla="*/ 2147483646 w 94"/>
                <a:gd name="T41" fmla="*/ 2147483646 h 316"/>
                <a:gd name="T42" fmla="*/ 2147483646 w 94"/>
                <a:gd name="T43" fmla="*/ 2147483646 h 316"/>
                <a:gd name="T44" fmla="*/ 2147483646 w 94"/>
                <a:gd name="T45" fmla="*/ 2147483646 h 316"/>
                <a:gd name="T46" fmla="*/ 2147483646 w 94"/>
                <a:gd name="T47" fmla="*/ 2147483646 h 316"/>
                <a:gd name="T48" fmla="*/ 2147483646 w 94"/>
                <a:gd name="T49" fmla="*/ 2147483646 h 316"/>
                <a:gd name="T50" fmla="*/ 2147483646 w 94"/>
                <a:gd name="T51" fmla="*/ 2147483646 h 316"/>
                <a:gd name="T52" fmla="*/ 2147483646 w 94"/>
                <a:gd name="T53" fmla="*/ 2147483646 h 316"/>
                <a:gd name="T54" fmla="*/ 2147483646 w 94"/>
                <a:gd name="T55" fmla="*/ 2147483646 h 316"/>
                <a:gd name="T56" fmla="*/ 2147483646 w 94"/>
                <a:gd name="T57" fmla="*/ 2147483646 h 316"/>
                <a:gd name="T58" fmla="*/ 2147483646 w 94"/>
                <a:gd name="T59" fmla="*/ 2147483646 h 316"/>
                <a:gd name="T60" fmla="*/ 2147483646 w 94"/>
                <a:gd name="T61" fmla="*/ 2147483646 h 316"/>
                <a:gd name="T62" fmla="*/ 2147483646 w 94"/>
                <a:gd name="T63" fmla="*/ 2147483646 h 316"/>
                <a:gd name="T64" fmla="*/ 2147483646 w 94"/>
                <a:gd name="T65" fmla="*/ 2147483646 h 316"/>
                <a:gd name="T66" fmla="*/ 2147483646 w 94"/>
                <a:gd name="T67" fmla="*/ 2147483646 h 316"/>
                <a:gd name="T68" fmla="*/ 2147483646 w 94"/>
                <a:gd name="T69" fmla="*/ 2147483646 h 316"/>
                <a:gd name="T70" fmla="*/ 2147483646 w 94"/>
                <a:gd name="T71" fmla="*/ 2147483646 h 316"/>
                <a:gd name="T72" fmla="*/ 2147483646 w 94"/>
                <a:gd name="T73" fmla="*/ 2147483646 h 316"/>
                <a:gd name="T74" fmla="*/ 2147483646 w 94"/>
                <a:gd name="T75" fmla="*/ 2147483646 h 316"/>
                <a:gd name="T76" fmla="*/ 2147483646 w 94"/>
                <a:gd name="T77" fmla="*/ 2147483646 h 316"/>
                <a:gd name="T78" fmla="*/ 2147483646 w 94"/>
                <a:gd name="T79" fmla="*/ 2147483646 h 316"/>
                <a:gd name="T80" fmla="*/ 2147483646 w 94"/>
                <a:gd name="T81" fmla="*/ 2147483646 h 316"/>
                <a:gd name="T82" fmla="*/ 2147483646 w 94"/>
                <a:gd name="T83" fmla="*/ 2147483646 h 316"/>
                <a:gd name="T84" fmla="*/ 2147483646 w 94"/>
                <a:gd name="T85" fmla="*/ 2147483646 h 316"/>
                <a:gd name="T86" fmla="*/ 2147483646 w 94"/>
                <a:gd name="T87" fmla="*/ 2147483646 h 316"/>
                <a:gd name="T88" fmla="*/ 2147483646 w 94"/>
                <a:gd name="T89" fmla="*/ 2147483646 h 316"/>
                <a:gd name="T90" fmla="*/ 2147483646 w 94"/>
                <a:gd name="T91" fmla="*/ 2147483646 h 316"/>
                <a:gd name="T92" fmla="*/ 2147483646 w 94"/>
                <a:gd name="T93" fmla="*/ 2147483646 h 316"/>
                <a:gd name="T94" fmla="*/ 2147483646 w 94"/>
                <a:gd name="T95" fmla="*/ 2147483646 h 316"/>
                <a:gd name="T96" fmla="*/ 2147483646 w 94"/>
                <a:gd name="T97" fmla="*/ 2147483646 h 316"/>
                <a:gd name="T98" fmla="*/ 2147483646 w 94"/>
                <a:gd name="T99" fmla="*/ 2147483646 h 316"/>
                <a:gd name="T100" fmla="*/ 2147483646 w 94"/>
                <a:gd name="T101" fmla="*/ 2147483646 h 316"/>
                <a:gd name="T102" fmla="*/ 2147483646 w 94"/>
                <a:gd name="T103" fmla="*/ 2147483646 h 316"/>
                <a:gd name="T104" fmla="*/ 2147483646 w 94"/>
                <a:gd name="T105" fmla="*/ 2147483646 h 316"/>
                <a:gd name="T106" fmla="*/ 2147483646 w 94"/>
                <a:gd name="T107" fmla="*/ 2147483646 h 316"/>
                <a:gd name="T108" fmla="*/ 2147483646 w 94"/>
                <a:gd name="T109" fmla="*/ 2147483646 h 316"/>
                <a:gd name="T110" fmla="*/ 2147483646 w 94"/>
                <a:gd name="T111" fmla="*/ 2147483646 h 316"/>
                <a:gd name="T112" fmla="*/ 2147483646 w 94"/>
                <a:gd name="T113" fmla="*/ 2147483646 h 3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6">
                  <a:moveTo>
                    <a:pt x="0" y="316"/>
                  </a:moveTo>
                  <a:lnTo>
                    <a:pt x="3" y="312"/>
                  </a:lnTo>
                  <a:lnTo>
                    <a:pt x="4" y="310"/>
                  </a:lnTo>
                  <a:lnTo>
                    <a:pt x="7" y="306"/>
                  </a:lnTo>
                  <a:lnTo>
                    <a:pt x="8" y="303"/>
                  </a:lnTo>
                  <a:lnTo>
                    <a:pt x="9" y="300"/>
                  </a:lnTo>
                  <a:lnTo>
                    <a:pt x="11" y="298"/>
                  </a:lnTo>
                  <a:lnTo>
                    <a:pt x="12" y="295"/>
                  </a:lnTo>
                  <a:lnTo>
                    <a:pt x="13" y="294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6" y="287"/>
                  </a:lnTo>
                  <a:lnTo>
                    <a:pt x="17" y="286"/>
                  </a:lnTo>
                  <a:lnTo>
                    <a:pt x="19" y="285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5" y="269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0" y="255"/>
                  </a:lnTo>
                  <a:lnTo>
                    <a:pt x="32" y="254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6" y="246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6"/>
                  </a:lnTo>
                  <a:lnTo>
                    <a:pt x="44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0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8" y="214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08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2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198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1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4" y="171"/>
                  </a:lnTo>
                  <a:lnTo>
                    <a:pt x="64" y="168"/>
                  </a:lnTo>
                  <a:lnTo>
                    <a:pt x="64" y="165"/>
                  </a:lnTo>
                  <a:lnTo>
                    <a:pt x="65" y="164"/>
                  </a:lnTo>
                  <a:lnTo>
                    <a:pt x="66" y="161"/>
                  </a:lnTo>
                  <a:lnTo>
                    <a:pt x="66" y="160"/>
                  </a:lnTo>
                  <a:lnTo>
                    <a:pt x="66" y="157"/>
                  </a:lnTo>
                  <a:lnTo>
                    <a:pt x="68" y="156"/>
                  </a:lnTo>
                  <a:lnTo>
                    <a:pt x="68" y="155"/>
                  </a:lnTo>
                  <a:lnTo>
                    <a:pt x="69" y="153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5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3"/>
                  </a:lnTo>
                  <a:lnTo>
                    <a:pt x="76" y="132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6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7"/>
                  </a:lnTo>
                  <a:lnTo>
                    <a:pt x="89" y="75"/>
                  </a:lnTo>
                  <a:lnTo>
                    <a:pt x="89" y="73"/>
                  </a:lnTo>
                  <a:lnTo>
                    <a:pt x="89" y="71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168984" name="Shape 1905">
            <a:extLst>
              <a:ext uri="{FF2B5EF4-FFF2-40B4-BE49-F238E27FC236}">
                <a16:creationId xmlns:a16="http://schemas.microsoft.com/office/drawing/2014/main" id="{71659269-2A13-454D-81E1-FB7EADBFBD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787900" y="4257675"/>
            <a:ext cx="1957388" cy="1588"/>
          </a:xfrm>
          <a:prstGeom prst="straightConnector1">
            <a:avLst/>
          </a:prstGeom>
          <a:noFill/>
          <a:ln w="19050" cap="rnd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68985" name="Group 6">
            <a:extLst>
              <a:ext uri="{FF2B5EF4-FFF2-40B4-BE49-F238E27FC236}">
                <a16:creationId xmlns:a16="http://schemas.microsoft.com/office/drawing/2014/main" id="{6D7E0A68-C31D-42B6-BD09-DFD9445B9EF3}"/>
              </a:ext>
            </a:extLst>
          </p:cNvPr>
          <p:cNvGrpSpPr>
            <a:grpSpLocks/>
          </p:cNvGrpSpPr>
          <p:nvPr/>
        </p:nvGrpSpPr>
        <p:grpSpPr bwMode="auto">
          <a:xfrm>
            <a:off x="5051425" y="4527550"/>
            <a:ext cx="298450" cy="328613"/>
            <a:chOff x="5051813" y="4931555"/>
            <a:chExt cx="298450" cy="328613"/>
          </a:xfrm>
        </p:grpSpPr>
        <p:sp>
          <p:nvSpPr>
            <p:cNvPr id="169001" name="Shape 1914">
              <a:extLst>
                <a:ext uri="{FF2B5EF4-FFF2-40B4-BE49-F238E27FC236}">
                  <a16:creationId xmlns:a16="http://schemas.microsoft.com/office/drawing/2014/main" id="{CF182F3F-8568-42AD-8F7D-FE614C513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51813" y="4931555"/>
              <a:ext cx="2365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y </a:t>
              </a:r>
            </a:p>
          </p:txBody>
        </p:sp>
        <p:sp>
          <p:nvSpPr>
            <p:cNvPr id="169002" name="Shape 1915">
              <a:extLst>
                <a:ext uri="{FF2B5EF4-FFF2-40B4-BE49-F238E27FC236}">
                  <a16:creationId xmlns:a16="http://schemas.microsoft.com/office/drawing/2014/main" id="{5FE76AA6-79A4-43F7-8E6A-6E068B076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3888" y="5017280"/>
              <a:ext cx="206375" cy="242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25000"/>
                <a:buFont typeface="Times New Roman" panose="02020603050405020304" pitchFamily="18" charset="0"/>
                <a:buNone/>
                <a:tabLst/>
                <a:defRPr/>
              </a:pPr>
              <a:r>
                <a:rPr kumimoji="0" lang="en-US" altLang="en-US" sz="13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 panose="020B0604020202020204" pitchFamily="34" charset="0"/>
                  <a:sym typeface="Times New Roman" panose="02020603050405020304" pitchFamily="18" charset="0"/>
                </a:rPr>
                <a:t>2 </a:t>
              </a:r>
            </a:p>
          </p:txBody>
        </p:sp>
        <p:cxnSp>
          <p:nvCxnSpPr>
            <p:cNvPr id="169003" name="Shape 1901">
              <a:extLst>
                <a:ext uri="{FF2B5EF4-FFF2-40B4-BE49-F238E27FC236}">
                  <a16:creationId xmlns:a16="http://schemas.microsoft.com/office/drawing/2014/main" id="{BDEA0EEB-21F7-4D50-8D64-D83F333340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65989" y="4968410"/>
              <a:ext cx="138303" cy="1588"/>
            </a:xfrm>
            <a:prstGeom prst="straightConnector1">
              <a:avLst/>
            </a:prstGeom>
            <a:noFill/>
            <a:ln w="19050" cap="rnd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8986" name="Shape 1921">
            <a:extLst>
              <a:ext uri="{FF2B5EF4-FFF2-40B4-BE49-F238E27FC236}">
                <a16:creationId xmlns:a16="http://schemas.microsoft.com/office/drawing/2014/main" id="{2924BAA3-30C5-44B8-B12B-3B1E918B25E5}"/>
              </a:ext>
            </a:extLst>
          </p:cNvPr>
          <p:cNvSpPr>
            <a:spLocks/>
          </p:cNvSpPr>
          <p:nvPr/>
        </p:nvSpPr>
        <p:spPr bwMode="auto">
          <a:xfrm rot="10800000">
            <a:off x="1401763" y="5287963"/>
            <a:ext cx="3000375" cy="198437"/>
          </a:xfrm>
          <a:custGeom>
            <a:avLst/>
            <a:gdLst>
              <a:gd name="T0" fmla="*/ 0 w 403"/>
              <a:gd name="T1" fmla="*/ 2147483646 h 3051"/>
              <a:gd name="T2" fmla="*/ 0 w 403"/>
              <a:gd name="T3" fmla="*/ 0 h 3051"/>
              <a:gd name="T4" fmla="*/ 2147483646 w 403"/>
              <a:gd name="T5" fmla="*/ 0 h 3051"/>
              <a:gd name="T6" fmla="*/ 0 60000 65536"/>
              <a:gd name="T7" fmla="*/ 0 60000 65536"/>
              <a:gd name="T8" fmla="*/ 0 60000 65536"/>
              <a:gd name="T9" fmla="*/ 0 w 403"/>
              <a:gd name="T10" fmla="*/ 0 h 3051"/>
              <a:gd name="T11" fmla="*/ 403 w 403"/>
              <a:gd name="T12" fmla="*/ 3051 h 30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03" h="3051" extrusionOk="0">
                <a:moveTo>
                  <a:pt x="0" y="3051"/>
                </a:moveTo>
                <a:lnTo>
                  <a:pt x="0" y="0"/>
                </a:lnTo>
                <a:lnTo>
                  <a:pt x="403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87" name="Shape 1922">
            <a:extLst>
              <a:ext uri="{FF2B5EF4-FFF2-40B4-BE49-F238E27FC236}">
                <a16:creationId xmlns:a16="http://schemas.microsoft.com/office/drawing/2014/main" id="{4A5EEE0B-F017-4907-AFB1-EB2267A5ACB7}"/>
              </a:ext>
            </a:extLst>
          </p:cNvPr>
          <p:cNvSpPr>
            <a:spLocks/>
          </p:cNvSpPr>
          <p:nvPr/>
        </p:nvSpPr>
        <p:spPr bwMode="auto">
          <a:xfrm>
            <a:off x="2693988" y="5453063"/>
            <a:ext cx="66675" cy="587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88" name="Shape 1922">
            <a:extLst>
              <a:ext uri="{FF2B5EF4-FFF2-40B4-BE49-F238E27FC236}">
                <a16:creationId xmlns:a16="http://schemas.microsoft.com/office/drawing/2014/main" id="{D08EFB29-859F-4CBB-99C4-089D7DB2D374}"/>
              </a:ext>
            </a:extLst>
          </p:cNvPr>
          <p:cNvSpPr>
            <a:spLocks/>
          </p:cNvSpPr>
          <p:nvPr/>
        </p:nvSpPr>
        <p:spPr bwMode="auto">
          <a:xfrm>
            <a:off x="1690688" y="4129088"/>
            <a:ext cx="68262" cy="587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68989" name="Group 2">
            <a:extLst>
              <a:ext uri="{FF2B5EF4-FFF2-40B4-BE49-F238E27FC236}">
                <a16:creationId xmlns:a16="http://schemas.microsoft.com/office/drawing/2014/main" id="{30C257CA-56F7-4A93-A2D8-66C699C87A93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3292475"/>
            <a:ext cx="534988" cy="350838"/>
            <a:chOff x="4699000" y="5430838"/>
            <a:chExt cx="579438" cy="441325"/>
          </a:xfrm>
        </p:grpSpPr>
        <p:sp>
          <p:nvSpPr>
            <p:cNvPr id="168999" name="Freeform 18">
              <a:extLst>
                <a:ext uri="{FF2B5EF4-FFF2-40B4-BE49-F238E27FC236}">
                  <a16:creationId xmlns:a16="http://schemas.microsoft.com/office/drawing/2014/main" id="{336F651E-11CC-4A90-B005-9811A7E48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5430838"/>
              <a:ext cx="442913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noFill/>
            <a:ln w="206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69000" name="Freeform 19">
              <a:extLst>
                <a:ext uri="{FF2B5EF4-FFF2-40B4-BE49-F238E27FC236}">
                  <a16:creationId xmlns:a16="http://schemas.microsoft.com/office/drawing/2014/main" id="{A3C230EC-398B-42A4-BDC7-934D217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5581650"/>
              <a:ext cx="117475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68990" name="Shape 1921">
            <a:extLst>
              <a:ext uri="{FF2B5EF4-FFF2-40B4-BE49-F238E27FC236}">
                <a16:creationId xmlns:a16="http://schemas.microsoft.com/office/drawing/2014/main" id="{66FC93A1-71A5-4C67-B49C-9A25798189F4}"/>
              </a:ext>
            </a:extLst>
          </p:cNvPr>
          <p:cNvSpPr>
            <a:spLocks/>
          </p:cNvSpPr>
          <p:nvPr/>
        </p:nvSpPr>
        <p:spPr bwMode="auto">
          <a:xfrm rot="5400000" flipV="1">
            <a:off x="5135562" y="3267076"/>
            <a:ext cx="1236663" cy="1928812"/>
          </a:xfrm>
          <a:custGeom>
            <a:avLst/>
            <a:gdLst>
              <a:gd name="T0" fmla="*/ 7884 w 10039"/>
              <a:gd name="T1" fmla="*/ 1928483 h 10243"/>
              <a:gd name="T2" fmla="*/ 0 w 10039"/>
              <a:gd name="T3" fmla="*/ 1657181 h 10243"/>
              <a:gd name="T4" fmla="*/ 1231813 w 10039"/>
              <a:gd name="T5" fmla="*/ 1657181 h 10243"/>
              <a:gd name="T6" fmla="*/ 1236617 w 10039"/>
              <a:gd name="T7" fmla="*/ 0 h 1024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39" h="10243" extrusionOk="0">
                <a:moveTo>
                  <a:pt x="64" y="10243"/>
                </a:moveTo>
                <a:cubicBezTo>
                  <a:pt x="43" y="9763"/>
                  <a:pt x="21" y="9282"/>
                  <a:pt x="0" y="8802"/>
                </a:cubicBezTo>
                <a:lnTo>
                  <a:pt x="10000" y="8802"/>
                </a:lnTo>
                <a:lnTo>
                  <a:pt x="10039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91" name="Shape 1921">
            <a:extLst>
              <a:ext uri="{FF2B5EF4-FFF2-40B4-BE49-F238E27FC236}">
                <a16:creationId xmlns:a16="http://schemas.microsoft.com/office/drawing/2014/main" id="{9A8E4E14-8954-4D38-8C30-9B8C317A5C8F}"/>
              </a:ext>
            </a:extLst>
          </p:cNvPr>
          <p:cNvSpPr>
            <a:spLocks/>
          </p:cNvSpPr>
          <p:nvPr/>
        </p:nvSpPr>
        <p:spPr bwMode="auto">
          <a:xfrm rot="5400000" flipH="1" flipV="1">
            <a:off x="5852320" y="3098006"/>
            <a:ext cx="512762" cy="1273175"/>
          </a:xfrm>
          <a:custGeom>
            <a:avLst/>
            <a:gdLst>
              <a:gd name="T0" fmla="*/ 0 w 10000"/>
              <a:gd name="T1" fmla="*/ 1273358 h 10000"/>
              <a:gd name="T2" fmla="*/ 0 w 10000"/>
              <a:gd name="T3" fmla="*/ 0 h 10000"/>
              <a:gd name="T4" fmla="*/ 512737 w 10000"/>
              <a:gd name="T5" fmla="*/ 0 h 10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10000" extrusionOk="0">
                <a:moveTo>
                  <a:pt x="0" y="10000"/>
                </a:moveTo>
                <a:lnTo>
                  <a:pt x="0" y="0"/>
                </a:lnTo>
                <a:lnTo>
                  <a:pt x="10000" y="0"/>
                </a:ln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92" name="Shape 1922">
            <a:extLst>
              <a:ext uri="{FF2B5EF4-FFF2-40B4-BE49-F238E27FC236}">
                <a16:creationId xmlns:a16="http://schemas.microsoft.com/office/drawing/2014/main" id="{45683EB4-18A2-4B1A-A96A-87102626F6A0}"/>
              </a:ext>
            </a:extLst>
          </p:cNvPr>
          <p:cNvSpPr>
            <a:spLocks/>
          </p:cNvSpPr>
          <p:nvPr/>
        </p:nvSpPr>
        <p:spPr bwMode="auto">
          <a:xfrm>
            <a:off x="5430838" y="3424238"/>
            <a:ext cx="68262" cy="58737"/>
          </a:xfrm>
          <a:custGeom>
            <a:avLst/>
            <a:gdLst>
              <a:gd name="T0" fmla="*/ 0 w 87"/>
              <a:gd name="T1" fmla="*/ 2147483646 h 58"/>
              <a:gd name="T2" fmla="*/ 0 w 87"/>
              <a:gd name="T3" fmla="*/ 2147483646 h 58"/>
              <a:gd name="T4" fmla="*/ 2147483646 w 87"/>
              <a:gd name="T5" fmla="*/ 2147483646 h 58"/>
              <a:gd name="T6" fmla="*/ 2147483646 w 87"/>
              <a:gd name="T7" fmla="*/ 2147483646 h 58"/>
              <a:gd name="T8" fmla="*/ 2147483646 w 87"/>
              <a:gd name="T9" fmla="*/ 2147483646 h 58"/>
              <a:gd name="T10" fmla="*/ 2147483646 w 87"/>
              <a:gd name="T11" fmla="*/ 2147483646 h 58"/>
              <a:gd name="T12" fmla="*/ 2147483646 w 87"/>
              <a:gd name="T13" fmla="*/ 2147483646 h 58"/>
              <a:gd name="T14" fmla="*/ 2147483646 w 87"/>
              <a:gd name="T15" fmla="*/ 2147483646 h 58"/>
              <a:gd name="T16" fmla="*/ 2147483646 w 87"/>
              <a:gd name="T17" fmla="*/ 2147483646 h 58"/>
              <a:gd name="T18" fmla="*/ 2147483646 w 87"/>
              <a:gd name="T19" fmla="*/ 0 h 58"/>
              <a:gd name="T20" fmla="*/ 2147483646 w 87"/>
              <a:gd name="T21" fmla="*/ 0 h 58"/>
              <a:gd name="T22" fmla="*/ 2147483646 w 87"/>
              <a:gd name="T23" fmla="*/ 0 h 58"/>
              <a:gd name="T24" fmla="*/ 2147483646 w 87"/>
              <a:gd name="T25" fmla="*/ 2147483646 h 58"/>
              <a:gd name="T26" fmla="*/ 2147483646 w 87"/>
              <a:gd name="T27" fmla="*/ 2147483646 h 58"/>
              <a:gd name="T28" fmla="*/ 2147483646 w 87"/>
              <a:gd name="T29" fmla="*/ 2147483646 h 58"/>
              <a:gd name="T30" fmla="*/ 2147483646 w 87"/>
              <a:gd name="T31" fmla="*/ 2147483646 h 58"/>
              <a:gd name="T32" fmla="*/ 2147483646 w 87"/>
              <a:gd name="T33" fmla="*/ 2147483646 h 58"/>
              <a:gd name="T34" fmla="*/ 2147483646 w 87"/>
              <a:gd name="T35" fmla="*/ 2147483646 h 58"/>
              <a:gd name="T36" fmla="*/ 2147483646 w 87"/>
              <a:gd name="T37" fmla="*/ 2147483646 h 58"/>
              <a:gd name="T38" fmla="*/ 2147483646 w 87"/>
              <a:gd name="T39" fmla="*/ 2147483646 h 58"/>
              <a:gd name="T40" fmla="*/ 2147483646 w 87"/>
              <a:gd name="T41" fmla="*/ 2147483646 h 58"/>
              <a:gd name="T42" fmla="*/ 2147483646 w 87"/>
              <a:gd name="T43" fmla="*/ 2147483646 h 58"/>
              <a:gd name="T44" fmla="*/ 2147483646 w 87"/>
              <a:gd name="T45" fmla="*/ 2147483646 h 58"/>
              <a:gd name="T46" fmla="*/ 2147483646 w 87"/>
              <a:gd name="T47" fmla="*/ 2147483646 h 58"/>
              <a:gd name="T48" fmla="*/ 2147483646 w 87"/>
              <a:gd name="T49" fmla="*/ 2147483646 h 58"/>
              <a:gd name="T50" fmla="*/ 2147483646 w 87"/>
              <a:gd name="T51" fmla="*/ 2147483646 h 58"/>
              <a:gd name="T52" fmla="*/ 2147483646 w 87"/>
              <a:gd name="T53" fmla="*/ 2147483646 h 58"/>
              <a:gd name="T54" fmla="*/ 2147483646 w 87"/>
              <a:gd name="T55" fmla="*/ 2147483646 h 58"/>
              <a:gd name="T56" fmla="*/ 2147483646 w 87"/>
              <a:gd name="T57" fmla="*/ 2147483646 h 58"/>
              <a:gd name="T58" fmla="*/ 2147483646 w 87"/>
              <a:gd name="T59" fmla="*/ 2147483646 h 58"/>
              <a:gd name="T60" fmla="*/ 2147483646 w 87"/>
              <a:gd name="T61" fmla="*/ 2147483646 h 58"/>
              <a:gd name="T62" fmla="*/ 2147483646 w 87"/>
              <a:gd name="T63" fmla="*/ 2147483646 h 58"/>
              <a:gd name="T64" fmla="*/ 2147483646 w 87"/>
              <a:gd name="T65" fmla="*/ 2147483646 h 58"/>
              <a:gd name="T66" fmla="*/ 2147483646 w 87"/>
              <a:gd name="T67" fmla="*/ 2147483646 h 58"/>
              <a:gd name="T68" fmla="*/ 2147483646 w 87"/>
              <a:gd name="T69" fmla="*/ 2147483646 h 58"/>
              <a:gd name="T70" fmla="*/ 2147483646 w 87"/>
              <a:gd name="T71" fmla="*/ 2147483646 h 58"/>
              <a:gd name="T72" fmla="*/ 2147483646 w 87"/>
              <a:gd name="T73" fmla="*/ 2147483646 h 58"/>
              <a:gd name="T74" fmla="*/ 2147483646 w 87"/>
              <a:gd name="T75" fmla="*/ 2147483646 h 58"/>
              <a:gd name="T76" fmla="*/ 2147483646 w 87"/>
              <a:gd name="T77" fmla="*/ 2147483646 h 58"/>
              <a:gd name="T78" fmla="*/ 2147483646 w 87"/>
              <a:gd name="T79" fmla="*/ 2147483646 h 58"/>
              <a:gd name="T80" fmla="*/ 2147483646 w 87"/>
              <a:gd name="T81" fmla="*/ 2147483646 h 58"/>
              <a:gd name="T82" fmla="*/ 2147483646 w 87"/>
              <a:gd name="T83" fmla="*/ 2147483646 h 58"/>
              <a:gd name="T84" fmla="*/ 0 w 87"/>
              <a:gd name="T85" fmla="*/ 2147483646 h 58"/>
              <a:gd name="T86" fmla="*/ 0 w 87"/>
              <a:gd name="T87" fmla="*/ 2147483646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7"/>
              <a:gd name="T133" fmla="*/ 0 h 58"/>
              <a:gd name="T134" fmla="*/ 87 w 87"/>
              <a:gd name="T135" fmla="*/ 58 h 5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7" h="58" extrusionOk="0">
                <a:moveTo>
                  <a:pt x="0" y="23"/>
                </a:moveTo>
                <a:lnTo>
                  <a:pt x="0" y="35"/>
                </a:lnTo>
                <a:lnTo>
                  <a:pt x="0" y="33"/>
                </a:lnTo>
                <a:lnTo>
                  <a:pt x="0" y="32"/>
                </a:lnTo>
                <a:lnTo>
                  <a:pt x="0" y="30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3" y="22"/>
                </a:lnTo>
                <a:lnTo>
                  <a:pt x="3" y="20"/>
                </a:lnTo>
                <a:lnTo>
                  <a:pt x="5" y="19"/>
                </a:lnTo>
                <a:lnTo>
                  <a:pt x="5" y="17"/>
                </a:lnTo>
                <a:lnTo>
                  <a:pt x="6" y="16"/>
                </a:lnTo>
                <a:lnTo>
                  <a:pt x="6" y="14"/>
                </a:lnTo>
                <a:lnTo>
                  <a:pt x="8" y="13"/>
                </a:lnTo>
                <a:lnTo>
                  <a:pt x="9" y="12"/>
                </a:lnTo>
                <a:lnTo>
                  <a:pt x="10" y="10"/>
                </a:lnTo>
                <a:lnTo>
                  <a:pt x="12" y="9"/>
                </a:lnTo>
                <a:lnTo>
                  <a:pt x="13" y="7"/>
                </a:lnTo>
                <a:lnTo>
                  <a:pt x="15" y="6"/>
                </a:lnTo>
                <a:lnTo>
                  <a:pt x="16" y="6"/>
                </a:lnTo>
                <a:lnTo>
                  <a:pt x="18" y="4"/>
                </a:lnTo>
                <a:lnTo>
                  <a:pt x="19" y="3"/>
                </a:lnTo>
                <a:lnTo>
                  <a:pt x="21" y="3"/>
                </a:lnTo>
                <a:lnTo>
                  <a:pt x="23" y="3"/>
                </a:lnTo>
                <a:lnTo>
                  <a:pt x="25" y="1"/>
                </a:lnTo>
                <a:lnTo>
                  <a:pt x="26" y="1"/>
                </a:lnTo>
                <a:lnTo>
                  <a:pt x="28" y="1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51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61" y="1"/>
                </a:lnTo>
                <a:lnTo>
                  <a:pt x="62" y="1"/>
                </a:lnTo>
                <a:lnTo>
                  <a:pt x="64" y="3"/>
                </a:lnTo>
                <a:lnTo>
                  <a:pt x="65" y="3"/>
                </a:lnTo>
                <a:lnTo>
                  <a:pt x="67" y="3"/>
                </a:lnTo>
                <a:lnTo>
                  <a:pt x="68" y="4"/>
                </a:lnTo>
                <a:lnTo>
                  <a:pt x="69" y="6"/>
                </a:lnTo>
                <a:lnTo>
                  <a:pt x="71" y="6"/>
                </a:lnTo>
                <a:lnTo>
                  <a:pt x="72" y="7"/>
                </a:lnTo>
                <a:lnTo>
                  <a:pt x="74" y="9"/>
                </a:lnTo>
                <a:lnTo>
                  <a:pt x="75" y="9"/>
                </a:lnTo>
                <a:lnTo>
                  <a:pt x="77" y="10"/>
                </a:lnTo>
                <a:lnTo>
                  <a:pt x="77" y="12"/>
                </a:lnTo>
                <a:lnTo>
                  <a:pt x="78" y="13"/>
                </a:lnTo>
                <a:lnTo>
                  <a:pt x="80" y="14"/>
                </a:lnTo>
                <a:lnTo>
                  <a:pt x="81" y="16"/>
                </a:lnTo>
                <a:lnTo>
                  <a:pt x="81" y="17"/>
                </a:lnTo>
                <a:lnTo>
                  <a:pt x="82" y="19"/>
                </a:lnTo>
                <a:lnTo>
                  <a:pt x="82" y="20"/>
                </a:lnTo>
                <a:lnTo>
                  <a:pt x="84" y="22"/>
                </a:lnTo>
                <a:lnTo>
                  <a:pt x="84" y="23"/>
                </a:lnTo>
                <a:lnTo>
                  <a:pt x="85" y="24"/>
                </a:lnTo>
                <a:lnTo>
                  <a:pt x="85" y="26"/>
                </a:lnTo>
                <a:lnTo>
                  <a:pt x="85" y="27"/>
                </a:lnTo>
                <a:lnTo>
                  <a:pt x="85" y="30"/>
                </a:lnTo>
                <a:lnTo>
                  <a:pt x="87" y="32"/>
                </a:lnTo>
                <a:lnTo>
                  <a:pt x="87" y="33"/>
                </a:lnTo>
                <a:lnTo>
                  <a:pt x="87" y="35"/>
                </a:lnTo>
                <a:lnTo>
                  <a:pt x="87" y="23"/>
                </a:lnTo>
                <a:lnTo>
                  <a:pt x="87" y="24"/>
                </a:lnTo>
                <a:lnTo>
                  <a:pt x="87" y="26"/>
                </a:lnTo>
                <a:lnTo>
                  <a:pt x="85" y="29"/>
                </a:lnTo>
                <a:lnTo>
                  <a:pt x="85" y="30"/>
                </a:lnTo>
                <a:lnTo>
                  <a:pt x="85" y="32"/>
                </a:lnTo>
                <a:lnTo>
                  <a:pt x="85" y="33"/>
                </a:lnTo>
                <a:lnTo>
                  <a:pt x="84" y="35"/>
                </a:lnTo>
                <a:lnTo>
                  <a:pt x="84" y="36"/>
                </a:lnTo>
                <a:lnTo>
                  <a:pt x="82" y="37"/>
                </a:lnTo>
                <a:lnTo>
                  <a:pt x="82" y="39"/>
                </a:lnTo>
                <a:lnTo>
                  <a:pt x="81" y="40"/>
                </a:lnTo>
                <a:lnTo>
                  <a:pt x="81" y="42"/>
                </a:lnTo>
                <a:lnTo>
                  <a:pt x="80" y="43"/>
                </a:lnTo>
                <a:lnTo>
                  <a:pt x="78" y="45"/>
                </a:lnTo>
                <a:lnTo>
                  <a:pt x="77" y="46"/>
                </a:lnTo>
                <a:lnTo>
                  <a:pt x="77" y="48"/>
                </a:lnTo>
                <a:lnTo>
                  <a:pt x="75" y="49"/>
                </a:lnTo>
                <a:lnTo>
                  <a:pt x="74" y="50"/>
                </a:lnTo>
                <a:lnTo>
                  <a:pt x="72" y="50"/>
                </a:lnTo>
                <a:lnTo>
                  <a:pt x="71" y="52"/>
                </a:lnTo>
                <a:lnTo>
                  <a:pt x="69" y="53"/>
                </a:lnTo>
                <a:lnTo>
                  <a:pt x="68" y="53"/>
                </a:lnTo>
                <a:lnTo>
                  <a:pt x="67" y="55"/>
                </a:lnTo>
                <a:lnTo>
                  <a:pt x="65" y="55"/>
                </a:lnTo>
                <a:lnTo>
                  <a:pt x="64" y="56"/>
                </a:lnTo>
                <a:lnTo>
                  <a:pt x="62" y="56"/>
                </a:lnTo>
                <a:lnTo>
                  <a:pt x="61" y="56"/>
                </a:lnTo>
                <a:lnTo>
                  <a:pt x="58" y="58"/>
                </a:lnTo>
                <a:lnTo>
                  <a:pt x="57" y="58"/>
                </a:lnTo>
                <a:lnTo>
                  <a:pt x="55" y="58"/>
                </a:lnTo>
                <a:lnTo>
                  <a:pt x="54" y="58"/>
                </a:lnTo>
                <a:lnTo>
                  <a:pt x="51" y="58"/>
                </a:lnTo>
                <a:lnTo>
                  <a:pt x="35" y="58"/>
                </a:lnTo>
                <a:lnTo>
                  <a:pt x="33" y="58"/>
                </a:lnTo>
                <a:lnTo>
                  <a:pt x="31" y="58"/>
                </a:lnTo>
                <a:lnTo>
                  <a:pt x="29" y="58"/>
                </a:lnTo>
                <a:lnTo>
                  <a:pt x="28" y="58"/>
                </a:lnTo>
                <a:lnTo>
                  <a:pt x="26" y="56"/>
                </a:lnTo>
                <a:lnTo>
                  <a:pt x="25" y="56"/>
                </a:lnTo>
                <a:lnTo>
                  <a:pt x="23" y="56"/>
                </a:lnTo>
                <a:lnTo>
                  <a:pt x="21" y="55"/>
                </a:lnTo>
                <a:lnTo>
                  <a:pt x="19" y="55"/>
                </a:lnTo>
                <a:lnTo>
                  <a:pt x="18" y="53"/>
                </a:lnTo>
                <a:lnTo>
                  <a:pt x="16" y="53"/>
                </a:lnTo>
                <a:lnTo>
                  <a:pt x="15" y="52"/>
                </a:lnTo>
                <a:lnTo>
                  <a:pt x="13" y="50"/>
                </a:lnTo>
                <a:lnTo>
                  <a:pt x="12" y="50"/>
                </a:lnTo>
                <a:lnTo>
                  <a:pt x="12" y="49"/>
                </a:lnTo>
                <a:lnTo>
                  <a:pt x="10" y="48"/>
                </a:lnTo>
                <a:lnTo>
                  <a:pt x="9" y="46"/>
                </a:lnTo>
                <a:lnTo>
                  <a:pt x="8" y="45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5" y="39"/>
                </a:lnTo>
                <a:lnTo>
                  <a:pt x="3" y="37"/>
                </a:lnTo>
                <a:lnTo>
                  <a:pt x="3" y="36"/>
                </a:lnTo>
                <a:lnTo>
                  <a:pt x="2" y="35"/>
                </a:lnTo>
                <a:lnTo>
                  <a:pt x="2" y="33"/>
                </a:lnTo>
                <a:lnTo>
                  <a:pt x="0" y="32"/>
                </a:lnTo>
                <a:lnTo>
                  <a:pt x="0" y="30"/>
                </a:lnTo>
                <a:lnTo>
                  <a:pt x="0" y="29"/>
                </a:lnTo>
                <a:lnTo>
                  <a:pt x="0" y="26"/>
                </a:lnTo>
                <a:lnTo>
                  <a:pt x="0" y="24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93" name="Shape 1921">
            <a:extLst>
              <a:ext uri="{FF2B5EF4-FFF2-40B4-BE49-F238E27FC236}">
                <a16:creationId xmlns:a16="http://schemas.microsoft.com/office/drawing/2014/main" id="{0AB164DC-CC51-48B4-B1EC-7C8A391A80E9}"/>
              </a:ext>
            </a:extLst>
          </p:cNvPr>
          <p:cNvSpPr>
            <a:spLocks/>
          </p:cNvSpPr>
          <p:nvPr/>
        </p:nvSpPr>
        <p:spPr bwMode="auto">
          <a:xfrm rot="5400000">
            <a:off x="7498557" y="3286919"/>
            <a:ext cx="195262" cy="546100"/>
          </a:xfrm>
          <a:custGeom>
            <a:avLst/>
            <a:gdLst>
              <a:gd name="T0" fmla="*/ 0 w 10047"/>
              <a:gd name="T1" fmla="*/ 547135 h 21491"/>
              <a:gd name="T2" fmla="*/ 0 w 10047"/>
              <a:gd name="T3" fmla="*/ 292547 h 21491"/>
              <a:gd name="T4" fmla="*/ 193959 w 10047"/>
              <a:gd name="T5" fmla="*/ 292547 h 21491"/>
              <a:gd name="T6" fmla="*/ 194871 w 10047"/>
              <a:gd name="T7" fmla="*/ 0 h 2149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47" h="21491" extrusionOk="0">
                <a:moveTo>
                  <a:pt x="0" y="21491"/>
                </a:moveTo>
                <a:lnTo>
                  <a:pt x="0" y="11491"/>
                </a:lnTo>
                <a:lnTo>
                  <a:pt x="10000" y="11491"/>
                </a:lnTo>
                <a:cubicBezTo>
                  <a:pt x="10124" y="7661"/>
                  <a:pt x="9923" y="3830"/>
                  <a:pt x="10047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994" name="Shape 1921">
            <a:extLst>
              <a:ext uri="{FF2B5EF4-FFF2-40B4-BE49-F238E27FC236}">
                <a16:creationId xmlns:a16="http://schemas.microsoft.com/office/drawing/2014/main" id="{BD4DC216-D1B5-4E04-9F6E-3F873A15F0B8}"/>
              </a:ext>
            </a:extLst>
          </p:cNvPr>
          <p:cNvSpPr>
            <a:spLocks/>
          </p:cNvSpPr>
          <p:nvPr/>
        </p:nvSpPr>
        <p:spPr bwMode="auto">
          <a:xfrm rot="5400000" flipH="1">
            <a:off x="7494588" y="3771900"/>
            <a:ext cx="185737" cy="525463"/>
          </a:xfrm>
          <a:custGeom>
            <a:avLst/>
            <a:gdLst>
              <a:gd name="T0" fmla="*/ 0 w 10097"/>
              <a:gd name="T1" fmla="*/ 524630 h 20607"/>
              <a:gd name="T2" fmla="*/ 0 w 10097"/>
              <a:gd name="T3" fmla="*/ 270042 h 20607"/>
              <a:gd name="T4" fmla="*/ 183581 w 10097"/>
              <a:gd name="T5" fmla="*/ 270042 h 20607"/>
              <a:gd name="T6" fmla="*/ 184389 w 10097"/>
              <a:gd name="T7" fmla="*/ 0 h 2060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7" h="20607" extrusionOk="0">
                <a:moveTo>
                  <a:pt x="0" y="20607"/>
                </a:moveTo>
                <a:lnTo>
                  <a:pt x="0" y="10607"/>
                </a:lnTo>
                <a:lnTo>
                  <a:pt x="10000" y="10607"/>
                </a:lnTo>
                <a:cubicBezTo>
                  <a:pt x="9797" y="6777"/>
                  <a:pt x="10247" y="3830"/>
                  <a:pt x="10044" y="0"/>
                </a:cubicBezTo>
              </a:path>
            </a:pathLst>
          </a:custGeom>
          <a:noFill/>
          <a:ln w="19050" cap="rnd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45700" rIns="91425" bIns="45700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68995" name="Group 2">
            <a:extLst>
              <a:ext uri="{FF2B5EF4-FFF2-40B4-BE49-F238E27FC236}">
                <a16:creationId xmlns:a16="http://schemas.microsoft.com/office/drawing/2014/main" id="{762A76F3-E000-44F2-96F7-06E9F74D6AB8}"/>
              </a:ext>
            </a:extLst>
          </p:cNvPr>
          <p:cNvGrpSpPr>
            <a:grpSpLocks/>
          </p:cNvGrpSpPr>
          <p:nvPr/>
        </p:nvGrpSpPr>
        <p:grpSpPr bwMode="auto">
          <a:xfrm>
            <a:off x="6518275" y="5570538"/>
            <a:ext cx="2162175" cy="1200150"/>
            <a:chOff x="3297100" y="4848864"/>
            <a:chExt cx="2161809" cy="1199099"/>
          </a:xfrm>
        </p:grpSpPr>
        <p:sp>
          <p:nvSpPr>
            <p:cNvPr id="168996" name="TextBox 1">
              <a:extLst>
                <a:ext uri="{FF2B5EF4-FFF2-40B4-BE49-F238E27FC236}">
                  <a16:creationId xmlns:a16="http://schemas.microsoft.com/office/drawing/2014/main" id="{9BB950EE-AA14-4171-BE3E-86048E8ACC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100" y="4848864"/>
              <a:ext cx="2161809" cy="11990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= w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z   = w 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 + w y</a:t>
              </a:r>
              <a:r>
                <a:rPr kumimoji="0" lang="en-US" altLang="en-US" sz="2400" b="0" i="0" u="none" strike="noStrike" kern="120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168997" name="Straight Connector 4">
              <a:extLst>
                <a:ext uri="{FF2B5EF4-FFF2-40B4-BE49-F238E27FC236}">
                  <a16:creationId xmlns:a16="http://schemas.microsoft.com/office/drawing/2014/main" id="{E7D3760F-7F14-4FF8-A0B3-B7EE6DBD57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32368" y="5700216"/>
              <a:ext cx="21615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8998" name="Straight Connector 4">
              <a:extLst>
                <a:ext uri="{FF2B5EF4-FFF2-40B4-BE49-F238E27FC236}">
                  <a16:creationId xmlns:a16="http://schemas.microsoft.com/office/drawing/2014/main" id="{40A9CEA5-00E7-4977-AA00-49B3AD45D9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264620" y="5698680"/>
              <a:ext cx="19650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BFAFE0C-6544-4996-ADF2-3E77595A0F55}"/>
                  </a:ext>
                </a:extLst>
              </p14:cNvPr>
              <p14:cNvContentPartPr/>
              <p14:nvPr/>
            </p14:nvContentPartPr>
            <p14:xfrm>
              <a:off x="2684160" y="2920680"/>
              <a:ext cx="340920" cy="331596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BFAFE0C-6544-4996-ADF2-3E77595A0F5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674800" y="2911320"/>
                <a:ext cx="359640" cy="33346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6BF0B6E-E5ED-CE47-A430-8D878F57C4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3048000"/>
            <a:ext cx="9144000" cy="685800"/>
          </a:xfrm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en-US" dirty="0">
                <a:ea typeface="+mj-ea"/>
                <a:cs typeface="Arial"/>
              </a:rPr>
              <a:t>Example 6.15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8D8A76B4-FDCA-3449-BB3B-9F0A34F5A5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Goal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458BD3A4-EED4-3E48-A51E-5DD8FECB60F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9600" y="1219200"/>
            <a:ext cx="8305800" cy="642938"/>
          </a:xfrm>
        </p:spPr>
        <p:txBody>
          <a:bodyPr/>
          <a:lstStyle/>
          <a:p>
            <a:pPr marL="0" indent="0" eaLnBrk="1" hangingPunct="1">
              <a:buFontTx/>
              <a:buNone/>
              <a:defRPr/>
            </a:pPr>
            <a:r>
              <a:rPr lang="en-US" dirty="0">
                <a:ea typeface="+mn-ea"/>
                <a:cs typeface="+mn-cs"/>
              </a:rPr>
              <a:t>Implement this state-assigned Table using JK flip-flops</a:t>
            </a:r>
          </a:p>
        </p:txBody>
      </p:sp>
      <p:pic>
        <p:nvPicPr>
          <p:cNvPr id="172035" name="Picture 4">
            <a:extLst>
              <a:ext uri="{FF2B5EF4-FFF2-40B4-BE49-F238E27FC236}">
                <a16:creationId xmlns:a16="http://schemas.microsoft.com/office/drawing/2014/main" id="{451DC111-B012-4AB0-9EE8-E1C7286A7B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5063" y="1862138"/>
            <a:ext cx="7027862" cy="386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770BC3E-7695-4172-9705-3C7CC3876B8D}"/>
                  </a:ext>
                </a:extLst>
              </p14:cNvPr>
              <p14:cNvContentPartPr/>
              <p14:nvPr/>
            </p14:nvContentPartPr>
            <p14:xfrm>
              <a:off x="7373160" y="2670120"/>
              <a:ext cx="1684080" cy="3937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770BC3E-7695-4172-9705-3C7CC3876B8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363800" y="2660760"/>
                <a:ext cx="1702800" cy="39560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057" name="Picture 4" descr="new_fig8">
            <a:extLst>
              <a:ext uri="{FF2B5EF4-FFF2-40B4-BE49-F238E27FC236}">
                <a16:creationId xmlns:a16="http://schemas.microsoft.com/office/drawing/2014/main" id="{06FB2FF9-3B05-44C8-8B38-AA3A40C964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058" name="TextBox 125">
            <a:extLst>
              <a:ext uri="{FF2B5EF4-FFF2-40B4-BE49-F238E27FC236}">
                <a16:creationId xmlns:a16="http://schemas.microsoft.com/office/drawing/2014/main" id="{C4AA7A37-2DD6-42BE-AAE0-F0A90AB8C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450" y="6477000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panose="02020603050405020304" pitchFamily="18" charset="0"/>
                <a:ea typeface="ＭＳ Ｐゴシック" panose="020B0600070205080204" pitchFamily="34" charset="-128"/>
                <a:cs typeface="+mn-cs"/>
              </a:rPr>
              <a:t>[ Figure 6.94 from the textbook ]</a:t>
            </a: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33CF3014-A0B6-AE4E-9882-FFA5E8BFA3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3060" name="Picture 6" descr="Screen shot 2015-11-16 at 3.59.29 PM.png">
            <a:extLst>
              <a:ext uri="{FF2B5EF4-FFF2-40B4-BE49-F238E27FC236}">
                <a16:creationId xmlns:a16="http://schemas.microsoft.com/office/drawing/2014/main" id="{3DDFAEBB-F059-48BE-8B8B-4DF1EAFC31C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081" name="Picture 4" descr="new_fig8">
            <a:extLst>
              <a:ext uri="{FF2B5EF4-FFF2-40B4-BE49-F238E27FC236}">
                <a16:creationId xmlns:a16="http://schemas.microsoft.com/office/drawing/2014/main" id="{1A53C4CC-9AB7-4D07-8907-41BCC757BA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F8316060-77FE-BF44-9A1B-1B38E3B35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4083" name="Picture 6" descr="Screen shot 2015-11-16 at 3.59.29 PM.png">
            <a:extLst>
              <a:ext uri="{FF2B5EF4-FFF2-40B4-BE49-F238E27FC236}">
                <a16:creationId xmlns:a16="http://schemas.microsoft.com/office/drawing/2014/main" id="{DB6504CB-ADD2-4085-830B-4E5B479F95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06ED9096-1DB4-C14F-9EBD-664110540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119688"/>
            <a:ext cx="442912" cy="36671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F095966-6E05-6043-9A2B-29A5806E0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119688"/>
            <a:ext cx="252412" cy="3190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65EDD1B-BBF5-004C-8A35-16AD820A6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3044825"/>
            <a:ext cx="403225" cy="274638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95E16C6-8D49-AF4E-813B-F2ADCFEC2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6488" y="3046413"/>
            <a:ext cx="190500" cy="23971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8CEA103-5C7C-5A48-A4F6-0EA9688F1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3051175"/>
            <a:ext cx="188912" cy="23812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3DB9AEC-09E0-CF42-8743-6F68E1297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110163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4931CBA7-DF55-434B-8103-B2A18B151DDC}"/>
                  </a:ext>
                </a:extLst>
              </p14:cNvPr>
              <p14:cNvContentPartPr/>
              <p14:nvPr/>
            </p14:nvContentPartPr>
            <p14:xfrm>
              <a:off x="2223360" y="3191040"/>
              <a:ext cx="1262520" cy="1955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4931CBA7-DF55-434B-8103-B2A18B151DD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14000" y="3181680"/>
                <a:ext cx="1281240" cy="19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EF4B5AC-A600-4D4C-A7FA-7699F93E325E}"/>
                  </a:ext>
                </a:extLst>
              </p14:cNvPr>
              <p14:cNvContentPartPr/>
              <p14:nvPr/>
            </p14:nvContentPartPr>
            <p14:xfrm>
              <a:off x="1278360" y="3254760"/>
              <a:ext cx="2925720" cy="19033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EF4B5AC-A600-4D4C-A7FA-7699F93E325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269000" y="3245400"/>
                <a:ext cx="2944440" cy="19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F3ABA4B-3B99-4DF1-8A74-CEAD34362990}"/>
                  </a:ext>
                </a:extLst>
              </p14:cNvPr>
              <p14:cNvContentPartPr/>
              <p14:nvPr/>
            </p14:nvContentPartPr>
            <p14:xfrm>
              <a:off x="5630040" y="4621680"/>
              <a:ext cx="1054800" cy="775800"/>
            </p14:xfrm>
          </p:contentPart>
        </mc:Choice>
        <mc:Fallback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F3ABA4B-3B99-4DF1-8A74-CEAD3436299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620680" y="4612320"/>
                <a:ext cx="1073520" cy="794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5105" name="Picture 4" descr="new_fig8">
            <a:extLst>
              <a:ext uri="{FF2B5EF4-FFF2-40B4-BE49-F238E27FC236}">
                <a16:creationId xmlns:a16="http://schemas.microsoft.com/office/drawing/2014/main" id="{7CE99300-C350-4408-B6BB-45AA831D3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044F1AC1-2B3F-5B42-9122-7A0D87342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5107" name="Picture 6" descr="Screen shot 2015-11-16 at 3.59.29 PM.png">
            <a:extLst>
              <a:ext uri="{FF2B5EF4-FFF2-40B4-BE49-F238E27FC236}">
                <a16:creationId xmlns:a16="http://schemas.microsoft.com/office/drawing/2014/main" id="{73444464-68E3-4503-ACEA-1EA76D48105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8BE58784-8B1C-0C4A-AD73-16BEFFBEB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526088"/>
            <a:ext cx="442912" cy="36512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1C9E781-5CC1-324D-A62D-182BF1BC9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526088"/>
            <a:ext cx="252412" cy="31750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2CF6BE9-06B5-0749-9CAD-C30B1E5B4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3287713"/>
            <a:ext cx="403225" cy="274637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A98963C-F236-4F46-A003-A35684272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6488" y="3303588"/>
            <a:ext cx="190500" cy="23971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C8742D1-9D58-7A4A-99E0-A52062C70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3306763"/>
            <a:ext cx="188912" cy="239712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286C004-2213-794C-BD89-31444AE35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516563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6C8B73D-DCA8-46CC-8BF3-DABFCF54024B}"/>
                  </a:ext>
                </a:extLst>
              </p14:cNvPr>
              <p14:cNvContentPartPr/>
              <p14:nvPr/>
            </p14:nvContentPartPr>
            <p14:xfrm>
              <a:off x="1319040" y="3451680"/>
              <a:ext cx="3253680" cy="2234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6C8B73D-DCA8-46CC-8BF3-DABFCF54024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309680" y="3442320"/>
                <a:ext cx="3272400" cy="225288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29" name="Picture 4" descr="new_fig8">
            <a:extLst>
              <a:ext uri="{FF2B5EF4-FFF2-40B4-BE49-F238E27FC236}">
                <a16:creationId xmlns:a16="http://schemas.microsoft.com/office/drawing/2014/main" id="{1B1AC9BE-03BC-4453-968F-36D6196F51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374352F0-6187-5243-B007-28B904CF3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6131" name="Picture 6" descr="Screen shot 2015-11-16 at 3.59.29 PM.png">
            <a:extLst>
              <a:ext uri="{FF2B5EF4-FFF2-40B4-BE49-F238E27FC236}">
                <a16:creationId xmlns:a16="http://schemas.microsoft.com/office/drawing/2014/main" id="{1189B6B2-CB93-4ACF-92FB-607522E1388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B7D30E9C-02EC-8444-B171-B563609AD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6308725"/>
            <a:ext cx="442912" cy="366713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EC54AFA-53B5-D743-84BC-1C09B5037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6308725"/>
            <a:ext cx="252412" cy="319088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02CB5C4-D9CC-DD43-81C2-FB6D31F39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3544888"/>
            <a:ext cx="403225" cy="274637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676A405-B47B-CE47-98C4-79BBC4191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6488" y="3560763"/>
            <a:ext cx="190500" cy="23812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0D757C1-EFDE-BC46-9E1D-EF4EBDC03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3563938"/>
            <a:ext cx="188912" cy="239712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0A9A5FE-E03E-A845-AEC6-C1D82051D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6299200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C94ECBB-65B1-41B7-9331-8C734B0AE611}"/>
                  </a:ext>
                </a:extLst>
              </p14:cNvPr>
              <p14:cNvContentPartPr/>
              <p14:nvPr/>
            </p14:nvContentPartPr>
            <p14:xfrm>
              <a:off x="1296360" y="3739680"/>
              <a:ext cx="3398400" cy="2755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C94ECBB-65B1-41B7-9331-8C734B0AE611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87000" y="3730320"/>
                <a:ext cx="3417120" cy="27745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153" name="Picture 4" descr="new_fig8">
            <a:extLst>
              <a:ext uri="{FF2B5EF4-FFF2-40B4-BE49-F238E27FC236}">
                <a16:creationId xmlns:a16="http://schemas.microsoft.com/office/drawing/2014/main" id="{D4AE1B47-2D8C-4EE8-BECC-E619CFF938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E77B592C-6014-8749-B912-E2F367A90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7155" name="Picture 6" descr="Screen shot 2015-11-16 at 3.59.29 PM.png">
            <a:extLst>
              <a:ext uri="{FF2B5EF4-FFF2-40B4-BE49-F238E27FC236}">
                <a16:creationId xmlns:a16="http://schemas.microsoft.com/office/drawing/2014/main" id="{07DC5488-1B1C-40A6-9FA1-065135EA53F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653A806E-8327-6046-BF7F-D62AFFAA9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119688"/>
            <a:ext cx="442912" cy="36671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0C9BDD0-F3A0-5946-9166-DED3167E7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119688"/>
            <a:ext cx="252412" cy="3190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7D4D05E-0305-4840-87B0-DE08B9E12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3800475"/>
            <a:ext cx="403225" cy="27622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046B304-765B-3C45-BAF9-EBEFA1638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6488" y="3803650"/>
            <a:ext cx="190500" cy="23812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6EB0AB6-87A7-C040-921E-C9014CA79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3806825"/>
            <a:ext cx="188912" cy="239713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ED59D5A-2E86-FE44-94CE-74B21B0C8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110163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5E06CA3-9F0D-4650-AECF-5DEB5784A3BF}"/>
                  </a:ext>
                </a:extLst>
              </p14:cNvPr>
              <p14:cNvContentPartPr/>
              <p14:nvPr/>
            </p14:nvContentPartPr>
            <p14:xfrm>
              <a:off x="1308240" y="3965400"/>
              <a:ext cx="3254760" cy="13460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5E06CA3-9F0D-4650-AECF-5DEB5784A3B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98880" y="3956040"/>
                <a:ext cx="3273480" cy="136476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7" name="Picture 4" descr="new_fig8">
            <a:extLst>
              <a:ext uri="{FF2B5EF4-FFF2-40B4-BE49-F238E27FC236}">
                <a16:creationId xmlns:a16="http://schemas.microsoft.com/office/drawing/2014/main" id="{9B452594-E65C-406B-93F8-6E4D6755A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34DB5C88-37B1-B848-B1D6-EAD89F49B5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8179" name="Picture 6" descr="Screen shot 2015-11-16 at 3.59.29 PM.png">
            <a:extLst>
              <a:ext uri="{FF2B5EF4-FFF2-40B4-BE49-F238E27FC236}">
                <a16:creationId xmlns:a16="http://schemas.microsoft.com/office/drawing/2014/main" id="{6840B4BD-0D2F-439B-BB02-8F8769F540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787BEDE-A2C2-9E47-A2B2-4A9669FB8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916613"/>
            <a:ext cx="442912" cy="36671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D62E713-2080-6245-BD5E-8F70905451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916613"/>
            <a:ext cx="252412" cy="3190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BFB1418-5C68-7C4A-A850-336F0A174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8138" y="4057650"/>
            <a:ext cx="403225" cy="274638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E48B5CB-29DF-D241-B3C4-5FF02037E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6488" y="4060825"/>
            <a:ext cx="190500" cy="23812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317E299-C3D0-804C-9789-9174290DB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4064000"/>
            <a:ext cx="188912" cy="23812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708F291-BB56-0147-AD78-6572511B3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907088"/>
            <a:ext cx="252412" cy="319087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94F639-A735-4AE8-AFCA-85B6DBDEBF9A}"/>
                  </a:ext>
                </a:extLst>
              </p14:cNvPr>
              <p14:cNvContentPartPr/>
              <p14:nvPr/>
            </p14:nvContentPartPr>
            <p14:xfrm>
              <a:off x="1270800" y="4282560"/>
              <a:ext cx="3238560" cy="18280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94F639-A735-4AE8-AFCA-85B6DBDEBF9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61440" y="4273200"/>
                <a:ext cx="3257280" cy="184680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201" name="Picture 4" descr="new_fig8">
            <a:extLst>
              <a:ext uri="{FF2B5EF4-FFF2-40B4-BE49-F238E27FC236}">
                <a16:creationId xmlns:a16="http://schemas.microsoft.com/office/drawing/2014/main" id="{5AC6B84A-FFEA-4417-BAE1-C939B2828E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8C58556C-DD18-EA41-A829-2CB7922779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79203" name="Picture 6" descr="Screen shot 2015-11-16 at 3.59.29 PM.png">
            <a:extLst>
              <a:ext uri="{FF2B5EF4-FFF2-40B4-BE49-F238E27FC236}">
                <a16:creationId xmlns:a16="http://schemas.microsoft.com/office/drawing/2014/main" id="{22069816-3527-4725-B9E1-9EE11A11850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009BA093-DA93-AD43-BC29-56F105918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119688"/>
            <a:ext cx="442912" cy="36671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0CBDF16-1F8A-B84E-A9D7-06AACC9F5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119688"/>
            <a:ext cx="252412" cy="3190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B8CE281-EF55-5A43-81F5-1394D375D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3044825"/>
            <a:ext cx="403225" cy="274638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495359E-6ED0-EF4E-8B78-3F6E96EC0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13" y="3046413"/>
            <a:ext cx="157162" cy="23971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494551C-F301-1646-91E2-F7E8079D1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3051175"/>
            <a:ext cx="155575" cy="23812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935984A-0F44-5A4D-B841-A4D5FADD1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110163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5" name="Picture 4" descr="new_fig8">
            <a:extLst>
              <a:ext uri="{FF2B5EF4-FFF2-40B4-BE49-F238E27FC236}">
                <a16:creationId xmlns:a16="http://schemas.microsoft.com/office/drawing/2014/main" id="{AB4C1FB0-0EE8-4B52-BBD5-8636C7637C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6A166263-E919-6442-91D2-5557A9D9F9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Excitation table with JK flip-flops</a:t>
            </a:r>
          </a:p>
        </p:txBody>
      </p:sp>
      <p:pic>
        <p:nvPicPr>
          <p:cNvPr id="180227" name="Picture 6" descr="Screen shot 2015-11-16 at 3.59.29 PM.png">
            <a:extLst>
              <a:ext uri="{FF2B5EF4-FFF2-40B4-BE49-F238E27FC236}">
                <a16:creationId xmlns:a16="http://schemas.microsoft.com/office/drawing/2014/main" id="{B872873C-9EC1-4161-AB88-1D2F65F207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675188"/>
            <a:ext cx="1782763" cy="205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F6A3D012-29BC-DE43-B679-746597AA8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088" y="5119688"/>
            <a:ext cx="442912" cy="36671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51B9F5A-5DCB-AF46-BDCC-224D9A528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9863" y="5119688"/>
            <a:ext cx="252412" cy="31908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43BCC7A-1A36-9F4D-90D1-AF96888EA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2488" y="3314700"/>
            <a:ext cx="403225" cy="274638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957D94C-954B-604C-8404-64EC2C1E4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13" y="3317875"/>
            <a:ext cx="157162" cy="238125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F304F9-AF10-A447-8D04-3DE8CC656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3321050"/>
            <a:ext cx="155575" cy="238125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AD4CDFD-4020-8345-BD81-0080BBD8F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5338" y="5110163"/>
            <a:ext cx="252412" cy="317500"/>
          </a:xfrm>
          <a:prstGeom prst="rect">
            <a:avLst/>
          </a:prstGeom>
          <a:solidFill>
            <a:srgbClr val="008000">
              <a:alpha val="16078"/>
            </a:srgbClr>
          </a:solidFill>
          <a:ln w="9525">
            <a:solidFill>
              <a:srgbClr val="008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0234" name="TextBox 1">
            <a:extLst>
              <a:ext uri="{FF2B5EF4-FFF2-40B4-BE49-F238E27FC236}">
                <a16:creationId xmlns:a16="http://schemas.microsoft.com/office/drawing/2014/main" id="{84A19828-DB8F-4896-A3C7-9AAEC3712D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6275" y="5646738"/>
            <a:ext cx="16652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And so on...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249" name="Picture 4" descr="new_fig8">
            <a:extLst>
              <a:ext uri="{FF2B5EF4-FFF2-40B4-BE49-F238E27FC236}">
                <a16:creationId xmlns:a16="http://schemas.microsoft.com/office/drawing/2014/main" id="{A858E904-2DDF-4619-9582-D9317CB130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AC33B7EF-23A9-EE48-83F5-02C5FF6C9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z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22BBF4D-78A8-534B-A18F-71A946B8B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663" y="3046413"/>
            <a:ext cx="157162" cy="129063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F1F750A-EDE5-A949-BCE6-5D8562CDC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7063" y="3044825"/>
            <a:ext cx="157162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1253" name="TextBox 1">
            <a:extLst>
              <a:ext uri="{FF2B5EF4-FFF2-40B4-BE49-F238E27FC236}">
                <a16:creationId xmlns:a16="http://schemas.microsoft.com/office/drawing/2014/main" id="{95E9524F-D860-4E69-AA5F-AEB688311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791200"/>
            <a:ext cx="25765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z is equal to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2273" name="Picture 4" descr="new_fig8">
            <a:extLst>
              <a:ext uri="{FF2B5EF4-FFF2-40B4-BE49-F238E27FC236}">
                <a16:creationId xmlns:a16="http://schemas.microsoft.com/office/drawing/2014/main" id="{AE72A13B-CA9A-4DCD-BED1-EA9C7A89AF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5FB9D6F4-2139-3C4C-A5B9-73C189B352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J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1A852FA-515B-7343-99E3-B5F66EF88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3051175"/>
            <a:ext cx="155575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CB1D9C0-7C1B-344D-A7BF-9A2F8FE37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5175" y="3044825"/>
            <a:ext cx="155575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2277" name="TextBox 1">
            <a:extLst>
              <a:ext uri="{FF2B5EF4-FFF2-40B4-BE49-F238E27FC236}">
                <a16:creationId xmlns:a16="http://schemas.microsoft.com/office/drawing/2014/main" id="{EFE50D89-AFD8-4910-BB3C-1D5FC4805E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791200"/>
            <a:ext cx="26368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1</a:t>
            </a:r>
            <a:endParaRPr kumimoji="0" lang="en-US" altLang="en-US" sz="3200" b="0" i="0" u="none" strike="noStrike" kern="1200" cap="none" spc="0" normalizeH="0" baseline="-2500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297" name="Picture 4" descr="new_fig8">
            <a:extLst>
              <a:ext uri="{FF2B5EF4-FFF2-40B4-BE49-F238E27FC236}">
                <a16:creationId xmlns:a16="http://schemas.microsoft.com/office/drawing/2014/main" id="{98ED5609-984C-4777-9885-804D0B5DAF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94484CE9-FCDF-254D-8CA3-2E9C874D62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K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8F4F974-E190-A548-B2C1-59422477C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7813" y="3051175"/>
            <a:ext cx="157162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F82CFB4-1896-9B42-B2AA-37C64A2FE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5825" y="3044825"/>
            <a:ext cx="157163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3301" name="TextBox 1">
            <a:extLst>
              <a:ext uri="{FF2B5EF4-FFF2-40B4-BE49-F238E27FC236}">
                <a16:creationId xmlns:a16="http://schemas.microsoft.com/office/drawing/2014/main" id="{A91934D2-3BDA-44C9-9A39-4837E7C76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791200"/>
            <a:ext cx="26495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0</a:t>
            </a:r>
            <a:endParaRPr kumimoji="0" lang="en-US" altLang="en-US" sz="3200" b="0" i="0" u="none" strike="noStrike" kern="1200" cap="none" spc="0" normalizeH="0" baseline="-2500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1" name="Picture 4" descr="new_fig8">
            <a:extLst>
              <a:ext uri="{FF2B5EF4-FFF2-40B4-BE49-F238E27FC236}">
                <a16:creationId xmlns:a16="http://schemas.microsoft.com/office/drawing/2014/main" id="{859A043C-CA36-4E67-A9DF-192BB9AE98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0E1DCE41-442A-464F-921A-684760E771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J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9786F3D-756A-D64F-904C-8CE530FB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0113" y="3051175"/>
            <a:ext cx="157162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867C3A9-86A8-E141-928A-E57CE4F24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8125" y="3044825"/>
            <a:ext cx="157163" cy="128905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4325" name="TextBox 1">
            <a:extLst>
              <a:ext uri="{FF2B5EF4-FFF2-40B4-BE49-F238E27FC236}">
                <a16:creationId xmlns:a16="http://schemas.microsoft.com/office/drawing/2014/main" id="{DFFEA14A-1D34-4BF2-BA1D-C68A786064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791200"/>
            <a:ext cx="26527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w</a:t>
            </a:r>
            <a:endParaRPr kumimoji="0" lang="en-US" altLang="en-US" sz="3200" b="0" i="0" u="none" strike="noStrike" kern="1200" cap="none" spc="0" normalizeH="0" baseline="-2500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5A429FB-83A8-1E41-9ADF-D8321CCF6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255838"/>
            <a:ext cx="720725" cy="29686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F51EC86-9B4C-FD4C-B913-4AE9329FA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2260600"/>
            <a:ext cx="720725" cy="296863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5" name="Picture 4" descr="new_fig8">
            <a:extLst>
              <a:ext uri="{FF2B5EF4-FFF2-40B4-BE49-F238E27FC236}">
                <a16:creationId xmlns:a16="http://schemas.microsoft.com/office/drawing/2014/main" id="{05B023D6-A193-46B2-A9C8-AA6FD5811E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80D6EBFB-B475-BB4F-999A-1316AEC5A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K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E2BCA1E-041E-D54D-9F2F-DD51C8DE9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0363" y="3051175"/>
            <a:ext cx="155575" cy="12890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26B970F-2717-7A40-9FD0-A58C73CAD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0763" y="3044825"/>
            <a:ext cx="157162" cy="1289050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5349" name="TextBox 1">
            <a:extLst>
              <a:ext uri="{FF2B5EF4-FFF2-40B4-BE49-F238E27FC236}">
                <a16:creationId xmlns:a16="http://schemas.microsoft.com/office/drawing/2014/main" id="{C89AC4A1-C0C3-4346-B84A-18FF85D16A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5791200"/>
            <a:ext cx="27352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w</a:t>
            </a:r>
            <a:endParaRPr kumimoji="0" lang="en-US" altLang="en-US" sz="3200" b="0" i="0" u="none" strike="noStrike" kern="1200" cap="none" spc="0" normalizeH="0" baseline="-2500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A968DEF-9E51-7B41-AB05-42967A858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255838"/>
            <a:ext cx="720725" cy="29686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0F093CE-9B91-4A4B-978F-96275C951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2260600"/>
            <a:ext cx="720725" cy="296863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85352" name="Straight Connector 3">
            <a:extLst>
              <a:ext uri="{FF2B5EF4-FFF2-40B4-BE49-F238E27FC236}">
                <a16:creationId xmlns:a16="http://schemas.microsoft.com/office/drawing/2014/main" id="{02EA344E-2A00-4139-844A-99842E2E032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72113" y="5957888"/>
            <a:ext cx="42227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69" name="Picture 4" descr="new_fig8">
            <a:extLst>
              <a:ext uri="{FF2B5EF4-FFF2-40B4-BE49-F238E27FC236}">
                <a16:creationId xmlns:a16="http://schemas.microsoft.com/office/drawing/2014/main" id="{D3746DC1-AC06-4E04-BA48-CB1F82824B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0D6A26F5-C42B-8148-98BC-3FEDFA5EF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J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DBC6035-C853-D341-9115-01F0C05E4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063" y="3282950"/>
            <a:ext cx="157162" cy="5524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97755D-DDE4-C446-88B3-87CDF9A1E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188" y="3824288"/>
            <a:ext cx="157162" cy="4984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6373" name="TextBox 1">
            <a:extLst>
              <a:ext uri="{FF2B5EF4-FFF2-40B4-BE49-F238E27FC236}">
                <a16:creationId xmlns:a16="http://schemas.microsoft.com/office/drawing/2014/main" id="{F19EB231-9347-4309-B21B-E35D8A898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8238" y="5813425"/>
            <a:ext cx="47259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J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w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+ w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ECDA35A-6EF7-4E49-9A9E-4FFDC0C7E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255838"/>
            <a:ext cx="720725" cy="29686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F832802-1705-2A44-9057-D9598BDDB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2260600"/>
            <a:ext cx="720725" cy="296863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51EF808-D7FC-4B40-B809-049DEE0C3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5" y="3276600"/>
            <a:ext cx="230188" cy="5524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E43C0D0-DB1C-FD43-A2F8-6756E6ECC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888" y="3817938"/>
            <a:ext cx="128587" cy="50006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86378" name="Straight Connector 12">
            <a:extLst>
              <a:ext uri="{FF2B5EF4-FFF2-40B4-BE49-F238E27FC236}">
                <a16:creationId xmlns:a16="http://schemas.microsoft.com/office/drawing/2014/main" id="{8C79101F-ECBC-49CB-A34D-8DA85491E3A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726113" y="5957888"/>
            <a:ext cx="347662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86379" name="Straight Connector 13">
            <a:extLst>
              <a:ext uri="{FF2B5EF4-FFF2-40B4-BE49-F238E27FC236}">
                <a16:creationId xmlns:a16="http://schemas.microsoft.com/office/drawing/2014/main" id="{9652368D-E645-4BFC-8B11-F37F9C114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459538" y="5961063"/>
            <a:ext cx="347662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3" name="Picture 4" descr="new_fig8">
            <a:extLst>
              <a:ext uri="{FF2B5EF4-FFF2-40B4-BE49-F238E27FC236}">
                <a16:creationId xmlns:a16="http://schemas.microsoft.com/office/drawing/2014/main" id="{999E2F62-204F-4C72-89AA-973C33827A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8" y="1800225"/>
            <a:ext cx="8556625" cy="288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1C7EF816-9289-8E40-85A3-26B845ECC0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80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The Expression for K</a:t>
            </a:r>
            <a:r>
              <a:rPr kumimoji="0" lang="en-US" sz="36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98305FB-5460-1445-9A9A-D8DCEF743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0" y="3754438"/>
            <a:ext cx="157163" cy="554037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0538072-A6D9-764C-8FE5-D44133DA3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2363" y="3546475"/>
            <a:ext cx="155575" cy="2698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397" name="TextBox 1">
            <a:extLst>
              <a:ext uri="{FF2B5EF4-FFF2-40B4-BE49-F238E27FC236}">
                <a16:creationId xmlns:a16="http://schemas.microsoft.com/office/drawing/2014/main" id="{5229F057-3EDB-4A1D-808A-C7CD088A83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8238" y="5813425"/>
            <a:ext cx="480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is equal to w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w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 y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41348E6-9B32-834A-9781-48AE14C4C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8288" y="2255838"/>
            <a:ext cx="720725" cy="296862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5722897-94B8-1047-81F2-695AC0EDF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2260600"/>
            <a:ext cx="720725" cy="296863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87400" name="Straight Connector 13">
            <a:extLst>
              <a:ext uri="{FF2B5EF4-FFF2-40B4-BE49-F238E27FC236}">
                <a16:creationId xmlns:a16="http://schemas.microsoft.com/office/drawing/2014/main" id="{4EBB66FF-4D05-4226-9605-96D73809BB5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48388" y="5961063"/>
            <a:ext cx="347662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" name="Rectangle 14">
            <a:extLst>
              <a:ext uri="{FF2B5EF4-FFF2-40B4-BE49-F238E27FC236}">
                <a16:creationId xmlns:a16="http://schemas.microsoft.com/office/drawing/2014/main" id="{B107654A-FB51-9649-80D5-C0574D727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3810000"/>
            <a:ext cx="157163" cy="552450"/>
          </a:xfrm>
          <a:prstGeom prst="rect">
            <a:avLst/>
          </a:prstGeom>
          <a:solidFill>
            <a:srgbClr val="FF0000">
              <a:alpha val="16078"/>
            </a:srgbClr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187402" name="Straight Connector 15">
            <a:extLst>
              <a:ext uri="{FF2B5EF4-FFF2-40B4-BE49-F238E27FC236}">
                <a16:creationId xmlns:a16="http://schemas.microsoft.com/office/drawing/2014/main" id="{DD47CEE8-B18E-426D-88F9-409548B3F18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89475" y="5957888"/>
            <a:ext cx="347663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F76909D6-4B7F-0F4F-8003-90A06453B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475" y="3567113"/>
            <a:ext cx="225425" cy="21272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87404" name="TextBox 2">
            <a:extLst>
              <a:ext uri="{FF2B5EF4-FFF2-40B4-BE49-F238E27FC236}">
                <a16:creationId xmlns:a16="http://schemas.microsoft.com/office/drawing/2014/main" id="{D8301404-BAA1-458C-9400-A06F8E040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495800"/>
            <a:ext cx="5349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001</a:t>
            </a:r>
          </a:p>
        </p:txBody>
      </p:sp>
      <p:sp>
        <p:nvSpPr>
          <p:cNvPr id="187405" name="TextBox 17">
            <a:extLst>
              <a:ext uri="{FF2B5EF4-FFF2-40B4-BE49-F238E27FC236}">
                <a16:creationId xmlns:a16="http://schemas.microsoft.com/office/drawing/2014/main" id="{5EC1CAA3-B3BC-4DB5-B4D4-EA087A66A4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0125" y="4365625"/>
            <a:ext cx="3063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d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681B5ACC-4A7F-374F-A737-AA4478FBB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4573588"/>
            <a:ext cx="246062" cy="233362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7009A81-BF52-884C-89B0-2BF68E9B1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3625" y="4441825"/>
            <a:ext cx="171450" cy="269875"/>
          </a:xfrm>
          <a:prstGeom prst="rect">
            <a:avLst/>
          </a:prstGeom>
          <a:solidFill>
            <a:srgbClr val="0000FF">
              <a:alpha val="16078"/>
            </a:srgbClr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0D8BC97A-016E-4649-A869-594AFA7B2E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All Logic Expressions</a:t>
            </a:r>
          </a:p>
        </p:txBody>
      </p:sp>
      <p:pic>
        <p:nvPicPr>
          <p:cNvPr id="188418" name="Picture 2" descr="Screen shot 2013-12-09 at 4.07.20 PM.png">
            <a:extLst>
              <a:ext uri="{FF2B5EF4-FFF2-40B4-BE49-F238E27FC236}">
                <a16:creationId xmlns:a16="http://schemas.microsoft.com/office/drawing/2014/main" id="{E0A205C6-670E-4852-92F3-D3BEBC6624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0863" y="1422400"/>
            <a:ext cx="3348037" cy="4883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6A6597-0E44-4F9E-9167-9A8E3C214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228600"/>
            <a:ext cx="8686800" cy="609600"/>
          </a:xfrm>
        </p:spPr>
        <p:txBody>
          <a:bodyPr/>
          <a:lstStyle/>
          <a:p>
            <a:r>
              <a:rPr lang="en-US" sz="4800"/>
              <a:t>END Slide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90BAC1C-2592-44F2-852C-C27A9C18F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7966BF-D65F-4E28-A407-653B2DF03F01}" type="slidenum">
              <a:rPr kumimoji="0" lang="en-US" altLang="zh-CN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5" name="Picture 2" descr="Q &amp; A – Mechatronics World">
            <a:extLst>
              <a:ext uri="{FF2B5EF4-FFF2-40B4-BE49-F238E27FC236}">
                <a16:creationId xmlns:a16="http://schemas.microsoft.com/office/drawing/2014/main" id="{B84F8481-55AC-4F48-B0CC-DA3B1C72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934" y="1295400"/>
            <a:ext cx="7971420" cy="478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3982849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927F5C48263E44CA0E4BF48DA5842DF" ma:contentTypeVersion="10" ma:contentTypeDescription="Create a new document." ma:contentTypeScope="" ma:versionID="cc6a9fdc59c3920af0e32ab9cc6bc759">
  <xsd:schema xmlns:xsd="http://www.w3.org/2001/XMLSchema" xmlns:xs="http://www.w3.org/2001/XMLSchema" xmlns:p="http://schemas.microsoft.com/office/2006/metadata/properties" xmlns:ns3="2545ccdc-34fc-4cec-a48d-ba29d7877a97" targetNamespace="http://schemas.microsoft.com/office/2006/metadata/properties" ma:root="true" ma:fieldsID="7474bca7c2d6847eb37e3847f5421f7f" ns3:_="">
    <xsd:import namespace="2545ccdc-34fc-4cec-a48d-ba29d7877a97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GenerationTime" minOccurs="0"/>
                <xsd:element ref="ns3:MediaServiceEventHashCode" minOccurs="0"/>
                <xsd:element ref="ns3:MediaServiceOCR" minOccurs="0"/>
                <xsd:element ref="ns3:MediaServiceAutoKeyPoints" minOccurs="0"/>
                <xsd:element ref="ns3:MediaServiceKeyPoints" minOccurs="0"/>
                <xsd:element ref="ns3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5ccdc-34fc-4cec-a48d-ba29d7877a9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Tags" ma:internalName="MediaServiceAutoTags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9D90360-3B21-4048-9E84-CD66033C6025}">
  <ds:schemaRefs>
    <ds:schemaRef ds:uri="http://purl.org/dc/elements/1.1/"/>
    <ds:schemaRef ds:uri="http://schemas.microsoft.com/office/2006/documentManagement/types"/>
    <ds:schemaRef ds:uri="http://schemas.microsoft.com/office/infopath/2007/PartnerControls"/>
    <ds:schemaRef ds:uri="http://www.w3.org/XML/1998/namespace"/>
    <ds:schemaRef ds:uri="http://schemas.microsoft.com/office/2006/metadata/properties"/>
    <ds:schemaRef ds:uri="2545ccdc-34fc-4cec-a48d-ba29d7877a97"/>
    <ds:schemaRef ds:uri="http://purl.org/dc/dcmitype/"/>
    <ds:schemaRef ds:uri="http://schemas.openxmlformats.org/package/2006/metadata/core-properties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E956FE2E-B4F1-4025-B184-05238CA68BD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5ccdc-34fc-4cec-a48d-ba29d7877a9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2C638D98-A44F-4A29-B2B9-D9FD8ACC44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667</TotalTime>
  <Words>4822</Words>
  <Application>Microsoft Office PowerPoint</Application>
  <PresentationFormat>On-screen Show (4:3)</PresentationFormat>
  <Paragraphs>2986</Paragraphs>
  <Slides>113</Slides>
  <Notes>18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113</vt:i4>
      </vt:variant>
    </vt:vector>
  </HeadingPairs>
  <TitlesOfParts>
    <vt:vector size="123" baseType="lpstr">
      <vt:lpstr>MS PGothic</vt:lpstr>
      <vt:lpstr>MS PGothic</vt:lpstr>
      <vt:lpstr>Arial</vt:lpstr>
      <vt:lpstr>Calibri</vt:lpstr>
      <vt:lpstr>Symbol</vt:lpstr>
      <vt:lpstr>Times</vt:lpstr>
      <vt:lpstr>Times New Roman</vt:lpstr>
      <vt:lpstr>Times-Roman</vt:lpstr>
      <vt:lpstr>Wingdings</vt:lpstr>
      <vt:lpstr>Default Design</vt:lpstr>
      <vt:lpstr>PowerPoint Presentation</vt:lpstr>
      <vt:lpstr>Administrative Stuff</vt:lpstr>
      <vt:lpstr>34-ASM Charts and Examples </vt:lpstr>
      <vt:lpstr>RodRego</vt:lpstr>
      <vt:lpstr>ASM charts &amp; Examples  Readings 6.10 – 6.13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Some Examples</vt:lpstr>
      <vt:lpstr>PowerPoint Presentation</vt:lpstr>
      <vt:lpstr>PowerPoint Presentation</vt:lpstr>
      <vt:lpstr>PowerPoint Presentation</vt:lpstr>
      <vt:lpstr>PowerPoint Presentation</vt:lpstr>
      <vt:lpstr>ASM Chart is different from a Flow Chart</vt:lpstr>
      <vt:lpstr>PowerPoint Presentation</vt:lpstr>
      <vt:lpstr>PowerPoint Presentation</vt:lpstr>
      <vt:lpstr>Examples of Solved Problems</vt:lpstr>
      <vt:lpstr>Example 6.12</vt:lpstr>
      <vt:lpstr>Goal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Next State and Output Expressions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Example 6.13</vt:lpstr>
      <vt:lpstr>Goal</vt:lpstr>
      <vt:lpstr>The Two FSMs</vt:lpstr>
      <vt:lpstr>Example 6.13  (Construct the first FSM)</vt:lpstr>
      <vt:lpstr>FSM to detect two consecutive 1's (this was the first example in Chapter 6)</vt:lpstr>
      <vt:lpstr>PowerPoint Presentation</vt:lpstr>
      <vt:lpstr>A Better State Encoding</vt:lpstr>
      <vt:lpstr>A Better State Encoding</vt:lpstr>
      <vt:lpstr>Let's Derive the Logic Expressions</vt:lpstr>
      <vt:lpstr>Let's Derive the Logic Expressions</vt:lpstr>
      <vt:lpstr>The Circuit Diagram</vt:lpstr>
      <vt:lpstr>Example 6.13  (Construct the second FSM)</vt:lpstr>
      <vt:lpstr>FSM to detect two consecutive 0's</vt:lpstr>
      <vt:lpstr>PowerPoint Presentation</vt:lpstr>
      <vt:lpstr>PowerPoint Presentation</vt:lpstr>
      <vt:lpstr>PowerPoint Presentation</vt:lpstr>
      <vt:lpstr>Let's Derive the Logic Expressions</vt:lpstr>
      <vt:lpstr>Let's Derive the Logic Expressions</vt:lpstr>
      <vt:lpstr>The Circuit Diagram</vt:lpstr>
      <vt:lpstr>Example 6.13  (Combine the two FSMs)</vt:lpstr>
      <vt:lpstr>The Two FSMs</vt:lpstr>
      <vt:lpstr>The Two Circuit Diagrams</vt:lpstr>
      <vt:lpstr>The Combined Circuit Diagram</vt:lpstr>
      <vt:lpstr>Example 6.14</vt:lpstr>
      <vt:lpstr>Goal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Circuit Diagram</vt:lpstr>
      <vt:lpstr>The Circuit Diagram</vt:lpstr>
      <vt:lpstr>The Circuit Diagram</vt:lpstr>
      <vt:lpstr>The Simplified Circuit Diagram</vt:lpstr>
      <vt:lpstr>Example 6.15</vt:lpstr>
      <vt:lpstr>Goal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All Logic Expressions</vt:lpstr>
      <vt:lpstr>END Slide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Ahamed, Md Maruf [E CPE]</cp:lastModifiedBy>
  <cp:revision>4</cp:revision>
  <dcterms:created xsi:type="dcterms:W3CDTF">2003-05-23T15:49:24Z</dcterms:created>
  <dcterms:modified xsi:type="dcterms:W3CDTF">2022-04-22T22:19:03Z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0x010100D927F5C48263E44CA0E4BF48DA5842DF</vt:lpwstr>
  </property>
</Properties>
</file>